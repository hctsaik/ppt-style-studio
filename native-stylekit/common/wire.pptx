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DDF1"/>
    <a:srgbClr val="E0E2E6"/>
    <a:srgbClr val="D4E6DF"/>
    <a:srgbClr val="D5E1F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極簡線框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Hairline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紅・柔和文字 #F6D8DB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D95D68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黃・柔和文字 #F9F0D4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7BF4A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E1F3"/>
                </a:highlight>
                <a:latin typeface="+mn-lt"/>
                <a:ea typeface="+mn-ea"/>
              </a:rPr>
              <a:t>藍・柔和文字 #D5E1F3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4E83CE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綠・柔和文字 #D4E6DF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4B967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灰・柔和文字 #E0E2E6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7D8795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紫・柔和文字 #E5DDF1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9371C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極簡線框">
  <a:themeElements>
    <a:clrScheme name="PPT Template Style Kit - 極簡線框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E0533D"/>
      </a:hlink>
      <a:folHlink>
        <a:srgbClr val="8C8C8C"/>
      </a:folHlink>
    </a:clrScheme>
    <a:fontScheme name="PPT Template Style Kit - 極簡線框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