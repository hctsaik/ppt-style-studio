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5DDF1"/>
    <a:srgbClr val="E0E2E6"/>
    <a:srgbClr val="D4E6DF"/>
    <a:srgbClr val="D5E1F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框架鑑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Framework Atlas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紅・柔和文字 #F6D8DB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D95D68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黃・柔和文字 #F9F0D4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E7BF4A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5E1F3"/>
                </a:highlight>
                <a:latin typeface="+mn-lt"/>
                <a:ea typeface="+mn-ea"/>
              </a:rPr>
              <a:t>藍・柔和文字 #D5E1F3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4E83CE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綠・柔和文字 #D4E6DF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4B9679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灰・柔和文字 #E0E2E6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7D8795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紫・柔和文字 #E5DDF1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9371C6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色彩外框 / Colored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色彩填滿 / Colored Fill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50000"/>
            </a:schemeClr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50000"/>
            </a:schemeClr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50000"/>
            </a:schemeClr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50000"/>
            </a:schemeClr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50000"/>
            </a:schemeClr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50000"/>
            </a:schemeClr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淺色外框＋色彩填滿 / Light 1 Outline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輕微效果 / Subtle Effect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1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中度效果 / Moderate Effect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強烈效果 / Intense Effect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3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框架鑑">
  <a:themeElements>
    <a:clrScheme name="PPT Template Style Kit - 框架鑑">
      <a:dk1>
        <a:srgbClr val="000000"/>
      </a:dk1>
      <a:lt1>
        <a:srgbClr val="FFFFFF"/>
      </a:lt1>
      <a:dk2>
        <a:srgbClr val="243A56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6B8CB5"/>
      </a:hlink>
      <a:folHlink>
        <a:srgbClr val="8C8C8C"/>
      </a:folHlink>
    </a:clrScheme>
    <a:fontScheme name="PPT Template Style Kit - 框架鑑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