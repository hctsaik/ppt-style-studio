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5DDF1"/>
    <a:srgbClr val="E0E2E6"/>
    <a:srgbClr val="D4E6DF"/>
    <a:srgbClr val="D5E1F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墨綠筆記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Green Notes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紅・柔和文字 #F6D8DB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D95D68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黃・柔和文字 #F9F0D4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E7BF4A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E1F3"/>
                </a:highlight>
                <a:latin typeface="+mn-lt"/>
                <a:ea typeface="+mn-ea"/>
              </a:rPr>
              <a:t>藍・柔和文字 #D5E1F3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4E83CE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綠・柔和文字 #D4E6DF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4B9679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灰・柔和文字 #E0E2E6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7D8795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紫・柔和文字 #E5DDF1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371C6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常用六色原生快速樣式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#D95D68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#E7BF4A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#4E83CE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#4B9679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#7D8795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#9371C6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清爽線框 / Clean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accent1">
              <a:shade val="7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7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accent2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3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accent3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accent4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accent5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accent6">
              <a:shade val="8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8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主色實心 / Solid Color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80000"/>
            </a:schemeClr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8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8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8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8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8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8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白框浮起 / White Rim Lift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柔底微浮 / Soft Tint Lift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3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3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3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>
              <a:shade val="2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2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3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3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3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3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>
              <a:shade val="6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6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主色微立體 / Subtle Depth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深色浮起 / Deep Color Lift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45000"/>
            </a:schemeClr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45000"/>
            </a:schemeClr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32500"/>
            </a:schemeClr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45000"/>
            </a:schemeClr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45000"/>
            </a:schemeClr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45000"/>
            </a:schemeClr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墨綠筆記">
  <a:themeElements>
    <a:clrScheme name="PPT Template Style Kit - 墨綠筆記">
      <a:dk1>
        <a:srgbClr val="000000"/>
      </a:dk1>
      <a:lt1>
        <a:srgbClr val="FFFFFF"/>
      </a:lt1>
      <a:dk2>
        <a:srgbClr val="24483E"/>
      </a:dk2>
      <a:lt2>
        <a:srgbClr val="F2F2F2"/>
      </a:lt2>
      <a:accent1>
        <a:srgbClr val="D95D68"/>
      </a:accent1>
      <a:accent2>
        <a:srgbClr val="E7BF4A"/>
      </a:accent2>
      <a:accent3>
        <a:srgbClr val="4E83CE"/>
      </a:accent3>
      <a:accent4>
        <a:srgbClr val="4B9679"/>
      </a:accent4>
      <a:accent5>
        <a:srgbClr val="7D8795"/>
      </a:accent5>
      <a:accent6>
        <a:srgbClr val="9371C6"/>
      </a:accent6>
      <a:hlink>
        <a:srgbClr val="C9A227"/>
      </a:hlink>
      <a:folHlink>
        <a:srgbClr val="8C8C8C"/>
      </a:folHlink>
    </a:clrScheme>
    <a:fontScheme name="PPT Template Style Kit - 墨綠筆記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component effects">
      <a: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9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2000"/>
              </a:schemeClr>
            </a:gs>
            <a:gs pos="100000">
              <a:schemeClr val="phClr">
                <a:tint val="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>
              <a:tint val="30000"/>
            </a:schemeClr>
          </a:solidFill>
          <a:prstDash val="solid"/>
          <a:miter lim="800000"/>
        </a:ln>
      </a:lnStyleLst>
      <a:effectStyleLst>
        <a:effectStyle>
          <a:effectLst>
            <a:outerShdw blurRad="53340" dist="19050" dir="5400000" algn="ctr" rotWithShape="0">
              <a:srgbClr val="000000">
                <a:alpha val="20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18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