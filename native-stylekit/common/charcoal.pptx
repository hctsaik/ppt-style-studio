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炭灰橘點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Charcoal Dot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炭灰橘點">
  <a:themeElements>
    <a:clrScheme name="PPT Template Style Kit - 炭灰橘點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F07F2D"/>
      </a:hlink>
      <a:folHlink>
        <a:srgbClr val="8C8C8C"/>
      </a:folHlink>
    </a:clrScheme>
    <a:fontScheme name="PPT Template Style Kit - 炭灰橘點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