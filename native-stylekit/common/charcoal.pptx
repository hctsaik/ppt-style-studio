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炭灰橘點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Charcoal Dot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清爽線框 / Clean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主色實心 / Solid Color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80000"/>
            </a:schemeClr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8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8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8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8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8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8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白框浮起 / White Rim Lift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柔底微浮 / Soft Tint Lift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3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3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3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3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3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3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3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主色微立體 / Subtle Depth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深色浮起 / Deep Color Lift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45000"/>
            </a:schemeClr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45000"/>
            </a:schemeClr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45000"/>
            </a:schemeClr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45000"/>
            </a:schemeClr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45000"/>
            </a:schemeClr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45000"/>
            </a:schemeClr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炭灰橘點">
  <a:themeElements>
    <a:clrScheme name="PPT Template Style Kit - 炭灰橘點">
      <a:dk1>
        <a:srgbClr val="000000"/>
      </a:dk1>
      <a:lt1>
        <a:srgbClr val="FFFFFF"/>
      </a:lt1>
      <a:dk2>
        <a:srgbClr val="2B2B2B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F07F2D"/>
      </a:hlink>
      <a:folHlink>
        <a:srgbClr val="8C8C8C"/>
      </a:folHlink>
    </a:clrScheme>
    <a:fontScheme name="PPT Template Style Kit - 炭灰橘點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component effects">
      <a: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9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2000"/>
              </a:schemeClr>
            </a:gs>
            <a:gs pos="100000">
              <a:schemeClr val="phClr">
                <a:tint val="2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>
              <a:tint val="30000"/>
            </a:schemeClr>
          </a:solidFill>
          <a:prstDash val="solid"/>
          <a:miter lim="800000"/>
        </a:ln>
      </a:lnStyleLst>
      <a:effectStyleLst>
        <a:effectStyle>
          <a:effectLst>
            <a:outerShdw blurRad="53340" dist="19050" dir="5400000" algn="ctr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