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5DDF1"/>
    <a:srgbClr val="E0E2E6"/>
    <a:srgbClr val="D4E6DF"/>
    <a:srgbClr val="D5E1F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森林墨綠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Forest Ink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柔和文字螢光筆與半高底帶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左側是文字本身的原生醒目提示；右側是可編輯底帶與文字，改字後可調整底帶寬度。</a:t>
            </a:r>
            <a:endParaRPr lang="zh-TW"/>
          </a:p>
        </p:txBody>
      </p:sp>
      <p:sp>
        <p:nvSpPr>
          <p:cNvPr id="4" name="Native highlight column"/>
          <p:cNvSpPr/>
          <p:nvPr/>
        </p:nvSpPr>
        <p:spPr>
          <a:xfrm>
            <a:off x="411480" y="1234440"/>
            <a:ext cx="539496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原生文字醒目提示 a:highlight</a:t>
            </a:r>
            <a:endParaRPr lang="zh-TW"/>
          </a:p>
        </p:txBody>
      </p:sp>
      <p:sp>
        <p:nvSpPr>
          <p:cNvPr id="5" name="Half marker column"/>
          <p:cNvSpPr/>
          <p:nvPr/>
        </p:nvSpPr>
        <p:spPr>
          <a:xfrm>
            <a:off x="6217920" y="12344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400" b="1">
                <a:solidFill>
                  <a:schemeClr val="tx1"/>
                </a:solidFill>
                <a:latin typeface="+mn-lt"/>
                <a:ea typeface="+mn-ea"/>
              </a:rPr>
              <a:t>半高螢光條 · 可編輯形狀</a:t>
            </a:r>
            <a:endParaRPr lang="zh-TW"/>
          </a:p>
        </p:txBody>
      </p:sp>
      <p:sp>
        <p:nvSpPr>
          <p:cNvPr id="6" name="Native highlight 1"/>
          <p:cNvSpPr/>
          <p:nvPr/>
        </p:nvSpPr>
        <p:spPr>
          <a:xfrm>
            <a:off x="530352" y="175564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紅・柔和文字 #F6D8DB</a:t>
            </a:r>
            <a:endParaRPr lang="zh-TW"/>
          </a:p>
        </p:txBody>
      </p:sp>
      <p:sp>
        <p:nvSpPr>
          <p:cNvPr id="7" name="Half-height marker 1"/>
          <p:cNvSpPr/>
          <p:nvPr/>
        </p:nvSpPr>
        <p:spPr>
          <a:xfrm>
            <a:off x="6355080" y="1975104"/>
            <a:ext cx="4434840" cy="118872"/>
          </a:xfrm>
          <a:prstGeom prst="rect">
            <a:avLst/>
          </a:prstGeom>
          <a:solidFill>
            <a:srgbClr val="D95D68">
              <a:alpha val="35000"/>
            </a:srgbClr>
          </a:solidFill>
          <a:ln>
            <a:noFill/>
          </a:ln>
        </p:spPr>
      </p:sp>
      <p:sp>
        <p:nvSpPr>
          <p:cNvPr id="8" name="Half-height text 1"/>
          <p:cNvSpPr/>
          <p:nvPr/>
        </p:nvSpPr>
        <p:spPr>
          <a:xfrm>
            <a:off x="6382512" y="175564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9" name="Native highlight 2"/>
          <p:cNvSpPr/>
          <p:nvPr/>
        </p:nvSpPr>
        <p:spPr>
          <a:xfrm>
            <a:off x="530352" y="228600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黃・柔和文字 #F9F0D4</a:t>
            </a:r>
            <a:endParaRPr lang="zh-TW"/>
          </a:p>
        </p:txBody>
      </p:sp>
      <p:sp>
        <p:nvSpPr>
          <p:cNvPr id="10" name="Half-height marker 2"/>
          <p:cNvSpPr/>
          <p:nvPr/>
        </p:nvSpPr>
        <p:spPr>
          <a:xfrm>
            <a:off x="6355080" y="2505456"/>
            <a:ext cx="4434840" cy="118872"/>
          </a:xfrm>
          <a:prstGeom prst="rect">
            <a:avLst/>
          </a:prstGeom>
          <a:solidFill>
            <a:srgbClr val="E7BF4A">
              <a:alpha val="35000"/>
            </a:srgbClr>
          </a:solidFill>
          <a:ln>
            <a:noFill/>
          </a:ln>
        </p:spPr>
      </p:sp>
      <p:sp>
        <p:nvSpPr>
          <p:cNvPr id="11" name="Half-height text 2"/>
          <p:cNvSpPr/>
          <p:nvPr/>
        </p:nvSpPr>
        <p:spPr>
          <a:xfrm>
            <a:off x="6382512" y="22860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2" name="Native highlight 3"/>
          <p:cNvSpPr/>
          <p:nvPr/>
        </p:nvSpPr>
        <p:spPr>
          <a:xfrm>
            <a:off x="530352" y="2816352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5E1F3"/>
                </a:highlight>
                <a:latin typeface="+mn-lt"/>
                <a:ea typeface="+mn-ea"/>
              </a:rPr>
              <a:t>藍・柔和文字 #D5E1F3</a:t>
            </a:r>
            <a:endParaRPr lang="zh-TW"/>
          </a:p>
        </p:txBody>
      </p:sp>
      <p:sp>
        <p:nvSpPr>
          <p:cNvPr id="13" name="Half-height marker 3"/>
          <p:cNvSpPr/>
          <p:nvPr/>
        </p:nvSpPr>
        <p:spPr>
          <a:xfrm>
            <a:off x="6355080" y="3035808"/>
            <a:ext cx="4434840" cy="118872"/>
          </a:xfrm>
          <a:prstGeom prst="rect">
            <a:avLst/>
          </a:prstGeom>
          <a:solidFill>
            <a:srgbClr val="4E83CE">
              <a:alpha val="35000"/>
            </a:srgbClr>
          </a:solidFill>
          <a:ln>
            <a:noFill/>
          </a:ln>
        </p:spPr>
      </p:sp>
      <p:sp>
        <p:nvSpPr>
          <p:cNvPr id="14" name="Half-height text 3"/>
          <p:cNvSpPr/>
          <p:nvPr/>
        </p:nvSpPr>
        <p:spPr>
          <a:xfrm>
            <a:off x="6382512" y="2816352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5" name="Native highlight 4"/>
          <p:cNvSpPr/>
          <p:nvPr/>
        </p:nvSpPr>
        <p:spPr>
          <a:xfrm>
            <a:off x="530352" y="3346704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綠・柔和文字 #D4E6DF</a:t>
            </a:r>
            <a:endParaRPr lang="zh-TW"/>
          </a:p>
        </p:txBody>
      </p:sp>
      <p:sp>
        <p:nvSpPr>
          <p:cNvPr id="16" name="Half-height marker 4"/>
          <p:cNvSpPr/>
          <p:nvPr/>
        </p:nvSpPr>
        <p:spPr>
          <a:xfrm>
            <a:off x="6355080" y="3566160"/>
            <a:ext cx="4434840" cy="118872"/>
          </a:xfrm>
          <a:prstGeom prst="rect">
            <a:avLst/>
          </a:prstGeom>
          <a:solidFill>
            <a:srgbClr val="4B9679">
              <a:alpha val="35000"/>
            </a:srgbClr>
          </a:solidFill>
          <a:ln>
            <a:noFill/>
          </a:ln>
        </p:spPr>
      </p:sp>
      <p:sp>
        <p:nvSpPr>
          <p:cNvPr id="17" name="Half-height text 4"/>
          <p:cNvSpPr/>
          <p:nvPr/>
        </p:nvSpPr>
        <p:spPr>
          <a:xfrm>
            <a:off x="6382512" y="3346704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18" name="Native highlight 5"/>
          <p:cNvSpPr/>
          <p:nvPr/>
        </p:nvSpPr>
        <p:spPr>
          <a:xfrm>
            <a:off x="530352" y="3877056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灰・柔和文字 #E0E2E6</a:t>
            </a:r>
            <a:endParaRPr lang="zh-TW"/>
          </a:p>
        </p:txBody>
      </p:sp>
      <p:sp>
        <p:nvSpPr>
          <p:cNvPr id="19" name="Half-height marker 5"/>
          <p:cNvSpPr/>
          <p:nvPr/>
        </p:nvSpPr>
        <p:spPr>
          <a:xfrm>
            <a:off x="6355080" y="4096512"/>
            <a:ext cx="4434840" cy="118872"/>
          </a:xfrm>
          <a:prstGeom prst="rect">
            <a:avLst/>
          </a:prstGeom>
          <a:solidFill>
            <a:srgbClr val="7D8795">
              <a:alpha val="35000"/>
            </a:srgbClr>
          </a:solidFill>
          <a:ln>
            <a:noFill/>
          </a:ln>
        </p:spPr>
      </p:sp>
      <p:sp>
        <p:nvSpPr>
          <p:cNvPr id="20" name="Half-height text 5"/>
          <p:cNvSpPr/>
          <p:nvPr/>
        </p:nvSpPr>
        <p:spPr>
          <a:xfrm>
            <a:off x="6382512" y="3877056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1" name="Native highlight 6"/>
          <p:cNvSpPr/>
          <p:nvPr/>
        </p:nvSpPr>
        <p:spPr>
          <a:xfrm>
            <a:off x="530352" y="4407408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紫・柔和文字 #E5DDF1</a:t>
            </a:r>
            <a:endParaRPr lang="zh-TW"/>
          </a:p>
        </p:txBody>
      </p:sp>
      <p:sp>
        <p:nvSpPr>
          <p:cNvPr id="22" name="Half-height marker 6"/>
          <p:cNvSpPr/>
          <p:nvPr/>
        </p:nvSpPr>
        <p:spPr>
          <a:xfrm>
            <a:off x="6355080" y="4626864"/>
            <a:ext cx="4434840" cy="118872"/>
          </a:xfrm>
          <a:prstGeom prst="rect">
            <a:avLst/>
          </a:prstGeom>
          <a:solidFill>
            <a:srgbClr val="9371C6">
              <a:alpha val="35000"/>
            </a:srgbClr>
          </a:solidFill>
          <a:ln>
            <a:noFill/>
          </a:ln>
        </p:spPr>
      </p:sp>
      <p:sp>
        <p:nvSpPr>
          <p:cNvPr id="23" name="Half-height text 6"/>
          <p:cNvSpPr/>
          <p:nvPr/>
        </p:nvSpPr>
        <p:spPr>
          <a:xfrm>
            <a:off x="6382512" y="4407408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chemeClr val="tx1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4" name="White visibility backing (sample only)"/>
          <p:cNvSpPr/>
          <p:nvPr/>
        </p:nvSpPr>
        <p:spPr>
          <a:xfrm>
            <a:off x="411480" y="4910328"/>
            <a:ext cx="11247120" cy="438912"/>
          </a:xfrm>
          <a:prstGeom prst="rect">
            <a:avLst/>
          </a:prstGeom>
          <a:solidFill>
            <a:srgbClr val="303640"/>
          </a:solidFill>
          <a:ln>
            <a:noFill/>
          </a:ln>
        </p:spPr>
      </p:sp>
      <p:sp>
        <p:nvSpPr>
          <p:cNvPr id="25" name="Native highlight 7"/>
          <p:cNvSpPr/>
          <p:nvPr/>
        </p:nvSpPr>
        <p:spPr>
          <a:xfrm>
            <a:off x="530352" y="4937760"/>
            <a:ext cx="5212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333333"/>
                </a:solidFill>
                <a:highlight>
                  <a:srgbClr val="FFFFFF"/>
                </a:highlight>
                <a:latin typeface="+mn-lt"/>
                <a:ea typeface="+mn-ea"/>
              </a:rPr>
              <a:t>白色・柔和文字 #FFFFFF</a:t>
            </a:r>
            <a:endParaRPr lang="zh-TW"/>
          </a:p>
        </p:txBody>
      </p:sp>
      <p:sp>
        <p:nvSpPr>
          <p:cNvPr id="26" name="Half-height marker 7"/>
          <p:cNvSpPr/>
          <p:nvPr/>
        </p:nvSpPr>
        <p:spPr>
          <a:xfrm>
            <a:off x="6355080" y="5157216"/>
            <a:ext cx="4434840" cy="118872"/>
          </a:xfrm>
          <a:prstGeom prst="rect">
            <a:avLst/>
          </a:prstGeom>
          <a:solidFill>
            <a:srgbClr val="FFFFFF">
              <a:alpha val="35000"/>
            </a:srgbClr>
          </a:solidFill>
          <a:ln>
            <a:noFill/>
          </a:ln>
        </p:spPr>
      </p:sp>
      <p:sp>
        <p:nvSpPr>
          <p:cNvPr id="27" name="Half-height text 7"/>
          <p:cNvSpPr/>
          <p:nvPr/>
        </p:nvSpPr>
        <p:spPr>
          <a:xfrm>
            <a:off x="6382512" y="493776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800" b="0">
                <a:solidFill>
                  <a:srgbClr val="FFFFFF"/>
                </a:solidFill>
                <a:latin typeface="+mn-lt"/>
                <a:ea typeface="+mn-ea"/>
              </a:rPr>
              <a:t>▶ 雙管齊下 Dual track</a:t>
            </a:r>
            <a:endParaRPr lang="zh-TW"/>
          </a:p>
        </p:txBody>
      </p:sp>
      <p:sp>
        <p:nvSpPr>
          <p:cNvPr id="28" name="Highlighter limit"/>
          <p:cNvSpPr/>
          <p:nvPr/>
        </p:nvSpPr>
        <p:spPr>
          <a:xfrm>
            <a:off x="411480" y="5806440"/>
            <a:ext cx="1115568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已儲存七個柔色到近期色；不保證內建15色選單顯示或永久保留。可複製已套色文字再改字；格式刷操作尚未驗證。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9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30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常用六色原生快速樣式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Text1 保持原值；Accent 1–6 依下列色盤。白色另見螢光筆與白色範例頁。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色彩外框 / Colored Outline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tx1"/>
          </a:lnRef>
          <a:fillRef idx="0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ect">
            <a:avLst/>
          </a:prstGeom>
          <a:noFill/>
        </p:spPr>
        <p:style>
          <a:lnRef idx="1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4048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色彩填滿 / Colored Fill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386584"/>
            <a:ext cx="1298448" cy="530352"/>
          </a:xfrm>
          <a:prstGeom prst="rect">
            <a:avLst/>
          </a:prstGeom>
        </p:spPr>
        <p:style>
          <a:lnRef idx="1">
            <a:schemeClr val="tx1">
              <a:shade val="50000"/>
            </a:schemeClr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386584"/>
            <a:ext cx="1298448" cy="530352"/>
          </a:xfrm>
          <a:prstGeom prst="rect">
            <a:avLst/>
          </a:prstGeom>
        </p:spPr>
        <p:style>
          <a:lnRef idx="1">
            <a:schemeClr val="accent1">
              <a:shade val="50000"/>
            </a:schemeClr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386584"/>
            <a:ext cx="1298448" cy="530352"/>
          </a:xfrm>
          <a:prstGeom prst="rect">
            <a:avLst/>
          </a:prstGeom>
        </p:spPr>
        <p:style>
          <a:lnRef idx="1">
            <a:schemeClr val="accent2">
              <a:shade val="50000"/>
            </a:schemeClr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386584"/>
            <a:ext cx="1298448" cy="530352"/>
          </a:xfrm>
          <a:prstGeom prst="rect">
            <a:avLst/>
          </a:prstGeom>
        </p:spPr>
        <p:style>
          <a:lnRef idx="1">
            <a:schemeClr val="accent3">
              <a:shade val="50000"/>
            </a:schemeClr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386584"/>
            <a:ext cx="1298448" cy="530352"/>
          </a:xfrm>
          <a:prstGeom prst="rect">
            <a:avLst/>
          </a:prstGeom>
        </p:spPr>
        <p:style>
          <a:lnRef idx="1">
            <a:schemeClr val="accent4">
              <a:shade val="50000"/>
            </a:schemeClr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386584"/>
            <a:ext cx="1298448" cy="530352"/>
          </a:xfrm>
          <a:prstGeom prst="rect">
            <a:avLst/>
          </a:prstGeom>
        </p:spPr>
        <p:style>
          <a:lnRef idx="1">
            <a:schemeClr val="accent5">
              <a:shade val="50000"/>
            </a:schemeClr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386584"/>
            <a:ext cx="1298448" cy="530352"/>
          </a:xfrm>
          <a:prstGeom prst="rect">
            <a:avLst/>
          </a:prstGeom>
        </p:spPr>
        <p:style>
          <a:lnRef idx="1">
            <a:schemeClr val="accent6">
              <a:shade val="50000"/>
            </a:schemeClr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09981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淺色外框＋色彩填滿 / Light 1 Outline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tx1"/>
          </a:fillRef>
          <a:effectRef idx="1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081528"/>
            <a:ext cx="1298448" cy="530352"/>
          </a:xfrm>
          <a:prstGeom prst="rect">
            <a:avLst/>
          </a:prstGeom>
        </p:spPr>
        <p:style>
          <a:lnRef idx="1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379476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輕微效果 / Subtle Effect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3776472"/>
            <a:ext cx="1298448" cy="530352"/>
          </a:xfrm>
          <a:prstGeom prst="rect">
            <a:avLst/>
          </a:prstGeom>
        </p:spPr>
        <p:style>
          <a:lnRef idx="1">
            <a:schemeClr val="tx1"/>
          </a:lnRef>
          <a:fillRef idx="3">
            <a:schemeClr val="tx1"/>
          </a:fillRef>
          <a:effectRef idx="1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3776472"/>
            <a:ext cx="1298448" cy="530352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1">
            <a:schemeClr val="accent1"/>
          </a:effectRef>
          <a:fontRef idx="minor">
            <a:schemeClr val="accen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3776472"/>
            <a:ext cx="1298448" cy="530352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1">
            <a:schemeClr val="accent2"/>
          </a:effectRef>
          <a:fontRef idx="minor">
            <a:schemeClr val="accent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3776472"/>
            <a:ext cx="1298448" cy="530352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1">
            <a:schemeClr val="accent3"/>
          </a:effectRef>
          <a:fontRef idx="minor">
            <a:schemeClr val="accent3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3776472"/>
            <a:ext cx="1298448" cy="530352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1">
            <a:schemeClr val="accent4"/>
          </a:effectRef>
          <a:fontRef idx="minor">
            <a:schemeClr val="accent4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3776472"/>
            <a:ext cx="1298448" cy="5303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1">
            <a:schemeClr val="accent5"/>
          </a:effectRef>
          <a:fontRef idx="minor">
            <a:schemeClr val="accent5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3776472"/>
            <a:ext cx="1298448" cy="530352"/>
          </a:xfrm>
          <a:prstGeom prst="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1">
            <a:schemeClr val="accent6"/>
          </a:effectRef>
          <a:fontRef idx="minor">
            <a:schemeClr val="accent6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448970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中度效果 / Moderate Effect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4471416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1" name="Effect label 5"/>
          <p:cNvSpPr/>
          <p:nvPr/>
        </p:nvSpPr>
        <p:spPr>
          <a:xfrm>
            <a:off x="365760" y="518464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強烈效果 / Intense Effect</a:t>
            </a:r>
            <a:endParaRPr lang="zh-TW"/>
          </a:p>
        </p:txBody>
      </p:sp>
      <p:sp>
        <p:nvSpPr>
          <p:cNvPr id="52" name="Native style row 6 tx1"/>
          <p:cNvSpPr/>
          <p:nvPr/>
        </p:nvSpPr>
        <p:spPr>
          <a:xfrm>
            <a:off x="169164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3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3" name="Native style row 6 accent1"/>
          <p:cNvSpPr/>
          <p:nvPr/>
        </p:nvSpPr>
        <p:spPr>
          <a:xfrm>
            <a:off x="311810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4" name="Native style row 6 accent2"/>
          <p:cNvSpPr/>
          <p:nvPr/>
        </p:nvSpPr>
        <p:spPr>
          <a:xfrm>
            <a:off x="4544568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2"/>
          </a:lnRef>
          <a:fillRef idx="1">
            <a:schemeClr val="accent2"/>
          </a:fillRef>
          <a:effectRef idx="3">
            <a:schemeClr val="accent2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5" name="Native style row 6 accent3"/>
          <p:cNvSpPr/>
          <p:nvPr/>
        </p:nvSpPr>
        <p:spPr>
          <a:xfrm>
            <a:off x="5971032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3"/>
          </a:lnRef>
          <a:fillRef idx="1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6" name="Native style row 6 accent4"/>
          <p:cNvSpPr/>
          <p:nvPr/>
        </p:nvSpPr>
        <p:spPr>
          <a:xfrm>
            <a:off x="7397496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4"/>
          </a:lnRef>
          <a:fillRef idx="1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7" name="Native style row 6 accent5"/>
          <p:cNvSpPr/>
          <p:nvPr/>
        </p:nvSpPr>
        <p:spPr>
          <a:xfrm>
            <a:off x="8823960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5"/>
          </a:lnRef>
          <a:fillRef idx="1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8" name="Native style row 6 accent6"/>
          <p:cNvSpPr/>
          <p:nvPr/>
        </p:nvSpPr>
        <p:spPr>
          <a:xfrm>
            <a:off x="10250424" y="5166360"/>
            <a:ext cx="1298448" cy="530352"/>
          </a:xfrm>
          <a:prstGeom prst="rect">
            <a:avLst/>
          </a:prstGeom>
          <a:ln>
            <a:noFill/>
          </a:ln>
        </p:spPr>
        <p:style>
          <a:lnRef idx="0">
            <a:schemeClr val="accent6"/>
          </a:lnRef>
          <a:fillRef idx="1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Abc</a:t>
            </a:r>
            <a:endParaRPr lang="zh-TW"/>
          </a:p>
        </p:txBody>
      </p:sp>
      <p:sp>
        <p:nvSpPr>
          <p:cNvPr id="59" name="Gallery scope"/>
          <p:cNvSpPr/>
          <p:nvPr/>
        </p:nvSpPr>
        <p:spPr>
          <a:xfrm>
            <a:off x="365760" y="6080760"/>
            <a:ext cx="1143000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這42個範例使用原生主題樣式引用；Office 選單由色彩集與效果矩陣產生，外觀依版本而異。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森林墨綠">
  <a:themeElements>
    <a:clrScheme name="PPT Template Style Kit - 森林墨綠">
      <a:dk1>
        <a:srgbClr val="000000"/>
      </a:dk1>
      <a:lt1>
        <a:srgbClr val="FFFFFF"/>
      </a:lt1>
      <a:dk2>
        <a:srgbClr val="173C36"/>
      </a:dk2>
      <a:lt2>
        <a:srgbClr val="F2F2F2"/>
      </a:lt2>
      <a:accent1>
        <a:srgbClr val="D95D68"/>
      </a:accent1>
      <a:accent2>
        <a:srgbClr val="E7BF4A"/>
      </a:accent2>
      <a:accent3>
        <a:srgbClr val="4E83CE"/>
      </a:accent3>
      <a:accent4>
        <a:srgbClr val="4B9679"/>
      </a:accent4>
      <a:accent5>
        <a:srgbClr val="7D8795"/>
      </a:accent5>
      <a:accent6>
        <a:srgbClr val="9371C6"/>
      </a:accent6>
      <a:hlink>
        <a:srgbClr val="B08D57"/>
      </a:hlink>
      <a:folHlink>
        <a:srgbClr val="8C8C8C"/>
      </a:folHlink>
    </a:clrScheme>
    <a:fontScheme name="PPT Template Style Kit - 森林墨綠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Template Style Kit">
      <a:fillStyleLst>
        <a:solidFill>
          <a:schemeClr val="phClr"/>
        </a:solidFill>
        <a:gradFill rotWithShape="1">
          <a:gsLst>
            <a:gs pos="0">
              <a:schemeClr val="phClr">
                <a:lumMod val="60000"/>
                <a:lumOff val="40000"/>
              </a:schemeClr>
            </a:gs>
            <a:gs pos="100000">
              <a:schemeClr val="phClr"/>
            </a:gs>
          </a:gsLst>
          <a:lin ang="5400000" scaled="0"/>
        </a:gradFill>
        <a:gradFill rotWithShape="1">
          <a:gsLst>
            <a:gs pos="0">
              <a:schemeClr val="phClr">
                <a:lumMod val="20000"/>
                <a:lumOff val="80000"/>
              </a:schemeClr>
            </a:gs>
            <a:gs pos="100000">
              <a:schemeClr val="phClr">
                <a:lumMod val="40000"/>
                <a:lumOff val="6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9050" dir="5400000" algn="t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