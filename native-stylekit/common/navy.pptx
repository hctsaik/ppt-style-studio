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商務深藍卡片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Navy Card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325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6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75000"/>
            </a:schemeClr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80000"/>
            </a:schemeClr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725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72500"/>
            </a:schemeClr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80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商務深藍卡片">
  <a:themeElements>
    <a:clrScheme name="PPT Template Style Kit - 商務深藍卡片">
      <a:dk1>
        <a:srgbClr val="000000"/>
      </a:dk1>
      <a:lt1>
        <a:srgbClr val="FFFFFF"/>
      </a:lt1>
      <a:dk2>
        <a:srgbClr val="1F3864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2E75B6"/>
      </a:hlink>
      <a:folHlink>
        <a:srgbClr val="8C8C8C"/>
      </a:folHlink>
    </a:clrScheme>
    <a:fontScheme name="PPT Template Style Kit - 商務深藍卡片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