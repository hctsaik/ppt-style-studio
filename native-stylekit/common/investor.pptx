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法說會紅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Red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法說會紅">
  <a:themeElements>
    <a:clrScheme name="PPT Template Style Kit - 法說會紅">
      <a:dk1>
        <a:srgbClr val="000000"/>
      </a:dk1>
      <a:lt1>
        <a:srgbClr val="FFFFFF"/>
      </a:lt1>
      <a:dk2>
        <a:srgbClr val="B3000E"/>
      </a:dk2>
      <a:lt2>
        <a:srgbClr val="E8E8E8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1F3FBF"/>
      </a:hlink>
      <a:folHlink>
        <a:srgbClr val="8C8C8C"/>
      </a:folHlink>
    </a:clrScheme>
    <a:fontScheme name="PPT Template Style Kit - 法說會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