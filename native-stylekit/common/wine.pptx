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StyleKitGallery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864"/>
    <a:srgbClr val="595959"/>
    <a:srgbClr val="E5DDF1"/>
    <a:srgbClr val="E0E2E6"/>
    <a:srgbClr val="D4E6DF"/>
    <a:srgbClr val="7C9CC3"/>
    <a:srgbClr val="F9F0D4"/>
    <a:srgbClr val="F6D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StyleKitGallery2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酒紅精品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Burgundy Atelier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八色原生文字螢光筆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色彩作用於文字本身，改字時會隨文字延伸；不使用獨立底帶，也不自動修改文字顏色。</a:t>
            </a:r>
            <a:endParaRPr lang="zh-TW"/>
          </a:p>
        </p:txBody>
      </p:sp>
      <p:sp>
        <p:nvSpPr>
          <p:cNvPr id="4" name="Native highlight label 1"/>
          <p:cNvSpPr/>
          <p:nvPr/>
        </p:nvSpPr>
        <p:spPr>
          <a:xfrm>
            <a:off x="548640" y="141732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淡紅 #F6D8DB</a:t>
            </a:r>
            <a:endParaRPr lang="zh-TW"/>
          </a:p>
        </p:txBody>
      </p:sp>
      <p:sp>
        <p:nvSpPr>
          <p:cNvPr id="5" name="Native highlight 1"/>
          <p:cNvSpPr/>
          <p:nvPr/>
        </p:nvSpPr>
        <p:spPr>
          <a:xfrm>
            <a:off x="3657600" y="14173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F6D8DB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6" name="Native highlight label 2"/>
          <p:cNvSpPr/>
          <p:nvPr/>
        </p:nvSpPr>
        <p:spPr>
          <a:xfrm>
            <a:off x="548640" y="19202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淡黃 #F9F0D4</a:t>
            </a:r>
            <a:endParaRPr lang="zh-TW"/>
          </a:p>
        </p:txBody>
      </p:sp>
      <p:sp>
        <p:nvSpPr>
          <p:cNvPr id="7" name="Native highlight 2"/>
          <p:cNvSpPr/>
          <p:nvPr/>
        </p:nvSpPr>
        <p:spPr>
          <a:xfrm>
            <a:off x="3657600" y="19202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F9F0D4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8" name="Native highlight label 3"/>
          <p:cNvSpPr/>
          <p:nvPr/>
        </p:nvSpPr>
        <p:spPr>
          <a:xfrm>
            <a:off x="548640" y="24231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參考藍 #7C9CC3</a:t>
            </a:r>
            <a:endParaRPr lang="zh-TW"/>
          </a:p>
        </p:txBody>
      </p:sp>
      <p:sp>
        <p:nvSpPr>
          <p:cNvPr id="9" name="Native highlight 3"/>
          <p:cNvSpPr/>
          <p:nvPr/>
        </p:nvSpPr>
        <p:spPr>
          <a:xfrm>
            <a:off x="3657600" y="24231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7C9CC3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0" name="Native highlight label 4"/>
          <p:cNvSpPr/>
          <p:nvPr/>
        </p:nvSpPr>
        <p:spPr>
          <a:xfrm>
            <a:off x="548640" y="292608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淡綠 #D4E6DF</a:t>
            </a:r>
            <a:endParaRPr lang="zh-TW"/>
          </a:p>
        </p:txBody>
      </p:sp>
      <p:sp>
        <p:nvSpPr>
          <p:cNvPr id="11" name="Native highlight 4"/>
          <p:cNvSpPr/>
          <p:nvPr/>
        </p:nvSpPr>
        <p:spPr>
          <a:xfrm>
            <a:off x="3657600" y="29260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D4E6DF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2" name="Native highlight label 5"/>
          <p:cNvSpPr/>
          <p:nvPr/>
        </p:nvSpPr>
        <p:spPr>
          <a:xfrm>
            <a:off x="548640" y="342900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淺灰 #E0E2E6</a:t>
            </a:r>
            <a:endParaRPr lang="zh-TW"/>
          </a:p>
        </p:txBody>
      </p:sp>
      <p:sp>
        <p:nvSpPr>
          <p:cNvPr id="13" name="Native highlight 5"/>
          <p:cNvSpPr/>
          <p:nvPr/>
        </p:nvSpPr>
        <p:spPr>
          <a:xfrm>
            <a:off x="3657600" y="34290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E0E2E6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4" name="Native highlight label 6"/>
          <p:cNvSpPr/>
          <p:nvPr/>
        </p:nvSpPr>
        <p:spPr>
          <a:xfrm>
            <a:off x="548640" y="393192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淡紫 #E5DDF1</a:t>
            </a:r>
            <a:endParaRPr lang="zh-TW"/>
          </a:p>
        </p:txBody>
      </p:sp>
      <p:sp>
        <p:nvSpPr>
          <p:cNvPr id="15" name="Native highlight 6"/>
          <p:cNvSpPr/>
          <p:nvPr/>
        </p:nvSpPr>
        <p:spPr>
          <a:xfrm>
            <a:off x="3657600" y="39319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E5DDF1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6" name="Native highlight label 7"/>
          <p:cNvSpPr/>
          <p:nvPr/>
        </p:nvSpPr>
        <p:spPr>
          <a:xfrm>
            <a:off x="548640" y="44348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深灰 #595959</a:t>
            </a:r>
            <a:endParaRPr lang="zh-TW"/>
          </a:p>
        </p:txBody>
      </p:sp>
      <p:sp>
        <p:nvSpPr>
          <p:cNvPr id="17" name="Native highlight 7"/>
          <p:cNvSpPr/>
          <p:nvPr/>
        </p:nvSpPr>
        <p:spPr>
          <a:xfrm>
            <a:off x="3657600" y="44348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595959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8" name="Native highlight label 8"/>
          <p:cNvSpPr/>
          <p:nvPr/>
        </p:nvSpPr>
        <p:spPr>
          <a:xfrm>
            <a:off x="548640" y="49377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深藍 #1F3864</a:t>
            </a:r>
            <a:endParaRPr lang="zh-TW"/>
          </a:p>
        </p:txBody>
      </p:sp>
      <p:sp>
        <p:nvSpPr>
          <p:cNvPr id="19" name="Native highlight 8"/>
          <p:cNvSpPr/>
          <p:nvPr/>
        </p:nvSpPr>
        <p:spPr>
          <a:xfrm>
            <a:off x="3657600" y="49377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1F3864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20" name="Highlighter color note"/>
          <p:cNvSpPr/>
          <p:nvPr/>
        </p:nvSpPr>
        <p:spPr>
          <a:xfrm>
            <a:off x="411480" y="555955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參考藍保留 #7C9CC3；深灰與深藍可自行搭配白字。範例維持原字色，套用色彩不會替你改白字。</a:t>
            </a:r>
            <a:endParaRPr lang="zh-TW"/>
          </a:p>
        </p:txBody>
      </p:sp>
      <p:sp>
        <p:nvSpPr>
          <p:cNvPr id="21" name="Highlighter limit"/>
          <p:cNvSpPr/>
          <p:nvPr/>
        </p:nvSpPr>
        <p:spPr>
          <a:xfrm>
            <a:off x="411480" y="592531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已儲存八色到近期色；不保證內建15色選單顯示或永久保留。可複製已套色文字再改字；格式刷操作尚未驗證。</a:t>
            </a:r>
            <a:endParaRPr lang="zh-TW"/>
          </a:p>
        </p:txBody>
      </p:sp>
      <p:sp>
        <p:nvSpPr>
          <p:cNvPr id="22" name="White editable shape"/>
          <p:cNvSpPr/>
          <p:nvPr/>
        </p:nvSpPr>
        <p:spPr>
          <a:xfrm>
            <a:off x="457200" y="63550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23" name="White extra note"/>
          <p:cNvSpPr/>
          <p:nvPr/>
        </p:nvSpPr>
        <p:spPr>
          <a:xfrm>
            <a:off x="1691640" y="629107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白色另提供：#FFFFFF；不改 Text1，也不作為第七個 Accent。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常用六色可編輯矩形樣式 1/2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外層卡片優先：深灰框、細灰框、主色框；下方接續常用矩形。Text1 保持原值。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#D95D68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#E7BF4A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#4E83CE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#4B9679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#7D8795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#9371C6</a:t>
            </a:r>
            <a:endParaRPr lang="zh-TW"/>
          </a:p>
        </p:txBody>
      </p:sp>
      <p:sp>
        <p:nvSpPr>
          <p:cNvPr id="11" name="Effect label 0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深灰框柔影外卡 / Gray Frame Card</a:t>
            </a:r>
            <a:endParaRPr lang="zh-TW"/>
          </a:p>
        </p:txBody>
      </p:sp>
      <p:sp>
        <p:nvSpPr>
          <p:cNvPr id="12" name="Native style row 1 tx1"/>
          <p:cNvSpPr/>
          <p:nvPr/>
        </p:nvSpPr>
        <p:spPr>
          <a:xfrm>
            <a:off x="1691640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3" name="Native style row 1 accent1"/>
          <p:cNvSpPr/>
          <p:nvPr/>
        </p:nvSpPr>
        <p:spPr>
          <a:xfrm>
            <a:off x="3118104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4" name="Native style row 1 accent2"/>
          <p:cNvSpPr/>
          <p:nvPr/>
        </p:nvSpPr>
        <p:spPr>
          <a:xfrm>
            <a:off x="4544568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5" name="Native style row 1 accent3"/>
          <p:cNvSpPr/>
          <p:nvPr/>
        </p:nvSpPr>
        <p:spPr>
          <a:xfrm>
            <a:off x="5971032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6" name="Native style row 1 accent4"/>
          <p:cNvSpPr/>
          <p:nvPr/>
        </p:nvSpPr>
        <p:spPr>
          <a:xfrm>
            <a:off x="7397496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7" name="Native style row 1 accent5"/>
          <p:cNvSpPr/>
          <p:nvPr/>
        </p:nvSpPr>
        <p:spPr>
          <a:xfrm>
            <a:off x="8823960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8" name="Native style row 1 accent6"/>
          <p:cNvSpPr/>
          <p:nvPr/>
        </p:nvSpPr>
        <p:spPr>
          <a:xfrm>
            <a:off x="10250424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9" name="Effect label 1"/>
          <p:cNvSpPr/>
          <p:nvPr/>
        </p:nvSpPr>
        <p:spPr>
          <a:xfrm>
            <a:off x="365760" y="256946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細灰框柔影外卡 / Soft Frame Card</a:t>
            </a:r>
            <a:endParaRPr lang="zh-TW"/>
          </a:p>
        </p:txBody>
      </p:sp>
      <p:sp>
        <p:nvSpPr>
          <p:cNvPr id="20" name="Native style row 2 tx1"/>
          <p:cNvSpPr/>
          <p:nvPr/>
        </p:nvSpPr>
        <p:spPr>
          <a:xfrm>
            <a:off x="1691640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1" name="Native style row 2 accent1"/>
          <p:cNvSpPr/>
          <p:nvPr/>
        </p:nvSpPr>
        <p:spPr>
          <a:xfrm>
            <a:off x="3118104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2" name="Native style row 2 accent2"/>
          <p:cNvSpPr/>
          <p:nvPr/>
        </p:nvSpPr>
        <p:spPr>
          <a:xfrm>
            <a:off x="4544568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3" name="Native style row 2 accent3"/>
          <p:cNvSpPr/>
          <p:nvPr/>
        </p:nvSpPr>
        <p:spPr>
          <a:xfrm>
            <a:off x="5971032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4" name="Native style row 2 accent4"/>
          <p:cNvSpPr/>
          <p:nvPr/>
        </p:nvSpPr>
        <p:spPr>
          <a:xfrm>
            <a:off x="7397496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5" name="Native style row 2 accent5"/>
          <p:cNvSpPr/>
          <p:nvPr/>
        </p:nvSpPr>
        <p:spPr>
          <a:xfrm>
            <a:off x="8823960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6" name="Native style row 2 accent6"/>
          <p:cNvSpPr/>
          <p:nvPr/>
        </p:nvSpPr>
        <p:spPr>
          <a:xfrm>
            <a:off x="10250424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7" name="Effect label 2"/>
          <p:cNvSpPr/>
          <p:nvPr/>
        </p:nvSpPr>
        <p:spPr>
          <a:xfrm>
            <a:off x="365760" y="342900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主色框柔影外卡 / Theme Frame Card</a:t>
            </a:r>
            <a:endParaRPr lang="zh-TW"/>
          </a:p>
        </p:txBody>
      </p:sp>
      <p:sp>
        <p:nvSpPr>
          <p:cNvPr id="28" name="Native style row 3 tx1"/>
          <p:cNvSpPr/>
          <p:nvPr/>
        </p:nvSpPr>
        <p:spPr>
          <a:xfrm>
            <a:off x="1691640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9" name="Native style row 3 accent1"/>
          <p:cNvSpPr/>
          <p:nvPr/>
        </p:nvSpPr>
        <p:spPr>
          <a:xfrm>
            <a:off x="3118104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0" name="Native style row 3 accent2"/>
          <p:cNvSpPr/>
          <p:nvPr/>
        </p:nvSpPr>
        <p:spPr>
          <a:xfrm>
            <a:off x="4544568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1" name="Native style row 3 accent3"/>
          <p:cNvSpPr/>
          <p:nvPr/>
        </p:nvSpPr>
        <p:spPr>
          <a:xfrm>
            <a:off x="5971032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2" name="Native style row 3 accent4"/>
          <p:cNvSpPr/>
          <p:nvPr/>
        </p:nvSpPr>
        <p:spPr>
          <a:xfrm>
            <a:off x="7397496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3" name="Native style row 3 accent5"/>
          <p:cNvSpPr/>
          <p:nvPr/>
        </p:nvSpPr>
        <p:spPr>
          <a:xfrm>
            <a:off x="8823960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4" name="Native style row 3 accent6"/>
          <p:cNvSpPr/>
          <p:nvPr/>
        </p:nvSpPr>
        <p:spPr>
          <a:xfrm>
            <a:off x="10250424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5" name="Effect label 3"/>
          <p:cNvSpPr/>
          <p:nvPr/>
        </p:nvSpPr>
        <p:spPr>
          <a:xfrm>
            <a:off x="365760" y="428853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無陰影・外框 / Plain Outline</a:t>
            </a:r>
            <a:endParaRPr lang="zh-TW"/>
          </a:p>
        </p:txBody>
      </p:sp>
      <p:sp>
        <p:nvSpPr>
          <p:cNvPr id="36" name="Native style row 4 tx1"/>
          <p:cNvSpPr/>
          <p:nvPr/>
        </p:nvSpPr>
        <p:spPr>
          <a:xfrm>
            <a:off x="1691640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tx1"/>
          </a:lnRef>
          <a:fillRef idx="1">
            <a:schemeClr val="lt1"/>
          </a:fillRef>
          <a:effectRef idx="0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7" name="Native style row 4 accent1"/>
          <p:cNvSpPr/>
          <p:nvPr/>
        </p:nvSpPr>
        <p:spPr>
          <a:xfrm>
            <a:off x="3118104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8" name="Native style row 4 accent2"/>
          <p:cNvSpPr/>
          <p:nvPr/>
        </p:nvSpPr>
        <p:spPr>
          <a:xfrm>
            <a:off x="4544568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9" name="Native style row 4 accent3"/>
          <p:cNvSpPr/>
          <p:nvPr/>
        </p:nvSpPr>
        <p:spPr>
          <a:xfrm>
            <a:off x="5971032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0" name="Native style row 4 accent4"/>
          <p:cNvSpPr/>
          <p:nvPr/>
        </p:nvSpPr>
        <p:spPr>
          <a:xfrm>
            <a:off x="7397496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1" name="Native style row 4 accent5"/>
          <p:cNvSpPr/>
          <p:nvPr/>
        </p:nvSpPr>
        <p:spPr>
          <a:xfrm>
            <a:off x="8823960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2" name="Native style row 4 accent6"/>
          <p:cNvSpPr/>
          <p:nvPr/>
        </p:nvSpPr>
        <p:spPr>
          <a:xfrm>
            <a:off x="10250424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3" name="Effect label 4"/>
          <p:cNvSpPr/>
          <p:nvPr/>
        </p:nvSpPr>
        <p:spPr>
          <a:xfrm>
            <a:off x="365760" y="51480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淺主色底 / Light Color</a:t>
            </a:r>
            <a:endParaRPr lang="zh-TW"/>
          </a:p>
        </p:txBody>
      </p:sp>
      <p:sp>
        <p:nvSpPr>
          <p:cNvPr id="44" name="Native style row 5 tx1"/>
          <p:cNvSpPr/>
          <p:nvPr/>
        </p:nvSpPr>
        <p:spPr>
          <a:xfrm>
            <a:off x="169164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2">
            <a:schemeClr val="tx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tx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5" name="Native style row 5 accent1"/>
          <p:cNvSpPr/>
          <p:nvPr/>
        </p:nvSpPr>
        <p:spPr>
          <a:xfrm>
            <a:off x="311810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2">
            <a:schemeClr val="accent1"/>
          </a:fillRef>
          <a:effectRef idx="0">
            <a:schemeClr val="accent1"/>
          </a:effectRef>
          <a:fontRef idx="minor">
            <a:schemeClr val="accent1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1">
                    <a:shade val="6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6" name="Native style row 5 accent2"/>
          <p:cNvSpPr/>
          <p:nvPr/>
        </p:nvSpPr>
        <p:spPr>
          <a:xfrm>
            <a:off x="4544568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2">
            <a:schemeClr val="accent2"/>
          </a:fillRef>
          <a:effectRef idx="0">
            <a:schemeClr val="accent2"/>
          </a:effectRef>
          <a:fontRef idx="minor">
            <a:schemeClr val="accent2">
              <a:shade val="2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2">
                    <a:shade val="2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7" name="Native style row 5 accent3"/>
          <p:cNvSpPr/>
          <p:nvPr/>
        </p:nvSpPr>
        <p:spPr>
          <a:xfrm>
            <a:off x="5971032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2">
            <a:schemeClr val="accent3"/>
          </a:fillRef>
          <a:effectRef idx="0">
            <a:schemeClr val="accent3"/>
          </a:effectRef>
          <a:fontRef idx="minor">
            <a:schemeClr val="accent3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3">
                    <a:shade val="6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8" name="Native style row 5 accent4"/>
          <p:cNvSpPr/>
          <p:nvPr/>
        </p:nvSpPr>
        <p:spPr>
          <a:xfrm>
            <a:off x="7397496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2">
            <a:schemeClr val="accent4"/>
          </a:fillRef>
          <a:effectRef idx="0">
            <a:schemeClr val="accent4"/>
          </a:effectRef>
          <a:fontRef idx="minor">
            <a:schemeClr val="accent4">
              <a:shade val="5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4">
                    <a:shade val="5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9" name="Native style row 5 accent5"/>
          <p:cNvSpPr/>
          <p:nvPr/>
        </p:nvSpPr>
        <p:spPr>
          <a:xfrm>
            <a:off x="882396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2">
            <a:schemeClr val="accent5"/>
          </a:fillRef>
          <a:effectRef idx="0">
            <a:schemeClr val="accent5"/>
          </a:effectRef>
          <a:fontRef idx="minor">
            <a:schemeClr val="accent5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5">
                    <a:shade val="6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50" name="Native style row 5 accent6"/>
          <p:cNvSpPr/>
          <p:nvPr/>
        </p:nvSpPr>
        <p:spPr>
          <a:xfrm>
            <a:off x="1025042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2">
            <a:schemeClr val="accent6"/>
          </a:fillRef>
          <a:effectRef idx="0">
            <a:schemeClr val="accent6"/>
          </a:effectRef>
          <a:fontRef idx="minor">
            <a:schemeClr val="accent6">
              <a:shade val="6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6">
                    <a:shade val="6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51" name="White editable shape"/>
          <p:cNvSpPr/>
          <p:nvPr/>
        </p:nvSpPr>
        <p:spPr>
          <a:xfrm>
            <a:off x="411480" y="6126480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52" name="Gallery scope"/>
          <p:cNvSpPr/>
          <p:nvPr/>
        </p:nvSpPr>
        <p:spPr>
          <a:xfrm>
            <a:off x="1325880" y="6016752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白色另選 #FFFFFF，不改 Text1。兩頁共70個可編輯矩形；這10款外觀不代表 Office Ribbon 可新增10個按鈕。</a:t>
            </a:r>
            <a:endParaRPr lang="zh-TW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常用六色可編輯矩形樣式 2/2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常用矩形：淺灰底、粗外框、深底柔影、白框柔影、主色白字無影。淺色底會加深以維持白字可讀。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#D95D68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#E7BF4A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#4E83CE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#4B9679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#7D8795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#9371C6</a:t>
            </a:r>
            <a:endParaRPr lang="zh-TW"/>
          </a:p>
        </p:txBody>
      </p:sp>
      <p:sp>
        <p:nvSpPr>
          <p:cNvPr id="11" name="Effect label 5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淺灰底 / Light Gray</a:t>
            </a:r>
            <a:endParaRPr lang="zh-TW"/>
          </a:p>
        </p:txBody>
      </p:sp>
      <p:sp>
        <p:nvSpPr>
          <p:cNvPr id="12" name="Native style row 6 tx1"/>
          <p:cNvSpPr/>
          <p:nvPr/>
        </p:nvSpPr>
        <p:spPr>
          <a:xfrm>
            <a:off x="1691640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3">
            <a:schemeClr val="tx1"/>
          </a:fillRef>
          <a:effectRef idx="0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3" name="Native style row 6 accent1"/>
          <p:cNvSpPr/>
          <p:nvPr/>
        </p:nvSpPr>
        <p:spPr>
          <a:xfrm>
            <a:off x="3118104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4" name="Native style row 6 accent2"/>
          <p:cNvSpPr/>
          <p:nvPr/>
        </p:nvSpPr>
        <p:spPr>
          <a:xfrm>
            <a:off x="4544568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0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5" name="Native style row 6 accent3"/>
          <p:cNvSpPr/>
          <p:nvPr/>
        </p:nvSpPr>
        <p:spPr>
          <a:xfrm>
            <a:off x="5971032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3">
            <a:schemeClr val="accent3"/>
          </a:fillRef>
          <a:effectRef idx="0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6" name="Native style row 6 accent4"/>
          <p:cNvSpPr/>
          <p:nvPr/>
        </p:nvSpPr>
        <p:spPr>
          <a:xfrm>
            <a:off x="7397496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3">
            <a:schemeClr val="accent4"/>
          </a:fillRef>
          <a:effectRef idx="0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7" name="Native style row 6 accent5"/>
          <p:cNvSpPr/>
          <p:nvPr/>
        </p:nvSpPr>
        <p:spPr>
          <a:xfrm>
            <a:off x="8823960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3">
            <a:schemeClr val="accent5"/>
          </a:fillRef>
          <a:effectRef idx="0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8" name="Native style row 6 accent6"/>
          <p:cNvSpPr/>
          <p:nvPr/>
        </p:nvSpPr>
        <p:spPr>
          <a:xfrm>
            <a:off x="10250424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3">
            <a:schemeClr val="accent6"/>
          </a:fillRef>
          <a:effectRef idx="0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9" name="Effect label 6"/>
          <p:cNvSpPr/>
          <p:nvPr/>
        </p:nvSpPr>
        <p:spPr>
          <a:xfrm>
            <a:off x="365760" y="256946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主色粗外框 / Bold Color Outline</a:t>
            </a:r>
            <a:endParaRPr lang="zh-TW"/>
          </a:p>
        </p:txBody>
      </p:sp>
      <p:sp>
        <p:nvSpPr>
          <p:cNvPr id="20" name="Native style row 7 tx1"/>
          <p:cNvSpPr/>
          <p:nvPr/>
        </p:nvSpPr>
        <p:spPr>
          <a:xfrm>
            <a:off x="1691640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tx1"/>
            </a:solidFill>
            <a:prstDash val="solid"/>
            <a:round/>
          </a:ln>
        </p:spPr>
        <p:style>
          <a:lnRef idx="3">
            <a:schemeClr val="tx1"/>
          </a:lnRef>
          <a:fillRef idx="1">
            <a:schemeClr val="lt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1" name="Native style row 7 accent1"/>
          <p:cNvSpPr/>
          <p:nvPr/>
        </p:nvSpPr>
        <p:spPr>
          <a:xfrm>
            <a:off x="3118104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1"/>
            </a:solidFill>
            <a:prstDash val="solid"/>
            <a:round/>
          </a:ln>
        </p:spPr>
        <p:style>
          <a:lnRef idx="3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accent1">
              <a:shade val="7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2" name="Native style row 7 accent2"/>
          <p:cNvSpPr/>
          <p:nvPr/>
        </p:nvSpPr>
        <p:spPr>
          <a:xfrm>
            <a:off x="4544568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2"/>
            </a:solidFill>
            <a:prstDash val="solid"/>
            <a:round/>
          </a:ln>
        </p:spPr>
        <p:style>
          <a:lnRef idx="3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accent2">
              <a:shade val="3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>
                    <a:shade val="3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3" name="Native style row 7 accent3"/>
          <p:cNvSpPr/>
          <p:nvPr/>
        </p:nvSpPr>
        <p:spPr>
          <a:xfrm>
            <a:off x="5971032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3"/>
            </a:solidFill>
            <a:prstDash val="solid"/>
            <a:round/>
          </a:ln>
        </p:spPr>
        <p:style>
          <a:lnRef idx="3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accent3">
              <a:shade val="8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>
                    <a:shade val="8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4" name="Native style row 7 accent4"/>
          <p:cNvSpPr/>
          <p:nvPr/>
        </p:nvSpPr>
        <p:spPr>
          <a:xfrm>
            <a:off x="7397496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4"/>
            </a:solidFill>
            <a:prstDash val="solid"/>
            <a:round/>
          </a:ln>
        </p:spPr>
        <p:style>
          <a:lnRef idx="3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accent4">
              <a:shade val="7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>
                    <a:shade val="7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5" name="Native style row 7 accent5"/>
          <p:cNvSpPr/>
          <p:nvPr/>
        </p:nvSpPr>
        <p:spPr>
          <a:xfrm>
            <a:off x="8823960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5"/>
            </a:solidFill>
            <a:prstDash val="solid"/>
            <a:round/>
          </a:ln>
        </p:spPr>
        <p:style>
          <a:lnRef idx="3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accent5">
              <a:shade val="7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>
                    <a:shade val="7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6" name="Native style row 7 accent6"/>
          <p:cNvSpPr/>
          <p:nvPr/>
        </p:nvSpPr>
        <p:spPr>
          <a:xfrm>
            <a:off x="10250424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6"/>
            </a:solidFill>
            <a:prstDash val="solid"/>
            <a:round/>
          </a:ln>
        </p:spPr>
        <p:style>
          <a:lnRef idx="3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accent6">
              <a:shade val="8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>
                    <a:shade val="8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7" name="Effect label 7"/>
          <p:cNvSpPr/>
          <p:nvPr/>
        </p:nvSpPr>
        <p:spPr>
          <a:xfrm>
            <a:off x="365760" y="342900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深底白字柔影 / Deep Fill Shadow</a:t>
            </a:r>
            <a:endParaRPr lang="zh-TW"/>
          </a:p>
        </p:txBody>
      </p:sp>
      <p:sp>
        <p:nvSpPr>
          <p:cNvPr id="28" name="Native style row 8 tx1"/>
          <p:cNvSpPr/>
          <p:nvPr/>
        </p:nvSpPr>
        <p:spPr>
          <a:xfrm>
            <a:off x="1691640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1">
            <a:schemeClr val="tx1">
              <a:shade val="65000"/>
            </a:schemeClr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29" name="Native style row 8 accent1"/>
          <p:cNvSpPr/>
          <p:nvPr/>
        </p:nvSpPr>
        <p:spPr>
          <a:xfrm>
            <a:off x="3118104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>
              <a:shade val="65000"/>
            </a:schemeClr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0" name="Native style row 8 accent2"/>
          <p:cNvSpPr/>
          <p:nvPr/>
        </p:nvSpPr>
        <p:spPr>
          <a:xfrm>
            <a:off x="4544568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32500"/>
            </a:schemeClr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1" name="Native style row 8 accent3"/>
          <p:cNvSpPr/>
          <p:nvPr/>
        </p:nvSpPr>
        <p:spPr>
          <a:xfrm>
            <a:off x="5971032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1">
            <a:schemeClr val="accent3">
              <a:shade val="65000"/>
            </a:schemeClr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2" name="Native style row 8 accent4"/>
          <p:cNvSpPr/>
          <p:nvPr/>
        </p:nvSpPr>
        <p:spPr>
          <a:xfrm>
            <a:off x="7397496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65000"/>
            </a:schemeClr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3" name="Native style row 8 accent5"/>
          <p:cNvSpPr/>
          <p:nvPr/>
        </p:nvSpPr>
        <p:spPr>
          <a:xfrm>
            <a:off x="8823960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1">
            <a:schemeClr val="accent5">
              <a:shade val="65000"/>
            </a:schemeClr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4" name="Native style row 8 accent6"/>
          <p:cNvSpPr/>
          <p:nvPr/>
        </p:nvSpPr>
        <p:spPr>
          <a:xfrm>
            <a:off x="10250424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65000"/>
            </a:schemeClr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5" name="Effect label 8"/>
          <p:cNvSpPr/>
          <p:nvPr/>
        </p:nvSpPr>
        <p:spPr>
          <a:xfrm>
            <a:off x="365760" y="428853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深底白框柔影 / White Frame Shadow</a:t>
            </a:r>
            <a:endParaRPr lang="zh-TW"/>
          </a:p>
        </p:txBody>
      </p:sp>
      <p:sp>
        <p:nvSpPr>
          <p:cNvPr id="36" name="Native style row 9 tx1"/>
          <p:cNvSpPr/>
          <p:nvPr/>
        </p:nvSpPr>
        <p:spPr>
          <a:xfrm>
            <a:off x="1691640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tx1"/>
          </a:lnRef>
          <a:fillRef idx="1">
            <a:schemeClr val="tx1">
              <a:shade val="65000"/>
            </a:schemeClr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7" name="Native style row 9 accent1"/>
          <p:cNvSpPr/>
          <p:nvPr/>
        </p:nvSpPr>
        <p:spPr>
          <a:xfrm>
            <a:off x="3118104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1"/>
          </a:lnRef>
          <a:fillRef idx="1">
            <a:schemeClr val="accent1">
              <a:shade val="65000"/>
            </a:schemeClr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8" name="Native style row 9 accent2"/>
          <p:cNvSpPr/>
          <p:nvPr/>
        </p:nvSpPr>
        <p:spPr>
          <a:xfrm>
            <a:off x="4544568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2"/>
          </a:lnRef>
          <a:fillRef idx="1">
            <a:schemeClr val="accent2">
              <a:shade val="32500"/>
            </a:schemeClr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9" name="Native style row 9 accent3"/>
          <p:cNvSpPr/>
          <p:nvPr/>
        </p:nvSpPr>
        <p:spPr>
          <a:xfrm>
            <a:off x="5971032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3"/>
          </a:lnRef>
          <a:fillRef idx="1">
            <a:schemeClr val="accent3">
              <a:shade val="65000"/>
            </a:schemeClr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0" name="Native style row 9 accent4"/>
          <p:cNvSpPr/>
          <p:nvPr/>
        </p:nvSpPr>
        <p:spPr>
          <a:xfrm>
            <a:off x="7397496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4"/>
          </a:lnRef>
          <a:fillRef idx="1">
            <a:schemeClr val="accent4">
              <a:shade val="65000"/>
            </a:schemeClr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1" name="Native style row 9 accent5"/>
          <p:cNvSpPr/>
          <p:nvPr/>
        </p:nvSpPr>
        <p:spPr>
          <a:xfrm>
            <a:off x="8823960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5"/>
          </a:lnRef>
          <a:fillRef idx="1">
            <a:schemeClr val="accent5">
              <a:shade val="65000"/>
            </a:schemeClr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2" name="Native style row 9 accent6"/>
          <p:cNvSpPr/>
          <p:nvPr/>
        </p:nvSpPr>
        <p:spPr>
          <a:xfrm>
            <a:off x="10250424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6"/>
          </a:lnRef>
          <a:fillRef idx="1">
            <a:schemeClr val="accent6">
              <a:shade val="65000"/>
            </a:schemeClr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3" name="Effect label 9"/>
          <p:cNvSpPr/>
          <p:nvPr/>
        </p:nvSpPr>
        <p:spPr>
          <a:xfrm>
            <a:off x="365760" y="51480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主色白字・無影 / Bright Solid</a:t>
            </a:r>
            <a:endParaRPr lang="zh-TW"/>
          </a:p>
        </p:txBody>
      </p:sp>
      <p:sp>
        <p:nvSpPr>
          <p:cNvPr id="44" name="Native style row 10 tx1"/>
          <p:cNvSpPr/>
          <p:nvPr/>
        </p:nvSpPr>
        <p:spPr>
          <a:xfrm>
            <a:off x="169164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1">
            <a:schemeClr val="tx1"/>
          </a:fillRef>
          <a:effectRef idx="0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5" name="Native style row 10 accent1"/>
          <p:cNvSpPr/>
          <p:nvPr/>
        </p:nvSpPr>
        <p:spPr>
          <a:xfrm>
            <a:off x="311810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>
              <a:shade val="75000"/>
            </a:schemeClr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6" name="Native style row 10 accent2"/>
          <p:cNvSpPr/>
          <p:nvPr/>
        </p:nvSpPr>
        <p:spPr>
          <a:xfrm>
            <a:off x="4544568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32500"/>
            </a:schemeClr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7" name="Native style row 10 accent3"/>
          <p:cNvSpPr/>
          <p:nvPr/>
        </p:nvSpPr>
        <p:spPr>
          <a:xfrm>
            <a:off x="5971032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1">
            <a:schemeClr val="accent3">
              <a:shade val="80000"/>
            </a:schemeClr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8" name="Native style row 10 accent4"/>
          <p:cNvSpPr/>
          <p:nvPr/>
        </p:nvSpPr>
        <p:spPr>
          <a:xfrm>
            <a:off x="7397496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72500"/>
            </a:schemeClr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9" name="Native style row 10 accent5"/>
          <p:cNvSpPr/>
          <p:nvPr/>
        </p:nvSpPr>
        <p:spPr>
          <a:xfrm>
            <a:off x="882396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1">
            <a:schemeClr val="accent5">
              <a:shade val="72500"/>
            </a:schemeClr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50" name="Native style row 10 accent6"/>
          <p:cNvSpPr/>
          <p:nvPr/>
        </p:nvSpPr>
        <p:spPr>
          <a:xfrm>
            <a:off x="1025042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80000"/>
            </a:schemeClr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51" name="White editable shape"/>
          <p:cNvSpPr/>
          <p:nvPr/>
        </p:nvSpPr>
        <p:spPr>
          <a:xfrm>
            <a:off x="411480" y="6126480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52" name="Gallery scope"/>
          <p:cNvSpPr/>
          <p:nvPr/>
        </p:nvSpPr>
        <p:spPr>
          <a:xfrm>
            <a:off x="1325880" y="6016752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白色另選 #FFFFFF，不改 Text1。兩頁共70個可編輯矩形；這10款外觀不代表 Office Ribbon 可新增10個按鈕。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酒紅精品">
  <a:themeElements>
    <a:clrScheme name="PPT Template Style Kit - 酒紅精品">
      <a:dk1>
        <a:srgbClr val="000000"/>
      </a:dk1>
      <a:lt1>
        <a:srgbClr val="FFFFFF"/>
      </a:lt1>
      <a:dk2>
        <a:srgbClr val="5E1620"/>
      </a:dk2>
      <a:lt2>
        <a:srgbClr val="F2F2F2"/>
      </a:lt2>
      <a:accent1>
        <a:srgbClr val="D95D68"/>
      </a:accent1>
      <a:accent2>
        <a:srgbClr val="E7BF4A"/>
      </a:accent2>
      <a:accent3>
        <a:srgbClr val="4E83CE"/>
      </a:accent3>
      <a:accent4>
        <a:srgbClr val="4B9679"/>
      </a:accent4>
      <a:accent5>
        <a:srgbClr val="7D8795"/>
      </a:accent5>
      <a:accent6>
        <a:srgbClr val="9371C6"/>
      </a:accent6>
      <a:hlink>
        <a:srgbClr val="B08D57"/>
      </a:hlink>
      <a:folHlink>
        <a:srgbClr val="8C8C8C"/>
      </a:folHlink>
    </a:clrScheme>
    <a:fontScheme name="PPT Template Style Kit - 酒紅精品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Style Studio rectangle presets">
      <a:fillStyleLst>
        <a:solidFill>
          <a:schemeClr val="phClr"/>
        </a:solidFill>
        <a:solidFill>
          <a:schemeClr val="phClr">
            <a:tint val="20000"/>
          </a:schemeClr>
        </a:solidFill>
        <a:solidFill>
          <a:srgbClr val="F2F2F2"/>
        </a:solidFill>
      </a:fillStyleLst>
      <a:lnStyleLst>
        <a:ln w="12700" cap="flat" cmpd="sng" algn="ctr">
          <a:solidFill>
            <a:srgbClr val="BFBFBF"/>
          </a:solidFill>
          <a:prstDash val="solid"/>
          <a:miter lim="800000"/>
        </a:ln>
        <a:ln w="6350" cap="flat" cmpd="sng" algn="ctr">
          <a:solidFill>
            <a:srgbClr val="D9D9D9"/>
          </a:solidFill>
          <a:prstDash val="solid"/>
          <a:miter lim="800000"/>
        </a:ln>
        <a:ln w="2222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88900" dist="25400" dir="5400000" algn="ctr" rotWithShape="0">
              <a:srgbClr val="000000">
                <a:alpha val="24000"/>
              </a:srgbClr>
            </a:outerShdw>
          </a:effectLst>
        </a:effectStyle>
        <a:effectStyle>
          <a:effectLst>
            <a:outerShdw blurRad="53340" dist="19050" dir="5400000" algn="ctr" rotWithShape="0">
              <a:srgbClr val="000000">
                <a:alpha val="28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