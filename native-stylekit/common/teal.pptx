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青綠科技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Teal Tech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75000"/>
            </a:schemeClr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80000"/>
            </a:schemeClr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72500"/>
            </a:schemeClr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8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青綠科技">
  <a:themeElements>
    <a:clrScheme name="PPT Template Style Kit - 青綠科技">
      <a:dk1>
        <a:srgbClr val="000000"/>
      </a:dk1>
      <a:lt1>
        <a:srgbClr val="FFFFFF"/>
      </a:lt1>
      <a:dk2>
        <a:srgbClr val="0B5E61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F2A541"/>
      </a:hlink>
      <a:folHlink>
        <a:srgbClr val="8C8C8C"/>
      </a:folHlink>
    </a:clrScheme>
    <a:fontScheme name="PPT Template Style Kit - 青綠科技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