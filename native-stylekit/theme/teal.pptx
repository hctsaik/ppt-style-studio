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DF1E1"/>
    <a:srgbClr val="C4D8D9"/>
    <a:srgbClr val="DCECED"/>
    <a:srgbClr val="D7D7D7"/>
    <a:srgbClr val="FCE9D1"/>
    <a:srgbClr val="C5E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青綠科技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Teal Tech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5E0E1"/>
                </a:highlight>
                <a:latin typeface="+mn-lt"/>
                <a:ea typeface="+mn-ea"/>
              </a:rPr>
              <a:t>Accent 1・柔和文字 #C5E0E1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0F7C80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CE9D1"/>
                </a:highlight>
                <a:latin typeface="+mn-lt"/>
                <a:ea typeface="+mn-ea"/>
              </a:rPr>
              <a:t>Accent 2・柔和文字 #FCE9D1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F2A541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CECED"/>
                </a:highlight>
                <a:latin typeface="+mn-lt"/>
                <a:ea typeface="+mn-ea"/>
              </a:rPr>
              <a:t>Accent 4・柔和文字 #DCECED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6FB0B3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4D8D9"/>
                </a:highlight>
                <a:latin typeface="+mn-lt"/>
                <a:ea typeface="+mn-ea"/>
              </a:rPr>
              <a:t>Accent 5・柔和文字 #C4D8D9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0B5E61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DF1E1"/>
                </a:highlight>
                <a:latin typeface="+mn-lt"/>
                <a:ea typeface="+mn-ea"/>
              </a:rPr>
              <a:t>Accent 6・柔和文字 #FDF1E1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F7C484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#0F7C80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#F2A541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#6FB0B3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#0B5E61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#F7C484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4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2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>
              <a:shade val="8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8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3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2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>
              <a:shade val="80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75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275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青綠科技">
  <a:themeElements>
    <a:clrScheme name="PPT Template Style Kit - 青綠科技">
      <a:dk1>
        <a:srgbClr val="000000"/>
      </a:dk1>
      <a:lt1>
        <a:srgbClr val="FFFFFF"/>
      </a:lt1>
      <a:dk2>
        <a:srgbClr val="0B5E61"/>
      </a:dk2>
      <a:lt2>
        <a:srgbClr val="F2F2F2"/>
      </a:lt2>
      <a:accent1>
        <a:srgbClr val="0F7C80"/>
      </a:accent1>
      <a:accent2>
        <a:srgbClr val="F2A541"/>
      </a:accent2>
      <a:accent3>
        <a:srgbClr val="595959"/>
      </a:accent3>
      <a:accent4>
        <a:srgbClr val="6FB0B3"/>
      </a:accent4>
      <a:accent5>
        <a:srgbClr val="0B5E61"/>
      </a:accent5>
      <a:accent6>
        <a:srgbClr val="F7C484"/>
      </a:accent6>
      <a:hlink>
        <a:srgbClr val="F2A541"/>
      </a:hlink>
      <a:folHlink>
        <a:srgbClr val="8C8C8C"/>
      </a:folHlink>
    </a:clrScheme>
    <a:fontScheme name="PPT Template Style Kit - 青綠科技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