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3EDE5"/>
    <a:srgbClr val="D8C7C9"/>
    <a:srgbClr val="ECDFE1"/>
    <a:srgbClr val="D7D7D7"/>
    <a:srgbClr val="ECE4D7"/>
    <a:srgbClr val="DFC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酒紅精品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Burgundy Atelier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FC9CC"/>
                </a:highlight>
                <a:latin typeface="+mn-lt"/>
                <a:ea typeface="+mn-ea"/>
              </a:rPr>
              <a:t>Accent 1・柔和文字 #DFC9CC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7A1F2B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CE4D7"/>
                </a:highlight>
                <a:latin typeface="+mn-lt"/>
                <a:ea typeface="+mn-ea"/>
              </a:rPr>
              <a:t>Accent 2・柔和文字 #ECE4D7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B08D57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CDFE1"/>
                </a:highlight>
                <a:latin typeface="+mn-lt"/>
                <a:ea typeface="+mn-ea"/>
              </a:rPr>
              <a:t>Accent 4・柔和文字 #ECDFE1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AF7980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8C7C9"/>
                </a:highlight>
                <a:latin typeface="+mn-lt"/>
                <a:ea typeface="+mn-ea"/>
              </a:rPr>
              <a:t>Accent 5・柔和文字 #D8C7C9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5E1620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3EDE5"/>
                </a:highlight>
                <a:latin typeface="+mn-lt"/>
                <a:ea typeface="+mn-ea"/>
              </a:rPr>
              <a:t>Accent 6・柔和文字 #F3EDE5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CCB592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#7A1F2B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#B08D57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#AF7980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#5E1620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#CCB592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酒紅精品">
  <a:themeElements>
    <a:clrScheme name="PPT Template Style Kit - 酒紅精品">
      <a:dk1>
        <a:srgbClr val="000000"/>
      </a:dk1>
      <a:lt1>
        <a:srgbClr val="FFFFFF"/>
      </a:lt1>
      <a:dk2>
        <a:srgbClr val="5E1620"/>
      </a:dk2>
      <a:lt2>
        <a:srgbClr val="F2F2F2"/>
      </a:lt2>
      <a:accent1>
        <a:srgbClr val="7A1F2B"/>
      </a:accent1>
      <a:accent2>
        <a:srgbClr val="B08D57"/>
      </a:accent2>
      <a:accent3>
        <a:srgbClr val="595959"/>
      </a:accent3>
      <a:accent4>
        <a:srgbClr val="AF7980"/>
      </a:accent4>
      <a:accent5>
        <a:srgbClr val="5E1620"/>
      </a:accent5>
      <a:accent6>
        <a:srgbClr val="CCB592"/>
      </a:accent6>
      <a:hlink>
        <a:srgbClr val="B08D57"/>
      </a:hlink>
      <a:folHlink>
        <a:srgbClr val="8C8C8C"/>
      </a:folHlink>
    </a:clrScheme>
    <a:fontScheme name="PPT Template Style Kit - 酒紅精品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