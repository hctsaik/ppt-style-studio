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商務深藍卡片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Navy Card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#1F4E79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#2E75B6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#7995AF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#1F3864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#77A5D0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8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8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4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4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#1F4E79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#2E75B6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#7995AF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#1F3864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#77A5D0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5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65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0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50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65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0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50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00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5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商務深藍卡片">
  <a:themeElements>
    <a:clrScheme name="PPT Template Style Kit - 商務深藍卡片">
      <a:dk1>
        <a:srgbClr val="000000"/>
      </a:dk1>
      <a:lt1>
        <a:srgbClr val="FFFFFF"/>
      </a:lt1>
      <a:dk2>
        <a:srgbClr val="1F3864"/>
      </a:dk2>
      <a:lt2>
        <a:srgbClr val="F2F2F2"/>
      </a:lt2>
      <a:accent1>
        <a:srgbClr val="1F4E79"/>
      </a:accent1>
      <a:accent2>
        <a:srgbClr val="2E75B6"/>
      </a:accent2>
      <a:accent3>
        <a:srgbClr val="595959"/>
      </a:accent3>
      <a:accent4>
        <a:srgbClr val="7995AF"/>
      </a:accent4>
      <a:accent5>
        <a:srgbClr val="1F3864"/>
      </a:accent5>
      <a:accent6>
        <a:srgbClr val="77A5D0"/>
      </a:accent6>
      <a:hlink>
        <a:srgbClr val="2E75B6"/>
      </a:hlink>
      <a:folHlink>
        <a:srgbClr val="8C8C8C"/>
      </a:folHlink>
    </a:clrScheme>
    <a:fontScheme name="PPT Template Style Kit - 商務深藍卡片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