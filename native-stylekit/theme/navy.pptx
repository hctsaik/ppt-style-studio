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EE9F4"/>
    <a:srgbClr val="C9CFDA"/>
    <a:srgbClr val="DFE6EC"/>
    <a:srgbClr val="D7D7D7"/>
    <a:srgbClr val="CDDEED"/>
    <a:srgbClr val="C9D5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商務深藍卡片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Navy Card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9D5DF"/>
                </a:highlight>
                <a:latin typeface="+mn-lt"/>
                <a:ea typeface="+mn-ea"/>
              </a:rPr>
              <a:t>Accent 1・柔和文字 #C9D5DF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1F4E79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DDEED"/>
                </a:highlight>
                <a:latin typeface="+mn-lt"/>
                <a:ea typeface="+mn-ea"/>
              </a:rPr>
              <a:t>Accent 2・柔和文字 #CDDEED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2E75B6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FE6EC"/>
                </a:highlight>
                <a:latin typeface="+mn-lt"/>
                <a:ea typeface="+mn-ea"/>
              </a:rPr>
              <a:t>Accent 4・柔和文字 #DFE6EC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7995AF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9CFDA"/>
                </a:highlight>
                <a:latin typeface="+mn-lt"/>
                <a:ea typeface="+mn-ea"/>
              </a:rPr>
              <a:t>Accent 5・柔和文字 #C9CFDA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1F3864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EE9F4"/>
                </a:highlight>
                <a:latin typeface="+mn-lt"/>
                <a:ea typeface="+mn-ea"/>
              </a:rPr>
              <a:t>Accent 6・柔和文字 #DEE9F4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77A5D0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#1F4E79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#2E75B6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#7995AF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#1F3864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#77A5D0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5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8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8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4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4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>
              <a:shade val="800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商務深藍卡片">
  <a:themeElements>
    <a:clrScheme name="PPT Template Style Kit - 商務深藍卡片">
      <a:dk1>
        <a:srgbClr val="000000"/>
      </a:dk1>
      <a:lt1>
        <a:srgbClr val="FFFFFF"/>
      </a:lt1>
      <a:dk2>
        <a:srgbClr val="1F3864"/>
      </a:dk2>
      <a:lt2>
        <a:srgbClr val="F2F2F2"/>
      </a:lt2>
      <a:accent1>
        <a:srgbClr val="1F4E79"/>
      </a:accent1>
      <a:accent2>
        <a:srgbClr val="2E75B6"/>
      </a:accent2>
      <a:accent3>
        <a:srgbClr val="595959"/>
      </a:accent3>
      <a:accent4>
        <a:srgbClr val="7995AF"/>
      </a:accent4>
      <a:accent5>
        <a:srgbClr val="1F3864"/>
      </a:accent5>
      <a:accent6>
        <a:srgbClr val="77A5D0"/>
      </a:accent6>
      <a:hlink>
        <a:srgbClr val="2E75B6"/>
      </a:hlink>
      <a:folHlink>
        <a:srgbClr val="8C8C8C"/>
      </a:folHlink>
    </a:clrScheme>
    <a:fontScheme name="PPT Template Style Kit - 商務深藍卡片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