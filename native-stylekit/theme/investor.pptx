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E1F5"/>
    <a:srgbClr val="EDC2C5"/>
    <a:srgbClr val="FBDADD"/>
    <a:srgbClr val="D7D7D7"/>
    <a:srgbClr val="C9D1F0"/>
    <a:srgbClr val="F9C2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法說會紅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Investor Red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C2C6"/>
                </a:highlight>
                <a:latin typeface="+mn-lt"/>
                <a:ea typeface="+mn-ea"/>
              </a:rPr>
              <a:t>Accent 1・柔和文字 #F9C2C6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E60012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D1F0"/>
                </a:highlight>
                <a:latin typeface="+mn-lt"/>
                <a:ea typeface="+mn-ea"/>
              </a:rPr>
              <a:t>Accent 2・柔和文字 #C9D1F0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1F3FBF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BDADD"/>
                </a:highlight>
                <a:latin typeface="+mn-lt"/>
                <a:ea typeface="+mn-ea"/>
              </a:rPr>
              <a:t>Accent 4・柔和文字 #FBDADD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F06671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DC2C5"/>
                </a:highlight>
                <a:latin typeface="+mn-lt"/>
                <a:ea typeface="+mn-ea"/>
              </a:rPr>
              <a:t>Accent 5・柔和文字 #EDC2C5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B3000E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CE1F5"/>
                </a:highlight>
                <a:latin typeface="+mn-lt"/>
                <a:ea typeface="+mn-ea"/>
              </a:rPr>
              <a:t>Accent 6・柔和文字 #DCE1F5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6D82D5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#E60012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#1F3FBF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#F06671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#B3000E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#6D82D5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>
              <a:shade val="80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法說會紅">
  <a:themeElements>
    <a:clrScheme name="PPT Template Style Kit - 法說會紅">
      <a:dk1>
        <a:srgbClr val="000000"/>
      </a:dk1>
      <a:lt1>
        <a:srgbClr val="FFFFFF"/>
      </a:lt1>
      <a:dk2>
        <a:srgbClr val="B3000E"/>
      </a:dk2>
      <a:lt2>
        <a:srgbClr val="E8E8E8"/>
      </a:lt2>
      <a:accent1>
        <a:srgbClr val="E60012"/>
      </a:accent1>
      <a:accent2>
        <a:srgbClr val="1F3FBF"/>
      </a:accent2>
      <a:accent3>
        <a:srgbClr val="595959"/>
      </a:accent3>
      <a:accent4>
        <a:srgbClr val="F06671"/>
      </a:accent4>
      <a:accent5>
        <a:srgbClr val="B3000E"/>
      </a:accent5>
      <a:accent6>
        <a:srgbClr val="6D82D5"/>
      </a:accent6>
      <a:hlink>
        <a:srgbClr val="1F3FBF"/>
      </a:hlink>
      <a:folHlink>
        <a:srgbClr val="8C8C8C"/>
      </a:folHlink>
    </a:clrScheme>
    <a:fontScheme name="PPT Template Style Kit - 法說會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