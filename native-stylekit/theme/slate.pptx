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石板灰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Slate Grey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#333F48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#4F8AB8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#858C91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#283138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#8DB3D1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3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#333F48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#4F8AB8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#858C91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#283138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#8DB3D1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4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4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5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0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65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40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750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7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石板灰">
  <a:themeElements>
    <a:clrScheme name="PPT Template Style Kit - 石板灰">
      <a:dk1>
        <a:srgbClr val="000000"/>
      </a:dk1>
      <a:lt1>
        <a:srgbClr val="FFFFFF"/>
      </a:lt1>
      <a:dk2>
        <a:srgbClr val="283138"/>
      </a:dk2>
      <a:lt2>
        <a:srgbClr val="F2F2F2"/>
      </a:lt2>
      <a:accent1>
        <a:srgbClr val="333F48"/>
      </a:accent1>
      <a:accent2>
        <a:srgbClr val="4F8AB8"/>
      </a:accent2>
      <a:accent3>
        <a:srgbClr val="595959"/>
      </a:accent3>
      <a:accent4>
        <a:srgbClr val="858C91"/>
      </a:accent4>
      <a:accent5>
        <a:srgbClr val="283138"/>
      </a:accent5>
      <a:accent6>
        <a:srgbClr val="8DB3D1"/>
      </a:accent6>
      <a:hlink>
        <a:srgbClr val="4F8AB8"/>
      </a:hlink>
      <a:folHlink>
        <a:srgbClr val="8C8C8C"/>
      </a:folHlink>
    </a:clrScheme>
    <a:fontScheme name="PPT Template Style Kit - 石板灰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