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EDE5"/>
    <a:srgbClr val="C7D0CF"/>
    <a:srgbClr val="DFE5E4"/>
    <a:srgbClr val="D7D7D7"/>
    <a:srgbClr val="ECE4D7"/>
    <a:srgbClr val="C9D4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森林墨綠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Forest Ink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9D4D2"/>
                </a:highlight>
                <a:latin typeface="+mn-lt"/>
                <a:ea typeface="+mn-ea"/>
              </a:rPr>
              <a:t>Accent 1・柔和文字 #C9D4D2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1E4D45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CE4D7"/>
                </a:highlight>
                <a:latin typeface="+mn-lt"/>
                <a:ea typeface="+mn-ea"/>
              </a:rPr>
              <a:t>Accent 2・柔和文字 #ECE4D7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B08D57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FE5E4"/>
                </a:highlight>
                <a:latin typeface="+mn-lt"/>
                <a:ea typeface="+mn-ea"/>
              </a:rPr>
              <a:t>Accent 4・柔和文字 #DFE5E4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78948F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7D0CF"/>
                </a:highlight>
                <a:latin typeface="+mn-lt"/>
                <a:ea typeface="+mn-ea"/>
              </a:rPr>
              <a:t>Accent 5・柔和文字 #C7D0CF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173C36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3EDE5"/>
                </a:highlight>
                <a:latin typeface="+mn-lt"/>
                <a:ea typeface="+mn-ea"/>
              </a:rPr>
              <a:t>Accent 6・柔和文字 #F3EDE5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CCB592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#1E4D45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#B08D57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#78948F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#173C36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#CCB592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森林墨綠">
  <a:themeElements>
    <a:clrScheme name="PPT Template Style Kit - 森林墨綠">
      <a:dk1>
        <a:srgbClr val="000000"/>
      </a:dk1>
      <a:lt1>
        <a:srgbClr val="FFFFFF"/>
      </a:lt1>
      <a:dk2>
        <a:srgbClr val="173C36"/>
      </a:dk2>
      <a:lt2>
        <a:srgbClr val="F2F2F2"/>
      </a:lt2>
      <a:accent1>
        <a:srgbClr val="1E4D45"/>
      </a:accent1>
      <a:accent2>
        <a:srgbClr val="B08D57"/>
      </a:accent2>
      <a:accent3>
        <a:srgbClr val="595959"/>
      </a:accent3>
      <a:accent4>
        <a:srgbClr val="78948F"/>
      </a:accent4>
      <a:accent5>
        <a:srgbClr val="173C36"/>
      </a:accent5>
      <a:accent6>
        <a:srgbClr val="CCB592"/>
      </a:accent6>
      <a:hlink>
        <a:srgbClr val="B08D57"/>
      </a:hlink>
      <a:folHlink>
        <a:srgbClr val="8C8C8C"/>
      </a:folHlink>
    </a:clrScheme>
    <a:fontScheme name="PPT Template Style Kit - 森林墨綠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