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森林墨綠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Forest Ink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#1E4D45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#B08D57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#78948F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#173C36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#CCB592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5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#1E4D45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#B08D57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#78948F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#173C36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#CCB592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0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60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3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00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5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森林墨綠">
  <a:themeElements>
    <a:clrScheme name="PPT Template Style Kit - 森林墨綠">
      <a:dk1>
        <a:srgbClr val="000000"/>
      </a:dk1>
      <a:lt1>
        <a:srgbClr val="FFFFFF"/>
      </a:lt1>
      <a:dk2>
        <a:srgbClr val="173C36"/>
      </a:dk2>
      <a:lt2>
        <a:srgbClr val="F2F2F2"/>
      </a:lt2>
      <a:accent1>
        <a:srgbClr val="1E4D45"/>
      </a:accent1>
      <a:accent2>
        <a:srgbClr val="B08D57"/>
      </a:accent2>
      <a:accent3>
        <a:srgbClr val="595959"/>
      </a:accent3>
      <a:accent4>
        <a:srgbClr val="78948F"/>
      </a:accent4>
      <a:accent5>
        <a:srgbClr val="173C36"/>
      </a:accent5>
      <a:accent6>
        <a:srgbClr val="CCB592"/>
      </a:accent6>
      <a:hlink>
        <a:srgbClr val="B08D57"/>
      </a:hlink>
      <a:folHlink>
        <a:srgbClr val="8C8C8C"/>
      </a:folHlink>
    </a:clrScheme>
    <a:fontScheme name="PPT Template Style Kit - 森林墨綠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