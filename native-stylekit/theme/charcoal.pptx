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炭灰橘點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Charcoal Dot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#3A3A3A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#F07F2D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#898989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#2B2B2B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#F5AC76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4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4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#3A3A3A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#F07F2D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#898989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#2B2B2B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#F5AC76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5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5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3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5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00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炭灰橘點">
  <a:themeElements>
    <a:clrScheme name="PPT Template Style Kit - 炭灰橘點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3A3A3A"/>
      </a:accent1>
      <a:accent2>
        <a:srgbClr val="F07F2D"/>
      </a:accent2>
      <a:accent3>
        <a:srgbClr val="595959"/>
      </a:accent3>
      <a:accent4>
        <a:srgbClr val="898989"/>
      </a:accent4>
      <a:accent5>
        <a:srgbClr val="2B2B2B"/>
      </a:accent5>
      <a:accent6>
        <a:srgbClr val="F5AC76"/>
      </a:accent6>
      <a:hlink>
        <a:srgbClr val="F07F2D"/>
      </a:hlink>
      <a:folHlink>
        <a:srgbClr val="8C8C8C"/>
      </a:folHlink>
    </a:clrScheme>
    <a:fontScheme name="PPT Template Style Kit - 炭灰橘點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