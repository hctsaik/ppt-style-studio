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DEBDE"/>
    <a:srgbClr val="CCCCCC"/>
    <a:srgbClr val="E3E3E3"/>
    <a:srgbClr val="D7D7D7"/>
    <a:srgbClr val="FBE0CD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炭灰橘點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Charcoal Dot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0D0D0"/>
                </a:highlight>
                <a:latin typeface="+mn-lt"/>
                <a:ea typeface="+mn-ea"/>
              </a:rPr>
              <a:t>Accent 1・柔和文字 #D0D0D0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3A3A3A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BE0CD"/>
                </a:highlight>
                <a:latin typeface="+mn-lt"/>
                <a:ea typeface="+mn-ea"/>
              </a:rPr>
              <a:t>Accent 2・柔和文字 #FBE0CD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F07F2D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3E3E3"/>
                </a:highlight>
                <a:latin typeface="+mn-lt"/>
                <a:ea typeface="+mn-ea"/>
              </a:rPr>
              <a:t>Accent 4・柔和文字 #E3E3E3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89898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CCCCC"/>
                </a:highlight>
                <a:latin typeface="+mn-lt"/>
                <a:ea typeface="+mn-ea"/>
              </a:rPr>
              <a:t>Accent 5・柔和文字 #CCCCCC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2B2B2B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DEBDE"/>
                </a:highlight>
                <a:latin typeface="+mn-lt"/>
                <a:ea typeface="+mn-ea"/>
              </a:rPr>
              <a:t>Accent 6・柔和文字 #FDEBDE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F5AC7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#3A3A3A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#F07F2D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#898989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#2B2B2B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#F5AC76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5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4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4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450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50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炭灰橘點">
  <a:themeElements>
    <a:clrScheme name="PPT Template Style Kit - 炭灰橘點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3A3A3A"/>
      </a:accent1>
      <a:accent2>
        <a:srgbClr val="F07F2D"/>
      </a:accent2>
      <a:accent3>
        <a:srgbClr val="595959"/>
      </a:accent3>
      <a:accent4>
        <a:srgbClr val="898989"/>
      </a:accent4>
      <a:accent5>
        <a:srgbClr val="2B2B2B"/>
      </a:accent5>
      <a:accent6>
        <a:srgbClr val="F5AC76"/>
      </a:accent6>
      <a:hlink>
        <a:srgbClr val="F07F2D"/>
      </a:hlink>
      <a:folHlink>
        <a:srgbClr val="8C8C8C"/>
      </a:folHlink>
    </a:clrScheme>
    <a:fontScheme name="PPT Template Style Kit - 炭灰橘點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