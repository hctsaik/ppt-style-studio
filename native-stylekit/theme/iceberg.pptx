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冰山能力圖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Iceberg Map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#404040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#5B9BD5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#8C8C8C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#262626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#94BEE4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4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4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主題色可編輯矩形樣式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#404040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#5B9BD5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#595959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#8C8C8C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#262626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#94BEE4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3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3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57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57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3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57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7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35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冰山能力圖">
  <a:themeElements>
    <a:clrScheme name="PPT Template Style Kit - 冰山能力圖">
      <a:dk1>
        <a:srgbClr val="000000"/>
      </a:dk1>
      <a:lt1>
        <a:srgbClr val="FFFFFF"/>
      </a:lt1>
      <a:dk2>
        <a:srgbClr val="262626"/>
      </a:dk2>
      <a:lt2>
        <a:srgbClr val="F2F2F2"/>
      </a:lt2>
      <a:accent1>
        <a:srgbClr val="404040"/>
      </a:accent1>
      <a:accent2>
        <a:srgbClr val="5B9BD5"/>
      </a:accent2>
      <a:accent3>
        <a:srgbClr val="595959"/>
      </a:accent3>
      <a:accent4>
        <a:srgbClr val="8C8C8C"/>
      </a:accent4>
      <a:accent5>
        <a:srgbClr val="262626"/>
      </a:accent5>
      <a:accent6>
        <a:srgbClr val="94BEE4"/>
      </a:accent6>
      <a:hlink>
        <a:srgbClr val="5B9BD5"/>
      </a:hlink>
      <a:folHlink>
        <a:srgbClr val="8C8C8C"/>
      </a:folHlink>
    </a:clrScheme>
    <a:fontScheme name="PPT Template Style Kit - 冰山能力圖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