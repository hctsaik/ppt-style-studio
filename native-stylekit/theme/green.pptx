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7F1DD"/>
    <a:srgbClr val="CAD3D1"/>
    <a:srgbClr val="E1E8E6"/>
    <a:srgbClr val="D7D7D7"/>
    <a:srgbClr val="F2E9CB"/>
    <a:srgbClr val="CDD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墨綠筆記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Green Notes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DD8D5"/>
                </a:highlight>
                <a:latin typeface="+mn-lt"/>
                <a:ea typeface="+mn-ea"/>
              </a:rPr>
              <a:t>Accent 1・柔和文字 #CDD8D5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2F5D50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2E9CB"/>
                </a:highlight>
                <a:latin typeface="+mn-lt"/>
                <a:ea typeface="+mn-ea"/>
              </a:rPr>
              <a:t>Accent 2・柔和文字 #F2E9CB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C9A227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1E8E6"/>
                </a:highlight>
                <a:latin typeface="+mn-lt"/>
                <a:ea typeface="+mn-ea"/>
              </a:rPr>
              <a:t>Accent 4・柔和文字 #E1E8E6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29E96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AD3D1"/>
                </a:highlight>
                <a:latin typeface="+mn-lt"/>
                <a:ea typeface="+mn-ea"/>
              </a:rPr>
              <a:t>Accent 5・柔和文字 #CAD3D1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4483E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7F1DD"/>
                </a:highlight>
                <a:latin typeface="+mn-lt"/>
                <a:ea typeface="+mn-ea"/>
              </a:rPr>
              <a:t>Accent 6・柔和文字 #F7F1DD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DCC373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#2F5D50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#C9A227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#829E96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#24483E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#DCC373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墨綠筆記">
  <a:themeElements>
    <a:clrScheme name="PPT Template Style Kit - 墨綠筆記">
      <a:dk1>
        <a:srgbClr val="000000"/>
      </a:dk1>
      <a:lt1>
        <a:srgbClr val="FFFFFF"/>
      </a:lt1>
      <a:dk2>
        <a:srgbClr val="24483E"/>
      </a:dk2>
      <a:lt2>
        <a:srgbClr val="F2F2F2"/>
      </a:lt2>
      <a:accent1>
        <a:srgbClr val="2F5D50"/>
      </a:accent1>
      <a:accent2>
        <a:srgbClr val="C9A227"/>
      </a:accent2>
      <a:accent3>
        <a:srgbClr val="595959"/>
      </a:accent3>
      <a:accent4>
        <a:srgbClr val="829E96"/>
      </a:accent4>
      <a:accent5>
        <a:srgbClr val="24483E"/>
      </a:accent5>
      <a:accent6>
        <a:srgbClr val="DCC373"/>
      </a:accent6>
      <a:hlink>
        <a:srgbClr val="C9A227"/>
      </a:hlink>
      <a:folHlink>
        <a:srgbClr val="8C8C8C"/>
      </a:folHlink>
    </a:clrScheme>
    <a:fontScheme name="PPT Template Style Kit - 墨綠筆記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