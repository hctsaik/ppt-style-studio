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框架鑑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Framework Atlas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#2F4B6E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#6B8CB5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#8293A8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#243A56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#9FB4CF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#2F4B6E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#6B8CB5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#8293A8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#243A56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#9FB4CF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4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4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65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25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0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650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25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40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700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框架鑑">
  <a:themeElements>
    <a:clrScheme name="PPT Template Style Kit - 框架鑑">
      <a:dk1>
        <a:srgbClr val="000000"/>
      </a:dk1>
      <a:lt1>
        <a:srgbClr val="FFFFFF"/>
      </a:lt1>
      <a:dk2>
        <a:srgbClr val="243A56"/>
      </a:dk2>
      <a:lt2>
        <a:srgbClr val="F2F2F2"/>
      </a:lt2>
      <a:accent1>
        <a:srgbClr val="2F4B6E"/>
      </a:accent1>
      <a:accent2>
        <a:srgbClr val="6B8CB5"/>
      </a:accent2>
      <a:accent3>
        <a:srgbClr val="595959"/>
      </a:accent3>
      <a:accent4>
        <a:srgbClr val="8293A8"/>
      </a:accent4>
      <a:accent5>
        <a:srgbClr val="243A56"/>
      </a:accent5>
      <a:accent6>
        <a:srgbClr val="9FB4CF"/>
      </a:accent6>
      <a:hlink>
        <a:srgbClr val="6B8CB5"/>
      </a:hlink>
      <a:folHlink>
        <a:srgbClr val="8C8C8C"/>
      </a:folHlink>
    </a:clrScheme>
    <a:fontScheme name="PPT Template Style Kit - 框架鑑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