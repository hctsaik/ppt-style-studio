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8EDF3"/>
    <a:srgbClr val="CAD0D6"/>
    <a:srgbClr val="E1E5EA"/>
    <a:srgbClr val="D7D7D7"/>
    <a:srgbClr val="DBE3ED"/>
    <a:srgbClr val="CDD4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框架鑑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Framework Atlas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DD4DC"/>
                </a:highlight>
                <a:latin typeface="+mn-lt"/>
                <a:ea typeface="+mn-ea"/>
              </a:rPr>
              <a:t>Accent 1・柔和文字 #CDD4DC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2F4B6E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BE3ED"/>
                </a:highlight>
                <a:latin typeface="+mn-lt"/>
                <a:ea typeface="+mn-ea"/>
              </a:rPr>
              <a:t>Accent 2・柔和文字 #DBE3ED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6B8CB5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1E5EA"/>
                </a:highlight>
                <a:latin typeface="+mn-lt"/>
                <a:ea typeface="+mn-ea"/>
              </a:rPr>
              <a:t>Accent 4・柔和文字 #E1E5EA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8293A8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AD0D6"/>
                </a:highlight>
                <a:latin typeface="+mn-lt"/>
                <a:ea typeface="+mn-ea"/>
              </a:rPr>
              <a:t>Accent 5・柔和文字 #CAD0D6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243A56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8EDF3"/>
                </a:highlight>
                <a:latin typeface="+mn-lt"/>
                <a:ea typeface="+mn-ea"/>
              </a:rPr>
              <a:t>Accent 6・柔和文字 #E8EDF3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9FB4CF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#2F4B6E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#6B8CB5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#8293A8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#243A56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#9FB4CF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清爽線框 / Clean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accent2">
              <a:shade val="7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7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accent4">
              <a:shade val="6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6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accent6">
              <a:shade val="4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4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主色實心 / Solid Color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80000"/>
            </a:schemeClr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8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8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8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8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8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8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白框浮起 / White Rim Lift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2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柔底微浮 / Soft Tint Lift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3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3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3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55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3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3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>
              <a:shade val="5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3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3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0000"/>
                  </a:schemeClr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主色微立體 / Subtle Depth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深色浮起 / Deep Color Lift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45000"/>
            </a:schemeClr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45000"/>
            </a:schemeClr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45000"/>
            </a:schemeClr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45000"/>
            </a:schemeClr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45000"/>
            </a:schemeClr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45000"/>
            </a:schemeClr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40000"/>
            </a:schemeClr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框架鑑">
  <a:themeElements>
    <a:clrScheme name="PPT Template Style Kit - 框架鑑">
      <a:dk1>
        <a:srgbClr val="000000"/>
      </a:dk1>
      <a:lt1>
        <a:srgbClr val="FFFFFF"/>
      </a:lt1>
      <a:dk2>
        <a:srgbClr val="243A56"/>
      </a:dk2>
      <a:lt2>
        <a:srgbClr val="F2F2F2"/>
      </a:lt2>
      <a:accent1>
        <a:srgbClr val="2F4B6E"/>
      </a:accent1>
      <a:accent2>
        <a:srgbClr val="6B8CB5"/>
      </a:accent2>
      <a:accent3>
        <a:srgbClr val="595959"/>
      </a:accent3>
      <a:accent4>
        <a:srgbClr val="8293A8"/>
      </a:accent4>
      <a:accent5>
        <a:srgbClr val="243A56"/>
      </a:accent5>
      <a:accent6>
        <a:srgbClr val="9FB4CF"/>
      </a:accent6>
      <a:hlink>
        <a:srgbClr val="6B8CB5"/>
      </a:hlink>
      <a:folHlink>
        <a:srgbClr val="8C8C8C"/>
      </a:folHlink>
    </a:clrScheme>
    <a:fontScheme name="PPT Template Style Kit - 框架鑑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component effects">
      <a: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9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2000"/>
              </a:schemeClr>
            </a:gs>
            <a:gs pos="100000">
              <a:schemeClr val="phClr">
                <a:tint val="2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>
              <a:tint val="30000"/>
            </a:schemeClr>
          </a:solidFill>
          <a:prstDash val="solid"/>
          <a:miter lim="800000"/>
        </a:ln>
      </a:lnStyleLst>
      <a:effectStyleLst>
        <a:effectStyle>
          <a:effectLst>
            <a:outerShdw blurRad="53340" dist="19050" dir="5400000" algn="ctr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18000"/>
              </a:srgbClr>
            </a:outerShdw>
          </a:effectLst>
        </a:effectStyle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