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E4E1"/>
    <a:srgbClr val="CCCCCC"/>
    <a:srgbClr val="E6E7F9"/>
    <a:srgbClr val="D7D7D7"/>
    <a:srgbClr val="F8D6D0"/>
    <a:srgbClr val="D5D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極簡線框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Hairline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D8F5"/>
                </a:highlight>
                <a:latin typeface="+mn-lt"/>
                <a:ea typeface="+mn-ea"/>
              </a:rPr>
              <a:t>Accent 1・柔和文字 #D5D8F5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4F5BD5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8D6D0"/>
                </a:highlight>
                <a:latin typeface="+mn-lt"/>
                <a:ea typeface="+mn-ea"/>
              </a:rPr>
              <a:t>Accent 2・柔和文字 #F8D6D0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0533D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7D7D7"/>
                </a:highlight>
                <a:latin typeface="+mn-lt"/>
                <a:ea typeface="+mn-ea"/>
              </a:rPr>
              <a:t>Accent 3・柔和文字 #D7D7D7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595959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6E7F9"/>
                </a:highlight>
                <a:latin typeface="+mn-lt"/>
                <a:ea typeface="+mn-ea"/>
              </a:rPr>
              <a:t>Accent 4・柔和文字 #E6E7F9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959DE6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CCCCCC"/>
                </a:highlight>
                <a:latin typeface="+mn-lt"/>
                <a:ea typeface="+mn-ea"/>
              </a:rPr>
              <a:t>Accent 5・柔和文字 #CCCCCC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2B2B2B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AE4E1"/>
                </a:highlight>
                <a:latin typeface="+mn-lt"/>
                <a:ea typeface="+mn-ea"/>
              </a:rPr>
              <a:t>Accent 6・柔和文字 #FAE4E1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EB8F81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#4F5BD5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#E0533D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#959DE6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#2B2B2B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#EB8F81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清爽線框 / Clean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accent2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7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accent4">
              <a:shade val="4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4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accent6">
              <a:shade val="4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4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主色實心 / Solid Color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80000"/>
            </a:schemeClr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8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8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8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8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8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8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白框浮起 / White Rim Lift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柔底微浮 / Soft Tint Lift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3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3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3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3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>
              <a:shade val="4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4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3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3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主色微立體 / Subtle Depth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>
              <a:shade val="9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深色浮起 / Deep Color Lift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45000"/>
            </a:schemeClr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45000"/>
            </a:schemeClr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45000"/>
            </a:schemeClr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45000"/>
            </a:schemeClr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45000"/>
            </a:schemeClr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45000"/>
            </a:schemeClr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5000"/>
            </a:schemeClr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極簡線框">
  <a:themeElements>
    <a:clrScheme name="PPT Template Style Kit - 極簡線框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4F5BD5"/>
      </a:accent1>
      <a:accent2>
        <a:srgbClr val="E0533D"/>
      </a:accent2>
      <a:accent3>
        <a:srgbClr val="595959"/>
      </a:accent3>
      <a:accent4>
        <a:srgbClr val="959DE6"/>
      </a:accent4>
      <a:accent5>
        <a:srgbClr val="2B2B2B"/>
      </a:accent5>
      <a:accent6>
        <a:srgbClr val="EB8F81"/>
      </a:accent6>
      <a:hlink>
        <a:srgbClr val="E0533D"/>
      </a:hlink>
      <a:folHlink>
        <a:srgbClr val="8C8C8C"/>
      </a:folHlink>
    </a:clrScheme>
    <a:fontScheme name="PPT Template Style Kit - 極簡線框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component effects">
      <a: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2000"/>
              </a:schemeClr>
            </a:gs>
            <a:gs pos="100000">
              <a:schemeClr val="phClr">
                <a:tint val="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>
              <a:tint val="30000"/>
            </a:schemeClr>
          </a:solidFill>
          <a:prstDash val="solid"/>
          <a:miter lim="800000"/>
        </a:ln>
      </a:lnStyleLst>
      <a:effectStyleLst>
        <a:effectStyle>
          <a:effectLst>
            <a:outerShdw blurRad="53340" dist="19050" dir="5400000" algn="ctr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