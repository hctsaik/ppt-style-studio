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AE4E1"/>
    <a:srgbClr val="CCCCCC"/>
    <a:srgbClr val="E6E7F9"/>
    <a:srgbClr val="D7D7D7"/>
    <a:srgbClr val="F8D6D0"/>
    <a:srgbClr val="D5D8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極簡線框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Hairline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D8F5"/>
                </a:highlight>
                <a:latin typeface="+mn-lt"/>
                <a:ea typeface="+mn-ea"/>
              </a:rPr>
              <a:t>Accent 1・柔和文字 #D5D8F5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4F5BD5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8D6D0"/>
                </a:highlight>
                <a:latin typeface="+mn-lt"/>
                <a:ea typeface="+mn-ea"/>
              </a:rPr>
              <a:t>Accent 2・柔和文字 #F8D6D0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E0533D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6E7F9"/>
                </a:highlight>
                <a:latin typeface="+mn-lt"/>
                <a:ea typeface="+mn-ea"/>
              </a:rPr>
              <a:t>Accent 4・柔和文字 #E6E7F9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959DE6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CCCCC"/>
                </a:highlight>
                <a:latin typeface="+mn-lt"/>
                <a:ea typeface="+mn-ea"/>
              </a:rPr>
              <a:t>Accent 5・柔和文字 #CCCCCC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B2B2B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AE4E1"/>
                </a:highlight>
                <a:latin typeface="+mn-lt"/>
                <a:ea typeface="+mn-ea"/>
              </a:rPr>
              <a:t>Accent 6・柔和文字 #FAE4E1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EB8F81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#4F5BD5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#E0533D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#959DE6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#2B2B2B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#EB8F81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極簡線框">
  <a:themeElements>
    <a:clrScheme name="PPT Template Style Kit - 極簡線框">
      <a:dk1>
        <a:srgbClr val="000000"/>
      </a:dk1>
      <a:lt1>
        <a:srgbClr val="FFFFFF"/>
      </a:lt1>
      <a:dk2>
        <a:srgbClr val="2B2B2B"/>
      </a:dk2>
      <a:lt2>
        <a:srgbClr val="F2F2F2"/>
      </a:lt2>
      <a:accent1>
        <a:srgbClr val="4F5BD5"/>
      </a:accent1>
      <a:accent2>
        <a:srgbClr val="E0533D"/>
      </a:accent2>
      <a:accent3>
        <a:srgbClr val="595959"/>
      </a:accent3>
      <a:accent4>
        <a:srgbClr val="959DE6"/>
      </a:accent4>
      <a:accent5>
        <a:srgbClr val="2B2B2B"/>
      </a:accent5>
      <a:accent6>
        <a:srgbClr val="EB8F81"/>
      </a:accent6>
      <a:hlink>
        <a:srgbClr val="E0533D"/>
      </a:hlink>
      <a:folHlink>
        <a:srgbClr val="8C8C8C"/>
      </a:folHlink>
    </a:clrScheme>
    <a:fontScheme name="PPT Template Style Kit - 極簡線框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