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勃根地酒紅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Burgundy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#6B1E2E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#B5894A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#A67882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#531724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#CFB289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5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5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#6B1E2E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#B5894A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#A67882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#531724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#CFB289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3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6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75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6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375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62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750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75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勃根地酒紅">
  <a:themeElements>
    <a:clrScheme name="PPT Template Style Kit - 勃根地酒紅">
      <a:dk1>
        <a:srgbClr val="000000"/>
      </a:dk1>
      <a:lt1>
        <a:srgbClr val="FFFFFF"/>
      </a:lt1>
      <a:dk2>
        <a:srgbClr val="531724"/>
      </a:dk2>
      <a:lt2>
        <a:srgbClr val="F2F2F2"/>
      </a:lt2>
      <a:accent1>
        <a:srgbClr val="6B1E2E"/>
      </a:accent1>
      <a:accent2>
        <a:srgbClr val="B5894A"/>
      </a:accent2>
      <a:accent3>
        <a:srgbClr val="595959"/>
      </a:accent3>
      <a:accent4>
        <a:srgbClr val="A67882"/>
      </a:accent4>
      <a:accent5>
        <a:srgbClr val="531724"/>
      </a:accent5>
      <a:accent6>
        <a:srgbClr val="CFB289"/>
      </a:accent6>
      <a:hlink>
        <a:srgbClr val="B5894A"/>
      </a:hlink>
      <a:folHlink>
        <a:srgbClr val="8C8C8C"/>
      </a:folHlink>
    </a:clrScheme>
    <a:fontScheme name="PPT Template Style Kit - 勃根地酒紅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