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9ECDE"/>
    <a:srgbClr val="C4D3E2"/>
    <a:srgbClr val="DCE7F3"/>
    <a:srgbClr val="D7D7D7"/>
    <a:srgbClr val="F6E1CC"/>
    <a:srgbClr val="C4D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鈷藍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Cobalt Blue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4D8EB"/>
                </a:highlight>
                <a:latin typeface="+mn-lt"/>
                <a:ea typeface="+mn-ea"/>
              </a:rPr>
              <a:t>Accent 1・柔和文字 #C4D8EB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0B5CAD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E1CC"/>
                </a:highlight>
                <a:latin typeface="+mn-lt"/>
                <a:ea typeface="+mn-ea"/>
              </a:rPr>
              <a:t>Accent 2・柔和文字 #F6E1CC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D9822B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CE7F3"/>
                </a:highlight>
                <a:latin typeface="+mn-lt"/>
                <a:ea typeface="+mn-ea"/>
              </a:rPr>
              <a:t>Accent 4・柔和文字 #DCE7F3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6D9DCE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4D3E2"/>
                </a:highlight>
                <a:latin typeface="+mn-lt"/>
                <a:ea typeface="+mn-ea"/>
              </a:rPr>
              <a:t>Accent 5・柔和文字 #C4D3E2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094887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ECDE"/>
                </a:highlight>
                <a:latin typeface="+mn-lt"/>
                <a:ea typeface="+mn-ea"/>
              </a:rPr>
              <a:t>Accent 6・柔和文字 #F9ECDE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E6AE75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#0B5CAD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#D9822B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#6D9DCE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#094887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#E6AE75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鈷藍">
  <a:themeElements>
    <a:clrScheme name="PPT Template Style Kit - 鈷藍">
      <a:dk1>
        <a:srgbClr val="000000"/>
      </a:dk1>
      <a:lt1>
        <a:srgbClr val="FFFFFF"/>
      </a:lt1>
      <a:dk2>
        <a:srgbClr val="094887"/>
      </a:dk2>
      <a:lt2>
        <a:srgbClr val="F2F2F2"/>
      </a:lt2>
      <a:accent1>
        <a:srgbClr val="0B5CAD"/>
      </a:accent1>
      <a:accent2>
        <a:srgbClr val="D9822B"/>
      </a:accent2>
      <a:accent3>
        <a:srgbClr val="595959"/>
      </a:accent3>
      <a:accent4>
        <a:srgbClr val="6D9DCE"/>
      </a:accent4>
      <a:accent5>
        <a:srgbClr val="094887"/>
      </a:accent5>
      <a:accent6>
        <a:srgbClr val="E6AE75"/>
      </a:accent6>
      <a:hlink>
        <a:srgbClr val="D9822B"/>
      </a:hlink>
      <a:folHlink>
        <a:srgbClr val="8C8C8C"/>
      </a:folHlink>
    </a:clrScheme>
    <a:fontScheme name="PPT Template Style Kit - 鈷藍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