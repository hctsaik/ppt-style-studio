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商務深藍卡片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Navy Card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Arial"/>
              </a:rPr>
              <a:t>PPT Template Style Kit — 商務深藍卡片 Navy Card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E0E6EC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#E0E6EC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EFF3F6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#EFF3F6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D9E6F2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#D9E6F2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EAF1F8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#EAF1F8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4E7EC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#E4E7EC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E0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D9E6F2"/>
          </a:solidFill>
          <a:ln w="9525">
            <a:solidFill>
              <a:srgbClr val="2E75B6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25888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1F4E79"/>
                </a:solidFill>
                <a:latin typeface="Arial"/>
              </a:rPr>
              <a:t> → </a:t>
            </a:r>
            <a:r>
              <a:rPr sz="1400" b="1">
                <a:solidFill>
                  <a:srgbClr val="1F4E79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1F4E79"/>
                </a:solidFill>
                <a:latin typeface="Arial"/>
              </a:rPr>
              <a:t>-18</a:t>
            </a:r>
            <a:r>
              <a:rPr sz="1600" b="1">
                <a:solidFill>
                  <a:srgbClr val="1F4E79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3864"/>
                </a:solidFill>
                <a:latin typeface="Arial"/>
              </a:rPr>
              <a:t>▶ </a:t>
            </a:r>
            <a:r>
              <a:rPr sz="1800" b="1">
                <a:solidFill>
                  <a:srgbClr val="1F3864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1F4E79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Arial"/>
              </a:rPr>
              <a:t>PPT Template Style Kit — 商務深藍卡片 Navy Card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#1F4E79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#2E75B6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#7995AF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#1F3864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#77A5D0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E75B6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995AF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995AF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F3864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7A5D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7A5D0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0273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2E75B6"/>
          </a:solidFill>
          <a:ln w="15875">
            <a:solidFill>
              <a:srgbClr val="173A5B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7995AF"/>
          </a:solidFill>
          <a:ln w="15875">
            <a:solidFill>
              <a:srgbClr val="3C4A5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1F3864"/>
          </a:solidFill>
          <a:ln w="15875">
            <a:solidFill>
              <a:srgbClr val="101C32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77A5D0"/>
          </a:solidFill>
          <a:ln w="15875">
            <a:solidFill>
              <a:srgbClr val="3C526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7995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77A5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D2DC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0273C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D5E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73A5B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4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C4A58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D2D7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01C32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E4ED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C5268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7995AF"/>
              </a:gs>
              <a:gs pos="100000">
                <a:srgbClr val="1F4E7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82ACD3"/>
              </a:gs>
              <a:gs pos="100000">
                <a:srgbClr val="2E75B6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AFBFCF"/>
              </a:gs>
              <a:gs pos="100000">
                <a:srgbClr val="7995A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7988A2"/>
              </a:gs>
              <a:gs pos="100000">
                <a:srgbClr val="1F3864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ADC9E3"/>
              </a:gs>
              <a:gs pos="100000">
                <a:srgbClr val="77A5D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7995AF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77A5D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E0E6EC"/>
                </a:highlight>
                <a:latin typeface="Arial"/>
              </a:rPr>
              <a:t> H1 #E0E6EC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FF3F6"/>
                </a:highlight>
                <a:latin typeface="Arial"/>
              </a:rPr>
              <a:t> H2 #EFF3F6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D9E6F2"/>
                </a:highlight>
                <a:latin typeface="Arial"/>
              </a:rPr>
              <a:t> H3 #D9E6F2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AF1F8"/>
                </a:highlight>
                <a:latin typeface="Arial"/>
              </a:rPr>
              <a:t> H4 #EAF1F8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4E7EC"/>
                </a:highlight>
                <a:latin typeface="Arial"/>
              </a:rPr>
              <a:t> H5 #E4E7EC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商務深藍卡片">
  <a:themeElements>
    <a:clrScheme name="PPT Template Style Kit - 商務深藍卡片">
      <a:dk1>
        <a:srgbClr val="000000"/>
      </a:dk1>
      <a:lt1>
        <a:srgbClr val="FFFFFF"/>
      </a:lt1>
      <a:dk2>
        <a:srgbClr val="1F3864"/>
      </a:dk2>
      <a:lt2>
        <a:srgbClr val="F2F2F2"/>
      </a:lt2>
      <a:accent1>
        <a:srgbClr val="1F4E79"/>
      </a:accent1>
      <a:accent2>
        <a:srgbClr val="2E75B6"/>
      </a:accent2>
      <a:accent3>
        <a:srgbClr val="595959"/>
      </a:accent3>
      <a:accent4>
        <a:srgbClr val="7995AF"/>
      </a:accent4>
      <a:accent5>
        <a:srgbClr val="1F3864"/>
      </a:accent5>
      <a:accent6>
        <a:srgbClr val="77A5D0"/>
      </a:accent6>
      <a:hlink>
        <a:srgbClr val="2E75B6"/>
      </a:hlink>
      <a:folHlink>
        <a:srgbClr val="8C8C8C"/>
      </a:folHlink>
    </a:clrScheme>
    <a:fontScheme name="PPT Template Style Kit - 商務深藍卡片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