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青綠科技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Teal Tech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7C80"/>
                </a:solidFill>
                <a:latin typeface="Arial"/>
              </a:rPr>
              <a:t>PPT Template Style Kit — 青綠科技 Teal Tech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0F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C80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D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#DDEDED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EEF6F6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#EEF6F6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DEFD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#FDEFDD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EF6E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#FEF6EC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2ECEC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#E2ECEC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C80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C80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0F7C80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DDED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0B5E61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DEFDD"/>
          </a:solidFill>
          <a:ln w="9525">
            <a:solidFill>
              <a:srgbClr val="F2A541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B67C31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C80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0F7C80"/>
                </a:solidFill>
                <a:latin typeface="Arial"/>
              </a:rPr>
              <a:t> → </a:t>
            </a:r>
            <a:r>
              <a:rPr sz="1400" b="1">
                <a:solidFill>
                  <a:srgbClr val="0F7C80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0F7C80"/>
                </a:solidFill>
                <a:latin typeface="Arial"/>
              </a:rPr>
              <a:t>-18</a:t>
            </a:r>
            <a:r>
              <a:rPr sz="1600" b="1">
                <a:solidFill>
                  <a:srgbClr val="0F7C80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C80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0F7C80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7C80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5E61"/>
                </a:solidFill>
                <a:latin typeface="Arial"/>
              </a:rPr>
              <a:t>▶ </a:t>
            </a:r>
            <a:r>
              <a:rPr sz="1800" b="1">
                <a:solidFill>
                  <a:srgbClr val="0B5E61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0F7C80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7C80"/>
                </a:solidFill>
                <a:latin typeface="Arial"/>
              </a:rPr>
              <a:t>PPT Template Style Kit — 青綠科技 Teal Tech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0F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#0F7C80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#F2A541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#6FB0B3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#0B5E61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#F7C484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C8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F7C80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A54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2A541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B0B3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FB0B3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B5E6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B5E61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7C48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7C484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0F7C80"/>
          </a:solidFill>
          <a:ln w="15875">
            <a:solidFill>
              <a:srgbClr val="083E4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F2A541"/>
          </a:solidFill>
          <a:ln w="15875">
            <a:solidFill>
              <a:srgbClr val="79522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6FB0B3"/>
          </a:solidFill>
          <a:ln w="15875">
            <a:solidFill>
              <a:srgbClr val="38585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0B5E61"/>
          </a:solidFill>
          <a:ln w="15875">
            <a:solidFill>
              <a:srgbClr val="062F3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F7C484"/>
          </a:solidFill>
          <a:ln w="15875">
            <a:solidFill>
              <a:srgbClr val="7C624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F2A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6FB0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0B5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F7C4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CFE5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83E40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FCED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95220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2EF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8585A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CEDF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62F30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DF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C6242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FB0B3"/>
              </a:gs>
              <a:gs pos="100000">
                <a:srgbClr val="0F7C8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7C98D"/>
              </a:gs>
              <a:gs pos="100000">
                <a:srgbClr val="F2A541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9D0D1"/>
              </a:gs>
              <a:gs pos="100000">
                <a:srgbClr val="6FB0B3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D9EA0"/>
              </a:gs>
              <a:gs pos="100000">
                <a:srgbClr val="0B5E61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FADCB5"/>
              </a:gs>
              <a:gs pos="100000">
                <a:srgbClr val="F7C484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F2A541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6FB0B3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0B5E61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F7C484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DDEDED"/>
                </a:highlight>
                <a:latin typeface="Arial"/>
              </a:rPr>
              <a:t> H1 #DDEDED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EF6F6"/>
                </a:highlight>
                <a:latin typeface="Arial"/>
              </a:rPr>
              <a:t> H2 #EEF6F6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DEFDD"/>
                </a:highlight>
                <a:latin typeface="Arial"/>
              </a:rPr>
              <a:t> H3 #FDEFDD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EF6EC"/>
                </a:highlight>
                <a:latin typeface="Arial"/>
              </a:rPr>
              <a:t> H4 #FEF6EC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2ECEC"/>
                </a:highlight>
                <a:latin typeface="Arial"/>
              </a:rPr>
              <a:t> H5 #E2ECEC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青綠科技">
  <a:themeElements>
    <a:clrScheme name="PPT Template Style Kit - 青綠科技">
      <a:dk1>
        <a:srgbClr val="000000"/>
      </a:dk1>
      <a:lt1>
        <a:srgbClr val="FFFFFF"/>
      </a:lt1>
      <a:dk2>
        <a:srgbClr val="0B5E61"/>
      </a:dk2>
      <a:lt2>
        <a:srgbClr val="F2F2F2"/>
      </a:lt2>
      <a:accent1>
        <a:srgbClr val="0F7C80"/>
      </a:accent1>
      <a:accent2>
        <a:srgbClr val="F2A541"/>
      </a:accent2>
      <a:accent3>
        <a:srgbClr val="595959"/>
      </a:accent3>
      <a:accent4>
        <a:srgbClr val="6FB0B3"/>
      </a:accent4>
      <a:accent5>
        <a:srgbClr val="0B5E61"/>
      </a:accent5>
      <a:accent6>
        <a:srgbClr val="F7C484"/>
      </a:accent6>
      <a:hlink>
        <a:srgbClr val="F2A541"/>
      </a:hlink>
      <a:folHlink>
        <a:srgbClr val="8C8C8C"/>
      </a:folHlink>
    </a:clrScheme>
    <a:fontScheme name="PPT Template Style Kit - 青綠科技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