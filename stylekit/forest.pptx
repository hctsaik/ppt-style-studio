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森林墨綠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Forest Ink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4D45"/>
                </a:solidFill>
                <a:latin typeface="Arial"/>
              </a:rPr>
              <a:t>PPT Template Style Kit — 森林墨綠 Forest Ink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1E4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4D45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E0E6E5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#E0E6E5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EFF3F2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#EFF3F2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F1EAE1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#F1EAE1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F7F4EE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#F7F4EE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E3E8E7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#E3E8E7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4D45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1E4D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4D45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1E4D45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E0E6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173C36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F1EAE1"/>
          </a:solidFill>
          <a:ln w="9525">
            <a:solidFill>
              <a:srgbClr val="B08D57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846A41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4D45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1E4D45"/>
                </a:solidFill>
                <a:latin typeface="Arial"/>
              </a:rPr>
              <a:t> → </a:t>
            </a:r>
            <a:r>
              <a:rPr sz="1400" b="1">
                <a:solidFill>
                  <a:srgbClr val="1E4D45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1E4D45"/>
                </a:solidFill>
                <a:latin typeface="Arial"/>
              </a:rPr>
              <a:t>-18</a:t>
            </a:r>
            <a:r>
              <a:rPr sz="1600" b="1">
                <a:solidFill>
                  <a:srgbClr val="1E4D45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1E4D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1E4D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4D45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1E4D45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4D45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C36"/>
                </a:solidFill>
                <a:latin typeface="Arial"/>
              </a:rPr>
              <a:t>▶ </a:t>
            </a:r>
            <a:r>
              <a:rPr sz="1800" b="1">
                <a:solidFill>
                  <a:srgbClr val="173C36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1E4D45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4D45"/>
                </a:solidFill>
                <a:latin typeface="Arial"/>
              </a:rPr>
              <a:t>PPT Template Style Kit — 森林墨綠 Forest Ink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1E4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#1E4D45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#B08D57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#78948F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#173C36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#CCB592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4D45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E4D45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8D57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B08D57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8948F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8948F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3C3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73C36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592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CCB592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1E4D45"/>
          </a:solidFill>
          <a:ln w="15875">
            <a:solidFill>
              <a:srgbClr val="0F2622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B08D57"/>
          </a:solidFill>
          <a:ln w="15875">
            <a:solidFill>
              <a:srgbClr val="5846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78948F"/>
          </a:solidFill>
          <a:ln w="15875">
            <a:solidFill>
              <a:srgbClr val="3C4A48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173C36"/>
          </a:solidFill>
          <a:ln w="15875">
            <a:solidFill>
              <a:srgbClr val="0C1E1B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CCB592"/>
          </a:solidFill>
          <a:ln w="15875">
            <a:solidFill>
              <a:srgbClr val="665A4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1E4D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7894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173C3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CCB5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D2DB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F2622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EFE8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8462C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E4EA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3C4A48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D1D8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C1E1B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F5F0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665A49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78948F"/>
              </a:gs>
              <a:gs pos="100000">
                <a:srgbClr val="1E4D45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D0BB9A"/>
              </a:gs>
              <a:gs pos="100000">
                <a:srgbClr val="B08D57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AEBFBC"/>
              </a:gs>
              <a:gs pos="100000">
                <a:srgbClr val="78948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748A86"/>
              </a:gs>
              <a:gs pos="100000">
                <a:srgbClr val="173C36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E0D3BE"/>
              </a:gs>
              <a:gs pos="100000">
                <a:srgbClr val="CCB59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1E4D45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B08D57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78948F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173C36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CCB592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E0E6E5"/>
                </a:highlight>
                <a:latin typeface="Arial"/>
              </a:rPr>
              <a:t> H1 #E0E6E5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FF3F2"/>
                </a:highlight>
                <a:latin typeface="Arial"/>
              </a:rPr>
              <a:t> H2 #EFF3F2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1EAE1"/>
                </a:highlight>
                <a:latin typeface="Arial"/>
              </a:rPr>
              <a:t> H3 #F1EAE1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7F4EE"/>
                </a:highlight>
                <a:latin typeface="Arial"/>
              </a:rPr>
              <a:t> H4 #F7F4EE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3E8E7"/>
                </a:highlight>
                <a:latin typeface="Arial"/>
              </a:rPr>
              <a:t> H5 #E3E8E7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森林墨綠">
  <a:themeElements>
    <a:clrScheme name="PPT Template Style Kit - 森林墨綠">
      <a:dk1>
        <a:srgbClr val="000000"/>
      </a:dk1>
      <a:lt1>
        <a:srgbClr val="FFFFFF"/>
      </a:lt1>
      <a:dk2>
        <a:srgbClr val="173C36"/>
      </a:dk2>
      <a:lt2>
        <a:srgbClr val="F2F2F2"/>
      </a:lt2>
      <a:accent1>
        <a:srgbClr val="1E4D45"/>
      </a:accent1>
      <a:accent2>
        <a:srgbClr val="B08D57"/>
      </a:accent2>
      <a:accent3>
        <a:srgbClr val="595959"/>
      </a:accent3>
      <a:accent4>
        <a:srgbClr val="78948F"/>
      </a:accent4>
      <a:accent5>
        <a:srgbClr val="173C36"/>
      </a:accent5>
      <a:accent6>
        <a:srgbClr val="CCB592"/>
      </a:accent6>
      <a:hlink>
        <a:srgbClr val="B08D57"/>
      </a:hlink>
      <a:folHlink>
        <a:srgbClr val="8C8C8C"/>
      </a:folHlink>
    </a:clrScheme>
    <a:fontScheme name="PPT Template Style Kit - 森林墨綠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