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法說會紅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Red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0012"/>
                </a:solidFill>
                <a:latin typeface="Arial"/>
              </a:rPr>
              <a:t>PPT Template Style Kit — 法說會紅 Investor 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0012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FCDBDE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#FCDBDE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DEDEE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#FDEDEE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D7DCF3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#D7DCF3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E9ECF9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#E9ECF9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F6E0E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#F6E0E2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0012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0012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E60012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FCDB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B3000E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D7DCF3"/>
          </a:solidFill>
          <a:ln w="9525">
            <a:solidFill>
              <a:srgbClr val="1F3FBF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72F8F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60012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E60012"/>
                </a:solidFill>
                <a:latin typeface="Arial"/>
              </a:rPr>
              <a:t> → </a:t>
            </a:r>
            <a:r>
              <a:rPr sz="1400" b="1">
                <a:solidFill>
                  <a:srgbClr val="E60012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E60012"/>
                </a:solidFill>
                <a:latin typeface="Arial"/>
              </a:rPr>
              <a:t>-18</a:t>
            </a:r>
            <a:r>
              <a:rPr sz="1600" b="1">
                <a:solidFill>
                  <a:srgbClr val="E60012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E600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E600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0012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E60012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60012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3000E"/>
                </a:solidFill>
                <a:latin typeface="Arial"/>
              </a:rPr>
              <a:t>▶ </a:t>
            </a:r>
            <a:r>
              <a:rPr sz="1800" b="1">
                <a:solidFill>
                  <a:srgbClr val="B3000E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E60012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60012"/>
                </a:solidFill>
                <a:latin typeface="Arial"/>
              </a:rPr>
              <a:t>PPT Template Style Kit — 法說會紅 Investor 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#E60012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#1F3FBF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#F06671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#B3000E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#6D82D5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6001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E60012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FBF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F3FBF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0667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06671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3000E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B3000E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D82D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D82D5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E60012"/>
          </a:solidFill>
          <a:ln w="15875">
            <a:solidFill>
              <a:srgbClr val="73000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1F3FBF"/>
          </a:solidFill>
          <a:ln w="15875">
            <a:solidFill>
              <a:srgbClr val="10206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F06671"/>
          </a:solidFill>
          <a:ln w="15875">
            <a:solidFill>
              <a:srgbClr val="78333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B3000E"/>
          </a:solidFill>
          <a:ln w="15875">
            <a:solidFill>
              <a:srgbClr val="5A000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6D82D5"/>
          </a:solidFill>
          <a:ln w="15875">
            <a:solidFill>
              <a:srgbClr val="36416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E6001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1F3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F066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B3000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6D8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FACC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30009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D2D9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02060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FC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83338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F0CC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A0007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E2E6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6416A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06671"/>
              </a:gs>
              <a:gs pos="100000">
                <a:srgbClr val="E6001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98CD9"/>
              </a:gs>
              <a:gs pos="100000">
                <a:srgbClr val="1F3FB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6A3AA"/>
              </a:gs>
              <a:gs pos="100000">
                <a:srgbClr val="F06671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D1666E"/>
              </a:gs>
              <a:gs pos="100000">
                <a:srgbClr val="B3000E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7B4E6"/>
              </a:gs>
              <a:gs pos="100000">
                <a:srgbClr val="6D82D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E60012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1F3FBF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F06671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B3000E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6D82D5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FCDBDE"/>
                </a:highlight>
                <a:latin typeface="Arial"/>
              </a:rPr>
              <a:t> H1 #FCDBDE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DEDEE"/>
                </a:highlight>
                <a:latin typeface="Arial"/>
              </a:rPr>
              <a:t> H2 #FDEDEE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D7DCF3"/>
                </a:highlight>
                <a:latin typeface="Arial"/>
              </a:rPr>
              <a:t> H3 #D7DCF3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9ECF9"/>
                </a:highlight>
                <a:latin typeface="Arial"/>
              </a:rPr>
              <a:t> H4 #E9ECF9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6E0E2"/>
                </a:highlight>
                <a:latin typeface="Arial"/>
              </a:rPr>
              <a:t> H5 #F6E0E2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法說會紅">
  <a:themeElements>
    <a:clrScheme name="PPT Template Style Kit - 法說會紅">
      <a:dk1>
        <a:srgbClr val="000000"/>
      </a:dk1>
      <a:lt1>
        <a:srgbClr val="FFFFFF"/>
      </a:lt1>
      <a:dk2>
        <a:srgbClr val="B3000E"/>
      </a:dk2>
      <a:lt2>
        <a:srgbClr val="E8E8E8"/>
      </a:lt2>
      <a:accent1>
        <a:srgbClr val="E60012"/>
      </a:accent1>
      <a:accent2>
        <a:srgbClr val="1F3FBF"/>
      </a:accent2>
      <a:accent3>
        <a:srgbClr val="595959"/>
      </a:accent3>
      <a:accent4>
        <a:srgbClr val="F06671"/>
      </a:accent4>
      <a:accent5>
        <a:srgbClr val="B3000E"/>
      </a:accent5>
      <a:accent6>
        <a:srgbClr val="6D82D5"/>
      </a:accent6>
      <a:hlink>
        <a:srgbClr val="1F3FBF"/>
      </a:hlink>
      <a:folHlink>
        <a:srgbClr val="8C8C8C"/>
      </a:folHlink>
    </a:clrScheme>
    <a:fontScheme name="PPT Template Style Kit - 法說會紅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