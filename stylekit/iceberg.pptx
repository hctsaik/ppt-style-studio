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冰山能力圖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Iceberg Map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04040"/>
                </a:solidFill>
                <a:latin typeface="Arial"/>
              </a:rPr>
              <a:t>PPT Template Style Kit — 冰山能力圖 Iceberg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04040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4E4E4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#E4E4E4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2F2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#F2F2F2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E1EDF7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#E1EDF7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EFF5FB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#EFF5FB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5E5E5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#E5E5E5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04040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404040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62626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E1EDF7"/>
          </a:solidFill>
          <a:ln w="9525">
            <a:solidFill>
              <a:srgbClr val="5B9BD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4474A0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04040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404040"/>
                </a:solidFill>
                <a:latin typeface="Arial"/>
              </a:rPr>
              <a:t> → </a:t>
            </a:r>
            <a:r>
              <a:rPr sz="1400" b="1">
                <a:solidFill>
                  <a:srgbClr val="404040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404040"/>
                </a:solidFill>
                <a:latin typeface="Arial"/>
              </a:rPr>
              <a:t>-18</a:t>
            </a:r>
            <a:r>
              <a:rPr sz="1600" b="1">
                <a:solidFill>
                  <a:srgbClr val="404040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404040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04040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62626"/>
                </a:solidFill>
                <a:latin typeface="Arial"/>
              </a:rPr>
              <a:t>▶ </a:t>
            </a:r>
            <a:r>
              <a:rPr sz="1800" b="1">
                <a:solidFill>
                  <a:srgbClr val="262626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404040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04040"/>
                </a:solidFill>
                <a:latin typeface="Arial"/>
              </a:rPr>
              <a:t>PPT Template Style Kit — 冰山能力圖 Iceberg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#404040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#5B9BD5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#8C8C8C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#262626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#94BEE4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04040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B9BD5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C8C8C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62626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BEE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94BEE4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404040"/>
          </a:solidFill>
          <a:ln w="15875">
            <a:solidFill>
              <a:srgbClr val="20202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2E4E6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8C8C8C"/>
          </a:solidFill>
          <a:ln w="15875">
            <a:solidFill>
              <a:srgbClr val="46464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62626"/>
          </a:solidFill>
          <a:ln w="15875">
            <a:solidFill>
              <a:srgbClr val="131313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94BEE4"/>
          </a:solidFill>
          <a:ln w="15875">
            <a:solidFill>
              <a:srgbClr val="4A5F7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8C8C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94BE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02020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E4E6A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64646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4D4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31313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A5F72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C8C8C"/>
              </a:gs>
              <a:gs pos="100000">
                <a:srgbClr val="40404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DC3E6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ABABA"/>
              </a:gs>
              <a:gs pos="100000">
                <a:srgbClr val="8C8C8C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D7D7D"/>
              </a:gs>
              <a:gs pos="100000">
                <a:srgbClr val="26262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FD8EF"/>
              </a:gs>
              <a:gs pos="100000">
                <a:srgbClr val="94BEE4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8C8C8C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94BEE4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4E4E4"/>
                </a:highlight>
                <a:latin typeface="Arial"/>
              </a:rPr>
              <a:t> H1 #E4E4E4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2F2F2"/>
                </a:highlight>
                <a:latin typeface="Arial"/>
              </a:rPr>
              <a:t> H2 #F2F2F2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1EDF7"/>
                </a:highlight>
                <a:latin typeface="Arial"/>
              </a:rPr>
              <a:t> H3 #E1EDF7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FF5FB"/>
                </a:highlight>
                <a:latin typeface="Arial"/>
              </a:rPr>
              <a:t> H4 #EFF5FB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5E5E5"/>
                </a:highlight>
                <a:latin typeface="Arial"/>
              </a:rPr>
              <a:t> H5 #E5E5E5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冰山能力圖">
  <a:themeElements>
    <a:clrScheme name="PPT Template Style Kit - 冰山能力圖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404040"/>
      </a:accent1>
      <a:accent2>
        <a:srgbClr val="5B9BD5"/>
      </a:accent2>
      <a:accent3>
        <a:srgbClr val="595959"/>
      </a:accent3>
      <a:accent4>
        <a:srgbClr val="8C8C8C"/>
      </a:accent4>
      <a:accent5>
        <a:srgbClr val="262626"/>
      </a:accent5>
      <a:accent6>
        <a:srgbClr val="94BEE4"/>
      </a:accent6>
      <a:hlink>
        <a:srgbClr val="5B9BD5"/>
      </a:hlink>
      <a:folHlink>
        <a:srgbClr val="8C8C8C"/>
      </a:folHlink>
    </a:clrScheme>
    <a:fontScheme name="PPT Template Style Kit - 冰山能力圖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