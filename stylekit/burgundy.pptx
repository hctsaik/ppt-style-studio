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勃根地酒紅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6B1E2E"/>
                </a:solidFill>
                <a:latin typeface="Arial"/>
              </a:rPr>
              <a:t>PPT Template Style Kit — 勃根地酒紅 Burgundy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6B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1E2E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AE0E2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#EAE0E2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5EFF0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#F5EFF0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2EADE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#F2EADE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8F3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#F8F3ED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AE3E5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#EAE3E5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1E2E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6B1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1E2E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6B1E2E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AE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531724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2EADE"/>
          </a:solidFill>
          <a:ln w="9525">
            <a:solidFill>
              <a:srgbClr val="B5894A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886738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1E2E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6B1E2E"/>
                </a:solidFill>
                <a:latin typeface="Arial"/>
              </a:rPr>
              <a:t> → </a:t>
            </a:r>
            <a:r>
              <a:rPr sz="1400" b="1">
                <a:solidFill>
                  <a:srgbClr val="6B1E2E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6B1E2E"/>
                </a:solidFill>
                <a:latin typeface="Arial"/>
              </a:rPr>
              <a:t>-18</a:t>
            </a:r>
            <a:r>
              <a:rPr sz="1600" b="1">
                <a:solidFill>
                  <a:srgbClr val="6B1E2E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6B1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6B1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1E2E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6B1E2E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B1E2E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31724"/>
                </a:solidFill>
                <a:latin typeface="Arial"/>
              </a:rPr>
              <a:t>▶ </a:t>
            </a:r>
            <a:r>
              <a:rPr sz="1800" b="1">
                <a:solidFill>
                  <a:srgbClr val="531724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6B1E2E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6B1E2E"/>
                </a:solidFill>
                <a:latin typeface="Arial"/>
              </a:rPr>
              <a:t>PPT Template Style Kit — 勃根地酒紅 Burgundy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6B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#6B1E2E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#B5894A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#A67882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#531724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#CFB289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1E2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B1E2E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5894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B5894A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6788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A67882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3172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31724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B28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CFB289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6B1E2E"/>
          </a:solidFill>
          <a:ln w="15875">
            <a:solidFill>
              <a:srgbClr val="360F1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B5894A"/>
          </a:solidFill>
          <a:ln w="15875">
            <a:solidFill>
              <a:srgbClr val="5A4425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A67882"/>
          </a:solidFill>
          <a:ln w="15875">
            <a:solidFill>
              <a:srgbClr val="533C41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531724"/>
          </a:solidFill>
          <a:ln w="15875">
            <a:solidFill>
              <a:srgbClr val="2A0C1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CFB289"/>
          </a:solidFill>
          <a:ln w="15875">
            <a:solidFill>
              <a:srgbClr val="68594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6B1E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B589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A678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5317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CFB2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E1D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60F17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0E7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A4425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D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33C41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DD1D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A0C12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5F0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85944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67882"/>
              </a:gs>
              <a:gs pos="100000">
                <a:srgbClr val="6B1E2E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D3B892"/>
              </a:gs>
              <a:gs pos="100000">
                <a:srgbClr val="B5894A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CAAEB4"/>
              </a:gs>
              <a:gs pos="100000">
                <a:srgbClr val="A6788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8747C"/>
              </a:gs>
              <a:gs pos="100000">
                <a:srgbClr val="531724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2D1B8"/>
              </a:gs>
              <a:gs pos="100000">
                <a:srgbClr val="CFB28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6B1E2E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B5894A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A67882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531724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CFB28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AE0E2"/>
                </a:highlight>
                <a:latin typeface="Arial"/>
              </a:rPr>
              <a:t> H1 #EAE0E2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5EFF0"/>
                </a:highlight>
                <a:latin typeface="Arial"/>
              </a:rPr>
              <a:t> H2 #F5EFF0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2EADE"/>
                </a:highlight>
                <a:latin typeface="Arial"/>
              </a:rPr>
              <a:t> H3 #F2EADE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8F3ED"/>
                </a:highlight>
                <a:latin typeface="Arial"/>
              </a:rPr>
              <a:t> H4 #F8F3ED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AE3E5"/>
                </a:highlight>
                <a:latin typeface="Arial"/>
              </a:rPr>
              <a:t> H5 #EAE3E5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勃根地酒紅">
  <a:themeElements>
    <a:clrScheme name="PPT Template Style Kit - 勃根地酒紅">
      <a:dk1>
        <a:srgbClr val="000000"/>
      </a:dk1>
      <a:lt1>
        <a:srgbClr val="FFFFFF"/>
      </a:lt1>
      <a:dk2>
        <a:srgbClr val="531724"/>
      </a:dk2>
      <a:lt2>
        <a:srgbClr val="F2F2F2"/>
      </a:lt2>
      <a:accent1>
        <a:srgbClr val="6B1E2E"/>
      </a:accent1>
      <a:accent2>
        <a:srgbClr val="B5894A"/>
      </a:accent2>
      <a:accent3>
        <a:srgbClr val="595959"/>
      </a:accent3>
      <a:accent4>
        <a:srgbClr val="A67882"/>
      </a:accent4>
      <a:accent5>
        <a:srgbClr val="531724"/>
      </a:accent5>
      <a:accent6>
        <a:srgbClr val="CFB289"/>
      </a:accent6>
      <a:hlink>
        <a:srgbClr val="B5894A"/>
      </a:hlink>
      <a:folHlink>
        <a:srgbClr val="8C8C8C"/>
      </a:folHlink>
    </a:clrScheme>
    <a:fontScheme name="PPT Template Style Kit - 勃根地酒紅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