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211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9" y="2130425"/>
            <a:ext cx="10363302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18" y="3886200"/>
            <a:ext cx="8534484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2000" y="216000"/>
            <a:ext cx="11304000" cy="7200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 showMasterSp="0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93" y="4406900"/>
            <a:ext cx="10363302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93" y="2906713"/>
            <a:ext cx="10363302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2000" y="216000"/>
            <a:ext cx="11304000" cy="7200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6" y="1600200"/>
            <a:ext cx="5384853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61" y="1600200"/>
            <a:ext cx="5384853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2000" y="216000"/>
            <a:ext cx="11304000" cy="72000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6" y="1535113"/>
            <a:ext cx="5386970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6" y="2174875"/>
            <a:ext cx="5386970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427" y="1535113"/>
            <a:ext cx="5389086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427" y="2174875"/>
            <a:ext cx="5389086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2000" y="216000"/>
            <a:ext cx="11304000" cy="7200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0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32000" y="216000"/>
            <a:ext cx="11304000" cy="720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32000" y="1188000"/>
            <a:ext cx="11304000" cy="49680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6" y="6356350"/>
            <a:ext cx="28448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41" y="6356350"/>
            <a:ext cx="386083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86" y="6356350"/>
            <a:ext cx="28448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90" name="Rule 1"/>
          <p:cNvCxnSpPr/>
          <p:nvPr userDrawn="1"/>
        </p:nvCxnSpPr>
        <p:spPr>
          <a:xfrm>
            <a:off x="432000" y="990000"/>
            <a:ext cx="113040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</p:cxnSp>
      <p:cxnSp>
        <p:nvCxnSpPr>
          <p:cNvPr id="91" name="Rule 2"/>
          <p:cNvCxnSpPr/>
          <p:nvPr userDrawn="1"/>
        </p:nvCxnSpPr>
        <p:spPr>
          <a:xfrm>
            <a:off x="432000" y="6443999"/>
            <a:ext cx="11304000" cy="0"/>
          </a:xfrm>
          <a:prstGeom prst="line">
            <a:avLst/>
          </a:prstGeom>
          <a:ln w="6350">
            <a:solidFill>
              <a:schemeClr val="bg1">
                <a:lumMod val="75000"/>
              </a:schemeClr>
            </a:solidFill>
          </a:ln>
        </p:spPr>
      </p:cxn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l" defTabSz="457200" rtl="0" eaLnBrk="1" latinLnBrk="0" hangingPunct="1">
        <a:spcBef>
          <a:spcPct val="0"/>
        </a:spcBef>
        <a:buNone/>
        <a:defRPr sz="2800" kern="1200" b="1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■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PPT Template Style Kit — 墨綠筆記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Green Notes · 範本示例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Recent Major Events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第一層要點：用 accent1 方塊項目符號</a:t>
            </a:r>
          </a:p>
          <a:p>
            <a:pPr lvl="1"/>
            <a:r>
              <a:t>第二層補充說明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2000" y="216000"/>
            <a:ext cx="1116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2F5D50"/>
                </a:solidFill>
                <a:latin typeface="Arial"/>
              </a:rPr>
              <a:t>PPT Template Style Kit — 墨綠筆記 Green 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32000" y="792000"/>
            <a:ext cx="11304000" cy="0"/>
          </a:xfrm>
          <a:prstGeom prst="line">
            <a:avLst/>
          </a:prstGeom>
          <a:ln w="19050">
            <a:solidFill>
              <a:srgbClr val="2F5D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432000" y="810000"/>
            <a:ext cx="1116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8C8C8C"/>
                </a:solidFill>
                <a:latin typeface="Arial"/>
              </a:rPr>
              <a:t>① 柔和螢光筆 ② 形狀樣式 ③ 強調記號 ④ 頁尾來源 — 用格式刷／複製取用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2000" y="1080000"/>
            <a:ext cx="540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2F5D50"/>
                </a:solidFill>
                <a:latin typeface="Arial"/>
              </a:rPr>
              <a:t>① 柔和螢光筆 Soft highlights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2000" y="1404000"/>
            <a:ext cx="5400000" cy="21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8C8C8C"/>
                </a:solidFill>
                <a:latin typeface="Arial"/>
              </a:rPr>
              <a:t>H1  </a:t>
            </a:r>
            <a:r>
              <a:rPr sz="1400" b="1">
                <a:solidFill>
                  <a:srgbClr val="3A3A3A"/>
                </a:solidFill>
                <a:highlight>
                  <a:srgbClr val="E2E8E6"/>
                </a:highlight>
                <a:latin typeface="Arial"/>
              </a:rPr>
              <a:t>Yield improved 良率提升</a:t>
            </a:r>
            <a:r>
              <a:rPr sz="1000" b="0">
                <a:solidFill>
                  <a:srgbClr val="8C8C8C"/>
                </a:solidFill>
                <a:latin typeface="Arial"/>
              </a:rPr>
              <a:t>  #E2E8E6</a:t>
            </a:r>
          </a:p>
          <a:p>
            <a:r>
              <a:rPr sz="1100" b="0">
                <a:solidFill>
                  <a:srgbClr val="8C8C8C"/>
                </a:solidFill>
                <a:latin typeface="Arial"/>
              </a:rPr>
              <a:t>H2  </a:t>
            </a:r>
            <a:r>
              <a:rPr sz="1400" b="1">
                <a:solidFill>
                  <a:srgbClr val="3A3A3A"/>
                </a:solidFill>
                <a:highlight>
                  <a:srgbClr val="F0F4F3"/>
                </a:highlight>
                <a:latin typeface="Arial"/>
              </a:rPr>
              <a:t>Yield improved 良率提升</a:t>
            </a:r>
            <a:r>
              <a:rPr sz="1000" b="0">
                <a:solidFill>
                  <a:srgbClr val="8C8C8C"/>
                </a:solidFill>
                <a:latin typeface="Arial"/>
              </a:rPr>
              <a:t>  #F0F4F3</a:t>
            </a:r>
          </a:p>
          <a:p>
            <a:r>
              <a:rPr sz="1100" b="0">
                <a:solidFill>
                  <a:srgbClr val="8C8C8C"/>
                </a:solidFill>
                <a:latin typeface="Arial"/>
              </a:rPr>
              <a:t>H3  </a:t>
            </a:r>
            <a:r>
              <a:rPr sz="1400" b="1">
                <a:solidFill>
                  <a:srgbClr val="3A3A3A"/>
                </a:solidFill>
                <a:highlight>
                  <a:srgbClr val="F5EED8"/>
                </a:highlight>
                <a:latin typeface="Arial"/>
              </a:rPr>
              <a:t>Yield improved 良率提升</a:t>
            </a:r>
            <a:r>
              <a:rPr sz="1000" b="0">
                <a:solidFill>
                  <a:srgbClr val="8C8C8C"/>
                </a:solidFill>
                <a:latin typeface="Arial"/>
              </a:rPr>
              <a:t>  #F5EED8</a:t>
            </a:r>
          </a:p>
          <a:p>
            <a:r>
              <a:rPr sz="1100" b="0">
                <a:solidFill>
                  <a:srgbClr val="8C8C8C"/>
                </a:solidFill>
                <a:latin typeface="Arial"/>
              </a:rPr>
              <a:t>H4  </a:t>
            </a:r>
            <a:r>
              <a:rPr sz="1400" b="1">
                <a:solidFill>
                  <a:srgbClr val="3A3A3A"/>
                </a:solidFill>
                <a:highlight>
                  <a:srgbClr val="FAF6E9"/>
                </a:highlight>
                <a:latin typeface="Arial"/>
              </a:rPr>
              <a:t>Yield improved 良率提升</a:t>
            </a:r>
            <a:r>
              <a:rPr sz="1000" b="0">
                <a:solidFill>
                  <a:srgbClr val="8C8C8C"/>
                </a:solidFill>
                <a:latin typeface="Arial"/>
              </a:rPr>
              <a:t>  #FAF6E9</a:t>
            </a:r>
          </a:p>
          <a:p>
            <a:r>
              <a:rPr sz="1100" b="0">
                <a:solidFill>
                  <a:srgbClr val="8C8C8C"/>
                </a:solidFill>
                <a:latin typeface="Arial"/>
              </a:rPr>
              <a:t>H5  </a:t>
            </a:r>
            <a:r>
              <a:rPr sz="1400" b="1">
                <a:solidFill>
                  <a:srgbClr val="3A3A3A"/>
                </a:solidFill>
                <a:highlight>
                  <a:srgbClr val="E5E9E8"/>
                </a:highlight>
                <a:latin typeface="Arial"/>
              </a:rPr>
              <a:t>Yield improved 良率提升</a:t>
            </a:r>
            <a:r>
              <a:rPr sz="1000" b="0">
                <a:solidFill>
                  <a:srgbClr val="8C8C8C"/>
                </a:solidFill>
                <a:latin typeface="Arial"/>
              </a:rPr>
              <a:t>  #E5E9E8</a:t>
            </a:r>
          </a:p>
          <a:p>
            <a:r>
              <a:rPr sz="1100" b="0">
                <a:solidFill>
                  <a:srgbClr val="8C8C8C"/>
                </a:solidFill>
                <a:latin typeface="Arial"/>
              </a:rPr>
              <a:t>H6  </a:t>
            </a:r>
            <a:r>
              <a:rPr sz="1400" b="1">
                <a:solidFill>
                  <a:srgbClr val="3A3A3A"/>
                </a:solidFill>
                <a:highlight>
                  <a:srgbClr val="EDEDED"/>
                </a:highlight>
                <a:latin typeface="Arial"/>
              </a:rPr>
              <a:t>Yield improved 良率提升</a:t>
            </a:r>
            <a:r>
              <a:rPr sz="1000" b="0">
                <a:solidFill>
                  <a:srgbClr val="8C8C8C"/>
                </a:solidFill>
                <a:latin typeface="Arial"/>
              </a:rPr>
              <a:t>  #EDEDED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0000" y="1080000"/>
            <a:ext cx="540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2F5D50"/>
                </a:solidFill>
                <a:latin typeface="Arial"/>
              </a:rPr>
              <a:t>② 形狀樣式 Shape styles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0000" y="1440000"/>
            <a:ext cx="2520000" cy="503999"/>
          </a:xfrm>
          <a:prstGeom prst="roundRect">
            <a:avLst/>
          </a:prstGeom>
          <a:solidFill>
            <a:srgbClr val="2F5D50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實心 Filled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072000" y="1440000"/>
            <a:ext cx="2520000" cy="503999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2F5D50"/>
            </a:solidFill>
          </a:ln>
          <a:effectLst/>
        </p:spPr>
        <p:txBody>
          <a:bodyPr rtlCol="0" anchor="ctr"/>
          <a:lstStyle/>
          <a:p>
            <a:pPr algn="ctr"/>
            <a:r>
              <a:rPr sz="1300" b="1">
                <a:solidFill>
                  <a:srgbClr val="2F5D50"/>
                </a:solidFill>
                <a:latin typeface="Arial"/>
              </a:rPr>
              <a:t>外框 Outline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0000" y="2088000"/>
            <a:ext cx="2520000" cy="503999"/>
          </a:xfrm>
          <a:prstGeom prst="roundRect">
            <a:avLst/>
          </a:prstGeom>
          <a:solidFill>
            <a:srgbClr val="E2E8E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r>
              <a:rPr sz="1300" b="1">
                <a:solidFill>
                  <a:srgbClr val="24483E"/>
                </a:solidFill>
                <a:latin typeface="Arial"/>
              </a:rPr>
              <a:t>柔色 Soft tint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072000" y="2088000"/>
            <a:ext cx="2520000" cy="503999"/>
          </a:xfrm>
          <a:prstGeom prst="roundRect">
            <a:avLst>
              <a:gd name="adj" fmla="val 50000"/>
            </a:avLst>
          </a:prstGeom>
          <a:solidFill>
            <a:srgbClr val="3A3A3A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深色膠囊 Capsule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00000" y="2736000"/>
            <a:ext cx="2520000" cy="503999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r>
              <a:rPr sz="1300" b="1">
                <a:solidFill>
                  <a:srgbClr val="3A3A3A"/>
                </a:solidFill>
                <a:latin typeface="Arial"/>
              </a:rPr>
              <a:t>灰底卡 Card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072000" y="2736000"/>
            <a:ext cx="2520000" cy="503999"/>
          </a:xfrm>
          <a:prstGeom prst="roundRect">
            <a:avLst/>
          </a:prstGeom>
          <a:solidFill>
            <a:srgbClr val="F5EED8"/>
          </a:solidFill>
          <a:ln w="9525">
            <a:solidFill>
              <a:srgbClr val="C9A227"/>
            </a:solidFill>
          </a:ln>
          <a:effectLst/>
        </p:spPr>
        <p:txBody>
          <a:bodyPr rtlCol="0" anchor="ctr"/>
          <a:lstStyle/>
          <a:p>
            <a:pPr algn="ctr"/>
            <a:r>
              <a:rPr sz="1300" b="1">
                <a:solidFill>
                  <a:srgbClr val="977A1D"/>
                </a:solidFill>
                <a:latin typeface="Arial"/>
              </a:rPr>
              <a:t>強調色 Accent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2000" y="3708000"/>
            <a:ext cx="1080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2F5D50"/>
                </a:solidFill>
                <a:latin typeface="Arial"/>
              </a:rPr>
              <a:t>③ 強調記號 Emphasis marks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2000" y="4031999"/>
            <a:ext cx="7200000" cy="144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3A3A3A"/>
                </a:solidFill>
                <a:latin typeface="Arial"/>
              </a:rPr>
              <a:t>Capacity: </a:t>
            </a:r>
            <a:r>
              <a:rPr sz="1400" b="0" strike="sngStrike">
                <a:solidFill>
                  <a:srgbClr val="8C8C8C"/>
                </a:solidFill>
                <a:latin typeface="Arial"/>
              </a:rPr>
              <a:t>120K</a:t>
            </a:r>
            <a:r>
              <a:rPr sz="1400" b="1">
                <a:solidFill>
                  <a:srgbClr val="2F5D50"/>
                </a:solidFill>
                <a:latin typeface="Arial"/>
              </a:rPr>
              <a:t> → </a:t>
            </a:r>
            <a:r>
              <a:rPr sz="1400" b="1">
                <a:solidFill>
                  <a:srgbClr val="2F5D50"/>
                </a:solidFill>
                <a:latin typeface="Arial"/>
              </a:rPr>
              <a:t>150K</a:t>
            </a:r>
            <a:r>
              <a:rPr sz="1400" b="0">
                <a:solidFill>
                  <a:srgbClr val="3A3A3A"/>
                </a:solidFill>
                <a:latin typeface="Arial"/>
              </a:rPr>
              <a:t> wpm</a:t>
            </a:r>
          </a:p>
          <a:p>
            <a:r>
              <a:rPr sz="1400" b="0">
                <a:solidFill>
                  <a:srgbClr val="3A3A3A"/>
                </a:solidFill>
                <a:latin typeface="Arial"/>
              </a:rPr>
              <a:t>Lead time </a:t>
            </a:r>
            <a:r>
              <a:rPr sz="1400" b="1" u="sng">
                <a:solidFill>
                  <a:srgbClr val="3A3A3A"/>
                </a:solidFill>
                <a:latin typeface="Arial"/>
              </a:rPr>
              <a:t>shortened by 2 weeks</a:t>
            </a:r>
          </a:p>
          <a:p>
            <a:r>
              <a:rPr sz="1400" b="0">
                <a:solidFill>
                  <a:srgbClr val="3A3A3A"/>
                </a:solidFill>
                <a:latin typeface="Arial"/>
              </a:rPr>
              <a:t>Cost </a:t>
            </a:r>
            <a:r>
              <a:rPr sz="3200" b="1">
                <a:solidFill>
                  <a:srgbClr val="2F5D50"/>
                </a:solidFill>
                <a:latin typeface="Arial"/>
              </a:rPr>
              <a:t>-18</a:t>
            </a:r>
            <a:r>
              <a:rPr sz="1600" b="1">
                <a:solidFill>
                  <a:srgbClr val="2F5D50"/>
                </a:solidFill>
                <a:latin typeface="Arial"/>
              </a:rPr>
              <a:t>%</a:t>
            </a:r>
            <a:r>
              <a:rPr sz="1200" b="0">
                <a:solidFill>
                  <a:srgbClr val="8C8C8C"/>
                </a:solidFill>
                <a:latin typeface="Arial"/>
              </a:rPr>
              <a:t>  vs. 2025</a:t>
            </a:r>
          </a:p>
          <a:p>
            <a:r>
              <a:rPr sz="1400" b="0">
                <a:solidFill>
                  <a:srgbClr val="3A3A3A"/>
                </a:solidFill>
                <a:latin typeface="Arial"/>
              </a:rPr>
              <a:t>Defect density reduced</a:t>
            </a:r>
            <a:r>
              <a:rPr sz="1400" b="0" baseline="30000">
                <a:solidFill>
                  <a:srgbClr val="3A3A3A"/>
                </a:solidFill>
                <a:latin typeface="Arial"/>
              </a:rPr>
              <a:t>1</a:t>
            </a:r>
          </a:p>
        </p:txBody>
      </p:sp>
      <p:sp>
        <p:nvSpPr>
          <p:cNvPr id="16" name="5-Point Star 15"/>
          <p:cNvSpPr/>
          <p:nvPr/>
        </p:nvSpPr>
        <p:spPr>
          <a:xfrm>
            <a:off x="8280000" y="4104000"/>
            <a:ext cx="864000" cy="827999"/>
          </a:xfrm>
          <a:prstGeom prst="star5">
            <a:avLst/>
          </a:prstGeom>
          <a:solidFill>
            <a:srgbClr val="2F5D5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360000" y="4140000"/>
            <a:ext cx="792000" cy="792000"/>
          </a:xfrm>
          <a:prstGeom prst="ellipse">
            <a:avLst/>
          </a:prstGeom>
          <a:solidFill>
            <a:srgbClr val="2F5D50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NEW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296000" y="4284000"/>
            <a:ext cx="1296000" cy="432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2F5D50"/>
            </a:solidFill>
          </a:ln>
          <a:effectLst/>
        </p:spPr>
        <p:txBody>
          <a:bodyPr rtlCol="0" anchor="ctr"/>
          <a:lstStyle/>
          <a:p>
            <a:pPr algn="ctr"/>
            <a:r>
              <a:rPr sz="1300" b="1">
                <a:solidFill>
                  <a:srgbClr val="2F5D50"/>
                </a:solidFill>
                <a:latin typeface="Arial"/>
              </a:rPr>
              <a:t>Key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000" y="5004000"/>
            <a:ext cx="54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F5D50"/>
                </a:solidFill>
                <a:latin typeface="Arial"/>
              </a:rPr>
              <a:t>④ 半高螢光條 / 粗色底線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8000" y="5508000"/>
            <a:ext cx="1044000" cy="151200"/>
          </a:xfrm>
          <a:prstGeom prst="roundRect">
            <a:avLst/>
          </a:prstGeom>
          <a:solidFill>
            <a:srgbClr val="FFD966">
              <a:alpha val="65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00000" y="5346000"/>
            <a:ext cx="2880000" cy="46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24483E"/>
                </a:solidFill>
                <a:latin typeface="Arial"/>
              </a:rPr>
              <a:t>▶ </a:t>
            </a:r>
            <a:r>
              <a:rPr sz="1800" b="1">
                <a:solidFill>
                  <a:srgbClr val="24483E"/>
                </a:solidFill>
                <a:latin typeface="Arial"/>
              </a:rPr>
              <a:t>雙管齊下 Dual track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72000" y="5382000"/>
            <a:ext cx="2736000" cy="46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3A3A3A"/>
                </a:solidFill>
                <a:latin typeface="Arial"/>
              </a:rPr>
              <a:t>Cycle time </a:t>
            </a:r>
            <a:r>
              <a:rPr sz="1600" b="1" u="heavy">
                <a:solidFill>
                  <a:srgbClr val="3A3A3A"/>
                </a:solidFill>
                <a:uFill>
                  <a:solidFill>
                    <a:srgbClr val="2F5D50"/>
                  </a:solidFill>
                </a:uFill>
                <a:latin typeface="Arial"/>
              </a:rPr>
              <a:t>−12%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32000" y="6263999"/>
            <a:ext cx="11304000" cy="0"/>
          </a:xfrm>
          <a:prstGeom prst="line">
            <a:avLst/>
          </a:prstGeom>
          <a:ln w="635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432000" y="6300000"/>
            <a:ext cx="11160000" cy="3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 baseline="30000">
                <a:solidFill>
                  <a:srgbClr val="8C8C8C"/>
                </a:solidFill>
                <a:latin typeface="Arial"/>
              </a:rPr>
              <a:t>1</a:t>
            </a:r>
            <a:r>
              <a:rPr sz="900" b="0">
                <a:solidFill>
                  <a:srgbClr val="8C8C8C"/>
                </a:solidFill>
                <a:latin typeface="Arial"/>
              </a:rPr>
              <a:t> Source: internal report; data as of 2026/09.   Note: </a:t>
            </a:r>
            <a:r>
              <a:rPr sz="900" b="0" baseline="30000">
                <a:solidFill>
                  <a:srgbClr val="8C8C8C"/>
                </a:solidFill>
                <a:latin typeface="Arial"/>
              </a:rPr>
              <a:t>*</a:t>
            </a:r>
            <a:r>
              <a:rPr sz="900" b="0">
                <a:solidFill>
                  <a:srgbClr val="8C8C8C"/>
                </a:solidFill>
                <a:latin typeface="Arial"/>
              </a:rPr>
              <a:t> preliminary.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2000" y="216000"/>
            <a:ext cx="1116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2F5D50"/>
                </a:solidFill>
                <a:latin typeface="Arial"/>
              </a:rPr>
              <a:t>PPT Template Style Kit — 墨綠筆記 Green 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32000" y="792000"/>
            <a:ext cx="11304000" cy="0"/>
          </a:xfrm>
          <a:prstGeom prst="line">
            <a:avLst/>
          </a:prstGeom>
          <a:ln w="19050">
            <a:solidFill>
              <a:srgbClr val="2F5D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432000" y="810000"/>
            <a:ext cx="1116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8C8C8C"/>
                </a:solidFill>
                <a:latin typeface="Arial"/>
              </a:rPr>
              <a:t>快速樣式 (常用 &gt; 繪圖 &gt; 快速樣式) 預覽：套用此色彩集後 7 欄 × 6 列的近似效果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04000" y="1026000"/>
            <a:ext cx="1332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8C8C8C"/>
                </a:solidFill>
                <a:latin typeface="Arial"/>
              </a:rPr>
              <a:t>Text1  #000000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80000" y="1026000"/>
            <a:ext cx="1332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8C8C8C"/>
                </a:solidFill>
                <a:latin typeface="Arial"/>
              </a:rPr>
              <a:t>Accent1  #2F5D50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56000" y="1026000"/>
            <a:ext cx="1332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8C8C8C"/>
                </a:solidFill>
                <a:latin typeface="Arial"/>
              </a:rPr>
              <a:t>Accent2  #C9A227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32000" y="1026000"/>
            <a:ext cx="1332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8C8C8C"/>
                </a:solidFill>
                <a:latin typeface="Arial"/>
              </a:rPr>
              <a:t>Accent3  #595959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08000" y="1026000"/>
            <a:ext cx="1332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8C8C8C"/>
                </a:solidFill>
                <a:latin typeface="Arial"/>
              </a:rPr>
              <a:t>Accent4  #829E96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84000" y="1026000"/>
            <a:ext cx="1332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8C8C8C"/>
                </a:solidFill>
                <a:latin typeface="Arial"/>
              </a:rPr>
              <a:t>Accent5  #24483E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60000" y="1026000"/>
            <a:ext cx="1332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8C8C8C"/>
                </a:solidFill>
                <a:latin typeface="Arial"/>
              </a:rPr>
              <a:t>Accent6  #DCC373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0000" y="1475999"/>
            <a:ext cx="108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95959"/>
                </a:solidFill>
                <a:latin typeface="Arial"/>
              </a:rPr>
              <a:t>外框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404000" y="1296000"/>
            <a:ext cx="1332000" cy="684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000000"/>
            </a:solidFill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000000"/>
                </a:solidFill>
                <a:latin typeface="Arial"/>
              </a:rPr>
              <a:t>Abc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880000" y="1296000"/>
            <a:ext cx="1332000" cy="684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2F5D50"/>
            </a:solidFill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2F5D50"/>
                </a:solidFill>
                <a:latin typeface="Arial"/>
              </a:rPr>
              <a:t>Abc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56000" y="1296000"/>
            <a:ext cx="1332000" cy="684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C9A227"/>
                </a:solidFill>
                <a:latin typeface="Arial"/>
              </a:rPr>
              <a:t>Abc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832000" y="1296000"/>
            <a:ext cx="1332000" cy="684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595959"/>
            </a:solidFill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595959"/>
                </a:solidFill>
                <a:latin typeface="Arial"/>
              </a:rPr>
              <a:t>Abc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08000" y="1296000"/>
            <a:ext cx="1332000" cy="684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829E96"/>
            </a:solidFill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829E96"/>
                </a:solidFill>
                <a:latin typeface="Arial"/>
              </a:rPr>
              <a:t>Abc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784000" y="1296000"/>
            <a:ext cx="1332000" cy="684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24483E"/>
            </a:solidFill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24483E"/>
                </a:solidFill>
                <a:latin typeface="Arial"/>
              </a:rPr>
              <a:t>Abc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260000" y="1296000"/>
            <a:ext cx="1332000" cy="684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DCC373"/>
            </a:solidFill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DCC373"/>
                </a:solidFill>
                <a:latin typeface="Arial"/>
              </a:rPr>
              <a:t>Abc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0000" y="2286000"/>
            <a:ext cx="108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95959"/>
                </a:solidFill>
                <a:latin typeface="Arial"/>
              </a:rPr>
              <a:t>實心+深框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404000" y="2106000"/>
            <a:ext cx="1332000" cy="684000"/>
          </a:xfrm>
          <a:prstGeom prst="roundRect">
            <a:avLst/>
          </a:prstGeom>
          <a:solidFill>
            <a:srgbClr val="000000"/>
          </a:solidFill>
          <a:ln w="15875">
            <a:solidFill>
              <a:srgbClr val="000000"/>
            </a:solidFill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Abc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880000" y="2106000"/>
            <a:ext cx="1332000" cy="684000"/>
          </a:xfrm>
          <a:prstGeom prst="roundRect">
            <a:avLst/>
          </a:prstGeom>
          <a:solidFill>
            <a:srgbClr val="2F5D50"/>
          </a:solidFill>
          <a:ln w="15875">
            <a:solidFill>
              <a:srgbClr val="182E28"/>
            </a:solidFill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Abc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356000" y="2106000"/>
            <a:ext cx="1332000" cy="684000"/>
          </a:xfrm>
          <a:prstGeom prst="roundRect">
            <a:avLst/>
          </a:prstGeom>
          <a:solidFill>
            <a:srgbClr val="C9A227"/>
          </a:solidFill>
          <a:ln w="15875">
            <a:solidFill>
              <a:srgbClr val="645114"/>
            </a:solidFill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Abc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832000" y="2106000"/>
            <a:ext cx="1332000" cy="684000"/>
          </a:xfrm>
          <a:prstGeom prst="roundRect">
            <a:avLst/>
          </a:prstGeom>
          <a:solidFill>
            <a:srgbClr val="595959"/>
          </a:solidFill>
          <a:ln w="15875">
            <a:solidFill>
              <a:srgbClr val="2C2C2C"/>
            </a:solidFill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Abc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08000" y="2106000"/>
            <a:ext cx="1332000" cy="684000"/>
          </a:xfrm>
          <a:prstGeom prst="roundRect">
            <a:avLst/>
          </a:prstGeom>
          <a:solidFill>
            <a:srgbClr val="829E96"/>
          </a:solidFill>
          <a:ln w="15875">
            <a:solidFill>
              <a:srgbClr val="414F4B"/>
            </a:solidFill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Abc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84000" y="2106000"/>
            <a:ext cx="1332000" cy="684000"/>
          </a:xfrm>
          <a:prstGeom prst="roundRect">
            <a:avLst/>
          </a:prstGeom>
          <a:solidFill>
            <a:srgbClr val="24483E"/>
          </a:solidFill>
          <a:ln w="15875">
            <a:solidFill>
              <a:srgbClr val="12241F"/>
            </a:solidFill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Abc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260000" y="2106000"/>
            <a:ext cx="1332000" cy="684000"/>
          </a:xfrm>
          <a:prstGeom prst="roundRect">
            <a:avLst/>
          </a:prstGeom>
          <a:solidFill>
            <a:srgbClr val="DCC373"/>
          </a:solidFill>
          <a:ln w="15875">
            <a:solidFill>
              <a:srgbClr val="6E623A"/>
            </a:solidFill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Abc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0000" y="3096000"/>
            <a:ext cx="108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95959"/>
                </a:solidFill>
                <a:latin typeface="Arial"/>
              </a:rPr>
              <a:t>實心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404000" y="2916000"/>
            <a:ext cx="1332000" cy="684000"/>
          </a:xfrm>
          <a:prstGeom prst="roundRect">
            <a:avLst/>
          </a:prstGeom>
          <a:solidFill>
            <a:srgbClr val="0000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Abc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880000" y="2916000"/>
            <a:ext cx="1332000" cy="684000"/>
          </a:xfrm>
          <a:prstGeom prst="roundRect">
            <a:avLst/>
          </a:prstGeom>
          <a:solidFill>
            <a:srgbClr val="2F5D50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Abc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356000" y="2916000"/>
            <a:ext cx="1332000" cy="684000"/>
          </a:xfrm>
          <a:prstGeom prst="roundRect">
            <a:avLst/>
          </a:prstGeom>
          <a:solidFill>
            <a:srgbClr val="C9A227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Abc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832000" y="2916000"/>
            <a:ext cx="1332000" cy="684000"/>
          </a:xfrm>
          <a:prstGeom prst="roundRect">
            <a:avLst/>
          </a:prstGeom>
          <a:solidFill>
            <a:srgbClr val="595959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Abc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308000" y="2916000"/>
            <a:ext cx="1332000" cy="684000"/>
          </a:xfrm>
          <a:prstGeom prst="roundRect">
            <a:avLst/>
          </a:prstGeom>
          <a:solidFill>
            <a:srgbClr val="829E9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Abc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784000" y="2916000"/>
            <a:ext cx="1332000" cy="684000"/>
          </a:xfrm>
          <a:prstGeom prst="roundRect">
            <a:avLst/>
          </a:prstGeom>
          <a:solidFill>
            <a:srgbClr val="24483E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Abc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0260000" y="2916000"/>
            <a:ext cx="1332000" cy="684000"/>
          </a:xfrm>
          <a:prstGeom prst="roundRect">
            <a:avLst/>
          </a:prstGeom>
          <a:solidFill>
            <a:srgbClr val="DCC373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Abc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0000" y="3906000"/>
            <a:ext cx="108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95959"/>
                </a:solidFill>
                <a:latin typeface="Arial"/>
              </a:rPr>
              <a:t>淺色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404000" y="3726000"/>
            <a:ext cx="1332000" cy="684000"/>
          </a:xfrm>
          <a:prstGeom prst="roundRect">
            <a:avLst/>
          </a:prstGeom>
          <a:solidFill>
            <a:srgbClr val="CCCCCC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000000"/>
                </a:solidFill>
                <a:latin typeface="Arial"/>
              </a:rPr>
              <a:t>Abc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2880000" y="3726000"/>
            <a:ext cx="1332000" cy="684000"/>
          </a:xfrm>
          <a:prstGeom prst="roundRect">
            <a:avLst/>
          </a:prstGeom>
          <a:solidFill>
            <a:srgbClr val="D5DFDC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182E28"/>
                </a:solidFill>
                <a:latin typeface="Arial"/>
              </a:rPr>
              <a:t>Abc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356000" y="3726000"/>
            <a:ext cx="1332000" cy="684000"/>
          </a:xfrm>
          <a:prstGeom prst="roundRect">
            <a:avLst/>
          </a:prstGeom>
          <a:solidFill>
            <a:srgbClr val="F4ECD4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645114"/>
                </a:solidFill>
                <a:latin typeface="Arial"/>
              </a:rPr>
              <a:t>Abc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832000" y="3726000"/>
            <a:ext cx="1332000" cy="684000"/>
          </a:xfrm>
          <a:prstGeom prst="roundRect">
            <a:avLst/>
          </a:prstGeom>
          <a:solidFill>
            <a:srgbClr val="DEDEDE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2C2C2C"/>
                </a:solidFill>
                <a:latin typeface="Arial"/>
              </a:rPr>
              <a:t>Abc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308000" y="3726000"/>
            <a:ext cx="1332000" cy="684000"/>
          </a:xfrm>
          <a:prstGeom prst="roundRect">
            <a:avLst/>
          </a:prstGeom>
          <a:solidFill>
            <a:srgbClr val="E6EC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414F4B"/>
                </a:solidFill>
                <a:latin typeface="Arial"/>
              </a:rPr>
              <a:t>Abc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784000" y="3726000"/>
            <a:ext cx="1332000" cy="684000"/>
          </a:xfrm>
          <a:prstGeom prst="roundRect">
            <a:avLst/>
          </a:prstGeom>
          <a:solidFill>
            <a:srgbClr val="D3DAD8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12241F"/>
                </a:solidFill>
                <a:latin typeface="Arial"/>
              </a:rPr>
              <a:t>Abc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10260000" y="3726000"/>
            <a:ext cx="1332000" cy="684000"/>
          </a:xfrm>
          <a:prstGeom prst="roundRect">
            <a:avLst/>
          </a:prstGeom>
          <a:solidFill>
            <a:srgbClr val="F8F3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6E623A"/>
                </a:solidFill>
                <a:latin typeface="Arial"/>
              </a:rPr>
              <a:t>Abc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60000" y="4716000"/>
            <a:ext cx="108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95959"/>
                </a:solidFill>
                <a:latin typeface="Arial"/>
              </a:rPr>
              <a:t>漸層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404000" y="4536000"/>
            <a:ext cx="1332000" cy="684000"/>
          </a:xfrm>
          <a:prstGeom prst="roundRect">
            <a:avLst/>
          </a:prstGeom>
          <a:gradFill rotWithShape="1">
            <a:gsLst>
              <a:gs pos="0">
                <a:srgbClr val="666666"/>
              </a:gs>
              <a:gs pos="100000">
                <a:srgbClr val="000000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Abc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880000" y="4536000"/>
            <a:ext cx="1332000" cy="684000"/>
          </a:xfrm>
          <a:prstGeom prst="roundRect">
            <a:avLst/>
          </a:prstGeom>
          <a:gradFill rotWithShape="1">
            <a:gsLst>
              <a:gs pos="0">
                <a:srgbClr val="829E96"/>
              </a:gs>
              <a:gs pos="100000">
                <a:srgbClr val="2F5D50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Abc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356000" y="4536000"/>
            <a:ext cx="1332000" cy="684000"/>
          </a:xfrm>
          <a:prstGeom prst="roundRect">
            <a:avLst/>
          </a:prstGeom>
          <a:gradFill rotWithShape="1">
            <a:gsLst>
              <a:gs pos="0">
                <a:srgbClr val="DFC77D"/>
              </a:gs>
              <a:gs pos="100000">
                <a:srgbClr val="C9A227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Abc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5832000" y="4536000"/>
            <a:ext cx="1332000" cy="684000"/>
          </a:xfrm>
          <a:prstGeom prst="roundRect">
            <a:avLst/>
          </a:prstGeom>
          <a:gradFill rotWithShape="1">
            <a:gsLst>
              <a:gs pos="0">
                <a:srgbClr val="9B9B9B"/>
              </a:gs>
              <a:gs pos="100000">
                <a:srgbClr val="595959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Abc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7308000" y="4536000"/>
            <a:ext cx="1332000" cy="684000"/>
          </a:xfrm>
          <a:prstGeom prst="roundRect">
            <a:avLst/>
          </a:prstGeom>
          <a:gradFill rotWithShape="1">
            <a:gsLst>
              <a:gs pos="0">
                <a:srgbClr val="B4C5C0"/>
              </a:gs>
              <a:gs pos="100000">
                <a:srgbClr val="829E96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Abc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784000" y="4536000"/>
            <a:ext cx="1332000" cy="684000"/>
          </a:xfrm>
          <a:prstGeom prst="roundRect">
            <a:avLst/>
          </a:prstGeom>
          <a:gradFill rotWithShape="1">
            <a:gsLst>
              <a:gs pos="0">
                <a:srgbClr val="7C918B"/>
              </a:gs>
              <a:gs pos="100000">
                <a:srgbClr val="24483E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Abc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0260000" y="4536000"/>
            <a:ext cx="1332000" cy="684000"/>
          </a:xfrm>
          <a:prstGeom prst="roundRect">
            <a:avLst/>
          </a:prstGeom>
          <a:gradFill rotWithShape="1">
            <a:gsLst>
              <a:gs pos="0">
                <a:srgbClr val="EADBAB"/>
              </a:gs>
              <a:gs pos="100000">
                <a:srgbClr val="DCC373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Abc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60000" y="5526000"/>
            <a:ext cx="108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95959"/>
                </a:solidFill>
                <a:latin typeface="Arial"/>
              </a:rPr>
              <a:t>陰影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1404000" y="5346000"/>
            <a:ext cx="1332000" cy="684000"/>
          </a:xfrm>
          <a:prstGeom prst="roundRect">
            <a:avLst/>
          </a:prstGeom>
          <a:solidFill>
            <a:srgbClr val="000000"/>
          </a:solidFill>
          <a:ln>
            <a:noFill/>
          </a:ln>
          <a:effectLst>
            <a:outerShdw blurRad="76200" dist="19050" dir="5400000" algn="t" rotWithShape="0">
              <a:srgbClr val="000000">
                <a:alpha val="18000"/>
              </a:srgbClr>
            </a:outerShdw>
          </a:effectLst>
        </p:spPr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Abc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2880000" y="5346000"/>
            <a:ext cx="1332000" cy="684000"/>
          </a:xfrm>
          <a:prstGeom prst="roundRect">
            <a:avLst/>
          </a:prstGeom>
          <a:solidFill>
            <a:srgbClr val="2F5D50"/>
          </a:solidFill>
          <a:ln>
            <a:noFill/>
          </a:ln>
          <a:effectLst>
            <a:outerShdw blurRad="76200" dist="19050" dir="5400000" algn="t" rotWithShape="0">
              <a:srgbClr val="000000">
                <a:alpha val="18000"/>
              </a:srgbClr>
            </a:outerShdw>
          </a:effectLst>
        </p:spPr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Abc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4356000" y="5346000"/>
            <a:ext cx="1332000" cy="684000"/>
          </a:xfrm>
          <a:prstGeom prst="roundRect">
            <a:avLst/>
          </a:prstGeom>
          <a:solidFill>
            <a:srgbClr val="C9A227"/>
          </a:solidFill>
          <a:ln>
            <a:noFill/>
          </a:ln>
          <a:effectLst>
            <a:outerShdw blurRad="76200" dist="19050" dir="5400000" algn="t" rotWithShape="0">
              <a:srgbClr val="000000">
                <a:alpha val="18000"/>
              </a:srgbClr>
            </a:outerShdw>
          </a:effectLst>
        </p:spPr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Abc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5832000" y="5346000"/>
            <a:ext cx="1332000" cy="684000"/>
          </a:xfrm>
          <a:prstGeom prst="roundRect">
            <a:avLst/>
          </a:prstGeom>
          <a:solidFill>
            <a:srgbClr val="595959"/>
          </a:solidFill>
          <a:ln>
            <a:noFill/>
          </a:ln>
          <a:effectLst>
            <a:outerShdw blurRad="76200" dist="19050" dir="5400000" algn="t" rotWithShape="0">
              <a:srgbClr val="000000">
                <a:alpha val="18000"/>
              </a:srgbClr>
            </a:outerShdw>
          </a:effectLst>
        </p:spPr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Abc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7308000" y="5346000"/>
            <a:ext cx="1332000" cy="684000"/>
          </a:xfrm>
          <a:prstGeom prst="roundRect">
            <a:avLst/>
          </a:prstGeom>
          <a:solidFill>
            <a:srgbClr val="829E96"/>
          </a:solidFill>
          <a:ln>
            <a:noFill/>
          </a:ln>
          <a:effectLst>
            <a:outerShdw blurRad="76200" dist="19050" dir="5400000" algn="t" rotWithShape="0">
              <a:srgbClr val="000000">
                <a:alpha val="18000"/>
              </a:srgbClr>
            </a:outerShdw>
          </a:effectLst>
        </p:spPr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Abc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8784000" y="5346000"/>
            <a:ext cx="1332000" cy="684000"/>
          </a:xfrm>
          <a:prstGeom prst="roundRect">
            <a:avLst/>
          </a:prstGeom>
          <a:solidFill>
            <a:srgbClr val="24483E"/>
          </a:solidFill>
          <a:ln>
            <a:noFill/>
          </a:ln>
          <a:effectLst>
            <a:outerShdw blurRad="76200" dist="19050" dir="5400000" algn="t" rotWithShape="0">
              <a:srgbClr val="000000">
                <a:alpha val="18000"/>
              </a:srgbClr>
            </a:outerShdw>
          </a:effectLst>
        </p:spPr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Abc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10260000" y="5346000"/>
            <a:ext cx="1332000" cy="684000"/>
          </a:xfrm>
          <a:prstGeom prst="roundRect">
            <a:avLst/>
          </a:prstGeom>
          <a:solidFill>
            <a:srgbClr val="DCC373"/>
          </a:solidFill>
          <a:ln>
            <a:noFill/>
          </a:ln>
          <a:effectLst>
            <a:outerShdw blurRad="76200" dist="19050" dir="5400000" algn="t" rotWithShape="0">
              <a:srgbClr val="000000">
                <a:alpha val="18000"/>
              </a:srgbClr>
            </a:outerShdw>
          </a:effectLst>
        </p:spPr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Abc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440000" y="6336000"/>
            <a:ext cx="10440000" cy="32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595959"/>
                </a:solidFill>
                <a:latin typeface="Arial"/>
              </a:rPr>
              <a:t>螢光筆 </a:t>
            </a:r>
            <a:r>
              <a:rPr sz="1000" b="0">
                <a:solidFill>
                  <a:srgbClr val="3A3A3A"/>
                </a:solidFill>
                <a:highlight>
                  <a:srgbClr val="E2E8E6"/>
                </a:highlight>
                <a:latin typeface="Arial"/>
              </a:rPr>
              <a:t> H1 #E2E8E6 </a:t>
            </a:r>
            <a:r>
              <a:rPr sz="1000" b="0">
                <a:solidFill>
                  <a:srgbClr val="3A3A3A"/>
                </a:solidFill>
                <a:latin typeface="Arial"/>
              </a:rPr>
              <a:t>  </a:t>
            </a:r>
            <a:r>
              <a:rPr sz="1000" b="0">
                <a:solidFill>
                  <a:srgbClr val="3A3A3A"/>
                </a:solidFill>
                <a:highlight>
                  <a:srgbClr val="F0F4F3"/>
                </a:highlight>
                <a:latin typeface="Arial"/>
              </a:rPr>
              <a:t> H2 #F0F4F3 </a:t>
            </a:r>
            <a:r>
              <a:rPr sz="1000" b="0">
                <a:solidFill>
                  <a:srgbClr val="3A3A3A"/>
                </a:solidFill>
                <a:latin typeface="Arial"/>
              </a:rPr>
              <a:t>  </a:t>
            </a:r>
            <a:r>
              <a:rPr sz="1000" b="0">
                <a:solidFill>
                  <a:srgbClr val="3A3A3A"/>
                </a:solidFill>
                <a:highlight>
                  <a:srgbClr val="F5EED8"/>
                </a:highlight>
                <a:latin typeface="Arial"/>
              </a:rPr>
              <a:t> H3 #F5EED8 </a:t>
            </a:r>
            <a:r>
              <a:rPr sz="1000" b="0">
                <a:solidFill>
                  <a:srgbClr val="3A3A3A"/>
                </a:solidFill>
                <a:latin typeface="Arial"/>
              </a:rPr>
              <a:t>  </a:t>
            </a:r>
            <a:r>
              <a:rPr sz="1000" b="0">
                <a:solidFill>
                  <a:srgbClr val="3A3A3A"/>
                </a:solidFill>
                <a:highlight>
                  <a:srgbClr val="FAF6E9"/>
                </a:highlight>
                <a:latin typeface="Arial"/>
              </a:rPr>
              <a:t> H4 #FAF6E9 </a:t>
            </a:r>
            <a:r>
              <a:rPr sz="1000" b="0">
                <a:solidFill>
                  <a:srgbClr val="3A3A3A"/>
                </a:solidFill>
                <a:latin typeface="Arial"/>
              </a:rPr>
              <a:t>  </a:t>
            </a:r>
            <a:r>
              <a:rPr sz="1000" b="0">
                <a:solidFill>
                  <a:srgbClr val="3A3A3A"/>
                </a:solidFill>
                <a:highlight>
                  <a:srgbClr val="E5E9E8"/>
                </a:highlight>
                <a:latin typeface="Arial"/>
              </a:rPr>
              <a:t> H5 #E5E9E8 </a:t>
            </a:r>
            <a:r>
              <a:rPr sz="1000" b="0">
                <a:solidFill>
                  <a:srgbClr val="3A3A3A"/>
                </a:solidFill>
                <a:latin typeface="Arial"/>
              </a:rPr>
              <a:t>  </a:t>
            </a:r>
            <a:r>
              <a:rPr sz="1000" b="0">
                <a:solidFill>
                  <a:srgbClr val="3A3A3A"/>
                </a:solidFill>
                <a:highlight>
                  <a:srgbClr val="EDEDED"/>
                </a:highlight>
                <a:latin typeface="Arial"/>
              </a:rPr>
              <a:t> H6 #EDEDED </a:t>
            </a:r>
            <a:r>
              <a:rPr sz="1000" b="0">
                <a:solidFill>
                  <a:srgbClr val="3A3A3A"/>
                </a:solidFill>
                <a:latin typeface="Arial"/>
              </a:rPr>
              <a:t>  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PT Template Style Kit - 墨綠筆記">
  <a:themeElements>
    <a:clrScheme name="PPT Template Style Kit - 墨綠筆記">
      <a:dk1>
        <a:srgbClr val="000000"/>
      </a:dk1>
      <a:lt1>
        <a:srgbClr val="FFFFFF"/>
      </a:lt1>
      <a:dk2>
        <a:srgbClr val="24483E"/>
      </a:dk2>
      <a:lt2>
        <a:srgbClr val="F2F2F2"/>
      </a:lt2>
      <a:accent1>
        <a:srgbClr val="2F5D50"/>
      </a:accent1>
      <a:accent2>
        <a:srgbClr val="C9A227"/>
      </a:accent2>
      <a:accent3>
        <a:srgbClr val="595959"/>
      </a:accent3>
      <a:accent4>
        <a:srgbClr val="829E96"/>
      </a:accent4>
      <a:accent5>
        <a:srgbClr val="24483E"/>
      </a:accent5>
      <a:accent6>
        <a:srgbClr val="DCC373"/>
      </a:accent6>
      <a:hlink>
        <a:srgbClr val="C9A227"/>
      </a:hlink>
      <a:folHlink>
        <a:srgbClr val="8C8C8C"/>
      </a:folHlink>
    </a:clrScheme>
    <a:fontScheme name="PPT Template Style Kit - 墨綠筆記">
      <a:majorFont>
        <a:latin typeface="Arial"/>
        <a:ea typeface="微軟正黑體"/>
        <a:cs typeface=""/>
        <a:font script="Jpan" typeface="ＭＳ Ｐゴシック"/>
        <a:font script="Hang" typeface="맑은 고딕"/>
        <a:font script="Hans" typeface="宋体"/>
        <a:font script="Hant" typeface="微軟正黑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微軟正黑體"/>
        <a:cs typeface=""/>
        <a:font script="Jpan" typeface="ＭＳ Ｐゴシック"/>
        <a:font script="Hang" typeface="맑은 고딕"/>
        <a:font script="Hans" typeface="宋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PPT Template Style Kit">
      <a:fillStyleLst>
        <a:solidFill>
          <a:schemeClr val="phClr"/>
        </a:solidFill>
        <a:gradFill rotWithShape="1">
          <a:gsLst>
            <a:gs pos="0">
              <a:schemeClr val="phClr">
                <a:lumMod val="60000"/>
                <a:lumOff val="40000"/>
              </a:schemeClr>
            </a:gs>
            <a:gs pos="100000">
              <a:schemeClr val="phClr"/>
            </a:gs>
          </a:gsLst>
          <a:lin ang="5400000" scaled="0"/>
        </a:gradFill>
        <a:gradFill rotWithShape="1">
          <a:gsLst>
            <a:gs pos="0">
              <a:schemeClr val="phClr">
                <a:lumMod val="20000"/>
                <a:lumOff val="80000"/>
              </a:schemeClr>
            </a:gs>
            <a:gs pos="100000">
              <a:schemeClr val="phClr">
                <a:lumMod val="40000"/>
                <a:lumOff val="6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76200" dist="19050" dir="5400000" algn="t" rotWithShape="0">
              <a:srgbClr val="000000">
                <a:alpha val="18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solidFill>
          <a:schemeClr val="phClr">
            <a:shade val="90000"/>
          </a:schemeClr>
        </a:soli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