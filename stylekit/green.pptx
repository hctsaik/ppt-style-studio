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墨綠筆記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 Notes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F5D50"/>
                </a:solidFill>
                <a:latin typeface="Arial"/>
              </a:rPr>
              <a:t>PPT Template Style Kit — 墨綠筆記 Green 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5D50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2E8E6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#E2E8E6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0F4F3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#F0F4F3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5EED8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#F5EED8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AF6E9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#FAF6E9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5E9E8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#E5E9E8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5D50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2F5D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5D5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F5D50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2E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4483E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5EED8"/>
          </a:solidFill>
          <a:ln w="952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977A1D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F5D50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2F5D50"/>
                </a:solidFill>
                <a:latin typeface="Arial"/>
              </a:rPr>
              <a:t> → </a:t>
            </a:r>
            <a:r>
              <a:rPr sz="1400" b="1">
                <a:solidFill>
                  <a:srgbClr val="2F5D50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2F5D50"/>
                </a:solidFill>
                <a:latin typeface="Arial"/>
              </a:rPr>
              <a:t>-18</a:t>
            </a:r>
            <a:r>
              <a:rPr sz="1600" b="1">
                <a:solidFill>
                  <a:srgbClr val="2F5D50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2F5D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2F5D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5D50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2F5D50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D50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4483E"/>
                </a:solidFill>
                <a:latin typeface="Arial"/>
              </a:rPr>
              <a:t>▶ </a:t>
            </a:r>
            <a:r>
              <a:rPr sz="1800" b="1">
                <a:solidFill>
                  <a:srgbClr val="24483E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2F5D50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F5D50"/>
                </a:solidFill>
                <a:latin typeface="Arial"/>
              </a:rPr>
              <a:t>PPT Template Style Kit — 墨綠筆記 Green 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2F5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#2F5D50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#C9A227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#829E96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#24483E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#DCC373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5D5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F5D50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C9A227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29E9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829E96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4483E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4483E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C373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DCC373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2F5D50"/>
          </a:solidFill>
          <a:ln w="15875">
            <a:solidFill>
              <a:srgbClr val="182E28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C9A227"/>
          </a:solidFill>
          <a:ln w="15875">
            <a:solidFill>
              <a:srgbClr val="645114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829E96"/>
          </a:solidFill>
          <a:ln w="15875">
            <a:solidFill>
              <a:srgbClr val="414F4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24483E"/>
          </a:solidFill>
          <a:ln w="15875">
            <a:solidFill>
              <a:srgbClr val="12241F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DCC373"/>
          </a:solidFill>
          <a:ln w="15875">
            <a:solidFill>
              <a:srgbClr val="6E623A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2F5D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829E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2448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DCC37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D5DF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82E28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F4ECD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45114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6EC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414F4B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3DA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12241F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8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E623A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829E96"/>
              </a:gs>
              <a:gs pos="100000">
                <a:srgbClr val="2F5D5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DFC77D"/>
              </a:gs>
              <a:gs pos="100000">
                <a:srgbClr val="C9A227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B4C5C0"/>
              </a:gs>
              <a:gs pos="100000">
                <a:srgbClr val="829E96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7C918B"/>
              </a:gs>
              <a:gs pos="100000">
                <a:srgbClr val="24483E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ADBAB"/>
              </a:gs>
              <a:gs pos="100000">
                <a:srgbClr val="DCC373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2F5D5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829E96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24483E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DCC373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2E8E6"/>
                </a:highlight>
                <a:latin typeface="Arial"/>
              </a:rPr>
              <a:t> H1 #E2E8E6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0F4F3"/>
                </a:highlight>
                <a:latin typeface="Arial"/>
              </a:rPr>
              <a:t> H2 #F0F4F3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5EED8"/>
                </a:highlight>
                <a:latin typeface="Arial"/>
              </a:rPr>
              <a:t> H3 #F5EED8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AF6E9"/>
                </a:highlight>
                <a:latin typeface="Arial"/>
              </a:rPr>
              <a:t> H4 #FAF6E9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5E9E8"/>
                </a:highlight>
                <a:latin typeface="Arial"/>
              </a:rPr>
              <a:t> H5 #E5E9E8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墨綠筆記">
  <a:themeElements>
    <a:clrScheme name="PPT Template Style Kit - 墨綠筆記">
      <a:dk1>
        <a:srgbClr val="000000"/>
      </a:dk1>
      <a:lt1>
        <a:srgbClr val="FFFFFF"/>
      </a:lt1>
      <a:dk2>
        <a:srgbClr val="24483E"/>
      </a:dk2>
      <a:lt2>
        <a:srgbClr val="F2F2F2"/>
      </a:lt2>
      <a:accent1>
        <a:srgbClr val="2F5D50"/>
      </a:accent1>
      <a:accent2>
        <a:srgbClr val="C9A227"/>
      </a:accent2>
      <a:accent3>
        <a:srgbClr val="595959"/>
      </a:accent3>
      <a:accent4>
        <a:srgbClr val="829E96"/>
      </a:accent4>
      <a:accent5>
        <a:srgbClr val="24483E"/>
      </a:accent5>
      <a:accent6>
        <a:srgbClr val="DCC373"/>
      </a:accent6>
      <a:hlink>
        <a:srgbClr val="C9A227"/>
      </a:hlink>
      <a:folHlink>
        <a:srgbClr val="8C8C8C"/>
      </a:folHlink>
    </a:clrScheme>
    <a:fontScheme name="PPT Template Style Kit - 墨綠筆記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