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炭灰橘點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Charcoal Dot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A3A3A"/>
                </a:solidFill>
                <a:latin typeface="Arial"/>
              </a:rPr>
              <a:t>PPT Template Style Kit — 炭灰橘點 Charcoal Dot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A3A3A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3E3E3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#E3E3E3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1F1F1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#F1F1F1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FCE8D9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#FCE8D9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EF2EA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#FEF2EA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6E6E6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#E6E6E6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A3A3A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B2B2B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FCE8D9"/>
          </a:solidFill>
          <a:ln w="9525">
            <a:solidFill>
              <a:srgbClr val="F07F2D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B45F22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A3A3A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3A3A3A"/>
                </a:solidFill>
                <a:latin typeface="Arial"/>
              </a:rPr>
              <a:t> → </a:t>
            </a:r>
            <a:r>
              <a:rPr sz="1400" b="1">
                <a:solidFill>
                  <a:srgbClr val="3A3A3A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3A3A3A"/>
                </a:solidFill>
                <a:latin typeface="Arial"/>
              </a:rPr>
              <a:t>-18</a:t>
            </a:r>
            <a:r>
              <a:rPr sz="1600" b="1">
                <a:solidFill>
                  <a:srgbClr val="3A3A3A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A3A3A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B2B2B"/>
                </a:solidFill>
                <a:latin typeface="Arial"/>
              </a:rPr>
              <a:t>▶ </a:t>
            </a:r>
            <a:r>
              <a:rPr sz="1800" b="1">
                <a:solidFill>
                  <a:srgbClr val="2B2B2B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3A3A3A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A3A3A"/>
                </a:solidFill>
                <a:latin typeface="Arial"/>
              </a:rPr>
              <a:t>PPT Template Style Kit — 炭灰橘點 Charcoal Dot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#3A3A3A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#F07F2D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#898989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#2B2B2B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#F5AC76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A3A3A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07F2D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07F2D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9898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898989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B2B2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AC7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5AC76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3A3A3A"/>
          </a:solidFill>
          <a:ln w="15875">
            <a:solidFill>
              <a:srgbClr val="1D1D1D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F07F2D"/>
          </a:solidFill>
          <a:ln w="15875">
            <a:solidFill>
              <a:srgbClr val="78401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898989"/>
          </a:solidFill>
          <a:ln w="15875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2B2B2B"/>
          </a:solidFill>
          <a:ln w="15875">
            <a:solidFill>
              <a:srgbClr val="16161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F5AC76"/>
          </a:solidFill>
          <a:ln w="15875">
            <a:solidFill>
              <a:srgbClr val="7A563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F07F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8989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F5AC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D8D8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D1D1D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FCE5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84016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44444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5D5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61616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FDEE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A563B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898989"/>
              </a:gs>
              <a:gs pos="100000">
                <a:srgbClr val="3A3A3A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F6B281"/>
              </a:gs>
              <a:gs pos="100000">
                <a:srgbClr val="F07F2D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B8B8B8"/>
              </a:gs>
              <a:gs pos="100000">
                <a:srgbClr val="89898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808080"/>
              </a:gs>
              <a:gs pos="100000">
                <a:srgbClr val="2B2B2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F9CDAD"/>
              </a:gs>
              <a:gs pos="100000">
                <a:srgbClr val="F5AC76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3A3A3A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F07F2D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89898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F5AC76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3E3E3"/>
                </a:highlight>
                <a:latin typeface="Arial"/>
              </a:rPr>
              <a:t> H1 #E3E3E3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1F1F1"/>
                </a:highlight>
                <a:latin typeface="Arial"/>
              </a:rPr>
              <a:t> H2 #F1F1F1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CE8D9"/>
                </a:highlight>
                <a:latin typeface="Arial"/>
              </a:rPr>
              <a:t> H3 #FCE8D9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EF2EA"/>
                </a:highlight>
                <a:latin typeface="Arial"/>
              </a:rPr>
              <a:t> H4 #FEF2EA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6E6E6"/>
                </a:highlight>
                <a:latin typeface="Arial"/>
              </a:rPr>
              <a:t> H5 #E6E6E6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炭灰橘點">
  <a:themeElements>
    <a:clrScheme name="PPT Template Style Kit - 炭灰橘點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3A3A3A"/>
      </a:accent1>
      <a:accent2>
        <a:srgbClr val="F07F2D"/>
      </a:accent2>
      <a:accent3>
        <a:srgbClr val="595959"/>
      </a:accent3>
      <a:accent4>
        <a:srgbClr val="898989"/>
      </a:accent4>
      <a:accent5>
        <a:srgbClr val="2B2B2B"/>
      </a:accent5>
      <a:accent6>
        <a:srgbClr val="F5AC76"/>
      </a:accent6>
      <a:hlink>
        <a:srgbClr val="F07F2D"/>
      </a:hlink>
      <a:folHlink>
        <a:srgbClr val="8C8C8C"/>
      </a:folHlink>
    </a:clrScheme>
    <a:fontScheme name="PPT Template Style Kit - 炭灰橘點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