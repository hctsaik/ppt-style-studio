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極簡線框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Hairline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5BD5"/>
                </a:solidFill>
                <a:latin typeface="Arial"/>
              </a:rPr>
              <a:t>PPT Template Style Kit — 極簡線框 Hairline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4F5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5BD5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6E8F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#E6E8F9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3F4F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#F3F4FC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9E0D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#F9E0DC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CEEE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#FCEEEC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6E6E6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#E6E6E6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5BD5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4F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5BD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4F5BD5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6E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9E0DC"/>
          </a:solidFill>
          <a:ln w="9525">
            <a:solidFill>
              <a:srgbClr val="E0533D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A83E2E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5BD5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4F5BD5"/>
                </a:solidFill>
                <a:latin typeface="Arial"/>
              </a:rPr>
              <a:t> → </a:t>
            </a:r>
            <a:r>
              <a:rPr sz="1400" b="1">
                <a:solidFill>
                  <a:srgbClr val="4F5BD5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4F5BD5"/>
                </a:solidFill>
                <a:latin typeface="Arial"/>
              </a:rPr>
              <a:t>-18</a:t>
            </a:r>
            <a:r>
              <a:rPr sz="1600" b="1">
                <a:solidFill>
                  <a:srgbClr val="4F5BD5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4F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4F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5BD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4F5BD5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5BD5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2B2B"/>
                </a:solidFill>
                <a:latin typeface="Arial"/>
              </a:rPr>
              <a:t>▶ </a:t>
            </a:r>
            <a:r>
              <a:rPr sz="1800" b="1">
                <a:solidFill>
                  <a:srgbClr val="2B2B2B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4F5BD5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F5BD5"/>
                </a:solidFill>
                <a:latin typeface="Arial"/>
              </a:rPr>
              <a:t>PPT Template Style Kit — 極簡線框 Hairline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4F5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#4F5BD5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#E0533D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#959DE6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#2B2B2B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#EB8F81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5BD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F5BD5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533D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E0533D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59DE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959DE6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B2B2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B2B2B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8F8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EB8F81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4F5BD5"/>
          </a:solidFill>
          <a:ln w="15875">
            <a:solidFill>
              <a:srgbClr val="282E6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E0533D"/>
          </a:solidFill>
          <a:ln w="15875">
            <a:solidFill>
              <a:srgbClr val="702A1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959DE6"/>
          </a:solidFill>
          <a:ln w="15875">
            <a:solidFill>
              <a:srgbClr val="4A4E73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B2B2B"/>
          </a:solidFill>
          <a:ln w="15875">
            <a:solidFill>
              <a:srgbClr val="16161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EB8F81"/>
          </a:solidFill>
          <a:ln w="15875">
            <a:solidFill>
              <a:srgbClr val="76484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4F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E05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959D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EB8F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CDE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82E6A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9DD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02A1E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AEB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A4E73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5D5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61616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BE9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64840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59DE6"/>
              </a:gs>
              <a:gs pos="100000">
                <a:srgbClr val="4F5BD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C988B"/>
              </a:gs>
              <a:gs pos="100000">
                <a:srgbClr val="E0533D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FC4F0"/>
              </a:gs>
              <a:gs pos="100000">
                <a:srgbClr val="959DE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08080"/>
              </a:gs>
              <a:gs pos="100000">
                <a:srgbClr val="2B2B2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3BCB3"/>
              </a:gs>
              <a:gs pos="100000">
                <a:srgbClr val="EB8F8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4F5BD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E0533D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959DE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EB8F8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6E8F9"/>
                </a:highlight>
                <a:latin typeface="Arial"/>
              </a:rPr>
              <a:t> H1 #E6E8F9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3F4FC"/>
                </a:highlight>
                <a:latin typeface="Arial"/>
              </a:rPr>
              <a:t> H2 #F3F4FC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9E0DC"/>
                </a:highlight>
                <a:latin typeface="Arial"/>
              </a:rPr>
              <a:t> H3 #F9E0DC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CEEEC"/>
                </a:highlight>
                <a:latin typeface="Arial"/>
              </a:rPr>
              <a:t> H4 #FCEEEC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6E6E6"/>
                </a:highlight>
                <a:latin typeface="Arial"/>
              </a:rPr>
              <a:t> H5 #E6E6E6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極簡線框">
  <a:themeElements>
    <a:clrScheme name="PPT Template Style Kit - 極簡線框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4F5BD5"/>
      </a:accent1>
      <a:accent2>
        <a:srgbClr val="E0533D"/>
      </a:accent2>
      <a:accent3>
        <a:srgbClr val="595959"/>
      </a:accent3>
      <a:accent4>
        <a:srgbClr val="959DE6"/>
      </a:accent4>
      <a:accent5>
        <a:srgbClr val="2B2B2B"/>
      </a:accent5>
      <a:accent6>
        <a:srgbClr val="EB8F81"/>
      </a:accent6>
      <a:hlink>
        <a:srgbClr val="E0533D"/>
      </a:hlink>
      <a:folHlink>
        <a:srgbClr val="8C8C8C"/>
      </a:folHlink>
    </a:clrScheme>
    <a:fontScheme name="PPT Template Style Kit - 極簡線框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