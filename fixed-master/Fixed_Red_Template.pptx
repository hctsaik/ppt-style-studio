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927f665f94d17" /><Relationship Type="http://schemas.openxmlformats.org/officeDocument/2006/relationships/extended-properties" Target="/docProps/app.xml" Id="Rd5d54addc4cf4cef" /><Relationship Type="http://schemas.openxmlformats.org/officeDocument/2006/relationships/officeDocument" Target="/ppt/presentation.xml" Id="R8c5be896e3e14d77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b6737fd26d9b48db"/>
  </p:sldMasterIdLst>
  <p:notesMasterIdLst>
    <p:notesMasterId xmlns:r="http://schemas.openxmlformats.org/officeDocument/2006/relationships" r:id="Rbd93e97494764f66"/>
  </p:notesMasterIdLst>
  <p:sldIdLst>
    <p:sldId xmlns:r="http://schemas.openxmlformats.org/officeDocument/2006/relationships" id="256" r:id="Rbbb39bd5704c4961"/>
    <p:sldId xmlns:r="http://schemas.openxmlformats.org/officeDocument/2006/relationships" id="257" r:id="Re12590bd29d746d8"/>
    <p:sldId xmlns:r="http://schemas.openxmlformats.org/officeDocument/2006/relationships" id="258" r:id="R1b0b253f3132459a"/>
    <p:sldId xmlns:ns1="http://schemas.openxmlformats.org/officeDocument/2006/relationships" id="259" ns1:id="rIdCompactSlide4"/>
  </p:sldIdLst>
  <p:sldSz cx="12192000" cy="6858000"/>
  <p:notesSz cx="6858000" cy="9144000"/>
  <p:defaultTextStyle>
    <ns0:lvl1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1pPr>
    <ns0:lvl2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2pPr>
    <ns0:lvl3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3pPr>
    <ns0:lvl4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4pPr>
    <ns0:lvl5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5pPr>
    <ns0:lvl6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6pPr>
    <ns0:lvl7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7pPr>
    <ns0:lvl8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8pPr>
    <ns0:lvl9pPr xmlns:ns0="http://schemas.openxmlformats.org/drawingml/2006/main" marL="0" indent="0" algn="l" defTabSz="914400" rtl="0" eaLnBrk="1" latinLnBrk="0" hangingPunct="1">
      <ns0:lnSpc>
        <ns0:spcPct val="110000"/>
      </ns0:lnSpc>
      <ns0:spcBef>
        <ns0:spcPts val="0"/>
      </ns0:spcBef>
      <ns0:spcAft>
        <ns0:spcPts val="0"/>
      </ns0:spcAft>
      <ns0:buNone/>
      <ns0:defRPr sz="1800" b="0" lang="zh-TW" altLang="en-US">
        <ns0:solidFill>
          <ns0:srgbClr val="000000"/>
        </ns0:solidFill>
        <ns0:latin typeface="微軟正黑體"/>
        <ns0:ea typeface="微軟正黑體"/>
        <ns0:cs typeface="微軟正黑體"/>
      </ns0:defRPr>
    </ns0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6ee84342bbe440c4"/><Relationship Type="http://schemas.openxmlformats.org/officeDocument/2006/relationships/slideMaster" Target="/ppt/slideMasters/slideMaster1.xml" Id="Rb6737fd26d9b48db"/><Relationship Type="http://schemas.openxmlformats.org/officeDocument/2006/relationships/notesMaster" Target="/ppt/notesMasters/notesMaster1.xml" Id="Rbd93e97494764f66"/><Relationship Type="http://schemas.openxmlformats.org/officeDocument/2006/relationships/presProps" Target="/ppt/presProps.xml" Id="R39f59be18c90446b"/><Relationship Type="http://schemas.openxmlformats.org/officeDocument/2006/relationships/viewProps" Target="/ppt/viewProps.xml" Id="R5c8a538281474391"/><Relationship Type="http://schemas.openxmlformats.org/officeDocument/2006/relationships/tableStyles" Target="/ppt/tableStyles.xml" Id="Ra30c0bdac0d74a6e"/><Relationship Type="http://schemas.openxmlformats.org/officeDocument/2006/relationships/slide" Target="/ppt/slides/slide1.xml" Id="Rbbb39bd5704c4961"/><Relationship Type="http://schemas.openxmlformats.org/officeDocument/2006/relationships/slide" Target="/ppt/slides/slide2.xml" Id="Re12590bd29d746d8"/><Relationship Type="http://schemas.openxmlformats.org/officeDocument/2006/relationships/slide" Target="/ppt/slides/slide3.xml" Id="R1b0b253f3132459a"/><Relationship Id="rIdCompactSlide4" Type="http://schemas.openxmlformats.org/officeDocument/2006/relationships/slide" Target="slides/slide4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d527c2d5348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軟正黑體"/>
        <a:ea typeface="微軟正黑體"/>
        <a:cs typeface="微軟正黑體"/>
        <a:font script="Jpan" typeface="微軟正黑體"/>
        <a:font script="Hang" typeface="微軟正黑體"/>
        <a:font script="Hans" typeface="微軟正黑體"/>
        <a:font script="Hant" typeface="微軟正黑體"/>
        <a:font script="Arab" typeface="微軟正黑體"/>
        <a:font script="Hebr" typeface="微軟正黑體"/>
        <a:font script="Thai" typeface="微軟正黑體"/>
        <a:font script="Ethi" typeface="微軟正黑體"/>
        <a:font script="Beng" typeface="微軟正黑體"/>
        <a:font script="Gujr" typeface="微軟正黑體"/>
        <a:font script="Khmr" typeface="微軟正黑體"/>
        <a:font script="Knda" typeface="微軟正黑體"/>
        <a:font script="Guru" typeface="微軟正黑體"/>
        <a:font script="Cans" typeface="微軟正黑體"/>
        <a:font script="Cher" typeface="微軟正黑體"/>
        <a:font script="Yiii" typeface="微軟正黑體"/>
        <a:font script="Tibt" typeface="微軟正黑體"/>
        <a:font script="Thaa" typeface="微軟正黑體"/>
        <a:font script="Deva" typeface="微軟正黑體"/>
        <a:font script="Telu" typeface="微軟正黑體"/>
        <a:font script="Taml" typeface="微軟正黑體"/>
        <a:font script="Syrc" typeface="微軟正黑體"/>
        <a:font script="Orya" typeface="微軟正黑體"/>
        <a:font script="Mlym" typeface="微軟正黑體"/>
        <a:font script="Laoo" typeface="微軟正黑體"/>
        <a:font script="Sinh" typeface="微軟正黑體"/>
        <a:font script="Mong" typeface="微軟正黑體"/>
        <a:font script="Viet" typeface="微軟正黑體"/>
        <a:font script="Uigh" typeface="微軟正黑體"/>
        <a:font script="Geor" typeface="微軟正黑體"/>
        <a:font script="Armn" typeface="微軟正黑體"/>
        <a:font script="Bugi" typeface="微軟正黑體"/>
        <a:font script="Bopo" typeface="微軟正黑體"/>
        <a:font script="Java" typeface="微軟正黑體"/>
        <a:font script="Lisu" typeface="微軟正黑體"/>
        <a:font script="Mymr" typeface="微軟正黑體"/>
        <a:font script="Nkoo" typeface="微軟正黑體"/>
        <a:font script="Olck" typeface="微軟正黑體"/>
        <a:font script="Osma" typeface="微軟正黑體"/>
        <a:font script="Phag" typeface="微軟正黑體"/>
        <a:font script="Syrn" typeface="微軟正黑體"/>
        <a:font script="Syrj" typeface="微軟正黑體"/>
        <a:font script="Syre" typeface="微軟正黑體"/>
        <a:font script="Sora" typeface="微軟正黑體"/>
        <a:font script="Tale" typeface="微軟正黑體"/>
        <a:font script="Talu" typeface="微軟正黑體"/>
        <a:font script="Tfng" typeface="微軟正黑體"/>
      </a:majorFont>
      <a:minorFont>
        <a:latin typeface="微軟正黑體"/>
        <a:ea typeface="微軟正黑體"/>
        <a:cs typeface="微軟正黑體"/>
        <a:font script="Jpan" typeface="微軟正黑體"/>
        <a:font script="Hang" typeface="微軟正黑體"/>
        <a:font script="Hans" typeface="微軟正黑體"/>
        <a:font script="Hant" typeface="微軟正黑體"/>
        <a:font script="Arab" typeface="微軟正黑體"/>
        <a:font script="Hebr" typeface="微軟正黑體"/>
        <a:font script="Thai" typeface="微軟正黑體"/>
        <a:font script="Ethi" typeface="微軟正黑體"/>
        <a:font script="Beng" typeface="微軟正黑體"/>
        <a:font script="Gujr" typeface="微軟正黑體"/>
        <a:font script="Khmr" typeface="微軟正黑體"/>
        <a:font script="Knda" typeface="微軟正黑體"/>
        <a:font script="Guru" typeface="微軟正黑體"/>
        <a:font script="Cans" typeface="微軟正黑體"/>
        <a:font script="Cher" typeface="微軟正黑體"/>
        <a:font script="Yiii" typeface="微軟正黑體"/>
        <a:font script="Tibt" typeface="微軟正黑體"/>
        <a:font script="Thaa" typeface="微軟正黑體"/>
        <a:font script="Deva" typeface="微軟正黑體"/>
        <a:font script="Telu" typeface="微軟正黑體"/>
        <a:font script="Taml" typeface="微軟正黑體"/>
        <a:font script="Syrc" typeface="微軟正黑體"/>
        <a:font script="Orya" typeface="微軟正黑體"/>
        <a:font script="Mlym" typeface="微軟正黑體"/>
        <a:font script="Laoo" typeface="微軟正黑體"/>
        <a:font script="Sinh" typeface="微軟正黑體"/>
        <a:font script="Mong" typeface="微軟正黑體"/>
        <a:font script="Viet" typeface="微軟正黑體"/>
        <a:font script="Uigh" typeface="微軟正黑體"/>
        <a:font script="Geor" typeface="微軟正黑體"/>
        <a:font script="Armn" typeface="微軟正黑體"/>
        <a:font script="Bugi" typeface="微軟正黑體"/>
        <a:font script="Bopo" typeface="微軟正黑體"/>
        <a:font script="Java" typeface="微軟正黑體"/>
        <a:font script="Lisu" typeface="微軟正黑體"/>
        <a:font script="Mymr" typeface="微軟正黑體"/>
        <a:font script="Nkoo" typeface="微軟正黑體"/>
        <a:font script="Olck" typeface="微軟正黑體"/>
        <a:font script="Osma" typeface="微軟正黑體"/>
        <a:font script="Phag" typeface="微軟正黑體"/>
        <a:font script="Syrn" typeface="微軟正黑體"/>
        <a:font script="Syrj" typeface="微軟正黑體"/>
        <a:font script="Syre" typeface="微軟正黑體"/>
        <a:font script="Sora" typeface="微軟正黑體"/>
        <a:font script="Tale" typeface="微軟正黑體"/>
        <a:font script="Talu" typeface="微軟正黑體"/>
        <a:font script="Tfng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94380aa7a495c" /><Relationship Type="http://schemas.openxmlformats.org/officeDocument/2006/relationships/notesMaster" Target="/ppt/notesMasters/notesMaster1.xml" Id="R9b4be41015144a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c0f113540d45d7" /><Relationship Type="http://schemas.openxmlformats.org/officeDocument/2006/relationships/notesMaster" Target="/ppt/notesMasters/notesMaster1.xml" Id="Rd1c08872f3a2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c1a54393914569" /><Relationship Type="http://schemas.openxmlformats.org/officeDocument/2006/relationships/notesMaster" Target="/ppt/notesMasters/notesMaster1.xml" Id="R422f56b73d84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11d96ce6243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aa4e512de48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8dbb9ee4548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06266cff64e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b8d35859943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9e07e0e104c79" /></Relationships>
</file>

<file path=ppt/slideLayouts/_rels/slideLayout7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slideLayout1.xml><?xml version="1.0" encoding="utf-8"?>
<p:sldLayout xmlns:p="http://schemas.openxmlformats.org/presentationml/2006/main" type="title" preserve="1" showMasterSp="1" showMasterPhAnim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15F3AC-3BA9-4DE7-8749-CA4F71F252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01370" y="2148840"/>
            <a:ext cx="104775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簡報標題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9234FE-5ED2-468E-88AD-98DBDADC40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1370" y="315468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副標題／報告人／日期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3147B1AC-AA4C-5AB0-A519-9BC8E717DBA4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Layouts/slideLayout2.xml><?xml version="1.0" encoding="utf-8"?>
<p:sldLayout xmlns:p="http://schemas.openxmlformats.org/presentationml/2006/main" type="obj" preserve="1" showMasterSp="1" showMasterPhAnim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22F09B-F528-46C5-B969-28120C5B0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58266"/>
            <a:ext cx="1016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按一下以編輯標題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3C0AD6BA-C82D-421E-BB33-182B092F2722}"/>
              </a:ext>
            </a:extLst>
          </p:cNvPr>
          <p:cNvSpPr>
            <a:spLocks xmlns:a="http://schemas.openxmlformats.org/drawingml/2006/main" noGrp="1"/>
          </p:cNvSpPr>
          <p:nvPr>
            <p:ph idx="1" type="obj"/>
          </p:nvPr>
        </p:nvSpPr>
        <p:spPr>
          <a:xfrm xmlns:a="http://schemas.openxmlformats.org/drawingml/2006/main">
            <a:off x="527050" y="895350"/>
            <a:ext cx="10751820" cy="517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大標題</a:t>
            </a:r>
          </a:p>
          <a:p xmlns:a="http://schemas.openxmlformats.org/drawingml/2006/main">
            <a:pPr lvl="1"/>
            <a:r>
              <a:t>次標題</a:t>
            </a:r>
          </a:p>
          <a:p xmlns:a="http://schemas.openxmlformats.org/drawingml/2006/main">
            <a:pPr lvl="2"/>
            <a:r>
              <a:t>再次標題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0D000405-8199-50C3-BEB5-37EC9C1022BB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Layouts/slideLayout3.xml><?xml version="1.0" encoding="utf-8"?>
<p:sldLayout xmlns:p="http://schemas.openxmlformats.org/presentationml/2006/main" type="secHead" preserve="1" showMasterSp="1" showMasterPhAnim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0C2B61-CC21-44C0-A5DF-C8EF7465D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103120"/>
            <a:ext cx="104775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按一下以編輯標題</a:t>
            </a:r>
          </a:p>
        </p:txBody>
      </p:sp>
      <p:sp>
        <p:nvSpPr>
          <p:cNvPr id="2" name="Section Description">
            <a:extLst xmlns:a="http://schemas.openxmlformats.org/drawingml/2006/main">
              <a:ext uri="{FF2B5EF4-FFF2-40B4-BE49-F238E27FC236}">
                <a16:creationId xmlns:a16="http://schemas.microsoft.com/office/drawing/2014/main" id="{C44E5B4A-F9FF-4250-89DF-7DF193FEA1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1370" y="3017520"/>
            <a:ext cx="104775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章節說明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25343B4E-B9D4-5959-9E01-354C5EE949FF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Layouts/slideLayout4.xml><?xml version="1.0" encoding="utf-8"?>
<p:sldLayout xmlns:p="http://schemas.openxmlformats.org/presentationml/2006/main" type="twoObj" preserve="1" showMasterSp="1" showMasterPhAnim="1">
  <p:cSld name="結論＋雙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9685F4-DDAA-4C17-8228-0D8E6F712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58266"/>
            <a:ext cx="1016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按一下以編輯標題</a:t>
            </a:r>
          </a:p>
        </p:txBody>
      </p:sp>
      <p:sp>
        <p:nvSpPr>
          <p:cNvPr id="6" name="Conclusion">
            <a:extLst xmlns:a="http://schemas.openxmlformats.org/drawingml/2006/main">
              <a:ext uri="{FF2B5EF4-FFF2-40B4-BE49-F238E27FC236}">
                <a16:creationId xmlns:a16="http://schemas.microsoft.com/office/drawing/2014/main" id="{2E9DCFEC-882E-4358-AF18-87086BC3D28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27050" y="895350"/>
            <a:ext cx="11150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ns0:p xmlns:ns0="http://schemas.openxmlformats.org/drawingml/2006/main">
            <ns0:pPr lvl="0"/>
            <ns0:r>
              <ns0:t>結論：按一下以輸入主要判斷或建議</ns0:t>
            </ns0:r>
          </ns0:p>
          <ns1:p xmlns:ns1="http://schemas.openxmlformats.org/drawingml/2006/main">
            <ns1:pPr lvl="1"/>
            <ns1:r>
              <ns1:t>支持結論的關鍵依據</ns1:t>
            </ns1:r>
          </ns1:p>
          <ns2:p xmlns:ns2="http://schemas.openxmlformats.org/drawingml/2006/main">
            <ns2:pPr lvl="2"/>
            <ns2:r>
              <ns2:t>補充條件或待決策事項</ns2:t>
            </ns2:r>
          </ns2:p>
        </p:txBody>
      </p:sp>
      <p:sp>
        <p:nvSpPr>
          <p:cNvPr id="2" name="Left Content">
            <a:extLst xmlns:a="http://schemas.openxmlformats.org/drawingml/2006/main">
              <a:ext uri="{FF2B5EF4-FFF2-40B4-BE49-F238E27FC236}">
                <a16:creationId xmlns:a16="http://schemas.microsoft.com/office/drawing/2014/main" id="{22D4803B-B56F-4B0C-B2A7-8E545CC76EF9}"/>
              </a:ext>
            </a:extLst>
          </p:cNvPr>
          <p:cNvSpPr>
            <a:spLocks xmlns:a="http://schemas.openxmlformats.org/drawingml/2006/main" noGrp="1"/>
          </p:cNvSpPr>
          <p:nvPr>
            <p:ph idx="1" type="obj"/>
          </p:nvPr>
        </p:nvSpPr>
        <p:spPr>
          <a:xfrm xmlns:a="http://schemas.openxmlformats.org/drawingml/2006/main">
            <a:off x="527050" y="2686050"/>
            <a:ext cx="54356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大標題</a:t>
            </a:r>
          </a:p>
          <a:p xmlns:a="http://schemas.openxmlformats.org/drawingml/2006/main">
            <a:pPr lvl="1"/>
            <a:r>
              <a:t>次標題</a:t>
            </a:r>
          </a:p>
          <a:p xmlns:a="http://schemas.openxmlformats.org/drawingml/2006/main">
            <a:pPr lvl="2"/>
            <a:r>
              <a:t>再次標題</a:t>
            </a:r>
          </a:p>
        </p:txBody>
      </p:sp>
      <p:sp>
        <p:nvSpPr>
          <p:cNvPr id="3" name="Right Content">
            <a:extLst xmlns:a="http://schemas.openxmlformats.org/drawingml/2006/main">
              <a:ext uri="{FF2B5EF4-FFF2-40B4-BE49-F238E27FC236}">
                <a16:creationId xmlns:a16="http://schemas.microsoft.com/office/drawing/2014/main" id="{553E9AE4-0960-47B2-9E2E-1B89FBFE8173}"/>
              </a:ext>
            </a:extLst>
          </p:cNvPr>
          <p:cNvSpPr>
            <a:spLocks xmlns:a="http://schemas.openxmlformats.org/drawingml/2006/main" noGrp="1"/>
          </p:cNvSpPr>
          <p:nvPr>
            <p:ph idx="2" type="obj"/>
          </p:nvPr>
        </p:nvSpPr>
        <p:spPr>
          <a:xfrm xmlns:a="http://schemas.openxmlformats.org/drawingml/2006/main">
            <a:off x="6242050" y="2686050"/>
            <a:ext cx="54356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大標題</a:t>
            </a:r>
          </a:p>
          <a:p xmlns:a="http://schemas.openxmlformats.org/drawingml/2006/main">
            <a:pPr lvl="1"/>
            <a:r>
              <a:t>次標題</a:t>
            </a:r>
          </a:p>
          <a:p xmlns:a="http://schemas.openxmlformats.org/drawingml/2006/main">
            <a:pPr lvl="2"/>
            <a:r>
              <a:t>再次標題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1EF2DDF5-C24E-5AEE-8BE5-681413457D1A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Layouts/slideLayout5.xml><?xml version="1.0" encoding="utf-8"?>
<p:sldLayout xmlns:p="http://schemas.openxmlformats.org/presentationml/2006/main" type="twoTxTwoObj" preserve="1" showMasterSp="1" showMasterPhAnim="1">
  <p:cSld name="結論＋左右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FD0B845-A1FC-493F-9177-183633598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58266"/>
            <a:ext cx="1016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按一下以編輯標題</a:t>
            </a:r>
          </a:p>
        </p:txBody>
      </p:sp>
      <p:sp>
        <p:nvSpPr>
          <p:cNvPr id="8" name="Conclusion">
            <a:extLst xmlns:a="http://schemas.openxmlformats.org/drawingml/2006/main">
              <a:ext uri="{FF2B5EF4-FFF2-40B4-BE49-F238E27FC236}">
                <a16:creationId xmlns:a16="http://schemas.microsoft.com/office/drawing/2014/main" id="{000B7A0C-7203-4111-BC94-9F2EC08D59B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27050" y="895350"/>
            <a:ext cx="11150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ns0:p xmlns:ns0="http://schemas.openxmlformats.org/drawingml/2006/main">
            <ns0:pPr lvl="0"/>
            <ns0:r>
              <ns0:t>結論：按一下以輸入主要判斷或建議</ns0:t>
            </ns0:r>
          </ns0:p>
          <ns1:p xmlns:ns1="http://schemas.openxmlformats.org/drawingml/2006/main">
            <ns1:pPr lvl="1"/>
            <ns1:r>
              <ns1:t>支持結論的關鍵依據</ns1:t>
            </ns1:r>
          </ns1:p>
          <ns2:p xmlns:ns2="http://schemas.openxmlformats.org/drawingml/2006/main">
            <ns2:pPr lvl="2"/>
            <ns2:r>
              <ns2:t>補充條件或待決策事項</ns2:t>
            </ns2:r>
          </ns2:p>
        </p:txBody>
      </p:sp>
      <p:sp>
        <p:nvSpPr>
          <p:cNvPr id="2" name="Left Heading">
            <a:extLst xmlns:a="http://schemas.openxmlformats.org/drawingml/2006/main">
              <a:ext uri="{FF2B5EF4-FFF2-40B4-BE49-F238E27FC236}">
                <a16:creationId xmlns:a16="http://schemas.microsoft.com/office/drawing/2014/main" id="{FC0DDFD8-D555-41F6-BC9B-A2833AC42B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1370" y="2686050"/>
            <a:ext cx="51612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左側標題</a:t>
            </a:r>
          </a:p>
        </p:txBody>
      </p:sp>
      <p:sp>
        <p:nvSpPr>
          <p:cNvPr id="3" name="Right Heading">
            <a:extLst xmlns:a="http://schemas.openxmlformats.org/drawingml/2006/main">
              <a:ext uri="{FF2B5EF4-FFF2-40B4-BE49-F238E27FC236}">
                <a16:creationId xmlns:a16="http://schemas.microsoft.com/office/drawing/2014/main" id="{BCF266D3-DAE6-4413-A053-200F9D5387A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516370" y="2686050"/>
            <a:ext cx="51612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右側標題</a:t>
            </a:r>
          </a:p>
        </p:txBody>
      </p:sp>
      <p:sp>
        <p:nvSpPr>
          <p:cNvPr id="4" name="Left Content">
            <a:extLst xmlns:a="http://schemas.openxmlformats.org/drawingml/2006/main">
              <a:ext uri="{FF2B5EF4-FFF2-40B4-BE49-F238E27FC236}">
                <a16:creationId xmlns:a16="http://schemas.microsoft.com/office/drawing/2014/main" id="{8F9A54B7-974B-4386-8E51-3C7FF3C02FCC}"/>
              </a:ext>
            </a:extLst>
          </p:cNvPr>
          <p:cNvSpPr>
            <a:spLocks xmlns:a="http://schemas.openxmlformats.org/drawingml/2006/main" noGrp="1"/>
          </p:cNvSpPr>
          <p:nvPr>
            <p:ph idx="2" type="obj"/>
          </p:nvPr>
        </p:nvSpPr>
        <p:spPr>
          <a:xfrm xmlns:a="http://schemas.openxmlformats.org/drawingml/2006/main">
            <a:off x="527050" y="3181350"/>
            <a:ext cx="54356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大標題</a:t>
            </a:r>
          </a:p>
          <a:p xmlns:a="http://schemas.openxmlformats.org/drawingml/2006/main">
            <a:pPr lvl="1"/>
            <a:r>
              <a:t>次標題</a:t>
            </a:r>
          </a:p>
          <a:p xmlns:a="http://schemas.openxmlformats.org/drawingml/2006/main">
            <a:pPr lvl="2"/>
            <a:r>
              <a:t>再次標題</a:t>
            </a:r>
          </a:p>
        </p:txBody>
      </p:sp>
      <p:sp>
        <p:nvSpPr>
          <p:cNvPr id="5" name="Right Content">
            <a:extLst xmlns:a="http://schemas.openxmlformats.org/drawingml/2006/main">
              <a:ext uri="{FF2B5EF4-FFF2-40B4-BE49-F238E27FC236}">
                <a16:creationId xmlns:a16="http://schemas.microsoft.com/office/drawing/2014/main" id="{C08535A6-B04A-4774-8D94-CCDC5F4851B2}"/>
              </a:ext>
            </a:extLst>
          </p:cNvPr>
          <p:cNvSpPr>
            <a:spLocks xmlns:a="http://schemas.openxmlformats.org/drawingml/2006/main" noGrp="1"/>
          </p:cNvSpPr>
          <p:nvPr>
            <p:ph idx="4" type="obj"/>
          </p:nvPr>
        </p:nvSpPr>
        <p:spPr>
          <a:xfrm xmlns:a="http://schemas.openxmlformats.org/drawingml/2006/main">
            <a:off x="6242050" y="3181350"/>
            <a:ext cx="54356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大標題</a:t>
            </a:r>
          </a:p>
          <a:p xmlns:a="http://schemas.openxmlformats.org/drawingml/2006/main">
            <a:pPr lvl="1"/>
            <a:r>
              <a:t>次標題</a:t>
            </a:r>
          </a:p>
          <a:p xmlns:a="http://schemas.openxmlformats.org/drawingml/2006/main">
            <a:pPr lvl="2"/>
            <a:r>
              <a:t>再次標題</a:t>
            </a:r>
          </a:p>
        </p:txBody>
      </p:sp>
      <p:sp xmlns:a="http://schemas.openxmlformats.org/drawingml/2006/main">
        <p:nvSpPr>
          <p:cNvPr id="7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9D8D11A1-1380-55A7-8F02-04F456297FF5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Layouts/slideLayout6.xml><?xml version="1.0" encoding="utf-8"?>
<p:sldLayout xmlns:p="http://schemas.openxmlformats.org/presentationml/2006/main" type="titleOnly" preserve="1" showMasterSp="1" showMasterPhAnim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E1B1AC-409F-4E26-84F2-7173847FE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58266"/>
            <a:ext cx="1016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按一下以編輯標題</a:t>
            </a:r>
          </a:p>
        </p:txBody>
      </p:sp>
      <p:sp xmlns:a="http://schemas.openxmlformats.org/drawingml/2006/main">
        <p:nvSpPr>
          <p:cNvPr id="3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B257A811-6885-5D87-88B6-9CB9DBBF9145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Layouts/slideLayout7.xml><?xml version="1.0" encoding="utf-8"?>
<p:sldLayout xmlns:p="http://schemas.openxmlformats.org/presentationml/2006/main" type="cust" preserve="1" showMasterSp="1">
  <p:cSld name="結論＋雙欄報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BF527A1-034B-434A-A175-506066998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58266"/>
            <a:ext cx="1016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標題</a:t>
            </a:r>
          </a:p>
        </p:txBody>
      </p:sp>
      <p:sp>
        <p:nvSpPr>
          <p:cNvPr id="2" name="Conclusion">
            <a:extLst xmlns:a="http://schemas.openxmlformats.org/drawingml/2006/main">
              <a:ext uri="{FF2B5EF4-FFF2-40B4-BE49-F238E27FC236}">
                <a16:creationId xmlns:a16="http://schemas.microsoft.com/office/drawing/2014/main" id="{C4390E8D-BADC-43F2-9FE8-ABEB709E0334}"/>
              </a:ext>
            </a:extLst>
          </p:cNvPr>
          <p:cNvSpPr>
            <a:spLocks xmlns:a="http://schemas.openxmlformats.org/drawingml/2006/main" noGrp="1"/>
          </p:cNvSpPr>
          <p:nvPr>
            <p:ph idx="1" type="body" hasCustomPrompt="1"/>
          </p:nvPr>
        </p:nvSpPr>
        <p:spPr>
          <a:xfrm xmlns:a="http://schemas.openxmlformats.org/drawingml/2006/main">
            <a:off x="527050" y="895350"/>
            <a:ext cx="11150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ns0:p xmlns:ns0="http://schemas.openxmlformats.org/drawingml/2006/main">
            <ns0:pPr lvl="0"/>
            <ns0:r>
              <ns0:t>結論：按一下以輸入主要判斷或建議</ns0:t>
            </ns0:r>
          </ns0:p>
          <ns1:p xmlns:ns1="http://schemas.openxmlformats.org/drawingml/2006/main">
            <ns1:pPr lvl="1"/>
            <ns1:r>
              <ns1:t>支持結論的關鍵依據</ns1:t>
            </ns1:r>
          </ns1:p>
          <ns2:p xmlns:ns2="http://schemas.openxmlformats.org/drawingml/2006/main">
            <ns2:pPr lvl="2"/>
            <ns2:r>
              <ns2:t>補充條件或待決策事項</ns2:t>
            </ns2:r>
          </ns2:p>
        </p:txBody>
      </p:sp>
      <p:sp>
        <p:nvSpPr>
          <p:cNvPr id="3" name="Left Header">
            <a:extLst xmlns:a="http://schemas.openxmlformats.org/drawingml/2006/main">
              <a:ext uri="{FF2B5EF4-FFF2-40B4-BE49-F238E27FC236}">
                <a16:creationId xmlns:a16="http://schemas.microsoft.com/office/drawing/2014/main" id="{D399972F-E9C0-4EC7-A7C5-5E33FC0D9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27050" y="2686050"/>
            <a:ext cx="5435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398"/>
          </a:solidFill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ctr">
            <ns0:noAutofit/>
          </ns0:bodyPr>
          <ns0:lstStyle xmlns:ns0="http://schemas.openxmlformats.org/drawingml/2006/main">
            <ns0:lvl1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左側標題</a:t>
            </a:r>
          </a:p>
        </p:txBody>
      </p:sp>
      <p:sp>
        <p:nvSpPr>
          <p:cNvPr id="4" name="Left Report">
            <a:extLst xmlns:a="http://schemas.openxmlformats.org/drawingml/2006/main">
              <a:ext uri="{FF2B5EF4-FFF2-40B4-BE49-F238E27FC236}">
                <a16:creationId xmlns:a16="http://schemas.microsoft.com/office/drawing/2014/main" id="{7A95E1AE-6E04-4BCE-9428-0C74BE108FC8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27050" y="3314700"/>
            <a:ext cx="5435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左側表格或圖表</a:t>
            </a:r>
          </a:p>
        </p:txBody>
      </p:sp>
      <p:sp>
        <p:nvSpPr>
          <p:cNvPr id="5" name="Right Header">
            <a:extLst xmlns:a="http://schemas.openxmlformats.org/drawingml/2006/main">
              <a:ext uri="{FF2B5EF4-FFF2-40B4-BE49-F238E27FC236}">
                <a16:creationId xmlns:a16="http://schemas.microsoft.com/office/drawing/2014/main" id="{DF887005-4266-4531-9972-A8782827C3B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42050" y="2686050"/>
            <a:ext cx="5435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398"/>
          </a:solidFill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ctr">
            <ns0:noAutofit/>
          </ns0:bodyPr>
          <ns0:lstStyle xmlns:ns0="http://schemas.openxmlformats.org/drawingml/2006/main">
            <ns0:lvl1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ctr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2400" b="1" lang="zh-TW" altLang="en-US">
                <ns0:solidFill>
                  <ns0:srgbClr val="FFFFFF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右側標題</a:t>
            </a:r>
          </a:p>
        </p:txBody>
      </p:sp>
      <p:sp>
        <p:nvSpPr>
          <p:cNvPr id="6" name="Right Report">
            <a:extLst xmlns:a="http://schemas.openxmlformats.org/drawingml/2006/main">
              <a:ext uri="{FF2B5EF4-FFF2-40B4-BE49-F238E27FC236}">
                <a16:creationId xmlns:a16="http://schemas.microsoft.com/office/drawing/2014/main" id="{5A89D2D4-8168-4789-82AF-61B6423E0907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6242050" y="3314700"/>
            <a:ext cx="5435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右側表格或圖表</a:t>
            </a:r>
          </a:p>
        </p:txBody>
      </p:sp>
      <p:sp xmlns:a="http://schemas.openxmlformats.org/drawingml/2006/main">
        <p:nvSpPr>
          <p:cNvPr id="8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CEA10D76-1188-55D0-8086-641397A2DCE5}" type="slidenum">
              <a:rPr lang="zh-TW" altLang="en-US"/>
              <a:t>1</a:t>
            </a:fld>
          </a:p>
        </p:txBody>
      </p:sp>
    </p:spTree>
  </p:cSld>
  <p:hf sldNum="1" hdr="0" ftr="1" dt="0"/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0d5be8d4aff4a4d"/><Relationship Type="http://schemas.openxmlformats.org/officeDocument/2006/relationships/slideLayout" Target="/ppt/slideLayouts/slideLayout1.xml" Id="R7230ebb8eb3148d7"/><Relationship Type="http://schemas.openxmlformats.org/officeDocument/2006/relationships/slideLayout" Target="/ppt/slideLayouts/slideLayout2.xml" Id="R781f8595475945a0"/><Relationship Type="http://schemas.openxmlformats.org/officeDocument/2006/relationships/slideLayout" Target="/ppt/slideLayouts/slideLayout3.xml" Id="R4ed6bb3fe7a448d6"/><Relationship Type="http://schemas.openxmlformats.org/officeDocument/2006/relationships/slideLayout" Target="/ppt/slideLayouts/slideLayout4.xml" Id="R6932c504571d40dd"/><Relationship Type="http://schemas.openxmlformats.org/officeDocument/2006/relationships/slideLayout" Target="/ppt/slideLayouts/slideLayout5.xml" Id="R6406c5ff4e32443d"/><Relationship Type="http://schemas.openxmlformats.org/officeDocument/2006/relationships/slideLayout" Target="/ppt/slideLayouts/slideLayout6.xml" Id="Re1e2f9dda8694fd5"/><Relationship Id="rIdTsmcOriginalLogo" Type="http://schemas.openxmlformats.org/officeDocument/2006/relationships/image" Target="../media/tsmc_original_logo.png"/><Relationship Id="rIdCompactLayout7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 name="TSMC 母片｜微軟正黑體">
    <p:bg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Shape 0"/>
          <p:cNvSpPr/>
          <p:nvPr/>
        </p:nvSpPr>
        <p:spPr>
          <a:xfrm>
            <a:off x="10953750" y="2895600"/>
            <a:ext cx="406400" cy="660400"/>
          </a:xfrm>
          <a:prstGeom prst="rect">
            <a:avLst/>
          </a:prstGeom>
          <a:ln w="12700">
            <a:solidFill>
              <a:srgbClr val="F9F8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3" name="Shape 1"/>
          <p:cNvSpPr/>
          <p:nvPr/>
        </p:nvSpPr>
        <p:spPr>
          <a:xfrm>
            <a:off x="10521950" y="3581400"/>
            <a:ext cx="406400" cy="660400"/>
          </a:xfrm>
          <a:prstGeom prst="rect">
            <a:avLst/>
          </a:prstGeom>
          <a:ln w="12700">
            <a:solidFill>
              <a:srgbClr val="F7F6F6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4" name="Shape 2"/>
          <p:cNvSpPr/>
          <p:nvPr/>
        </p:nvSpPr>
        <p:spPr>
          <a:xfrm>
            <a:off x="11385550" y="3581400"/>
            <a:ext cx="406400" cy="660400"/>
          </a:xfrm>
          <a:prstGeom prst="rect">
            <a:avLst/>
          </a:prstGeom>
          <a:ln w="12700">
            <a:solidFill>
              <a:srgbClr val="F7F6F5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5" name="Shape 3"/>
          <p:cNvSpPr/>
          <p:nvPr/>
        </p:nvSpPr>
        <p:spPr>
          <a:xfrm>
            <a:off x="11817350" y="3581400"/>
            <a:ext cx="368300" cy="660400"/>
          </a:xfrm>
          <a:prstGeom prst="rect">
            <a:avLst/>
          </a:prstGeom>
          <a:ln w="12700">
            <a:solidFill>
              <a:srgbClr val="F7F6F5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6" name="Shape 4"/>
          <p:cNvSpPr/>
          <p:nvPr/>
        </p:nvSpPr>
        <p:spPr>
          <a:xfrm>
            <a:off x="9226550" y="4267200"/>
            <a:ext cx="406400" cy="660400"/>
          </a:xfrm>
          <a:prstGeom prst="rect">
            <a:avLst/>
          </a:prstGeom>
          <a:ln w="12700">
            <a:solidFill>
              <a:srgbClr val="F9F8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7" name="Shape 5"/>
          <p:cNvSpPr/>
          <p:nvPr/>
        </p:nvSpPr>
        <p:spPr>
          <a:xfrm>
            <a:off x="10090150" y="4267200"/>
            <a:ext cx="406400" cy="660400"/>
          </a:xfrm>
          <a:prstGeom prst="rect">
            <a:avLst/>
          </a:prstGeom>
          <a:ln w="12700">
            <a:solidFill>
              <a:srgbClr val="F7F6F6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8" name="Shape 6"/>
          <p:cNvSpPr/>
          <p:nvPr/>
        </p:nvSpPr>
        <p:spPr>
          <a:xfrm>
            <a:off x="10953750" y="4267200"/>
            <a:ext cx="406400" cy="66040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9" name="Shape 7"/>
          <p:cNvSpPr/>
          <p:nvPr/>
        </p:nvSpPr>
        <p:spPr>
          <a:xfrm>
            <a:off x="11385550" y="4267200"/>
            <a:ext cx="406400" cy="66040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0" name="Shape 8"/>
          <p:cNvSpPr/>
          <p:nvPr/>
        </p:nvSpPr>
        <p:spPr>
          <a:xfrm>
            <a:off x="11817350" y="4267200"/>
            <a:ext cx="368300" cy="660400"/>
          </a:xfrm>
          <a:prstGeom prst="rect">
            <a:avLst/>
          </a:prstGeom>
          <a:solidFill>
            <a:srgbClr val="F7F6F5"/>
          </a:solidFill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1" name="Shape 9"/>
          <p:cNvSpPr/>
          <p:nvPr/>
        </p:nvSpPr>
        <p:spPr>
          <a:xfrm>
            <a:off x="8794750" y="4953000"/>
            <a:ext cx="406400" cy="660400"/>
          </a:xfrm>
          <a:prstGeom prst="rect">
            <a:avLst/>
          </a:prstGeom>
          <a:ln w="12700">
            <a:solidFill>
              <a:srgbClr val="F9F8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2" name="Shape 10"/>
          <p:cNvSpPr/>
          <p:nvPr/>
        </p:nvSpPr>
        <p:spPr>
          <a:xfrm>
            <a:off x="9226550" y="4953000"/>
            <a:ext cx="406400" cy="660400"/>
          </a:xfrm>
          <a:prstGeom prst="rect">
            <a:avLst/>
          </a:prstGeom>
          <a:ln w="12700">
            <a:solidFill>
              <a:srgbClr val="F2F0F0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3" name="Shape 11"/>
          <p:cNvSpPr/>
          <p:nvPr/>
        </p:nvSpPr>
        <p:spPr>
          <a:xfrm>
            <a:off x="9658350" y="4953000"/>
            <a:ext cx="406400" cy="660400"/>
          </a:xfrm>
          <a:prstGeom prst="rect">
            <a:avLst/>
          </a:prstGeom>
          <a:ln w="12700">
            <a:solidFill>
              <a:srgbClr val="F7F6F6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4" name="Shape 12"/>
          <p:cNvSpPr/>
          <p:nvPr/>
        </p:nvSpPr>
        <p:spPr>
          <a:xfrm>
            <a:off x="10521950" y="4953000"/>
            <a:ext cx="406400" cy="66040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5" name="Shape 13"/>
          <p:cNvSpPr/>
          <p:nvPr/>
        </p:nvSpPr>
        <p:spPr>
          <a:xfrm>
            <a:off x="10953750" y="4953000"/>
            <a:ext cx="406400" cy="660400"/>
          </a:xfrm>
          <a:prstGeom prst="rect">
            <a:avLst/>
          </a:prstGeom>
          <a:ln w="12700">
            <a:solidFill>
              <a:srgbClr val="E7E2D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6" name="Shape 14"/>
          <p:cNvSpPr/>
          <p:nvPr/>
        </p:nvSpPr>
        <p:spPr>
          <a:xfrm>
            <a:off x="11385550" y="4953000"/>
            <a:ext cx="406400" cy="66040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7" name="Shape 15"/>
          <p:cNvSpPr/>
          <p:nvPr/>
        </p:nvSpPr>
        <p:spPr>
          <a:xfrm>
            <a:off x="7931150" y="5638800"/>
            <a:ext cx="406400" cy="660400"/>
          </a:xfrm>
          <a:prstGeom prst="rect">
            <a:avLst/>
          </a:prstGeom>
          <a:ln w="12700">
            <a:solidFill>
              <a:srgbClr val="F9F8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8" name="Shape 16"/>
          <p:cNvSpPr/>
          <p:nvPr/>
        </p:nvSpPr>
        <p:spPr>
          <a:xfrm>
            <a:off x="8362950" y="5638800"/>
            <a:ext cx="406400" cy="660400"/>
          </a:xfrm>
          <a:prstGeom prst="rect">
            <a:avLst/>
          </a:prstGeom>
          <a:solidFill>
            <a:srgbClr val="F7F6F5"/>
          </a:solidFill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19" name="Shape 17"/>
          <p:cNvSpPr/>
          <p:nvPr/>
        </p:nvSpPr>
        <p:spPr>
          <a:xfrm>
            <a:off x="8794750" y="5638800"/>
            <a:ext cx="406400" cy="660400"/>
          </a:xfrm>
          <a:prstGeom prst="rect">
            <a:avLst/>
          </a:prstGeom>
          <a:ln w="12700">
            <a:solidFill>
              <a:srgbClr val="F2F0F0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0" name="Shape 18"/>
          <p:cNvSpPr/>
          <p:nvPr/>
        </p:nvSpPr>
        <p:spPr>
          <a:xfrm>
            <a:off x="9658350" y="5638800"/>
            <a:ext cx="406400" cy="66040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1" name="Shape 19"/>
          <p:cNvSpPr/>
          <p:nvPr/>
        </p:nvSpPr>
        <p:spPr>
          <a:xfrm>
            <a:off x="10953750" y="5638800"/>
            <a:ext cx="406400" cy="66040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2" name="Shape 20"/>
          <p:cNvSpPr/>
          <p:nvPr/>
        </p:nvSpPr>
        <p:spPr>
          <a:xfrm>
            <a:off x="6635750" y="6324600"/>
            <a:ext cx="406400" cy="527050"/>
          </a:xfrm>
          <a:prstGeom prst="rect">
            <a:avLst/>
          </a:prstGeom>
          <a:ln w="12700">
            <a:solidFill>
              <a:srgbClr val="F9F8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3" name="Shape 21"/>
          <p:cNvSpPr/>
          <p:nvPr/>
        </p:nvSpPr>
        <p:spPr>
          <a:xfrm>
            <a:off x="7499350" y="6324600"/>
            <a:ext cx="406400" cy="527050"/>
          </a:xfrm>
          <a:prstGeom prst="rect">
            <a:avLst/>
          </a:prstGeom>
          <a:ln w="12700">
            <a:solidFill>
              <a:srgbClr val="F9F8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4" name="Shape 22"/>
          <p:cNvSpPr/>
          <p:nvPr/>
        </p:nvSpPr>
        <p:spPr>
          <a:xfrm>
            <a:off x="8362950" y="6324600"/>
            <a:ext cx="406400" cy="52705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5" name="Shape 23"/>
          <p:cNvSpPr/>
          <p:nvPr/>
        </p:nvSpPr>
        <p:spPr>
          <a:xfrm>
            <a:off x="8794750" y="6324600"/>
            <a:ext cx="406400" cy="527050"/>
          </a:xfrm>
          <a:prstGeom prst="rect">
            <a:avLst/>
          </a:prstGeom>
          <a:ln w="12700">
            <a:solidFill>
              <a:srgbClr val="F7F6F5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6" name="Shape 24"/>
          <p:cNvSpPr/>
          <p:nvPr/>
        </p:nvSpPr>
        <p:spPr>
          <a:xfrm>
            <a:off x="9226550" y="6324600"/>
            <a:ext cx="406400" cy="52705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7" name="Shape 25"/>
          <p:cNvSpPr/>
          <p:nvPr/>
        </p:nvSpPr>
        <p:spPr>
          <a:xfrm>
            <a:off x="9658350" y="6324600"/>
            <a:ext cx="406400" cy="527050"/>
          </a:xfrm>
          <a:prstGeom prst="rect">
            <a:avLst/>
          </a:prstGeom>
          <a:ln w="12700">
            <a:solidFill>
              <a:srgbClr val="E7E2D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8" name="Shape 26"/>
          <p:cNvSpPr/>
          <p:nvPr/>
        </p:nvSpPr>
        <p:spPr>
          <a:xfrm>
            <a:off x="10090150" y="6324600"/>
            <a:ext cx="406400" cy="527050"/>
          </a:xfrm>
          <a:prstGeom prst="rect">
            <a:avLst/>
          </a:prstGeom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29" name="Shape 27"/>
          <p:cNvSpPr/>
          <p:nvPr/>
        </p:nvSpPr>
        <p:spPr>
          <a:xfrm>
            <a:off x="10521950" y="6324600"/>
            <a:ext cx="406400" cy="527050"/>
          </a:xfrm>
          <a:prstGeom prst="rect">
            <a:avLst/>
          </a:prstGeom>
          <a:solidFill>
            <a:srgbClr val="F7F6F5"/>
          </a:solidFill>
          <a:ln w="12700">
            <a:solidFill>
              <a:srgbClr val="F3F0EF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30" name="Shape 28"/>
          <p:cNvSpPr/>
          <p:nvPr/>
        </p:nvSpPr>
        <p:spPr>
          <a:xfrm>
            <a:off x="11385550" y="6324600"/>
            <a:ext cx="406400" cy="527050"/>
          </a:xfrm>
          <a:prstGeom prst="rect">
            <a:avLst/>
          </a:prstGeom>
          <a:ln w="12700">
            <a:solidFill>
              <a:srgbClr val="F7F7F8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31" name="Shape 29"/>
          <p:cNvSpPr/>
          <p:nvPr/>
        </p:nvSpPr>
        <p:spPr>
          <a:xfrm>
            <a:off x="0" y="6595872"/>
            <a:ext cx="12192000" cy="3048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32" name="Shape 30"/>
          <p:cNvSpPr/>
          <p:nvPr/>
        </p:nvSpPr>
        <p:spPr>
          <a:xfrm>
            <a:off x="0" y="6626352"/>
            <a:ext cx="12192000" cy="231648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zh-TW" altLang="en-US"/>
          </a:p>
        </p:txBody>
      </p:sp>
      <p:sp xmlns:a="http://schemas.openxmlformats.org/drawingml/2006/main">
        <p:nvSpPr>
          <p:cNvPr id="33" name="Text 31"/>
          <p:cNvSpPr/>
          <p:nvPr/>
        </p:nvSpPr>
        <p:spPr>
          <a:xfrm>
            <a:off x="95250" y="66548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© 2021 TSMC, Ltd</a:t>
            </a:r>
            <a:endParaRPr lang="en-US" sz="900" dirty="0"/>
          </a:p>
        </p:txBody>
      </p:sp>
      <p:sp xmlns:a="http://schemas.openxmlformats.org/drawingml/2006/main">
        <p:nvSpPr>
          <p:cNvPr id="34" name="Text 32"/>
          <p:cNvSpPr/>
          <p:nvPr/>
        </p:nvSpPr>
        <p:spPr>
          <a:xfrm>
            <a:off x="10160000" y="6654800"/>
            <a:ext cx="19075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TSMC Property</a:t>
            </a:r>
            <a:endParaRPr lang="en-US" sz="900" dirty="0"/>
          </a:p>
        </p:txBody>
      </p:sp>
      <p:sp xmlns:a="http://schemas.openxmlformats.org/drawingml/2006/main">
        <p:nvSpPr>
          <p:cNvPr id="35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15AD03EE-365F-540C-A1B9-E34C906000DA}" type="slidenum">
              <a:rPr lang="zh-TW" altLang="en-US"/>
              <a:t>1</a:t>
            </a:fld>
          </a:p>
        </p:txBody>
      </p:sp>
      <p:pic xmlns:a="http://schemas.openxmlformats.org/drawingml/2006/main" xmlns:r="http://schemas.openxmlformats.org/officeDocument/2006/relationships">
        <p:nvPicPr>
          <p:cNvPr id="36" name="Image 0" descr="logo.png"/>
          <p:cNvPicPr>
            <a:picLocks noChangeAspect="1"/>
          </p:cNvPicPr>
          <p:nvPr/>
        </p:nvPicPr>
        <p:blipFill>
          <a:blip r:embed="rIdTsmcOriginalLogo"/>
          <a:stretch>
            <a:fillRect/>
          </a:stretch>
        </p:blipFill>
        <p:spPr>
          <a:xfrm>
            <a:off x="11379200" y="115570"/>
            <a:ext cx="613410" cy="463550"/>
          </a:xfrm>
          <a:prstGeom prst="rect">
            <a:avLst/>
          </a:prstGeom>
        </p:spPr>
      </p:pic>
      <p:sp xmlns:a="http://schemas.openxmlformats.org/drawingml/2006/main">
        <p:nvSpPr>
          <p:cNvPr id="37" name="Text 34"/>
          <p:cNvSpPr/>
          <p:nvPr/>
        </p:nvSpPr>
        <p:spPr>
          <a:xfrm>
            <a:off x="10922000" y="666750"/>
            <a:ext cx="12128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6A6A6"/>
                </a:solidFill>
                <a:latin typeface="微軟正黑體"/>
                <a:ea typeface="微軟正黑體"/>
                <a:cs typeface="微軟正黑體"/>
              </a:rPr>
              <a:t>Unleash Innovation</a:t>
            </a:r>
            <a:endParaRPr lang="en-US" sz="800" dirty="0"/>
          </a:p>
        </p:txBody>
      </p:sp>
      <p:sp>
        <p:nvSpPr>
          <p:cNvPr id="38" name="Master Title">
            <a:extLst xmlns:a="http://schemas.openxmlformats.org/drawingml/2006/main">
              <a:ext uri="{FF2B5EF4-FFF2-40B4-BE49-F238E27FC236}">
                <a16:creationId xmlns:a16="http://schemas.microsoft.com/office/drawing/2014/main" id="{5CE75E30-0308-4F77-AEAC-A5EEFD7E7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1370" y="258266"/>
            <a:ext cx="1016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0" indent="0" algn="l" eaLnBrk="1" latinLnBrk="0" hangingPunct="1">
              <ns0:lnSpc>
                <ns0:spcPct val="100000"/>
              </ns0:lnSpc>
              <ns0:spcBef>
                <ns0:spcPts val="0"/>
              </ns0:spcBef>
              <ns0:spcAft>
                <ns0:spcPts val="0"/>
              </ns0:spcAft>
              <ns0:buNone/>
              <ns0:defRPr sz="3200" b="1" lang="zh-TW" altLang="en-US">
                <ns0:solidFill>
                  <ns0:srgbClr val="C00000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按一下以編輯母片標題樣式</a:t>
            </a:r>
          </a:p>
        </p:txBody>
      </p:sp>
      <p:sp>
        <p:nvSpPr>
          <p:cNvPr id="39" name="Master Body">
            <a:extLst xmlns:a="http://schemas.openxmlformats.org/drawingml/2006/main">
              <a:ext uri="{FF2B5EF4-FFF2-40B4-BE49-F238E27FC236}">
                <a16:creationId xmlns:a16="http://schemas.microsoft.com/office/drawing/2014/main" id="{FE82CC62-696C-4078-883B-85CA4EE2FE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7050" y="895350"/>
            <a:ext cx="10751820" cy="517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 wrap="square" lIns="0" tIns="0" rIns="0" bIns="0" anchor="t">
            <ns0:noAutofit/>
          </ns0:bodyPr>
          <ns0:lstStyle xmlns:ns0="http://schemas.openxmlformats.org/drawingml/2006/main">
            <ns0:lvl1pPr marL="274320" indent="-27432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C00000"/>
              </ns0:buClr>
              <ns0:buSzPct val="50000"/>
              <ns0:buFont typeface="微軟正黑體"/>
              <ns0:buChar char="●"/>
              <ns0:defRPr sz="2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1pPr>
            <ns0:lvl2pPr marL="777240" indent="-3048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75000"/>
              <ns0:buFont typeface="微軟正黑體"/>
              <ns0:buChar char="■"/>
              <ns0:defRPr sz="18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2pPr>
            <ns0:lvl3pPr marL="109728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3pPr>
            <ns0:lvl4pPr marL="135331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4pPr>
            <ns0:lvl5pPr marL="1609344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5pPr>
            <ns0:lvl6pPr marL="1865376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6pPr>
            <ns0:lvl7pPr marL="2121408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7pPr>
            <ns0:lvl8pPr marL="2377440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8pPr>
            <ns0:lvl9pPr marL="2633472" indent="-254000" algn="l" eaLnBrk="1" latinLnBrk="0" hangingPunct="1" fontAlgn="ctr">
              <ns0:lnSpc>
                <ns0:spcPct val="100000"/>
              </ns0:lnSpc>
              <ns0:spcBef>
                <ns0:spcPts val="0"/>
              </ns0:spcBef>
              <ns0:spcAft>
                <ns0:spcPts val="600"/>
              </ns0:spcAft>
              <ns0:buClr>
                <ns0:srgbClr val="333333"/>
              </ns0:buClr>
              <ns0:buSzPct val="100000"/>
              <ns0:buFont typeface="微軟正黑體"/>
              <ns0:buChar char="◆"/>
              <ns0:defRPr sz="1400" b="0" lang="zh-TW" altLang="en-US">
                <ns0:solidFill>
                  <ns0:srgbClr val="333333"/>
                </ns0:solidFill>
                <ns0:latin typeface="微軟正黑體"/>
                <ns0:ea typeface="微軟正黑體"/>
                <ns0:cs typeface="微軟正黑體"/>
              </ns0:defRPr>
            </ns0:lvl9pPr>
          </ns0:lstStyle>
          <a:p xmlns:a="http://schemas.openxmlformats.org/drawingml/2006/main">
            <a:pPr lvl="0"/>
            <a:r>
              <a:t>第一層</a:t>
            </a:r>
          </a:p>
          <a:p xmlns:a="http://schemas.openxmlformats.org/drawingml/2006/main">
            <a:pPr lvl="1"/>
            <a:r>
              <a:t>第二層</a:t>
            </a:r>
          </a:p>
          <a:p xmlns:a="http://schemas.openxmlformats.org/drawingml/2006/main">
            <a:pPr lvl="2"/>
            <a:r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0ebb8eb3148d7"/>
    <p:sldLayoutId xmlns:r="http://schemas.openxmlformats.org/officeDocument/2006/relationships" id="2147483650" r:id="R781f8595475945a0"/>
    <p:sldLayoutId xmlns:r="http://schemas.openxmlformats.org/officeDocument/2006/relationships" id="2147483651" r:id="R4ed6bb3fe7a448d6"/>
    <p:sldLayoutId xmlns:r="http://schemas.openxmlformats.org/officeDocument/2006/relationships" id="2147483652" r:id="R6932c504571d40dd"/>
    <p:sldLayoutId xmlns:r="http://schemas.openxmlformats.org/officeDocument/2006/relationships" id="2147483653" r:id="R6406c5ff4e32443d"/>
    <p:sldLayoutId xmlns:r="http://schemas.openxmlformats.org/officeDocument/2006/relationships" id="2147483654" r:id="Re1e2f9dda8694fd5"/>
    <p:sldLayoutId xmlns:ns1="http://schemas.openxmlformats.org/officeDocument/2006/relationships" id="2147483655" ns1:id="rIdCompactLayout7"/>
  </p:sldLayoutIdLst>
  <p:hf sldNum="1" hdr="0" ftr="1" dt="0"/>
  <p:txStyles>
    <p:titleStyle>
      <ns1:lvl1pPr xmlns:ns1="http://schemas.openxmlformats.org/drawingml/2006/main" marL="0" indent="0" algn="l" eaLnBrk="1" latinLnBrk="0" hangingPunct="1">
        <ns1:lnSpc>
          <ns1:spcPct val="100000"/>
        </ns1:lnSpc>
        <ns1:spcBef>
          <ns1:spcPts val="0"/>
        </ns1:spcBef>
        <ns1:spcAft>
          <ns1:spcPts val="0"/>
        </ns1:spcAft>
        <ns1:buNone/>
        <ns1:defRPr sz="3200" b="1" lang="zh-TW" altLang="en-US">
          <ns1:solidFill>
            <ns1:srgbClr val="C00000"/>
          </ns1:solidFill>
          <ns1:latin typeface="微軟正黑體"/>
          <ns1:ea typeface="微軟正黑體"/>
          <ns1:cs typeface="微軟正黑體"/>
        </ns1:defRPr>
      </ns1:lvl1pPr>
      <ns2:lvl2pPr xmlns:ns2="http://schemas.openxmlformats.org/drawingml/2006/main" marL="0" indent="0" algn="l" eaLnBrk="1" latinLnBrk="0" hangingPunct="1">
        <ns2:lnSpc>
          <ns2:spcPct val="100000"/>
        </ns2:lnSpc>
        <ns2:spcBef>
          <ns2:spcPts val="0"/>
        </ns2:spcBef>
        <ns2:spcAft>
          <ns2:spcPts val="0"/>
        </ns2:spcAft>
        <ns2:buNone/>
        <ns2:defRPr sz="3200" b="1" lang="zh-TW" altLang="en-US">
          <ns2:solidFill>
            <ns2:srgbClr val="C00000"/>
          </ns2:solidFill>
          <ns2:latin typeface="微軟正黑體"/>
          <ns2:ea typeface="微軟正黑體"/>
          <ns2:cs typeface="微軟正黑體"/>
        </ns2:defRPr>
      </ns2:lvl2pPr>
      <ns3:lvl3pPr xmlns:ns3="http://schemas.openxmlformats.org/drawingml/2006/main" marL="0" indent="0" algn="l" eaLnBrk="1" latinLnBrk="0" hangingPunct="1">
        <ns3:lnSpc>
          <ns3:spcPct val="100000"/>
        </ns3:lnSpc>
        <ns3:spcBef>
          <ns3:spcPts val="0"/>
        </ns3:spcBef>
        <ns3:spcAft>
          <ns3:spcPts val="0"/>
        </ns3:spcAft>
        <ns3:buNone/>
        <ns3:defRPr sz="3200" b="1" lang="zh-TW" altLang="en-US">
          <ns3:solidFill>
            <ns3:srgbClr val="C00000"/>
          </ns3:solidFill>
          <ns3:latin typeface="微軟正黑體"/>
          <ns3:ea typeface="微軟正黑體"/>
          <ns3:cs typeface="微軟正黑體"/>
        </ns3:defRPr>
      </ns3:lvl3pPr>
      <ns4:lvl4pPr xmlns:ns4="http://schemas.openxmlformats.org/drawingml/2006/main" marL="0" indent="0" algn="l" eaLnBrk="1" latinLnBrk="0" hangingPunct="1">
        <ns4:lnSpc>
          <ns4:spcPct val="100000"/>
        </ns4:lnSpc>
        <ns4:spcBef>
          <ns4:spcPts val="0"/>
        </ns4:spcBef>
        <ns4:spcAft>
          <ns4:spcPts val="0"/>
        </ns4:spcAft>
        <ns4:buNone/>
        <ns4:defRPr sz="3200" b="1" lang="zh-TW" altLang="en-US">
          <ns4:solidFill>
            <ns4:srgbClr val="C00000"/>
          </ns4:solidFill>
          <ns4:latin typeface="微軟正黑體"/>
          <ns4:ea typeface="微軟正黑體"/>
          <ns4:cs typeface="微軟正黑體"/>
        </ns4:defRPr>
      </ns4:lvl4pPr>
      <ns5:lvl5pPr xmlns:ns5="http://schemas.openxmlformats.org/drawingml/2006/main" marL="0" indent="0" algn="l" eaLnBrk="1" latinLnBrk="0" hangingPunct="1">
        <ns5:lnSpc>
          <ns5:spcPct val="100000"/>
        </ns5:lnSpc>
        <ns5:spcBef>
          <ns5:spcPts val="0"/>
        </ns5:spcBef>
        <ns5:spcAft>
          <ns5:spcPts val="0"/>
        </ns5:spcAft>
        <ns5:buNone/>
        <ns5:defRPr sz="3200" b="1" lang="zh-TW" altLang="en-US">
          <ns5:solidFill>
            <ns5:srgbClr val="C00000"/>
          </ns5:solidFill>
          <ns5:latin typeface="微軟正黑體"/>
          <ns5:ea typeface="微軟正黑體"/>
          <ns5:cs typeface="微軟正黑體"/>
        </ns5:defRPr>
      </ns5:lvl5pPr>
      <ns6:lvl6pPr xmlns:ns6="http://schemas.openxmlformats.org/drawingml/2006/main" marL="0" indent="0" algn="l" eaLnBrk="1" latinLnBrk="0" hangingPunct="1">
        <ns6:lnSpc>
          <ns6:spcPct val="100000"/>
        </ns6:lnSpc>
        <ns6:spcBef>
          <ns6:spcPts val="0"/>
        </ns6:spcBef>
        <ns6:spcAft>
          <ns6:spcPts val="0"/>
        </ns6:spcAft>
        <ns6:buNone/>
        <ns6:defRPr sz="3200" b="1" lang="zh-TW" altLang="en-US">
          <ns6:solidFill>
            <ns6:srgbClr val="C00000"/>
          </ns6:solidFill>
          <ns6:latin typeface="微軟正黑體"/>
          <ns6:ea typeface="微軟正黑體"/>
          <ns6:cs typeface="微軟正黑體"/>
        </ns6:defRPr>
      </ns6:lvl6pPr>
      <ns7:lvl7pPr xmlns:ns7="http://schemas.openxmlformats.org/drawingml/2006/main" marL="0" indent="0" algn="l" eaLnBrk="1" latinLnBrk="0" hangingPunct="1">
        <ns7:lnSpc>
          <ns7:spcPct val="100000"/>
        </ns7:lnSpc>
        <ns7:spcBef>
          <ns7:spcPts val="0"/>
        </ns7:spcBef>
        <ns7:spcAft>
          <ns7:spcPts val="0"/>
        </ns7:spcAft>
        <ns7:buNone/>
        <ns7:defRPr sz="3200" b="1" lang="zh-TW" altLang="en-US">
          <ns7:solidFill>
            <ns7:srgbClr val="C00000"/>
          </ns7:solidFill>
          <ns7:latin typeface="微軟正黑體"/>
          <ns7:ea typeface="微軟正黑體"/>
          <ns7:cs typeface="微軟正黑體"/>
        </ns7:defRPr>
      </ns7:lvl7pPr>
      <ns8:lvl8pPr xmlns:ns8="http://schemas.openxmlformats.org/drawingml/2006/main" marL="0" indent="0" algn="l" eaLnBrk="1" latinLnBrk="0" hangingPunct="1">
        <ns8:lnSpc>
          <ns8:spcPct val="100000"/>
        </ns8:lnSpc>
        <ns8:spcBef>
          <ns8:spcPts val="0"/>
        </ns8:spcBef>
        <ns8:spcAft>
          <ns8:spcPts val="0"/>
        </ns8:spcAft>
        <ns8:buNone/>
        <ns8:defRPr sz="3200" b="1" lang="zh-TW" altLang="en-US">
          <ns8:solidFill>
            <ns8:srgbClr val="C00000"/>
          </ns8:solidFill>
          <ns8:latin typeface="微軟正黑體"/>
          <ns8:ea typeface="微軟正黑體"/>
          <ns8:cs typeface="微軟正黑體"/>
        </ns8:defRPr>
      </ns8:lvl8pPr>
      <ns9:lvl9pPr xmlns:ns9="http://schemas.openxmlformats.org/drawingml/2006/main" marL="0" indent="0" algn="l" eaLnBrk="1" latinLnBrk="0" hangingPunct="1">
        <ns9:lnSpc>
          <ns9:spcPct val="100000"/>
        </ns9:lnSpc>
        <ns9:spcBef>
          <ns9:spcPts val="0"/>
        </ns9:spcBef>
        <ns9:spcAft>
          <ns9:spcPts val="0"/>
        </ns9:spcAft>
        <ns9:buNone/>
        <ns9:defRPr sz="3200" b="1" lang="zh-TW" altLang="en-US">
          <ns9:solidFill>
            <ns9:srgbClr val="C00000"/>
          </ns9:solidFill>
          <ns9:latin typeface="微軟正黑體"/>
          <ns9:ea typeface="微軟正黑體"/>
          <ns9:cs typeface="微軟正黑體"/>
        </ns9:defRPr>
      </ns9:lvl9pPr>
    </p:titleStyle>
    <p:bodyStyle>
      <ns1:lvl1pPr xmlns:ns1="http://schemas.openxmlformats.org/drawingml/2006/main" marL="274320" indent="-274320" algn="l" eaLnBrk="1" latinLnBrk="0" hangingPunct="1" fontAlgn="ctr">
        <ns1:lnSpc>
          <ns1:spcPct val="100000"/>
        </ns1:lnSpc>
        <ns1:spcBef>
          <ns1:spcPts val="0"/>
        </ns1:spcBef>
        <ns1:spcAft>
          <ns1:spcPts val="600"/>
        </ns1:spcAft>
        <ns1:buClr>
          <ns1:srgbClr val="C00000"/>
        </ns1:buClr>
        <ns1:buSzPct val="50000"/>
        <ns1:buFont typeface="微軟正黑體"/>
        <ns1:buChar char="●"/>
        <ns1:defRPr sz="2400" b="0" lang="zh-TW" altLang="en-US">
          <ns1:solidFill>
            <ns1:srgbClr val="333333"/>
          </ns1:solidFill>
          <ns1:latin typeface="微軟正黑體"/>
          <ns1:ea typeface="微軟正黑體"/>
          <ns1:cs typeface="微軟正黑體"/>
        </ns1:defRPr>
      </ns1:lvl1pPr>
      <ns2:lvl2pPr xmlns:ns2="http://schemas.openxmlformats.org/drawingml/2006/main" marL="777240" indent="-304800" algn="l" eaLnBrk="1" latinLnBrk="0" hangingPunct="1" fontAlgn="ctr">
        <ns2:lnSpc>
          <ns2:spcPct val="100000"/>
        </ns2:lnSpc>
        <ns2:spcBef>
          <ns2:spcPts val="0"/>
        </ns2:spcBef>
        <ns2:spcAft>
          <ns2:spcPts val="600"/>
        </ns2:spcAft>
        <ns2:buClr>
          <ns2:srgbClr val="333333"/>
        </ns2:buClr>
        <ns2:buSzPct val="75000"/>
        <ns2:buFont typeface="微軟正黑體"/>
        <ns2:buChar char="■"/>
        <ns2:defRPr sz="1800" b="0" lang="zh-TW" altLang="en-US">
          <ns2:solidFill>
            <ns2:srgbClr val="333333"/>
          </ns2:solidFill>
          <ns2:latin typeface="微軟正黑體"/>
          <ns2:ea typeface="微軟正黑體"/>
          <ns2:cs typeface="微軟正黑體"/>
        </ns2:defRPr>
      </ns2:lvl2pPr>
      <ns3:lvl3pPr xmlns:ns3="http://schemas.openxmlformats.org/drawingml/2006/main" marL="1097280" indent="-254000" algn="l" eaLnBrk="1" latinLnBrk="0" hangingPunct="1" fontAlgn="ctr">
        <ns3:lnSpc>
          <ns3:spcPct val="100000"/>
        </ns3:lnSpc>
        <ns3:spcBef>
          <ns3:spcPts val="0"/>
        </ns3:spcBef>
        <ns3:spcAft>
          <ns3:spcPts val="600"/>
        </ns3:spcAft>
        <ns3:buClr>
          <ns3:srgbClr val="333333"/>
        </ns3:buClr>
        <ns3:buSzPct val="100000"/>
        <ns3:buFont typeface="微軟正黑體"/>
        <ns3:buChar char="◆"/>
        <ns3:defRPr sz="1400" b="0" lang="zh-TW" altLang="en-US">
          <ns3:solidFill>
            <ns3:srgbClr val="333333"/>
          </ns3:solidFill>
          <ns3:latin typeface="微軟正黑體"/>
          <ns3:ea typeface="微軟正黑體"/>
          <ns3:cs typeface="微軟正黑體"/>
        </ns3:defRPr>
      </ns3:lvl3pPr>
      <ns4:lvl4pPr xmlns:ns4="http://schemas.openxmlformats.org/drawingml/2006/main" marL="1353312" indent="-254000" algn="l" eaLnBrk="1" latinLnBrk="0" hangingPunct="1" fontAlgn="ctr">
        <ns4:lnSpc>
          <ns4:spcPct val="100000"/>
        </ns4:lnSpc>
        <ns4:spcBef>
          <ns4:spcPts val="0"/>
        </ns4:spcBef>
        <ns4:spcAft>
          <ns4:spcPts val="600"/>
        </ns4:spcAft>
        <ns4:buClr>
          <ns4:srgbClr val="333333"/>
        </ns4:buClr>
        <ns4:buSzPct val="100000"/>
        <ns4:buFont typeface="微軟正黑體"/>
        <ns4:buChar char="◆"/>
        <ns4:defRPr sz="1400" b="0" lang="zh-TW" altLang="en-US">
          <ns4:solidFill>
            <ns4:srgbClr val="333333"/>
          </ns4:solidFill>
          <ns4:latin typeface="微軟正黑體"/>
          <ns4:ea typeface="微軟正黑體"/>
          <ns4:cs typeface="微軟正黑體"/>
        </ns4:defRPr>
      </ns4:lvl4pPr>
      <ns5:lvl5pPr xmlns:ns5="http://schemas.openxmlformats.org/drawingml/2006/main" marL="1609344" indent="-254000" algn="l" eaLnBrk="1" latinLnBrk="0" hangingPunct="1" fontAlgn="ctr">
        <ns5:lnSpc>
          <ns5:spcPct val="100000"/>
        </ns5:lnSpc>
        <ns5:spcBef>
          <ns5:spcPts val="0"/>
        </ns5:spcBef>
        <ns5:spcAft>
          <ns5:spcPts val="600"/>
        </ns5:spcAft>
        <ns5:buClr>
          <ns5:srgbClr val="333333"/>
        </ns5:buClr>
        <ns5:buSzPct val="100000"/>
        <ns5:buFont typeface="微軟正黑體"/>
        <ns5:buChar char="◆"/>
        <ns5:defRPr sz="1400" b="0" lang="zh-TW" altLang="en-US">
          <ns5:solidFill>
            <ns5:srgbClr val="333333"/>
          </ns5:solidFill>
          <ns5:latin typeface="微軟正黑體"/>
          <ns5:ea typeface="微軟正黑體"/>
          <ns5:cs typeface="微軟正黑體"/>
        </ns5:defRPr>
      </ns5:lvl5pPr>
      <ns6:lvl6pPr xmlns:ns6="http://schemas.openxmlformats.org/drawingml/2006/main" marL="1865376" indent="-254000" algn="l" eaLnBrk="1" latinLnBrk="0" hangingPunct="1" fontAlgn="ctr">
        <ns6:lnSpc>
          <ns6:spcPct val="100000"/>
        </ns6:lnSpc>
        <ns6:spcBef>
          <ns6:spcPts val="0"/>
        </ns6:spcBef>
        <ns6:spcAft>
          <ns6:spcPts val="600"/>
        </ns6:spcAft>
        <ns6:buClr>
          <ns6:srgbClr val="333333"/>
        </ns6:buClr>
        <ns6:buSzPct val="100000"/>
        <ns6:buFont typeface="微軟正黑體"/>
        <ns6:buChar char="◆"/>
        <ns6:defRPr sz="1400" b="0" lang="zh-TW" altLang="en-US">
          <ns6:solidFill>
            <ns6:srgbClr val="333333"/>
          </ns6:solidFill>
          <ns6:latin typeface="微軟正黑體"/>
          <ns6:ea typeface="微軟正黑體"/>
          <ns6:cs typeface="微軟正黑體"/>
        </ns6:defRPr>
      </ns6:lvl6pPr>
      <ns7:lvl7pPr xmlns:ns7="http://schemas.openxmlformats.org/drawingml/2006/main" marL="2121408" indent="-254000" algn="l" eaLnBrk="1" latinLnBrk="0" hangingPunct="1" fontAlgn="ctr">
        <ns7:lnSpc>
          <ns7:spcPct val="100000"/>
        </ns7:lnSpc>
        <ns7:spcBef>
          <ns7:spcPts val="0"/>
        </ns7:spcBef>
        <ns7:spcAft>
          <ns7:spcPts val="600"/>
        </ns7:spcAft>
        <ns7:buClr>
          <ns7:srgbClr val="333333"/>
        </ns7:buClr>
        <ns7:buSzPct val="100000"/>
        <ns7:buFont typeface="微軟正黑體"/>
        <ns7:buChar char="◆"/>
        <ns7:defRPr sz="1400" b="0" lang="zh-TW" altLang="en-US">
          <ns7:solidFill>
            <ns7:srgbClr val="333333"/>
          </ns7:solidFill>
          <ns7:latin typeface="微軟正黑體"/>
          <ns7:ea typeface="微軟正黑體"/>
          <ns7:cs typeface="微軟正黑體"/>
        </ns7:defRPr>
      </ns7:lvl7pPr>
      <ns8:lvl8pPr xmlns:ns8="http://schemas.openxmlformats.org/drawingml/2006/main" marL="2377440" indent="-254000" algn="l" eaLnBrk="1" latinLnBrk="0" hangingPunct="1" fontAlgn="ctr">
        <ns8:lnSpc>
          <ns8:spcPct val="100000"/>
        </ns8:lnSpc>
        <ns8:spcBef>
          <ns8:spcPts val="0"/>
        </ns8:spcBef>
        <ns8:spcAft>
          <ns8:spcPts val="600"/>
        </ns8:spcAft>
        <ns8:buClr>
          <ns8:srgbClr val="333333"/>
        </ns8:buClr>
        <ns8:buSzPct val="100000"/>
        <ns8:buFont typeface="微軟正黑體"/>
        <ns8:buChar char="◆"/>
        <ns8:defRPr sz="1400" b="0" lang="zh-TW" altLang="en-US">
          <ns8:solidFill>
            <ns8:srgbClr val="333333"/>
          </ns8:solidFill>
          <ns8:latin typeface="微軟正黑體"/>
          <ns8:ea typeface="微軟正黑體"/>
          <ns8:cs typeface="微軟正黑體"/>
        </ns8:defRPr>
      </ns8:lvl8pPr>
      <ns9:lvl9pPr xmlns:ns9="http://schemas.openxmlformats.org/drawingml/2006/main" marL="2633472" indent="-254000" algn="l" eaLnBrk="1" latinLnBrk="0" hangingPunct="1" fontAlgn="ctr">
        <ns9:lnSpc>
          <ns9:spcPct val="100000"/>
        </ns9:lnSpc>
        <ns9:spcBef>
          <ns9:spcPts val="0"/>
        </ns9:spcBef>
        <ns9:spcAft>
          <ns9:spcPts val="600"/>
        </ns9:spcAft>
        <ns9:buClr>
          <ns9:srgbClr val="333333"/>
        </ns9:buClr>
        <ns9:buSzPct val="100000"/>
        <ns9:buFont typeface="微軟正黑體"/>
        <ns9:buChar char="◆"/>
        <ns9:defRPr sz="1400" b="0" lang="zh-TW" altLang="en-US">
          <ns9:solidFill>
            <ns9:srgbClr val="333333"/>
          </ns9:solidFill>
          <ns9:latin typeface="微軟正黑體"/>
          <ns9:ea typeface="微軟正黑體"/>
          <ns9:cs typeface="微軟正黑體"/>
        </ns9:defRPr>
      </ns9:lvl9pPr>
    </p:bodyStyle>
    <p:otherStyle>
      <ns0:lvl1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1pPr>
      <ns0:lvl2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2pPr>
      <ns0:lvl3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3pPr>
      <ns0:lvl4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4pPr>
      <ns0:lvl5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5pPr>
      <ns0:lvl6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6pPr>
      <ns0:lvl7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7pPr>
      <ns0:lvl8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8pPr>
      <ns0:lvl9pPr xmlns:ns0="http://schemas.openxmlformats.org/drawingml/2006/main" marL="0" indent="0" algn="l" defTabSz="914400" rtl="0" eaLnBrk="1" latinLnBrk="0" hangingPunct="1">
        <ns0:lnSpc>
          <ns0:spcPct val="110000"/>
        </ns0:lnSpc>
        <ns0:spcBef>
          <ns0:spcPts val="0"/>
        </ns0:spcBef>
        <ns0:spcAft>
          <ns0:spcPts val="0"/>
        </ns0:spcAft>
        <ns0:buNone/>
        <ns0:defRPr sz="1800" b="0" lang="zh-TW" altLang="en-US">
          <ns0:solidFill>
            <ns0:srgbClr val="000000"/>
          </ns0:solidFill>
          <ns0:latin typeface="微軟正黑體"/>
          <ns0:ea typeface="微軟正黑體"/>
          <ns0:cs typeface="微軟正黑體"/>
        </ns0:defRPr>
      </ns0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軟正黑體"/>
        <a:ea typeface="微軟正黑體"/>
        <a:cs typeface="微軟正黑體"/>
        <a:font script="Jpan" typeface="微軟正黑體"/>
        <a:font script="Hang" typeface="微軟正黑體"/>
        <a:font script="Hans" typeface="微軟正黑體"/>
        <a:font script="Hant" typeface="微軟正黑體"/>
        <a:font script="Arab" typeface="微軟正黑體"/>
        <a:font script="Hebr" typeface="微軟正黑體"/>
        <a:font script="Thai" typeface="微軟正黑體"/>
        <a:font script="Ethi" typeface="微軟正黑體"/>
        <a:font script="Beng" typeface="微軟正黑體"/>
        <a:font script="Gujr" typeface="微軟正黑體"/>
        <a:font script="Khmr" typeface="微軟正黑體"/>
        <a:font script="Knda" typeface="微軟正黑體"/>
        <a:font script="Guru" typeface="微軟正黑體"/>
        <a:font script="Cans" typeface="微軟正黑體"/>
        <a:font script="Cher" typeface="微軟正黑體"/>
        <a:font script="Yiii" typeface="微軟正黑體"/>
        <a:font script="Tibt" typeface="微軟正黑體"/>
        <a:font script="Thaa" typeface="微軟正黑體"/>
        <a:font script="Deva" typeface="微軟正黑體"/>
        <a:font script="Telu" typeface="微軟正黑體"/>
        <a:font script="Taml" typeface="微軟正黑體"/>
        <a:font script="Syrc" typeface="微軟正黑體"/>
        <a:font script="Orya" typeface="微軟正黑體"/>
        <a:font script="Mlym" typeface="微軟正黑體"/>
        <a:font script="Laoo" typeface="微軟正黑體"/>
        <a:font script="Sinh" typeface="微軟正黑體"/>
        <a:font script="Mong" typeface="微軟正黑體"/>
        <a:font script="Viet" typeface="微軟正黑體"/>
        <a:font script="Uigh" typeface="微軟正黑體"/>
        <a:font script="Geor" typeface="微軟正黑體"/>
        <a:font script="Armn" typeface="微軟正黑體"/>
        <a:font script="Bugi" typeface="微軟正黑體"/>
        <a:font script="Bopo" typeface="微軟正黑體"/>
        <a:font script="Java" typeface="微軟正黑體"/>
        <a:font script="Lisu" typeface="微軟正黑體"/>
        <a:font script="Mymr" typeface="微軟正黑體"/>
        <a:font script="Nkoo" typeface="微軟正黑體"/>
        <a:font script="Olck" typeface="微軟正黑體"/>
        <a:font script="Osma" typeface="微軟正黑體"/>
        <a:font script="Phag" typeface="微軟正黑體"/>
        <a:font script="Syrn" typeface="微軟正黑體"/>
        <a:font script="Syrj" typeface="微軟正黑體"/>
        <a:font script="Syre" typeface="微軟正黑體"/>
        <a:font script="Sora" typeface="微軟正黑體"/>
        <a:font script="Tale" typeface="微軟正黑體"/>
        <a:font script="Talu" typeface="微軟正黑體"/>
        <a:font script="Tfng" typeface="微軟正黑體"/>
      </a:majorFont>
      <a:minorFont>
        <a:latin typeface="微軟正黑體"/>
        <a:ea typeface="微軟正黑體"/>
        <a:cs typeface="微軟正黑體"/>
        <a:font script="Jpan" typeface="微軟正黑體"/>
        <a:font script="Hang" typeface="微軟正黑體"/>
        <a:font script="Hans" typeface="微軟正黑體"/>
        <a:font script="Hant" typeface="微軟正黑體"/>
        <a:font script="Arab" typeface="微軟正黑體"/>
        <a:font script="Hebr" typeface="微軟正黑體"/>
        <a:font script="Thai" typeface="微軟正黑體"/>
        <a:font script="Ethi" typeface="微軟正黑體"/>
        <a:font script="Beng" typeface="微軟正黑體"/>
        <a:font script="Gujr" typeface="微軟正黑體"/>
        <a:font script="Khmr" typeface="微軟正黑體"/>
        <a:font script="Knda" typeface="微軟正黑體"/>
        <a:font script="Guru" typeface="微軟正黑體"/>
        <a:font script="Cans" typeface="微軟正黑體"/>
        <a:font script="Cher" typeface="微軟正黑體"/>
        <a:font script="Yiii" typeface="微軟正黑體"/>
        <a:font script="Tibt" typeface="微軟正黑體"/>
        <a:font script="Thaa" typeface="微軟正黑體"/>
        <a:font script="Deva" typeface="微軟正黑體"/>
        <a:font script="Telu" typeface="微軟正黑體"/>
        <a:font script="Taml" typeface="微軟正黑體"/>
        <a:font script="Syrc" typeface="微軟正黑體"/>
        <a:font script="Orya" typeface="微軟正黑體"/>
        <a:font script="Mlym" typeface="微軟正黑體"/>
        <a:font script="Laoo" typeface="微軟正黑體"/>
        <a:font script="Sinh" typeface="微軟正黑體"/>
        <a:font script="Mong" typeface="微軟正黑體"/>
        <a:font script="Viet" typeface="微軟正黑體"/>
        <a:font script="Uigh" typeface="微軟正黑體"/>
        <a:font script="Geor" typeface="微軟正黑體"/>
        <a:font script="Armn" typeface="微軟正黑體"/>
        <a:font script="Bugi" typeface="微軟正黑體"/>
        <a:font script="Bopo" typeface="微軟正黑體"/>
        <a:font script="Java" typeface="微軟正黑體"/>
        <a:font script="Lisu" typeface="微軟正黑體"/>
        <a:font script="Mymr" typeface="微軟正黑體"/>
        <a:font script="Nkoo" typeface="微軟正黑體"/>
        <a:font script="Olck" typeface="微軟正黑體"/>
        <a:font script="Osma" typeface="微軟正黑體"/>
        <a:font script="Phag" typeface="微軟正黑體"/>
        <a:font script="Syrn" typeface="微軟正黑體"/>
        <a:font script="Syrj" typeface="微軟正黑體"/>
        <a:font script="Syre" typeface="微軟正黑體"/>
        <a:font script="Sora" typeface="微軟正黑體"/>
        <a:font script="Tale" typeface="微軟正黑體"/>
        <a:font script="Talu" typeface="微軟正黑體"/>
        <a:font script="Tfng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7cfdf8be24b97" /><Relationship Type="http://schemas.openxmlformats.org/officeDocument/2006/relationships/notesSlide" Target="/ppt/notesSlides/notesSlide1.xml" Id="Rd0fec6a2293845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9597789ce96480c" /><Relationship Type="http://schemas.openxmlformats.org/officeDocument/2006/relationships/notesSlide" Target="/ppt/notesSlides/notesSlide2.xml" Id="R3f1d44b2d368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b1c13013aa44e1" /><Relationship Type="http://schemas.openxmlformats.org/officeDocument/2006/relationships/notesSlide" Target="/ppt/notesSlides/notesSlide3.xml" Id="R14003300f8a04506" /></Relationships>
</file>

<file path=ppt/slides/_rels/slide4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7.xml"/></ns0: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22F09B-F528-46C5-B969-28120C5B0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單欄內容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3C0AD6BA-C82D-421E-BB33-182B092F2722}"/>
              </a:ext>
            </a:extLst>
          </p:cNvPr>
          <p:cNvSpPr>
            <a:spLocks xmlns:a="http://schemas.openxmlformats.org/drawingml/2006/main" noGrp="1"/>
          </p:cNvSpPr>
          <p:nvPr>
            <p:ph idx="1" type="obj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大標題：主要重點（24 pt）</a:t>
            </a:r>
          </a:p>
          <a:p xmlns:a="http://schemas.openxmlformats.org/drawingml/2006/main">
            <a:pPr lvl="1"/>
            <a:r>
              <a:t>次標題：說明重點與背景（18 pt）</a:t>
            </a:r>
          </a:p>
          <a:p xmlns:a="http://schemas.openxmlformats.org/drawingml/2006/main">
            <a:pPr lvl="2"/>
            <a:r>
              <a:t>再次標題：補充資料與細節（14 pt）</a:t>
            </a:r>
          </a:p>
          <a:p xmlns:a="http://schemas.openxmlformats.org/drawingml/2006/main">
            <a:pPr lvl="0"/>
            <a:r>
              <a:t>另一個主要重點</a:t>
            </a:r>
          </a:p>
          <a:p xmlns:a="http://schemas.openxmlformats.org/drawingml/2006/main">
            <a:pPr lvl="1"/>
            <a:r>
              <a:t>較長的內容會自然換行，第二行與文字起點對齊，維持一致的行距與段落間距。</a:t>
            </a:r>
          </a:p>
          <a:p xmlns:a="http://schemas.openxmlformats.org/drawingml/2006/main">
            <a:pPr lvl="2"/>
            <a:r>
              <a:t>這裡可放置資料來源、補充條件或注意事項。</a:t>
            </a:r>
          </a:p>
          <a:p xmlns:a="http://schemas.openxmlformats.org/drawingml/2006/main">
            <a:pPr lvl="0"/>
            <a:r>
              <a:t>下一步與待確認事項</a:t>
            </a:r>
          </a:p>
          <a:p xmlns:a="http://schemas.openxmlformats.org/drawingml/2006/main">
            <a:pPr lvl="1"/>
            <a:r>
              <a:t>列出行動、負責窗口或預定時程</a:t>
            </a:r>
          </a:p>
          <a:p xmlns:a="http://schemas.openxmlformats.org/drawingml/2006/main">
            <a:pPr lvl="2"/>
            <a:r>
              <a:t>請直接替換成你的內容。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 rtlCol="0" anchor="ctr">
            <a:noAutofit/>
          </a:bodyPr>
          <a:lstStyle/>
          <a:p>
            <a:pPr lvl="0"/>
            <a:fld id="{D741A4CA-6F71-55FC-8509-9B467D8AD84E}" type="slidenum">
              <a:rPr lang="zh-TW" altLang="en-US"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49833430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9685F4-DDAA-4C17-8228-0D8E6F712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雙欄內容</a:t>
            </a:r>
          </a:p>
        </p:txBody>
      </p:sp>
      <p:sp>
        <p:nvSpPr>
          <p:cNvPr id="6" name="Conclusion">
            <a:extLst xmlns:a="http://schemas.openxmlformats.org/drawingml/2006/main">
              <a:ext uri="{FF2B5EF4-FFF2-40B4-BE49-F238E27FC236}">
                <a16:creationId xmlns:a16="http://schemas.microsoft.com/office/drawing/2014/main" id="{2E9DCFEC-882E-4358-AF18-87086BC3D28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ns0:bodyPr xmlns:ns0="http://schemas.openxmlformats.org/drawingml/2006/main"/>
          <ns1:lstStyle xmlns:ns1="http://schemas.openxmlformats.org/drawingml/2006/main"/>
          <ns2:p xmlns:ns2="http://schemas.openxmlformats.org/drawingml/2006/main">
            <ns2:pPr lvl="0"/>
            <ns2:r>
              <ns2:t>結論：在此填寫本頁的主要判斷或建議</ns2:t>
            </ns2:r>
          </ns2:p>
          <ns3:p xmlns:ns3="http://schemas.openxmlformats.org/drawingml/2006/main">
            <ns3:pPr lvl="1"/>
            <ns3:r>
              <ns3:t>補充支持結論的關鍵依據</ns3:t>
            </ns3:r>
          </ns3:p>
          <ns4:p xmlns:ns4="http://schemas.openxmlformats.org/drawingml/2006/main">
            <ns4:pPr lvl="1"/>
            <ns4:r>
              <ns4:t>列出需要確認或執行的事項</ns4:t>
            </ns4:r>
          </ns4:p>
        </p:txBody>
      </p:sp>
      <p:sp>
        <p:nvSpPr>
          <p:cNvPr id="3" name="Left Content">
            <a:extLst xmlns:a="http://schemas.openxmlformats.org/drawingml/2006/main">
              <a:ext uri="{FF2B5EF4-FFF2-40B4-BE49-F238E27FC236}">
                <a16:creationId xmlns:a16="http://schemas.microsoft.com/office/drawing/2014/main" id="{22D4803B-B56F-4B0C-B2A7-8E545CC76EF9}"/>
              </a:ext>
            </a:extLst>
          </p:cNvPr>
          <p:cNvSpPr>
            <a:spLocks xmlns:a="http://schemas.openxmlformats.org/drawingml/2006/main" noGrp="1"/>
          </p:cNvSpPr>
          <p:nvPr>
            <p:ph idx="1" type="obj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左欄主要重點</a:t>
            </a:r>
          </a:p>
          <a:p xmlns:a="http://schemas.openxmlformats.org/drawingml/2006/main">
            <a:pPr lvl="1"/>
            <a:r>
              <a:t>說明第一個主題</a:t>
            </a:r>
          </a:p>
          <a:p xmlns:a="http://schemas.openxmlformats.org/drawingml/2006/main">
            <a:pPr lvl="2"/>
            <a:r>
              <a:t>補充背景、資料或條件</a:t>
            </a:r>
          </a:p>
          <a:p xmlns:a="http://schemas.openxmlformats.org/drawingml/2006/main">
            <a:pPr lvl="0"/>
            <a:r>
              <a:t>第二個主要重點</a:t>
            </a:r>
          </a:p>
          <a:p xmlns:a="http://schemas.openxmlformats.org/drawingml/2006/main">
            <a:pPr lvl="1"/>
            <a:r>
              <a:t>較長的次標題會自動換行，延續相同的文字起點與間距。</a:t>
            </a:r>
          </a:p>
          <a:p xmlns:a="http://schemas.openxmlformats.org/drawingml/2006/main">
            <a:pPr lvl="2"/>
            <a:r>
              <a:t>此處填寫補充細節。</a:t>
            </a:r>
          </a:p>
        </p:txBody>
      </p:sp>
      <p:sp>
        <p:nvSpPr>
          <p:cNvPr id="4" name="Right Content">
            <a:extLst xmlns:a="http://schemas.openxmlformats.org/drawingml/2006/main">
              <a:ext uri="{FF2B5EF4-FFF2-40B4-BE49-F238E27FC236}">
                <a16:creationId xmlns:a16="http://schemas.microsoft.com/office/drawing/2014/main" id="{553E9AE4-0960-47B2-9E2E-1B89FBFE8173}"/>
              </a:ext>
            </a:extLst>
          </p:cNvPr>
          <p:cNvSpPr>
            <a:spLocks xmlns:a="http://schemas.openxmlformats.org/drawingml/2006/main" noGrp="1"/>
          </p:cNvSpPr>
          <p:nvPr>
            <p:ph idx="2" type="obj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右欄主要重點</a:t>
            </a:r>
          </a:p>
          <a:p xmlns:a="http://schemas.openxmlformats.org/drawingml/2006/main">
            <a:pPr lvl="1"/>
            <a:r>
              <a:t>說明另一個主題</a:t>
            </a:r>
          </a:p>
          <a:p xmlns:a="http://schemas.openxmlformats.org/drawingml/2006/main">
            <a:pPr lvl="2"/>
            <a:r>
              <a:t>補充背景、資料或條件</a:t>
            </a:r>
          </a:p>
          <a:p xmlns:a="http://schemas.openxmlformats.org/drawingml/2006/main">
            <a:pPr lvl="0"/>
            <a:r>
              <a:t>相關行動</a:t>
            </a:r>
          </a:p>
          <a:p xmlns:a="http://schemas.openxmlformats.org/drawingml/2006/main">
            <a:pPr lvl="1"/>
            <a:r>
              <a:t>列出需要執行的事項</a:t>
            </a:r>
          </a:p>
          <a:p xmlns:a="http://schemas.openxmlformats.org/drawingml/2006/main">
            <a:pPr lvl="2"/>
            <a:r>
              <a:t>可補充負責人或完成日期。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 rtlCol="0" anchor="ctr">
            <a:noAutofit/>
          </a:bodyPr>
          <a:lstStyle/>
          <a:p>
            <a:pPr lvl="0"/>
            <a:fld id="{C6418FD0-16F5-555D-8747-BD33AB64B8FF}" type="slidenum">
              <a:rPr lang="zh-TW" altLang="en-US"/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203414249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D0B845-A1FC-493F-9177-183633598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左右比較</a:t>
            </a:r>
          </a:p>
        </p:txBody>
      </p:sp>
      <p:sp>
        <p:nvSpPr>
          <p:cNvPr id="8" name="Conclusion">
            <a:extLst xmlns:a="http://schemas.openxmlformats.org/drawingml/2006/main">
              <a:ext uri="{FF2B5EF4-FFF2-40B4-BE49-F238E27FC236}">
                <a16:creationId xmlns:a16="http://schemas.microsoft.com/office/drawing/2014/main" id="{000B7A0C-7203-4111-BC94-9F2EC08D59B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ns0:bodyPr xmlns:ns0="http://schemas.openxmlformats.org/drawingml/2006/main"/>
          <ns1:lstStyle xmlns:ns1="http://schemas.openxmlformats.org/drawingml/2006/main"/>
          <ns2:p xmlns:ns2="http://schemas.openxmlformats.org/drawingml/2006/main">
            <ns2:pPr lvl="0"/>
            <ns2:r>
              <ns2:t>結論：在此填寫建議採用的方案</ns2:t>
            </ns2:r>
          </ns2:p>
          <ns3:p xmlns:ns3="http://schemas.openxmlformats.org/drawingml/2006/main">
            <ns3:pPr lvl="1"/>
            <ns3:r>
              <ns3:t>說明兩個方案的主要差異與選擇依據</ns3:t>
            </ns3:r>
          </ns3:p>
          <ns4:p xmlns:ns4="http://schemas.openxmlformats.org/drawingml/2006/main">
            <ns4:pPr lvl="1"/>
            <ns4:r>
              <ns4:t>補充影響判斷的條件或限制</ns4:t>
            </ns4:r>
          </ns4:p>
        </p:txBody>
      </p:sp>
      <p:sp>
        <p:nvSpPr>
          <p:cNvPr id="3" name="Left Heading">
            <a:extLst xmlns:a="http://schemas.openxmlformats.org/drawingml/2006/main">
              <a:ext uri="{FF2B5EF4-FFF2-40B4-BE49-F238E27FC236}">
                <a16:creationId xmlns:a16="http://schemas.microsoft.com/office/drawing/2014/main" id="{FC0DDFD8-D555-41F6-BC9B-A2833AC42B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方案 A</a:t>
            </a:r>
          </a:p>
        </p:txBody>
      </p:sp>
      <p:sp>
        <p:nvSpPr>
          <p:cNvPr id="4" name="Right Heading">
            <a:extLst xmlns:a="http://schemas.openxmlformats.org/drawingml/2006/main">
              <a:ext uri="{FF2B5EF4-FFF2-40B4-BE49-F238E27FC236}">
                <a16:creationId xmlns:a16="http://schemas.microsoft.com/office/drawing/2014/main" id="{BCF266D3-DAE6-4413-A053-200F9D5387A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方案 B</a:t>
            </a:r>
          </a:p>
        </p:txBody>
      </p:sp>
      <p:sp>
        <p:nvSpPr>
          <p:cNvPr id="5" name="Left Content">
            <a:extLst xmlns:a="http://schemas.openxmlformats.org/drawingml/2006/main">
              <a:ext uri="{FF2B5EF4-FFF2-40B4-BE49-F238E27FC236}">
                <a16:creationId xmlns:a16="http://schemas.microsoft.com/office/drawing/2014/main" id="{8F9A54B7-974B-4386-8E51-3C7FF3C02FCC}"/>
              </a:ext>
            </a:extLst>
          </p:cNvPr>
          <p:cNvSpPr>
            <a:spLocks xmlns:a="http://schemas.openxmlformats.org/drawingml/2006/main" noGrp="1"/>
          </p:cNvSpPr>
          <p:nvPr>
            <p:ph idx="2" type="obj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比較重點</a:t>
            </a:r>
          </a:p>
          <a:p xmlns:a="http://schemas.openxmlformats.org/drawingml/2006/main">
            <a:pPr lvl="1"/>
            <a:r>
              <a:t>說明方案 A 的特點</a:t>
            </a:r>
          </a:p>
          <a:p xmlns:a="http://schemas.openxmlformats.org/drawingml/2006/main">
            <a:pPr lvl="2"/>
            <a:r>
              <a:t>補充評估條件或資料</a:t>
            </a:r>
          </a:p>
          <a:p xmlns:a="http://schemas.openxmlformats.org/drawingml/2006/main">
            <a:pPr lvl="0"/>
            <a:r>
              <a:t>預期效果</a:t>
            </a:r>
          </a:p>
          <a:p xmlns:a="http://schemas.openxmlformats.org/drawingml/2006/main">
            <a:pPr lvl="1"/>
            <a:r>
              <a:t>列出主要效益</a:t>
            </a:r>
          </a:p>
          <a:p xmlns:a="http://schemas.openxmlformats.org/drawingml/2006/main">
            <a:pPr lvl="2"/>
            <a:r>
              <a:t>此處填寫補充說明。</a:t>
            </a:r>
          </a:p>
        </p:txBody>
      </p:sp>
      <p:sp>
        <p:nvSpPr>
          <p:cNvPr id="6" name="Right Content">
            <a:extLst xmlns:a="http://schemas.openxmlformats.org/drawingml/2006/main">
              <a:ext uri="{FF2B5EF4-FFF2-40B4-BE49-F238E27FC236}">
                <a16:creationId xmlns:a16="http://schemas.microsoft.com/office/drawing/2014/main" id="{C08535A6-B04A-4774-8D94-CCDC5F4851B2}"/>
              </a:ext>
            </a:extLst>
          </p:cNvPr>
          <p:cNvSpPr>
            <a:spLocks xmlns:a="http://schemas.openxmlformats.org/drawingml/2006/main" noGrp="1"/>
          </p:cNvSpPr>
          <p:nvPr>
            <p:ph idx="4" type="obj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比較重點</a:t>
            </a:r>
          </a:p>
          <a:p xmlns:a="http://schemas.openxmlformats.org/drawingml/2006/main">
            <a:pPr lvl="1"/>
            <a:r>
              <a:t>說明方案 B 的特點</a:t>
            </a:r>
          </a:p>
          <a:p xmlns:a="http://schemas.openxmlformats.org/drawingml/2006/main">
            <a:pPr lvl="2"/>
            <a:r>
              <a:t>補充評估條件或資料</a:t>
            </a:r>
          </a:p>
          <a:p xmlns:a="http://schemas.openxmlformats.org/drawingml/2006/main">
            <a:pPr lvl="0"/>
            <a:r>
              <a:t>預期效果</a:t>
            </a:r>
          </a:p>
          <a:p xmlns:a="http://schemas.openxmlformats.org/drawingml/2006/main">
            <a:pPr lvl="1"/>
            <a:r>
              <a:t>列出主要效益</a:t>
            </a:r>
          </a:p>
          <a:p xmlns:a="http://schemas.openxmlformats.org/drawingml/2006/main">
            <a:pPr lvl="2"/>
            <a:r>
              <a:t>此處填寫補充說明。</a:t>
            </a:r>
          </a:p>
        </p:txBody>
      </p:sp>
      <p:sp xmlns:a="http://schemas.openxmlformats.org/drawingml/2006/main">
        <p:nvSpPr>
          <p:cNvPr id="7" name="Slide Number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 rtlCol="0" anchor="ctr">
            <a:noAutofit/>
          </a:bodyPr>
          <a:lstStyle/>
          <a:p>
            <a:pPr lvl="0"/>
            <a:fld id="{4ECCAFB2-AFD1-5CD7-84E4-6B844F20494E}" type="slidenum">
              <a:rPr lang="zh-TW" altLang="en-US"/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036823891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F527A1-034B-434A-A175-506066998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專案進度與資源配置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C4390E8D-BADC-43F2-9FE8-ABEB709E0334}"/>
              </a:ext>
            </a:extLst>
          </p:cNvPr>
          <p:cNvSpPr>
            <a:spLocks xmlns:a="http://schemas.openxmlformats.org/drawingml/2006/main" noGrp="1"/>
          </p:cNvSpPr>
          <p:nvPr>
            <p:ph idx="1" type="body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ns0:p xmlns:ns0="http://schemas.openxmlformats.org/drawingml/2006/main">
            <ns0:pPr lvl="0"/>
            <ns0:r>
              <ns0:t>結論：在此填寫專案整體進度與資源需求</ns0:t>
            </ns0:r>
          </ns0:p>
          <ns1:p xmlns:ns1="http://schemas.openxmlformats.org/drawingml/2006/main">
            <ns1:pPr lvl="1"/>
            <ns1:r>
              <ns1:t>說明主要進度差異或資源缺口</ns1:t>
            </ns1:r>
          </ns1:p>
          <ns2:p xmlns:ns2="http://schemas.openxmlformats.org/drawingml/2006/main">
            <ns2:pPr lvl="1"/>
            <ns2:r>
              <ns2:t>列出需要協調或決策的事項</ns2:t>
            </ns2:r>
          </ns2:p>
        </p:txBody>
      </p:sp>
      <p:sp>
        <p:nvSpPr>
          <p:cNvPr id="4" name="Left Header">
            <a:extLst xmlns:a="http://schemas.openxmlformats.org/drawingml/2006/main">
              <a:ext uri="{FF2B5EF4-FFF2-40B4-BE49-F238E27FC236}">
                <a16:creationId xmlns:a16="http://schemas.microsoft.com/office/drawing/2014/main" id="{D399972F-E9C0-4EC7-A7C5-5E33FC0D9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282398"/>
          </a:solidFill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部署進度</a:t>
            </a:r>
          </a:p>
        </p:txBody>
      </p:sp>
      <p:sp>
        <p:nvSpPr>
          <p:cNvPr id="5" name="Right Header">
            <a:extLst xmlns:a="http://schemas.openxmlformats.org/drawingml/2006/main">
              <a:ext uri="{FF2B5EF4-FFF2-40B4-BE49-F238E27FC236}">
                <a16:creationId xmlns:a16="http://schemas.microsoft.com/office/drawing/2014/main" id="{DF887005-4266-4531-9972-A8782827C3B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282398"/>
          </a:solidFill>
          <a:ln xmlns:a="http://schemas.openxmlformats.org/drawingml/2006/main" w="0">
            <a:noFill/>
            <a:prstDash val="solid"/>
          </a:ln>
        </p:spPr>
        <p:txBody>
          <ns0:bodyPr xmlns:ns0="http://schemas.openxmlformats.org/drawingml/2006/main">
            <ns0:noAutofit/>
          </ns0:bodyPr>
          <ns0:lstStyle xmlns:ns0="http://schemas.openxmlformats.org/drawingml/2006/main"/>
          <a:p xmlns:a="http://schemas.openxmlformats.org/drawingml/2006/main">
            <a:pPr lvl="0"/>
            <a:r>
              <a:t>資源盤點與配置</a:t>
            </a:r>
          </a:p>
        </p:txBody>
      </p:sp>
      <p:graphicFrame>
        <p:nvGraphicFramePr>
          <p:cNvPr id="6" name="Deployment Table">
            <a:extLst xmlns:a="http://schemas.openxmlformats.org/drawingml/2006/main">
              <a:ext uri="{FF2B5EF4-FFF2-40B4-BE49-F238E27FC236}">
                <a16:creationId xmlns:a16="http://schemas.microsoft.com/office/drawing/2014/main" id="{1EE090B0-FD1E-470B-94C8-6185CE29FE64}"/>
              </a:ext>
            </a:extLst>
          </p:cNvPr>
          <p:cNvGraphicFramePr/>
          <p:nvPr>
            <p:ph type="obj" idx="3"/>
          </p:nvPr>
        </p:nvGraphicFramePr>
        <p:xfrm>
          <a:off xmlns:a="http://schemas.openxmlformats.org/drawingml/2006/main" x="527050" y="3314700"/>
          <a:ext xmlns:a="http://schemas.openxmlformats.org/drawingml/2006/main" cx="5435600" cy="2857500"/>
        </p:xfrm>
        <a:graphic xmlns:a="http://schemas.openxmlformats.org/drawingml/2006/main">
          <a:graphicData uri="http://schemas.openxmlformats.org/drawingml/2006/table">
            <a:tbl>
              <a:tblPr firstRow="1" firstCol="0" lastRow="0" lastCol="0" bandRow="0" bandCol="0"/>
              <a:tblGrid>
                <a:gridCol w="1079126"/>
                <a:gridCol w="1079126"/>
                <a:gridCol w="999191"/>
                <a:gridCol w="1119094"/>
                <a:gridCol w="1159063"/>
              </a:tblGrid>
              <a:tr h="476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3C4D6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3C4D6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3C4D6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數量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3C4D6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進度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3C4D6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狀態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0F2F6"/>
                    </a:solidFill>
                  </a:tcPr>
                </a:tc>
              </a:tr>
              <a:tr h="476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 A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1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 B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2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476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 C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3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 D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4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476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 E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5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Resource Table">
            <a:extLst xmlns:a="http://schemas.openxmlformats.org/drawingml/2006/main">
              <a:ext uri="{FF2B5EF4-FFF2-40B4-BE49-F238E27FC236}">
                <a16:creationId xmlns:a16="http://schemas.microsoft.com/office/drawing/2014/main" id="{1EF52D42-BABB-43D2-B84F-A23913968C13}"/>
              </a:ext>
            </a:extLst>
          </p:cNvPr>
          <p:cNvGraphicFramePr/>
          <p:nvPr>
            <p:ph type="obj" idx="5"/>
          </p:nvPr>
        </p:nvGraphicFramePr>
        <p:xfrm>
          <a:off xmlns:a="http://schemas.openxmlformats.org/drawingml/2006/main" x="6242050" y="3314700"/>
          <a:ext xmlns:a="http://schemas.openxmlformats.org/drawingml/2006/main" cx="5435600" cy="2857500"/>
        </p:xfrm>
        <a:graphic xmlns:a="http://schemas.openxmlformats.org/drawingml/2006/main">
          <a:graphicData uri="http://schemas.openxmlformats.org/drawingml/2006/table">
            <a:tbl>
              <a:tblPr firstRow="1" firstCol="0" lastRow="0" lastCol="0" bandRow="0" bandCol="0"/>
              <a:tblGrid>
                <a:gridCol w="1082873"/>
                <a:gridCol w="1082873"/>
                <a:gridCol w="1082873"/>
                <a:gridCol w="1093490"/>
                <a:gridCol w="1093491"/>
              </a:tblGrid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36557A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優先序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36557A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需求量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36557A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已配置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36557A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待配置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36557A"/>
                    </a:solidFill>
                  </a:tcPr>
                </a:tc>
              </a:tr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1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2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3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4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5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 6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4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待填</a:t>
                      </a:r>
                    </a:p>
                  </a:txBody>
                  <a:tcPr marL="47625" marR="47625" marT="47625" marB="47625" anchor="ctr">
                    <a:lnL w="6668">
                      <a:solidFill>
                        <a:srgbClr val="D6DAE1"/>
                      </a:solidFill>
                      <a:prstDash val="solid"/>
                    </a:lnL>
                    <a:lnR w="6668">
                      <a:solidFill>
                        <a:srgbClr val="D6DAE1"/>
                      </a:solidFill>
                      <a:prstDash val="solid"/>
                    </a:lnR>
                    <a:lnT w="6668">
                      <a:solidFill>
                        <a:srgbClr val="D6DAE1"/>
                      </a:solidFill>
                      <a:prstDash val="solid"/>
                    </a:lnT>
                    <a:lnB w="6668">
                      <a:solidFill>
                        <a:srgbClr val="D6DAE1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8" name="Slide Number"/>
          <p:cNvSpPr>
            <a:spLocks noGrp="1"/>
          </p:cNvSpPr>
          <p:nvPr>
            <p:ph type="sldNum" sz="quarter" idx="10"/>
          </p:nvPr>
        </p:nvSpPr>
        <p:spPr>
          <a:xfrm>
            <a:off x="5778500" y="6654800"/>
            <a:ext cx="63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2pPr>
            <a:lvl3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3pPr>
            <a:lvl4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5pPr>
            <a:lvl6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6pPr>
            <a:lvl7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7pPr>
            <a:lvl8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8pPr>
            <a:lvl9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lang="zh-TW" altLang="en-US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lvl9pPr>
          </a:lstStyle>
          <a:p>
            <a:pPr lvl="0"/>
            <a:fld id="{6F97441D-775B-5FE9-B471-45A94F3B24FF}" type="slidenum">
              <a:rPr lang="zh-TW" altLang="en-US"/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208561458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軟正黑體"/>
        <a:ea typeface="微軟正黑體"/>
        <a:cs typeface="微軟正黑體"/>
        <a:font script="Jpan" typeface="微軟正黑體"/>
        <a:font script="Hang" typeface="微軟正黑體"/>
        <a:font script="Hans" typeface="微軟正黑體"/>
        <a:font script="Hant" typeface="微軟正黑體"/>
        <a:font script="Arab" typeface="微軟正黑體"/>
        <a:font script="Hebr" typeface="微軟正黑體"/>
        <a:font script="Thai" typeface="微軟正黑體"/>
        <a:font script="Ethi" typeface="微軟正黑體"/>
        <a:font script="Beng" typeface="微軟正黑體"/>
        <a:font script="Gujr" typeface="微軟正黑體"/>
        <a:font script="Khmr" typeface="微軟正黑體"/>
        <a:font script="Knda" typeface="微軟正黑體"/>
        <a:font script="Guru" typeface="微軟正黑體"/>
        <a:font script="Cans" typeface="微軟正黑體"/>
        <a:font script="Cher" typeface="微軟正黑體"/>
        <a:font script="Yiii" typeface="微軟正黑體"/>
        <a:font script="Tibt" typeface="微軟正黑體"/>
        <a:font script="Thaa" typeface="微軟正黑體"/>
        <a:font script="Deva" typeface="微軟正黑體"/>
        <a:font script="Telu" typeface="微軟正黑體"/>
        <a:font script="Taml" typeface="微軟正黑體"/>
        <a:font script="Syrc" typeface="微軟正黑體"/>
        <a:font script="Orya" typeface="微軟正黑體"/>
        <a:font script="Mlym" typeface="微軟正黑體"/>
        <a:font script="Laoo" typeface="微軟正黑體"/>
        <a:font script="Sinh" typeface="微軟正黑體"/>
        <a:font script="Mong" typeface="微軟正黑體"/>
        <a:font script="Viet" typeface="微軟正黑體"/>
        <a:font script="Uigh" typeface="微軟正黑體"/>
        <a:font script="Geor" typeface="微軟正黑體"/>
        <a:font script="Armn" typeface="微軟正黑體"/>
        <a:font script="Bugi" typeface="微軟正黑體"/>
        <a:font script="Bopo" typeface="微軟正黑體"/>
        <a:font script="Java" typeface="微軟正黑體"/>
        <a:font script="Lisu" typeface="微軟正黑體"/>
        <a:font script="Mymr" typeface="微軟正黑體"/>
        <a:font script="Nkoo" typeface="微軟正黑體"/>
        <a:font script="Olck" typeface="微軟正黑體"/>
        <a:font script="Osma" typeface="微軟正黑體"/>
        <a:font script="Phag" typeface="微軟正黑體"/>
        <a:font script="Syrn" typeface="微軟正黑體"/>
        <a:font script="Syrj" typeface="微軟正黑體"/>
        <a:font script="Syre" typeface="微軟正黑體"/>
        <a:font script="Sora" typeface="微軟正黑體"/>
        <a:font script="Tale" typeface="微軟正黑體"/>
        <a:font script="Talu" typeface="微軟正黑體"/>
        <a:font script="Tfng" typeface="微軟正黑體"/>
      </a:majorFont>
      <a:minorFont>
        <a:latin typeface="微軟正黑體"/>
        <a:ea typeface="微軟正黑體"/>
        <a:cs typeface="微軟正黑體"/>
        <a:font script="Jpan" typeface="微軟正黑體"/>
        <a:font script="Hang" typeface="微軟正黑體"/>
        <a:font script="Hans" typeface="微軟正黑體"/>
        <a:font script="Hant" typeface="微軟正黑體"/>
        <a:font script="Arab" typeface="微軟正黑體"/>
        <a:font script="Hebr" typeface="微軟正黑體"/>
        <a:font script="Thai" typeface="微軟正黑體"/>
        <a:font script="Ethi" typeface="微軟正黑體"/>
        <a:font script="Beng" typeface="微軟正黑體"/>
        <a:font script="Gujr" typeface="微軟正黑體"/>
        <a:font script="Khmr" typeface="微軟正黑體"/>
        <a:font script="Knda" typeface="微軟正黑體"/>
        <a:font script="Guru" typeface="微軟正黑體"/>
        <a:font script="Cans" typeface="微軟正黑體"/>
        <a:font script="Cher" typeface="微軟正黑體"/>
        <a:font script="Yiii" typeface="微軟正黑體"/>
        <a:font script="Tibt" typeface="微軟正黑體"/>
        <a:font script="Thaa" typeface="微軟正黑體"/>
        <a:font script="Deva" typeface="微軟正黑體"/>
        <a:font script="Telu" typeface="微軟正黑體"/>
        <a:font script="Taml" typeface="微軟正黑體"/>
        <a:font script="Syrc" typeface="微軟正黑體"/>
        <a:font script="Orya" typeface="微軟正黑體"/>
        <a:font script="Mlym" typeface="微軟正黑體"/>
        <a:font script="Laoo" typeface="微軟正黑體"/>
        <a:font script="Sinh" typeface="微軟正黑體"/>
        <a:font script="Mong" typeface="微軟正黑體"/>
        <a:font script="Viet" typeface="微軟正黑體"/>
        <a:font script="Uigh" typeface="微軟正黑體"/>
        <a:font script="Geor" typeface="微軟正黑體"/>
        <a:font script="Armn" typeface="微軟正黑體"/>
        <a:font script="Bugi" typeface="微軟正黑體"/>
        <a:font script="Bopo" typeface="微軟正黑體"/>
        <a:font script="Java" typeface="微軟正黑體"/>
        <a:font script="Lisu" typeface="微軟正黑體"/>
        <a:font script="Mymr" typeface="微軟正黑體"/>
        <a:font script="Nkoo" typeface="微軟正黑體"/>
        <a:font script="Olck" typeface="微軟正黑體"/>
        <a:font script="Osma" typeface="微軟正黑體"/>
        <a:font script="Phag" typeface="微軟正黑體"/>
        <a:font script="Syrn" typeface="微軟正黑體"/>
        <a:font script="Syrj" typeface="微軟正黑體"/>
        <a:font script="Syre" typeface="微軟正黑體"/>
        <a:font script="Sora" typeface="微軟正黑體"/>
        <a:font script="Tale" typeface="微軟正黑體"/>
        <a:font script="Talu" typeface="微軟正黑體"/>
        <a:font script="Tfng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4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2026-10-25T22:52:16.7500000Z</dcterms:created>
  <dcterms:modified xsi:type="dcterms:W3CDTF">2026-10-25T22:52:16.7500000Z</dcterms:modified>
</coreProperties>
</file>