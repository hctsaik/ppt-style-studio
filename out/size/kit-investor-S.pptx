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200" dirty="0"/>
          </a:p>
        </p:txBody>
      </p:sp>
      <p:sp>
        <p:nvSpPr>
          <p:cNvPr id="4" name="類別"/>
          <p:cNvSpPr/>
          <p:nvPr/>
        </p:nvSpPr>
        <p:spPr>
          <a:xfrm>
            <a:off x="438912" y="139354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00" dirty="0"/>
          </a:p>
        </p:txBody>
      </p:sp>
      <p:sp>
        <p:nvSpPr>
          <p:cNvPr id="5" name="流程方塊"/>
          <p:cNvSpPr/>
          <p:nvPr/>
        </p:nvSpPr>
        <p:spPr>
          <a:xfrm>
            <a:off x="1598528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6" name="圖說"/>
          <p:cNvSpPr/>
          <p:nvPr/>
        </p:nvSpPr>
        <p:spPr>
          <a:xfrm>
            <a:off x="1499616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7" name="流程方塊"/>
          <p:cNvSpPr/>
          <p:nvPr/>
        </p:nvSpPr>
        <p:spPr>
          <a:xfrm>
            <a:off x="2718067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5080">
            <a:solidFill>
              <a:srgbClr val="D4D4D4"/>
            </a:solidFill>
            <a:prstDash val="solid"/>
          </a:ln>
          <a:effectLst>
            <a:outerShdw blurRad="67818" dist="1943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8" name="圖說"/>
          <p:cNvSpPr/>
          <p:nvPr/>
        </p:nvSpPr>
        <p:spPr>
          <a:xfrm>
            <a:off x="2619155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9" name="流程方塊"/>
          <p:cNvSpPr/>
          <p:nvPr/>
        </p:nvSpPr>
        <p:spPr>
          <a:xfrm>
            <a:off x="3837606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CE4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0" name="圖說"/>
          <p:cNvSpPr/>
          <p:nvPr/>
        </p:nvSpPr>
        <p:spPr>
          <a:xfrm>
            <a:off x="3738694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1" name="流程方塊"/>
          <p:cNvSpPr/>
          <p:nvPr/>
        </p:nvSpPr>
        <p:spPr>
          <a:xfrm>
            <a:off x="4957145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E8E8E8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2" name="圖說"/>
          <p:cNvSpPr/>
          <p:nvPr/>
        </p:nvSpPr>
        <p:spPr>
          <a:xfrm>
            <a:off x="4858233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3" name="流程方塊"/>
          <p:cNvSpPr/>
          <p:nvPr/>
        </p:nvSpPr>
        <p:spPr>
          <a:xfrm>
            <a:off x="6076684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E60012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4" name="圖說"/>
          <p:cNvSpPr/>
          <p:nvPr/>
        </p:nvSpPr>
        <p:spPr>
          <a:xfrm>
            <a:off x="5977772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5" name="流程方塊"/>
          <p:cNvSpPr/>
          <p:nvPr/>
        </p:nvSpPr>
        <p:spPr>
          <a:xfrm>
            <a:off x="7196223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E60012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6" name="圖說"/>
          <p:cNvSpPr/>
          <p:nvPr/>
        </p:nvSpPr>
        <p:spPr>
          <a:xfrm>
            <a:off x="7097312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7" name="流程方塊"/>
          <p:cNvSpPr/>
          <p:nvPr/>
        </p:nvSpPr>
        <p:spPr>
          <a:xfrm>
            <a:off x="8315763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18" name="圖說"/>
          <p:cNvSpPr/>
          <p:nvPr/>
        </p:nvSpPr>
        <p:spPr>
          <a:xfrm>
            <a:off x="8216851" y="167152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19" name="線條"/>
          <p:cNvSpPr/>
          <p:nvPr/>
        </p:nvSpPr>
        <p:spPr>
          <a:xfrm>
            <a:off x="438912" y="1810512"/>
            <a:ext cx="8875532" cy="0"/>
          </a:xfrm>
          <a:prstGeom prst="line">
            <a:avLst/>
          </a:prstGeom>
          <a:noFill/>
          <a:ln w="5080">
            <a:solidFill>
              <a:srgbClr val="E7E7E7"/>
            </a:solidFill>
            <a:prstDash val="solid"/>
          </a:ln>
        </p:spPr>
      </p:sp>
      <p:sp>
        <p:nvSpPr>
          <p:cNvPr id="20" name="類別"/>
          <p:cNvSpPr/>
          <p:nvPr/>
        </p:nvSpPr>
        <p:spPr>
          <a:xfrm>
            <a:off x="438912" y="194218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1" name="判斷菱形"/>
          <p:cNvSpPr/>
          <p:nvPr/>
        </p:nvSpPr>
        <p:spPr>
          <a:xfrm>
            <a:off x="1653392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2" name="圖說"/>
          <p:cNvSpPr/>
          <p:nvPr/>
        </p:nvSpPr>
        <p:spPr>
          <a:xfrm>
            <a:off x="1499616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3" name="判斷菱形"/>
          <p:cNvSpPr/>
          <p:nvPr/>
        </p:nvSpPr>
        <p:spPr>
          <a:xfrm>
            <a:off x="2772931" y="1850746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4D4D4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4" name="圖說"/>
          <p:cNvSpPr/>
          <p:nvPr/>
        </p:nvSpPr>
        <p:spPr>
          <a:xfrm>
            <a:off x="2619155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5" name="判斷菱形"/>
          <p:cNvSpPr/>
          <p:nvPr/>
        </p:nvSpPr>
        <p:spPr>
          <a:xfrm>
            <a:off x="3892470" y="1850746"/>
            <a:ext cx="768096" cy="380390"/>
          </a:xfrm>
          <a:prstGeom prst="diamond">
            <a:avLst/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6" name="圖說"/>
          <p:cNvSpPr/>
          <p:nvPr/>
        </p:nvSpPr>
        <p:spPr>
          <a:xfrm>
            <a:off x="3738694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7" name="判斷菱形"/>
          <p:cNvSpPr/>
          <p:nvPr/>
        </p:nvSpPr>
        <p:spPr>
          <a:xfrm>
            <a:off x="5012009" y="1850746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E6001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8" name="圖說"/>
          <p:cNvSpPr/>
          <p:nvPr/>
        </p:nvSpPr>
        <p:spPr>
          <a:xfrm>
            <a:off x="4858233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29" name="判斷菱形"/>
          <p:cNvSpPr/>
          <p:nvPr/>
        </p:nvSpPr>
        <p:spPr>
          <a:xfrm>
            <a:off x="6131548" y="1850746"/>
            <a:ext cx="768096" cy="380390"/>
          </a:xfrm>
          <a:prstGeom prst="diamond">
            <a:avLst/>
          </a:prstGeom>
          <a:solidFill>
            <a:srgbClr val="E60012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0" name="圖說"/>
          <p:cNvSpPr/>
          <p:nvPr/>
        </p:nvSpPr>
        <p:spPr>
          <a:xfrm>
            <a:off x="5977772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1" name="判斷菱形"/>
          <p:cNvSpPr/>
          <p:nvPr/>
        </p:nvSpPr>
        <p:spPr>
          <a:xfrm>
            <a:off x="7251087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2" name="圖說"/>
          <p:cNvSpPr/>
          <p:nvPr/>
        </p:nvSpPr>
        <p:spPr>
          <a:xfrm>
            <a:off x="7097312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850746"/>
            <a:ext cx="892454" cy="380390"/>
            <a:chOff x="8264556" y="1850746"/>
            <a:chExt cx="892454" cy="380390"/>
          </a:xfrm>
        </p:grpSpPr>
        <p:sp>
          <p:nvSpPr>
            <p:cNvPr id="33" name="判斷菱形"/>
            <p:cNvSpPr/>
            <p:nvPr/>
          </p:nvSpPr>
          <p:spPr>
            <a:xfrm>
              <a:off x="8264556" y="1850746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E60012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4" name="線條"/>
            <p:cNvSpPr/>
            <p:nvPr/>
          </p:nvSpPr>
          <p:spPr>
            <a:xfrm>
              <a:off x="8718099" y="2040941"/>
              <a:ext cx="438912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35" name="標註"/>
            <p:cNvSpPr/>
            <p:nvPr/>
          </p:nvSpPr>
          <p:spPr>
            <a:xfrm>
              <a:off x="8732729" y="1894637"/>
              <a:ext cx="219456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6" name="圖說"/>
          <p:cNvSpPr/>
          <p:nvPr/>
        </p:nvSpPr>
        <p:spPr>
          <a:xfrm>
            <a:off x="8216851" y="2256739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7" name="線條"/>
          <p:cNvSpPr/>
          <p:nvPr/>
        </p:nvSpPr>
        <p:spPr>
          <a:xfrm>
            <a:off x="438912" y="2395728"/>
            <a:ext cx="8875532" cy="0"/>
          </a:xfrm>
          <a:prstGeom prst="line">
            <a:avLst/>
          </a:prstGeom>
          <a:noFill/>
          <a:ln w="5080">
            <a:solidFill>
              <a:srgbClr val="E7E7E7"/>
            </a:solidFill>
            <a:prstDash val="solid"/>
          </a:ln>
        </p:spPr>
      </p:sp>
      <p:sp>
        <p:nvSpPr>
          <p:cNvPr id="38" name="類別"/>
          <p:cNvSpPr/>
          <p:nvPr/>
        </p:nvSpPr>
        <p:spPr>
          <a:xfrm>
            <a:off x="438912" y="2476195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39" name="開始／結束"/>
          <p:cNvSpPr/>
          <p:nvPr/>
        </p:nvSpPr>
        <p:spPr>
          <a:xfrm>
            <a:off x="1598528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0012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0" name="圖說"/>
          <p:cNvSpPr/>
          <p:nvPr/>
        </p:nvSpPr>
        <p:spPr>
          <a:xfrm>
            <a:off x="1499616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1" name="開始／結束"/>
          <p:cNvSpPr/>
          <p:nvPr/>
        </p:nvSpPr>
        <p:spPr>
          <a:xfrm>
            <a:off x="2718067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2" name="圖說"/>
          <p:cNvSpPr/>
          <p:nvPr/>
        </p:nvSpPr>
        <p:spPr>
          <a:xfrm>
            <a:off x="2619155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3" name="開始／結束"/>
          <p:cNvSpPr/>
          <p:nvPr/>
        </p:nvSpPr>
        <p:spPr>
          <a:xfrm>
            <a:off x="3837606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4" name="圖說"/>
          <p:cNvSpPr/>
          <p:nvPr/>
        </p:nvSpPr>
        <p:spPr>
          <a:xfrm>
            <a:off x="3738694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5" name="開始／結束"/>
          <p:cNvSpPr/>
          <p:nvPr/>
        </p:nvSpPr>
        <p:spPr>
          <a:xfrm>
            <a:off x="4957145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4D4D4"/>
            </a:solidFill>
            <a:prstDash val="solid"/>
          </a:ln>
          <a:effectLst>
            <a:outerShdw blurRad="61468" dist="17526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6" name="圖說"/>
          <p:cNvSpPr/>
          <p:nvPr/>
        </p:nvSpPr>
        <p:spPr>
          <a:xfrm>
            <a:off x="4858233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7" name="開始／結束"/>
          <p:cNvSpPr/>
          <p:nvPr/>
        </p:nvSpPr>
        <p:spPr>
          <a:xfrm>
            <a:off x="6076684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48" name="圖說"/>
          <p:cNvSpPr/>
          <p:nvPr/>
        </p:nvSpPr>
        <p:spPr>
          <a:xfrm>
            <a:off x="5977772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49" name="開始／結束"/>
          <p:cNvSpPr/>
          <p:nvPr/>
        </p:nvSpPr>
        <p:spPr>
          <a:xfrm>
            <a:off x="7196223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0" name="圖說"/>
          <p:cNvSpPr/>
          <p:nvPr/>
        </p:nvSpPr>
        <p:spPr>
          <a:xfrm>
            <a:off x="7097312" y="2739542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700" dirty="0"/>
          </a:p>
        </p:txBody>
      </p:sp>
      <p:sp>
        <p:nvSpPr>
          <p:cNvPr id="51" name="線條"/>
          <p:cNvSpPr/>
          <p:nvPr/>
        </p:nvSpPr>
        <p:spPr>
          <a:xfrm>
            <a:off x="438912" y="2878531"/>
            <a:ext cx="8875532" cy="0"/>
          </a:xfrm>
          <a:prstGeom prst="line">
            <a:avLst/>
          </a:prstGeom>
          <a:noFill/>
          <a:ln w="5080">
            <a:solidFill>
              <a:srgbClr val="E7E7E7"/>
            </a:solidFill>
            <a:prstDash val="solid"/>
          </a:ln>
        </p:spPr>
      </p:sp>
      <p:sp>
        <p:nvSpPr>
          <p:cNvPr id="52" name="類別"/>
          <p:cNvSpPr/>
          <p:nvPr/>
        </p:nvSpPr>
        <p:spPr>
          <a:xfrm>
            <a:off x="438912" y="296631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</a:t>
            </a:r>
            <a:endParaRPr lang="en-US" sz="1100" dirty="0"/>
          </a:p>
        </p:txBody>
      </p:sp>
      <p:sp>
        <p:nvSpPr>
          <p:cNvPr id="53" name="線條"/>
          <p:cNvSpPr/>
          <p:nvPr/>
        </p:nvSpPr>
        <p:spPr>
          <a:xfrm>
            <a:off x="1613158" y="3065069"/>
            <a:ext cx="848563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4" name="圖說"/>
          <p:cNvSpPr/>
          <p:nvPr/>
        </p:nvSpPr>
        <p:spPr>
          <a:xfrm>
            <a:off x="1499616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5" name="線條"/>
          <p:cNvSpPr/>
          <p:nvPr/>
        </p:nvSpPr>
        <p:spPr>
          <a:xfrm>
            <a:off x="2732697" y="3065069"/>
            <a:ext cx="848563" cy="0"/>
          </a:xfrm>
          <a:prstGeom prst="line">
            <a:avLst/>
          </a:prstGeom>
          <a:noFill/>
          <a:ln w="2286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2619155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7" name="連接線"/>
          <p:cNvSpPr/>
          <p:nvPr/>
        </p:nvSpPr>
        <p:spPr>
          <a:xfrm>
            <a:off x="3852237" y="2955341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3738694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59" name="線條"/>
          <p:cNvSpPr/>
          <p:nvPr/>
        </p:nvSpPr>
        <p:spPr>
          <a:xfrm>
            <a:off x="4971776" y="3065069"/>
            <a:ext cx="848563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0" name="圖說"/>
          <p:cNvSpPr/>
          <p:nvPr/>
        </p:nvSpPr>
        <p:spPr>
          <a:xfrm>
            <a:off x="4858233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1" name="線條"/>
          <p:cNvSpPr/>
          <p:nvPr/>
        </p:nvSpPr>
        <p:spPr>
          <a:xfrm>
            <a:off x="6091315" y="3065069"/>
            <a:ext cx="848563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62" name="圖說"/>
          <p:cNvSpPr/>
          <p:nvPr/>
        </p:nvSpPr>
        <p:spPr>
          <a:xfrm>
            <a:off x="5977772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962656"/>
            <a:ext cx="512064" cy="204826"/>
            <a:chOff x="7371788" y="2962656"/>
            <a:chExt cx="512064" cy="204826"/>
          </a:xfrm>
        </p:grpSpPr>
        <p:sp>
          <p:nvSpPr>
            <p:cNvPr id="63" name="三角分隔"/>
            <p:cNvSpPr/>
            <p:nvPr/>
          </p:nvSpPr>
          <p:spPr>
            <a:xfrm>
              <a:off x="7371788" y="2984602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V 形分隔"/>
            <p:cNvSpPr/>
            <p:nvPr/>
          </p:nvSpPr>
          <p:spPr>
            <a:xfrm>
              <a:off x="7766809" y="2962656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5" name="圖說"/>
          <p:cNvSpPr/>
          <p:nvPr/>
        </p:nvSpPr>
        <p:spPr>
          <a:xfrm>
            <a:off x="7097312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6" name="區塊箭頭"/>
          <p:cNvSpPr/>
          <p:nvPr/>
        </p:nvSpPr>
        <p:spPr>
          <a:xfrm>
            <a:off x="8352339" y="2918765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8216851" y="323697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68" name="線條"/>
          <p:cNvSpPr/>
          <p:nvPr/>
        </p:nvSpPr>
        <p:spPr>
          <a:xfrm>
            <a:off x="438912" y="3375965"/>
            <a:ext cx="8875532" cy="0"/>
          </a:xfrm>
          <a:prstGeom prst="line">
            <a:avLst/>
          </a:prstGeom>
          <a:noFill/>
          <a:ln w="5080">
            <a:solidFill>
              <a:srgbClr val="E7E7E7"/>
            </a:solidFill>
            <a:prstDash val="solid"/>
          </a:ln>
        </p:spPr>
      </p:sp>
      <p:sp>
        <p:nvSpPr>
          <p:cNvPr id="69" name="類別"/>
          <p:cNvSpPr/>
          <p:nvPr/>
        </p:nvSpPr>
        <p:spPr>
          <a:xfrm>
            <a:off x="438912" y="3478378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70" name="警示方塊"/>
          <p:cNvSpPr/>
          <p:nvPr/>
        </p:nvSpPr>
        <p:spPr>
          <a:xfrm>
            <a:off x="1598528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5240">
            <a:solidFill>
              <a:srgbClr val="E60012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D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1" name="圖說"/>
          <p:cNvSpPr/>
          <p:nvPr/>
        </p:nvSpPr>
        <p:spPr>
          <a:xfrm>
            <a:off x="1499616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2" name="警示方塊"/>
          <p:cNvSpPr/>
          <p:nvPr/>
        </p:nvSpPr>
        <p:spPr>
          <a:xfrm>
            <a:off x="2718067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CDBDE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D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3" name="圖說"/>
          <p:cNvSpPr/>
          <p:nvPr/>
        </p:nvSpPr>
        <p:spPr>
          <a:xfrm>
            <a:off x="2619155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4" name="警示方塊"/>
          <p:cNvSpPr/>
          <p:nvPr/>
        </p:nvSpPr>
        <p:spPr>
          <a:xfrm>
            <a:off x="3837606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E60012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5" name="圖說"/>
          <p:cNvSpPr/>
          <p:nvPr/>
        </p:nvSpPr>
        <p:spPr>
          <a:xfrm>
            <a:off x="3738694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412980"/>
            <a:ext cx="380835" cy="328306"/>
            <a:chOff x="5205640" y="3412980"/>
            <a:chExt cx="380835" cy="328306"/>
          </a:xfrm>
        </p:grpSpPr>
        <p:sp>
          <p:nvSpPr>
            <p:cNvPr id="76" name="警告三角"/>
            <p:cNvSpPr/>
            <p:nvPr/>
          </p:nvSpPr>
          <p:spPr>
            <a:xfrm>
              <a:off x="5205640" y="3412980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驚嘆號"/>
            <p:cNvSpPr/>
            <p:nvPr/>
          </p:nvSpPr>
          <p:spPr>
            <a:xfrm>
              <a:off x="5205640" y="3511472"/>
              <a:ext cx="380835" cy="2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78" name="圖說"/>
          <p:cNvSpPr/>
          <p:nvPr/>
        </p:nvSpPr>
        <p:spPr>
          <a:xfrm>
            <a:off x="4858233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79" name="錯誤標記"/>
          <p:cNvSpPr/>
          <p:nvPr/>
        </p:nvSpPr>
        <p:spPr>
          <a:xfrm>
            <a:off x="6383630" y="3445167"/>
            <a:ext cx="263932" cy="263932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80" name="圖說"/>
          <p:cNvSpPr/>
          <p:nvPr/>
        </p:nvSpPr>
        <p:spPr>
          <a:xfrm>
            <a:off x="5977772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368650"/>
            <a:ext cx="925373" cy="369418"/>
            <a:chOff x="7196223" y="3368650"/>
            <a:chExt cx="925373" cy="369418"/>
          </a:xfrm>
        </p:grpSpPr>
        <p:sp>
          <p:nvSpPr>
            <p:cNvPr id="81" name="流程方塊"/>
            <p:cNvSpPr/>
            <p:nvPr/>
          </p:nvSpPr>
          <p:spPr>
            <a:xfrm>
              <a:off x="7196223" y="3416198"/>
              <a:ext cx="877824" cy="321869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2" name="提示紅點"/>
            <p:cNvSpPr/>
            <p:nvPr/>
          </p:nvSpPr>
          <p:spPr>
            <a:xfrm>
              <a:off x="7997238" y="3368650"/>
              <a:ext cx="124358" cy="124358"/>
            </a:xfrm>
            <a:prstGeom prst="ellipse">
              <a:avLst/>
            </a:prstGeom>
            <a:solidFill>
              <a:srgbClr val="E60012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3" name="圖說"/>
          <p:cNvSpPr/>
          <p:nvPr/>
        </p:nvSpPr>
        <p:spPr>
          <a:xfrm>
            <a:off x="7097312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4" name="連接線"/>
          <p:cNvSpPr/>
          <p:nvPr/>
        </p:nvSpPr>
        <p:spPr>
          <a:xfrm>
            <a:off x="8330393" y="3460090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noFill/>
          <a:ln w="12700">
            <a:solidFill>
              <a:srgbClr val="E60012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8216851" y="376367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6" name="線條"/>
          <p:cNvSpPr/>
          <p:nvPr/>
        </p:nvSpPr>
        <p:spPr>
          <a:xfrm>
            <a:off x="438912" y="3902659"/>
            <a:ext cx="8875532" cy="0"/>
          </a:xfrm>
          <a:prstGeom prst="line">
            <a:avLst/>
          </a:prstGeom>
          <a:noFill/>
          <a:ln w="5080">
            <a:solidFill>
              <a:srgbClr val="E7E7E7"/>
            </a:solidFill>
            <a:prstDash val="solid"/>
          </a:ln>
        </p:spPr>
      </p:sp>
      <p:sp>
        <p:nvSpPr>
          <p:cNvPr id="87" name="類別"/>
          <p:cNvSpPr/>
          <p:nvPr/>
        </p:nvSpPr>
        <p:spPr>
          <a:xfrm>
            <a:off x="438912" y="4070909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/ Badge / Tag</a:t>
            </a:r>
            <a:endParaRPr lang="en-US" sz="1100" dirty="0"/>
          </a:p>
        </p:txBody>
      </p:sp>
      <p:sp>
        <p:nvSpPr>
          <p:cNvPr id="88" name="光暈大圓"/>
          <p:cNvSpPr/>
          <p:nvPr/>
        </p:nvSpPr>
        <p:spPr>
          <a:xfrm>
            <a:off x="1810669" y="3942893"/>
            <a:ext cx="453542" cy="453542"/>
          </a:xfrm>
          <a:prstGeom prst="ellipse">
            <a:avLst/>
          </a:prstGeom>
          <a:solidFill>
            <a:srgbClr val="E8E8E8"/>
          </a:solidFill>
          <a:ln>
            <a:noFill/>
          </a:ln>
          <a:effectLst>
            <a:outerShdw blurRad="68326" dist="12192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1499616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2886317" y="3899002"/>
            <a:ext cx="541325" cy="541325"/>
            <a:chOff x="2886317" y="3899002"/>
            <a:chExt cx="541325" cy="541325"/>
          </a:xfrm>
        </p:grpSpPr>
        <p:sp>
          <p:nvSpPr>
            <p:cNvPr id="90" name="外圈細環"/>
            <p:cNvSpPr/>
            <p:nvPr/>
          </p:nvSpPr>
          <p:spPr>
            <a:xfrm>
              <a:off x="2886317" y="3899002"/>
              <a:ext cx="541325" cy="541325"/>
            </a:xfrm>
            <a:prstGeom prst="ellipse">
              <a:avLst/>
            </a:prstGeom>
            <a:noFill/>
            <a:ln w="7620">
              <a:solidFill>
                <a:srgbClr val="E3E3E3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光暈大圓"/>
            <p:cNvSpPr/>
            <p:nvPr/>
          </p:nvSpPr>
          <p:spPr>
            <a:xfrm>
              <a:off x="2930208" y="3942893"/>
              <a:ext cx="453542" cy="453542"/>
            </a:xfrm>
            <a:prstGeom prst="ellipse">
              <a:avLst/>
            </a:prstGeom>
            <a:solidFill>
              <a:srgbClr val="E8E8E8"/>
            </a:solidFill>
            <a:ln>
              <a:noFill/>
            </a:ln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2" name="圖說"/>
          <p:cNvSpPr/>
          <p:nvPr/>
        </p:nvSpPr>
        <p:spPr>
          <a:xfrm>
            <a:off x="2619155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3" name="外框圓"/>
          <p:cNvSpPr/>
          <p:nvPr/>
        </p:nvSpPr>
        <p:spPr>
          <a:xfrm>
            <a:off x="4049747" y="3942893"/>
            <a:ext cx="453542" cy="45354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3738694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4964460" y="4045306"/>
            <a:ext cx="863194" cy="248717"/>
            <a:chOff x="4964460" y="4045306"/>
            <a:chExt cx="863194" cy="248717"/>
          </a:xfrm>
        </p:grpSpPr>
        <p:sp>
          <p:nvSpPr>
            <p:cNvPr id="95" name="編號"/>
            <p:cNvSpPr/>
            <p:nvPr/>
          </p:nvSpPr>
          <p:spPr>
            <a:xfrm>
              <a:off x="4964460" y="4045306"/>
              <a:ext cx="248717" cy="248717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80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5271699" y="4045306"/>
              <a:ext cx="248717" cy="248717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800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5578937" y="4045306"/>
              <a:ext cx="248717" cy="248717"/>
            </a:xfrm>
            <a:prstGeom prst="ellipse">
              <a:avLst/>
            </a:prstGeom>
            <a:solidFill>
              <a:srgbClr val="1F3FB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800" dirty="0"/>
            </a:p>
          </p:txBody>
        </p:sp>
      </p:grpSp>
      <p:sp>
        <p:nvSpPr>
          <p:cNvPr id="98" name="圖說"/>
          <p:cNvSpPr/>
          <p:nvPr/>
        </p:nvSpPr>
        <p:spPr>
          <a:xfrm>
            <a:off x="4858233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sp>
        <p:nvSpPr>
          <p:cNvPr id="99" name="標籤"/>
          <p:cNvSpPr/>
          <p:nvPr/>
        </p:nvSpPr>
        <p:spPr>
          <a:xfrm>
            <a:off x="6193760" y="4052621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900" dirty="0"/>
          </a:p>
        </p:txBody>
      </p:sp>
      <p:sp>
        <p:nvSpPr>
          <p:cNvPr id="100" name="圖說"/>
          <p:cNvSpPr/>
          <p:nvPr/>
        </p:nvSpPr>
        <p:spPr>
          <a:xfrm>
            <a:off x="5977772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7192159" y="4059936"/>
            <a:ext cx="885952" cy="219456"/>
            <a:chOff x="7192159" y="4059936"/>
            <a:chExt cx="885952" cy="219456"/>
          </a:xfrm>
        </p:grpSpPr>
        <p:sp>
          <p:nvSpPr>
            <p:cNvPr id="101" name="標籤"/>
            <p:cNvSpPr/>
            <p:nvPr/>
          </p:nvSpPr>
          <p:spPr>
            <a:xfrm>
              <a:off x="7192159" y="4059936"/>
              <a:ext cx="413715" cy="219456"/>
            </a:xfrm>
            <a:prstGeom prst="roundRect">
              <a:avLst>
                <a:gd name="adj" fmla="val 16667"/>
              </a:avLst>
            </a:prstGeom>
            <a:solidFill>
              <a:srgbClr val="1F3FBF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2" name="標籤"/>
            <p:cNvSpPr/>
            <p:nvPr/>
          </p:nvSpPr>
          <p:spPr>
            <a:xfrm>
              <a:off x="7664396" y="4059936"/>
              <a:ext cx="413715" cy="219456"/>
            </a:xfrm>
            <a:prstGeom prst="roundRect">
              <a:avLst>
                <a:gd name="adj" fmla="val 16667"/>
              </a:avLst>
            </a:prstGeom>
            <a:solidFill>
              <a:srgbClr val="E1E1E1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7097312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8480355" y="4114800"/>
            <a:ext cx="548640" cy="109728"/>
            <a:chOff x="8480355" y="4114800"/>
            <a:chExt cx="548640" cy="109728"/>
          </a:xfrm>
        </p:grpSpPr>
        <p:sp>
          <p:nvSpPr>
            <p:cNvPr id="104" name="圓點"/>
            <p:cNvSpPr/>
            <p:nvPr/>
          </p:nvSpPr>
          <p:spPr>
            <a:xfrm>
              <a:off x="8480355" y="4114800"/>
              <a:ext cx="109728" cy="109728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8699811" y="4114800"/>
              <a:ext cx="109728" cy="109728"/>
            </a:xfrm>
            <a:prstGeom prst="ellipse">
              <a:avLst/>
            </a:prstGeom>
            <a:solidFill>
              <a:srgbClr val="1F3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圓點"/>
            <p:cNvSpPr/>
            <p:nvPr/>
          </p:nvSpPr>
          <p:spPr>
            <a:xfrm>
              <a:off x="8919267" y="4114800"/>
              <a:ext cx="109728" cy="10972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8216851" y="442203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08" name="線條"/>
          <p:cNvSpPr/>
          <p:nvPr/>
        </p:nvSpPr>
        <p:spPr>
          <a:xfrm>
            <a:off x="438912" y="4561027"/>
            <a:ext cx="8875532" cy="0"/>
          </a:xfrm>
          <a:prstGeom prst="line">
            <a:avLst/>
          </a:prstGeom>
          <a:noFill/>
          <a:ln w="5080">
            <a:solidFill>
              <a:srgbClr val="E7E7E7"/>
            </a:solidFill>
            <a:prstDash val="solid"/>
          </a:ln>
        </p:spPr>
      </p:sp>
      <p:sp>
        <p:nvSpPr>
          <p:cNvPr id="109" name="類別"/>
          <p:cNvSpPr/>
          <p:nvPr/>
        </p:nvSpPr>
        <p:spPr>
          <a:xfrm>
            <a:off x="438912" y="4670755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598528" y="4579315"/>
            <a:ext cx="877824" cy="358445"/>
            <a:chOff x="1598528" y="4579315"/>
            <a:chExt cx="877824" cy="358445"/>
          </a:xfrm>
        </p:grpSpPr>
        <p:sp>
          <p:nvSpPr>
            <p:cNvPr id="110" name="群組框"/>
            <p:cNvSpPr/>
            <p:nvPr/>
          </p:nvSpPr>
          <p:spPr>
            <a:xfrm>
              <a:off x="1598528" y="4645152"/>
              <a:ext cx="877824" cy="292608"/>
            </a:xfrm>
            <a:prstGeom prst="roundRect">
              <a:avLst>
                <a:gd name="adj" fmla="val 25000"/>
              </a:avLst>
            </a:prstGeom>
            <a:noFill/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群組名稱"/>
            <p:cNvSpPr/>
            <p:nvPr/>
          </p:nvSpPr>
          <p:spPr>
            <a:xfrm>
              <a:off x="1671680" y="4579315"/>
              <a:ext cx="453542" cy="1316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1499616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3" name="淺灰面板"/>
          <p:cNvSpPr/>
          <p:nvPr/>
        </p:nvSpPr>
        <p:spPr>
          <a:xfrm>
            <a:off x="2718067" y="4601261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2619155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sp>
        <p:nvSpPr>
          <p:cNvPr id="115" name="卡片"/>
          <p:cNvSpPr/>
          <p:nvPr/>
        </p:nvSpPr>
        <p:spPr>
          <a:xfrm>
            <a:off x="3837606" y="4601261"/>
            <a:ext cx="877824" cy="336499"/>
          </a:xfrm>
          <a:prstGeom prst="roundRect">
            <a:avLst>
              <a:gd name="adj" fmla="val 30435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3738694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sp>
        <p:nvSpPr>
          <p:cNvPr id="117" name="卡片"/>
          <p:cNvSpPr/>
          <p:nvPr/>
        </p:nvSpPr>
        <p:spPr>
          <a:xfrm>
            <a:off x="4957145" y="4601261"/>
            <a:ext cx="877824" cy="336499"/>
          </a:xfrm>
          <a:prstGeom prst="roundRect">
            <a:avLst>
              <a:gd name="adj" fmla="val 30435"/>
            </a:avLst>
          </a:prstGeom>
          <a:solidFill>
            <a:srgbClr val="E8E8E8"/>
          </a:solidFill>
          <a:ln>
            <a:noFill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4858233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6076684" y="4601261"/>
            <a:ext cx="877824" cy="336499"/>
            <a:chOff x="6076684" y="4601261"/>
            <a:chExt cx="877824" cy="336499"/>
          </a:xfrm>
        </p:grpSpPr>
        <p:sp>
          <p:nvSpPr>
            <p:cNvPr id="119" name="卡片"/>
            <p:cNvSpPr/>
            <p:nvPr/>
          </p:nvSpPr>
          <p:spPr>
            <a:xfrm>
              <a:off x="6076684" y="4601261"/>
              <a:ext cx="877824" cy="336499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7620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0" name="表頭"/>
            <p:cNvSpPr/>
            <p:nvPr/>
          </p:nvSpPr>
          <p:spPr>
            <a:xfrm>
              <a:off x="6076684" y="4601261"/>
              <a:ext cx="877824" cy="117043"/>
            </a:xfrm>
            <a:custGeom>
              <a:avLst/>
              <a:gdLst/>
              <a:ahLst/>
              <a:cxnLst/>
              <a:rect l="l" t="t" r="r" b="b"/>
              <a:pathLst>
                <a:path w="877824" h="117043">
                  <a:moveTo>
                    <a:pt x="0" y="117043"/>
                  </a:moveTo>
                  <a:lnTo>
                    <a:pt x="0" y="73152"/>
                  </a:lnTo>
                  <a:arcTo hR="73152" wR="73152" stAng="10800000" swAng="5400000"/>
                  <a:lnTo>
                    <a:pt x="804672" y="0"/>
                  </a:lnTo>
                  <a:arcTo hR="73152" wR="73152" stAng="16200000" swAng="5400000"/>
                  <a:lnTo>
                    <a:pt x="877824" y="117043"/>
                  </a:ln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1" name="圖說"/>
          <p:cNvSpPr/>
          <p:nvPr/>
        </p:nvSpPr>
        <p:spPr>
          <a:xfrm>
            <a:off x="5977772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7196223" y="4601261"/>
            <a:ext cx="877824" cy="336499"/>
            <a:chOff x="7196223" y="4601261"/>
            <a:chExt cx="877824" cy="336499"/>
          </a:xfrm>
        </p:grpSpPr>
        <p:sp>
          <p:nvSpPr>
            <p:cNvPr id="122" name="卡片"/>
            <p:cNvSpPr/>
            <p:nvPr/>
          </p:nvSpPr>
          <p:spPr>
            <a:xfrm>
              <a:off x="7196223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3" name="側邊色條"/>
            <p:cNvSpPr/>
            <p:nvPr/>
          </p:nvSpPr>
          <p:spPr>
            <a:xfrm>
              <a:off x="7196223" y="4601261"/>
              <a:ext cx="43891" cy="336499"/>
            </a:xfrm>
            <a:prstGeom prst="rect">
              <a:avLst/>
            </a:prstGeom>
            <a:solidFill>
              <a:srgbClr val="1F3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4" name="圖說"/>
          <p:cNvSpPr/>
          <p:nvPr/>
        </p:nvSpPr>
        <p:spPr>
          <a:xfrm>
            <a:off x="7097312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8462067" y="4601261"/>
            <a:ext cx="585216" cy="336499"/>
            <a:chOff x="8462067" y="4601261"/>
            <a:chExt cx="585216" cy="336499"/>
          </a:xfrm>
        </p:grpSpPr>
        <p:sp>
          <p:nvSpPr>
            <p:cNvPr id="125" name="寬欄條"/>
            <p:cNvSpPr/>
            <p:nvPr/>
          </p:nvSpPr>
          <p:spPr>
            <a:xfrm>
              <a:off x="8462067" y="4601261"/>
              <a:ext cx="248717" cy="336499"/>
            </a:xfrm>
            <a:prstGeom prst="roundRect">
              <a:avLst>
                <a:gd name="adj" fmla="val 41176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6" name="寬欄條"/>
            <p:cNvSpPr/>
            <p:nvPr/>
          </p:nvSpPr>
          <p:spPr>
            <a:xfrm>
              <a:off x="8798566" y="4601261"/>
              <a:ext cx="248717" cy="336499"/>
            </a:xfrm>
            <a:prstGeom prst="roundRect">
              <a:avLst>
                <a:gd name="adj" fmla="val 41176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7" name="圖說"/>
          <p:cNvSpPr/>
          <p:nvPr/>
        </p:nvSpPr>
        <p:spPr>
          <a:xfrm>
            <a:off x="8216851" y="4963363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28" name="線條"/>
          <p:cNvSpPr/>
          <p:nvPr/>
        </p:nvSpPr>
        <p:spPr>
          <a:xfrm>
            <a:off x="1389888" y="1360627"/>
            <a:ext cx="0" cy="3701491"/>
          </a:xfrm>
          <a:prstGeom prst="line">
            <a:avLst/>
          </a:prstGeom>
          <a:noFill/>
          <a:ln w="5080">
            <a:solidFill>
              <a:srgbClr val="E1E1E1"/>
            </a:solidFill>
            <a:prstDash val="solid"/>
          </a:ln>
        </p:spPr>
      </p:sp>
      <p:sp>
        <p:nvSpPr>
          <p:cNvPr id="129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14520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組合名稱"/>
          <p:cNvSpPr/>
          <p:nvPr/>
        </p:nvSpPr>
        <p:spPr>
          <a:xfrm>
            <a:off x="599846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6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821485"/>
            <a:ext cx="2098182" cy="621792"/>
            <a:chOff x="438912" y="1821485"/>
            <a:chExt cx="2098182" cy="621792"/>
          </a:xfrm>
        </p:grpSpPr>
        <p:sp>
          <p:nvSpPr>
            <p:cNvPr id="7" name="處理"/>
            <p:cNvSpPr/>
            <p:nvPr/>
          </p:nvSpPr>
          <p:spPr>
            <a:xfrm>
              <a:off x="438912" y="2136038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8" name="編號"/>
            <p:cNvSpPr/>
            <p:nvPr/>
          </p:nvSpPr>
          <p:spPr>
            <a:xfrm>
              <a:off x="614477" y="1821485"/>
              <a:ext cx="190195" cy="190195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9" name="處理"/>
            <p:cNvSpPr/>
            <p:nvPr/>
          </p:nvSpPr>
          <p:spPr>
            <a:xfrm>
              <a:off x="1217341" y="2136038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1392906" y="1821485"/>
              <a:ext cx="190195" cy="190195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995769" y="2136038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E60012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2171334" y="1821485"/>
              <a:ext cx="190195" cy="190195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700" dirty="0"/>
            </a:p>
          </p:txBody>
        </p:sp>
        <p:cxnSp>
          <p:nvCxnSpPr>
            <p:cNvPr id="13" name="連接線"/>
            <p:cNvCxnSpPr>
              <a:stCxn id="7" idx="3"/>
              <a:endCxn id="9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4" name="連接線"/>
            <p:cNvCxnSpPr>
              <a:stCxn id="9" idx="3"/>
              <a:endCxn id="11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15" name="Text 13"/>
          <p:cNvSpPr/>
          <p:nvPr/>
        </p:nvSpPr>
        <p:spPr>
          <a:xfrm>
            <a:off x="2698029" y="14520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組合名稱"/>
          <p:cNvSpPr/>
          <p:nvPr/>
        </p:nvSpPr>
        <p:spPr>
          <a:xfrm>
            <a:off x="2858963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17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18" name="處理"/>
            <p:cNvSpPr/>
            <p:nvPr/>
          </p:nvSpPr>
          <p:spPr>
            <a:xfrm>
              <a:off x="2698029" y="1858061"/>
              <a:ext cx="526694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19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20" name="連接線"/>
            <p:cNvCxnSpPr>
              <a:stCxn id="18" idx="3"/>
              <a:endCxn id="19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21" name="處理"/>
            <p:cNvSpPr/>
            <p:nvPr/>
          </p:nvSpPr>
          <p:spPr>
            <a:xfrm>
              <a:off x="4254886" y="1858061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E60012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2" name="連接線"/>
            <p:cNvCxnSpPr>
              <a:stCxn id="19" idx="3"/>
              <a:endCxn id="21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23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4" name="處理"/>
            <p:cNvSpPr/>
            <p:nvPr/>
          </p:nvSpPr>
          <p:spPr>
            <a:xfrm>
              <a:off x="3451494" y="2604211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5" name="連接線"/>
            <p:cNvCxnSpPr>
              <a:stCxn id="19" idx="2"/>
              <a:endCxn id="24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26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4957145" y="14520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組合名稱"/>
          <p:cNvSpPr/>
          <p:nvPr/>
        </p:nvSpPr>
        <p:spPr>
          <a:xfrm>
            <a:off x="5118080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29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30" name="處理"/>
            <p:cNvSpPr/>
            <p:nvPr/>
          </p:nvSpPr>
          <p:spPr>
            <a:xfrm>
              <a:off x="4957145" y="1945843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31" name="處理"/>
            <p:cNvSpPr/>
            <p:nvPr/>
          </p:nvSpPr>
          <p:spPr>
            <a:xfrm>
              <a:off x="5735574" y="1945843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2" name="處理"/>
            <p:cNvSpPr/>
            <p:nvPr/>
          </p:nvSpPr>
          <p:spPr>
            <a:xfrm>
              <a:off x="6514003" y="1945843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E60012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3" name="連接線"/>
            <p:cNvCxnSpPr>
              <a:stCxn id="30" idx="3"/>
              <a:endCxn id="31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34" name="連接線"/>
            <p:cNvCxnSpPr>
              <a:stCxn id="31" idx="3"/>
              <a:endCxn id="32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35" name="連接線"/>
            <p:cNvCxnSpPr>
              <a:stCxn id="31" idx="2"/>
              <a:endCxn id="30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12700">
              <a:solidFill>
                <a:srgbClr val="E60012"/>
              </a:solidFill>
              <a:prstDash val="sysDash"/>
              <a:tailEnd type="triangle"/>
            </a:ln>
          </p:spPr>
        </p:cxnSp>
        <p:sp>
          <p:nvSpPr>
            <p:cNvPr id="36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AD000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7216262" y="14520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組合名稱"/>
          <p:cNvSpPr/>
          <p:nvPr/>
        </p:nvSpPr>
        <p:spPr>
          <a:xfrm>
            <a:off x="7377196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39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40" name="處理"/>
            <p:cNvSpPr/>
            <p:nvPr/>
          </p:nvSpPr>
          <p:spPr>
            <a:xfrm>
              <a:off x="7216262" y="2253082"/>
              <a:ext cx="585216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41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42" name="連接線"/>
            <p:cNvCxnSpPr>
              <a:stCxn id="40" idx="3"/>
              <a:endCxn id="41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43" name="處理"/>
            <p:cNvSpPr/>
            <p:nvPr/>
          </p:nvSpPr>
          <p:spPr>
            <a:xfrm>
              <a:off x="8860902" y="2253082"/>
              <a:ext cx="453542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E60012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4" name="連接線"/>
            <p:cNvCxnSpPr>
              <a:stCxn id="41" idx="3"/>
              <a:endCxn id="43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45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46" name="連接線"/>
            <p:cNvCxnSpPr>
              <a:stCxn id="41" idx="0"/>
              <a:endCxn id="40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47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48" name="Text 46"/>
          <p:cNvSpPr/>
          <p:nvPr/>
        </p:nvSpPr>
        <p:spPr>
          <a:xfrm>
            <a:off x="438912" y="3295498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組合名稱"/>
          <p:cNvSpPr/>
          <p:nvPr/>
        </p:nvSpPr>
        <p:spPr>
          <a:xfrm>
            <a:off x="599846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50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51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53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5" name="處理"/>
            <p:cNvSpPr/>
            <p:nvPr/>
          </p:nvSpPr>
          <p:spPr>
            <a:xfrm>
              <a:off x="877824" y="3694176"/>
              <a:ext cx="512064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56" name="處理"/>
            <p:cNvSpPr/>
            <p:nvPr/>
          </p:nvSpPr>
          <p:spPr>
            <a:xfrm>
              <a:off x="1609344" y="4323283"/>
              <a:ext cx="512064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966509" y="3694176"/>
              <a:ext cx="512064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E60012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58" name="連接線"/>
            <p:cNvCxnSpPr>
              <a:stCxn id="55" idx="3"/>
              <a:endCxn id="56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59" name="連接線"/>
            <p:cNvCxnSpPr>
              <a:stCxn id="56" idx="3"/>
              <a:endCxn id="57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60" name="Text 58"/>
          <p:cNvSpPr/>
          <p:nvPr/>
        </p:nvSpPr>
        <p:spPr>
          <a:xfrm>
            <a:off x="2698029" y="3295498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組合名稱"/>
          <p:cNvSpPr/>
          <p:nvPr/>
        </p:nvSpPr>
        <p:spPr>
          <a:xfrm>
            <a:off x="2858963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62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63" name="處理"/>
            <p:cNvSpPr/>
            <p:nvPr/>
          </p:nvSpPr>
          <p:spPr>
            <a:xfrm>
              <a:off x="2698029" y="3986784"/>
              <a:ext cx="409651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64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處理"/>
            <p:cNvSpPr/>
            <p:nvPr/>
          </p:nvSpPr>
          <p:spPr>
            <a:xfrm>
              <a:off x="3458809" y="3650285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66" name="處理"/>
            <p:cNvSpPr/>
            <p:nvPr/>
          </p:nvSpPr>
          <p:spPr>
            <a:xfrm>
              <a:off x="3458809" y="4323283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67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4342668" y="3986784"/>
              <a:ext cx="453542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E60012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69" name="連接線"/>
            <p:cNvCxnSpPr>
              <a:stCxn id="63" idx="3"/>
              <a:endCxn id="64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0" name="連接線"/>
            <p:cNvCxnSpPr>
              <a:endCxn id="65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1" name="連接線"/>
            <p:cNvCxnSpPr>
              <a:endCxn id="66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2" name="連接線"/>
            <p:cNvCxnSpPr>
              <a:stCxn id="65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3" name="連接線"/>
            <p:cNvCxnSpPr>
              <a:stCxn id="66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74" name="連接線"/>
            <p:cNvCxnSpPr>
              <a:stCxn id="67" idx="3"/>
              <a:endCxn id="68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75" name="Text 73"/>
          <p:cNvSpPr/>
          <p:nvPr/>
        </p:nvSpPr>
        <p:spPr>
          <a:xfrm>
            <a:off x="4957145" y="3295498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組合名稱"/>
          <p:cNvSpPr/>
          <p:nvPr/>
        </p:nvSpPr>
        <p:spPr>
          <a:xfrm>
            <a:off x="5118080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77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78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79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80" name="處理"/>
            <p:cNvSpPr/>
            <p:nvPr/>
          </p:nvSpPr>
          <p:spPr>
            <a:xfrm>
              <a:off x="5750204" y="3891686"/>
              <a:ext cx="512064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E60012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82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84" name="連接線"/>
            <p:cNvCxnSpPr>
              <a:stCxn id="78" idx="2"/>
              <a:endCxn id="80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85" name="連接線"/>
            <p:cNvCxnSpPr>
              <a:stCxn id="80" idx="3"/>
              <a:endCxn id="82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86" name="Text 84"/>
          <p:cNvSpPr/>
          <p:nvPr/>
        </p:nvSpPr>
        <p:spPr>
          <a:xfrm>
            <a:off x="7216262" y="3295498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組合名稱"/>
          <p:cNvSpPr/>
          <p:nvPr/>
        </p:nvSpPr>
        <p:spPr>
          <a:xfrm>
            <a:off x="7377196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88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89" name="卡片"/>
            <p:cNvSpPr/>
            <p:nvPr/>
          </p:nvSpPr>
          <p:spPr>
            <a:xfrm>
              <a:off x="7216262" y="3672230"/>
              <a:ext cx="863194" cy="950976"/>
            </a:xfrm>
            <a:prstGeom prst="roundRect">
              <a:avLst>
                <a:gd name="adj" fmla="val 11864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91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92" name="三角形"/>
            <p:cNvSpPr/>
            <p:nvPr/>
          </p:nvSpPr>
          <p:spPr>
            <a:xfrm>
              <a:off x="8210489" y="4074566"/>
              <a:ext cx="109728" cy="146304"/>
            </a:xfrm>
            <a:custGeom>
              <a:avLst/>
              <a:gdLst/>
              <a:ahLst/>
              <a:cxnLst/>
              <a:rect l="l" t="t" r="r" b="b"/>
              <a:pathLst>
                <a:path w="109728" h="146304">
                  <a:moveTo>
                    <a:pt x="0" y="0"/>
                  </a:moveTo>
                  <a:lnTo>
                    <a:pt x="109728" y="73152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7780">
              <a:solidFill>
                <a:srgbClr val="E60012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95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96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14520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組合名稱"/>
          <p:cNvSpPr/>
          <p:nvPr/>
        </p:nvSpPr>
        <p:spPr>
          <a:xfrm>
            <a:off x="599846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6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9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10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650" dirty="0"/>
          </a:p>
        </p:txBody>
      </p:sp>
      <p:sp>
        <p:nvSpPr>
          <p:cNvPr id="24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500" dirty="0"/>
          </a:p>
        </p:txBody>
      </p:sp>
      <p:sp>
        <p:nvSpPr>
          <p:cNvPr id="25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00" dirty="0"/>
          </a:p>
        </p:txBody>
      </p:sp>
      <p:sp>
        <p:nvSpPr>
          <p:cNvPr id="27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B3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500" dirty="0"/>
          </a:p>
        </p:txBody>
      </p:sp>
      <p:sp>
        <p:nvSpPr>
          <p:cNvPr id="29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500" dirty="0"/>
          </a:p>
        </p:txBody>
      </p:sp>
      <p:sp>
        <p:nvSpPr>
          <p:cNvPr id="31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480328" y="14520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組合名稱"/>
          <p:cNvSpPr/>
          <p:nvPr/>
        </p:nvSpPr>
        <p:spPr>
          <a:xfrm>
            <a:off x="3641263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4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6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00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00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00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00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2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6521745" y="14520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組合名稱"/>
          <p:cNvSpPr/>
          <p:nvPr/>
        </p:nvSpPr>
        <p:spPr>
          <a:xfrm>
            <a:off x="6682679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39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40" name="問題"/>
            <p:cNvSpPr/>
            <p:nvPr/>
          </p:nvSpPr>
          <p:spPr>
            <a:xfrm>
              <a:off x="6521745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5240">
              <a:solidFill>
                <a:srgbClr val="E60012"/>
              </a:solidFill>
              <a:prstDash val="solid"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AD000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41" name="原因"/>
            <p:cNvSpPr/>
            <p:nvPr/>
          </p:nvSpPr>
          <p:spPr>
            <a:xfrm>
              <a:off x="7545019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2" name="對策"/>
            <p:cNvSpPr/>
            <p:nvPr/>
          </p:nvSpPr>
          <p:spPr>
            <a:xfrm>
              <a:off x="8568294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E60012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F8B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3" name="連接線"/>
            <p:cNvCxnSpPr>
              <a:stCxn id="40" idx="3"/>
              <a:endCxn id="41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44" name="連接線"/>
            <p:cNvCxnSpPr>
              <a:stCxn id="41" idx="3"/>
              <a:endCxn id="42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45" name="Text 41"/>
          <p:cNvSpPr/>
          <p:nvPr/>
        </p:nvSpPr>
        <p:spPr>
          <a:xfrm>
            <a:off x="438912" y="32808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組合名稱"/>
          <p:cNvSpPr/>
          <p:nvPr/>
        </p:nvSpPr>
        <p:spPr>
          <a:xfrm>
            <a:off x="599846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7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48" name="方案"/>
            <p:cNvSpPr/>
            <p:nvPr/>
          </p:nvSpPr>
          <p:spPr>
            <a:xfrm>
              <a:off x="438912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0160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9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51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2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7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7780">
              <a:solidFill>
                <a:srgbClr val="E60012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8" name="表頭"/>
            <p:cNvSpPr/>
            <p:nvPr/>
          </p:nvSpPr>
          <p:spPr>
            <a:xfrm>
              <a:off x="1399073" y="3555187"/>
              <a:ext cx="872378" cy="292608"/>
            </a:xfrm>
            <a:custGeom>
              <a:avLst/>
              <a:gdLst/>
              <a:ahLst/>
              <a:cxnLst/>
              <a:rect l="l" t="t" r="r" b="b"/>
              <a:pathLst>
                <a:path w="872378" h="292608">
                  <a:moveTo>
                    <a:pt x="0" y="292608"/>
                  </a:moveTo>
                  <a:lnTo>
                    <a:pt x="0" y="87782"/>
                  </a:lnTo>
                  <a:arcTo hR="87782" wR="87782" stAng="10800000" swAng="5400000"/>
                  <a:lnTo>
                    <a:pt x="784596" y="0"/>
                  </a:lnTo>
                  <a:arcTo hR="87782" wR="87782" stAng="16200000" swAng="5400000"/>
                  <a:lnTo>
                    <a:pt x="872378" y="292608"/>
                  </a:lnTo>
                  <a:close/>
                </a:path>
              </a:pathLst>
            </a:cu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F8B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60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1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6" name="標籤"/>
            <p:cNvSpPr/>
            <p:nvPr/>
          </p:nvSpPr>
          <p:spPr>
            <a:xfrm>
              <a:off x="1658884" y="4813402"/>
              <a:ext cx="352755" cy="160934"/>
            </a:xfrm>
            <a:prstGeom prst="roundRect">
              <a:avLst>
                <a:gd name="adj" fmla="val 22727"/>
              </a:avLst>
            </a:prstGeom>
            <a:solidFill>
              <a:srgbClr val="1F3FBF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7" name="方案"/>
            <p:cNvSpPr/>
            <p:nvPr/>
          </p:nvSpPr>
          <p:spPr>
            <a:xfrm>
              <a:off x="2359233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0160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8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70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71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6" name="Text 72"/>
          <p:cNvSpPr/>
          <p:nvPr/>
        </p:nvSpPr>
        <p:spPr>
          <a:xfrm>
            <a:off x="3480328" y="32808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組合名稱"/>
          <p:cNvSpPr/>
          <p:nvPr/>
        </p:nvSpPr>
        <p:spPr>
          <a:xfrm>
            <a:off x="3641263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78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79" name="卡片"/>
            <p:cNvSpPr/>
            <p:nvPr/>
          </p:nvSpPr>
          <p:spPr>
            <a:xfrm>
              <a:off x="3480328" y="3672230"/>
              <a:ext cx="862625" cy="994867"/>
            </a:xfrm>
            <a:prstGeom prst="roundRect">
              <a:avLst>
                <a:gd name="adj" fmla="val 11872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0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82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83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4" name="卡片"/>
            <p:cNvSpPr/>
            <p:nvPr/>
          </p:nvSpPr>
          <p:spPr>
            <a:xfrm>
              <a:off x="4445366" y="3672230"/>
              <a:ext cx="862625" cy="994867"/>
            </a:xfrm>
            <a:prstGeom prst="roundRect">
              <a:avLst>
                <a:gd name="adj" fmla="val 11872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5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6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87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88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9" name="卡片"/>
            <p:cNvSpPr/>
            <p:nvPr/>
          </p:nvSpPr>
          <p:spPr>
            <a:xfrm>
              <a:off x="5410403" y="3672230"/>
              <a:ext cx="862625" cy="994867"/>
            </a:xfrm>
            <a:prstGeom prst="roundRect">
              <a:avLst>
                <a:gd name="adj" fmla="val 11872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92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93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4" name="Text 90"/>
          <p:cNvSpPr/>
          <p:nvPr/>
        </p:nvSpPr>
        <p:spPr>
          <a:xfrm>
            <a:off x="6521745" y="328086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組合名稱"/>
          <p:cNvSpPr/>
          <p:nvPr/>
        </p:nvSpPr>
        <p:spPr>
          <a:xfrm>
            <a:off x="6682679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96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97" name="PDCA Plan"/>
            <p:cNvSpPr/>
            <p:nvPr/>
          </p:nvSpPr>
          <p:spPr>
            <a:xfrm>
              <a:off x="6521745" y="3555187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98" name="PDCA Do"/>
            <p:cNvSpPr/>
            <p:nvPr/>
          </p:nvSpPr>
          <p:spPr>
            <a:xfrm>
              <a:off x="8261055" y="3555187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99" name="PDCA Check"/>
            <p:cNvSpPr/>
            <p:nvPr/>
          </p:nvSpPr>
          <p:spPr>
            <a:xfrm>
              <a:off x="8261055" y="4374490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100" name="PDCA Act"/>
            <p:cNvSpPr/>
            <p:nvPr/>
          </p:nvSpPr>
          <p:spPr>
            <a:xfrm>
              <a:off x="6521745" y="4374490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101" name="連接線"/>
            <p:cNvCxnSpPr>
              <a:stCxn id="97" idx="3"/>
              <a:endCxn id="98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02" name="連接線"/>
            <p:cNvCxnSpPr>
              <a:stCxn id="98" idx="2"/>
              <a:endCxn id="99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03" name="連接線"/>
            <p:cNvCxnSpPr>
              <a:stCxn id="99" idx="1"/>
              <a:endCxn id="100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04" name="連接線"/>
            <p:cNvCxnSpPr>
              <a:stCxn id="100" idx="0"/>
              <a:endCxn id="97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sp>
          <p:nvSpPr>
            <p:cNvPr id="105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4D4D4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06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8" name="Text 104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個線條圖示：顏色、線寬跟著風格；每個都是可編輯的 PowerPoint 圖案，點一下即可複製</a:t>
            </a:r>
            <a:endParaRPr lang="en-US" sz="1200" dirty="0"/>
          </a:p>
        </p:txBody>
      </p:sp>
      <p:sp>
        <p:nvSpPr>
          <p:cNvPr id="4" name="圖示 人員"/>
          <p:cNvSpPr/>
          <p:nvPr/>
        </p:nvSpPr>
        <p:spPr>
          <a:xfrm>
            <a:off x="662422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31650" y="256032"/>
                </a:moveTo>
                <a:lnTo>
                  <a:pt x="231650" y="231650"/>
                </a:lnTo>
                <a:cubicBezTo>
                  <a:pt x="231650" y="204716"/>
                  <a:pt x="209815" y="182880"/>
                  <a:pt x="182880" y="182880"/>
                </a:cubicBezTo>
                <a:lnTo>
                  <a:pt x="109728" y="182880"/>
                </a:lnTo>
                <a:cubicBezTo>
                  <a:pt x="82793" y="182880"/>
                  <a:pt x="60958" y="204716"/>
                  <a:pt x="60958" y="231650"/>
                </a:cubicBezTo>
                <a:lnTo>
                  <a:pt x="60958" y="256032"/>
                </a:lnTo>
                <a:moveTo>
                  <a:pt x="195074" y="85346"/>
                </a:moveTo>
                <a:cubicBezTo>
                  <a:pt x="195074" y="112281"/>
                  <a:pt x="173239" y="134110"/>
                  <a:pt x="146304" y="134110"/>
                </a:cubicBezTo>
                <a:cubicBezTo>
                  <a:pt x="119369" y="134110"/>
                  <a:pt x="97534" y="112281"/>
                  <a:pt x="97534" y="85346"/>
                </a:cubicBezTo>
                <a:cubicBezTo>
                  <a:pt x="97534" y="58412"/>
                  <a:pt x="119369" y="36576"/>
                  <a:pt x="146304" y="36576"/>
                </a:cubicBezTo>
                <a:cubicBezTo>
                  <a:pt x="173239" y="36576"/>
                  <a:pt x="195074" y="58412"/>
                  <a:pt x="195074" y="85346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圖說"/>
          <p:cNvSpPr/>
          <p:nvPr/>
        </p:nvSpPr>
        <p:spPr>
          <a:xfrm>
            <a:off x="438912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650" dirty="0"/>
          </a:p>
        </p:txBody>
      </p:sp>
      <p:sp>
        <p:nvSpPr>
          <p:cNvPr id="6" name="圖示 團隊"/>
          <p:cNvSpPr/>
          <p:nvPr/>
        </p:nvSpPr>
        <p:spPr>
          <a:xfrm>
            <a:off x="1402050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95074" y="256032"/>
                </a:moveTo>
                <a:lnTo>
                  <a:pt x="195074" y="231650"/>
                </a:lnTo>
                <a:cubicBezTo>
                  <a:pt x="195074" y="204716"/>
                  <a:pt x="173239" y="182880"/>
                  <a:pt x="146304" y="182880"/>
                </a:cubicBezTo>
                <a:lnTo>
                  <a:pt x="73152" y="182880"/>
                </a:lnTo>
                <a:cubicBezTo>
                  <a:pt x="46217" y="182880"/>
                  <a:pt x="24382" y="204716"/>
                  <a:pt x="24382" y="231650"/>
                </a:cubicBezTo>
                <a:lnTo>
                  <a:pt x="24382" y="256032"/>
                </a:lnTo>
                <a:moveTo>
                  <a:pt x="195074" y="38134"/>
                </a:moveTo>
                <a:cubicBezTo>
                  <a:pt x="216581" y="43716"/>
                  <a:pt x="231599" y="63123"/>
                  <a:pt x="231599" y="85346"/>
                </a:cubicBezTo>
                <a:cubicBezTo>
                  <a:pt x="231599" y="107563"/>
                  <a:pt x="216581" y="126977"/>
                  <a:pt x="195074" y="132551"/>
                </a:cubicBezTo>
                <a:moveTo>
                  <a:pt x="268226" y="256032"/>
                </a:moveTo>
                <a:lnTo>
                  <a:pt x="268226" y="231650"/>
                </a:lnTo>
                <a:cubicBezTo>
                  <a:pt x="268204" y="209427"/>
                  <a:pt x="253164" y="190020"/>
                  <a:pt x="231650" y="184467"/>
                </a:cubicBezTo>
                <a:moveTo>
                  <a:pt x="158498" y="85346"/>
                </a:moveTo>
                <a:cubicBezTo>
                  <a:pt x="158498" y="112281"/>
                  <a:pt x="136663" y="134110"/>
                  <a:pt x="109728" y="134110"/>
                </a:cubicBezTo>
                <a:cubicBezTo>
                  <a:pt x="82793" y="134110"/>
                  <a:pt x="60958" y="112281"/>
                  <a:pt x="60958" y="85346"/>
                </a:cubicBezTo>
                <a:cubicBezTo>
                  <a:pt x="60958" y="58412"/>
                  <a:pt x="82793" y="36576"/>
                  <a:pt x="109728" y="36576"/>
                </a:cubicBezTo>
                <a:cubicBezTo>
                  <a:pt x="136663" y="36576"/>
                  <a:pt x="158498" y="58412"/>
                  <a:pt x="158498" y="85346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1178540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650" dirty="0"/>
          </a:p>
        </p:txBody>
      </p:sp>
      <p:sp>
        <p:nvSpPr>
          <p:cNvPr id="8" name="圖示 負責人"/>
          <p:cNvSpPr/>
          <p:nvPr/>
        </p:nvSpPr>
        <p:spPr>
          <a:xfrm>
            <a:off x="2141677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95074" y="134110"/>
                </a:moveTo>
                <a:lnTo>
                  <a:pt x="219456" y="158498"/>
                </a:lnTo>
                <a:lnTo>
                  <a:pt x="268226" y="109728"/>
                </a:lnTo>
                <a:moveTo>
                  <a:pt x="195074" y="256032"/>
                </a:moveTo>
                <a:lnTo>
                  <a:pt x="195074" y="231650"/>
                </a:lnTo>
                <a:cubicBezTo>
                  <a:pt x="195074" y="204716"/>
                  <a:pt x="173239" y="182880"/>
                  <a:pt x="146304" y="182880"/>
                </a:cubicBezTo>
                <a:lnTo>
                  <a:pt x="73152" y="182880"/>
                </a:lnTo>
                <a:cubicBezTo>
                  <a:pt x="46217" y="182880"/>
                  <a:pt x="24382" y="204716"/>
                  <a:pt x="24382" y="231650"/>
                </a:cubicBezTo>
                <a:lnTo>
                  <a:pt x="24382" y="256032"/>
                </a:lnTo>
                <a:moveTo>
                  <a:pt x="158498" y="85346"/>
                </a:moveTo>
                <a:cubicBezTo>
                  <a:pt x="158498" y="112281"/>
                  <a:pt x="136663" y="134110"/>
                  <a:pt x="109728" y="134110"/>
                </a:cubicBezTo>
                <a:cubicBezTo>
                  <a:pt x="82793" y="134110"/>
                  <a:pt x="60958" y="112281"/>
                  <a:pt x="60958" y="85346"/>
                </a:cubicBezTo>
                <a:cubicBezTo>
                  <a:pt x="60958" y="58412"/>
                  <a:pt x="82793" y="36576"/>
                  <a:pt x="109728" y="36576"/>
                </a:cubicBezTo>
                <a:cubicBezTo>
                  <a:pt x="136663" y="36576"/>
                  <a:pt x="158498" y="58412"/>
                  <a:pt x="158498" y="85346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1918167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</a:t>
            </a:r>
            <a:endParaRPr lang="en-US" sz="650" dirty="0"/>
          </a:p>
        </p:txBody>
      </p:sp>
      <p:sp>
        <p:nvSpPr>
          <p:cNvPr id="10" name="圖示 合作"/>
          <p:cNvSpPr/>
          <p:nvPr/>
        </p:nvSpPr>
        <p:spPr>
          <a:xfrm>
            <a:off x="2881305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34110" y="207262"/>
                </a:moveTo>
                <a:lnTo>
                  <a:pt x="158498" y="231650"/>
                </a:lnTo>
                <a:cubicBezTo>
                  <a:pt x="168593" y="241745"/>
                  <a:pt x="184972" y="241745"/>
                  <a:pt x="195074" y="231650"/>
                </a:cubicBezTo>
                <a:cubicBezTo>
                  <a:pt x="205169" y="221548"/>
                  <a:pt x="205169" y="205169"/>
                  <a:pt x="195074" y="195074"/>
                </a:cubicBezTo>
                <a:moveTo>
                  <a:pt x="170686" y="170686"/>
                </a:moveTo>
                <a:lnTo>
                  <a:pt x="201168" y="201168"/>
                </a:lnTo>
                <a:cubicBezTo>
                  <a:pt x="211270" y="211270"/>
                  <a:pt x="227642" y="211270"/>
                  <a:pt x="237744" y="201168"/>
                </a:cubicBezTo>
                <a:cubicBezTo>
                  <a:pt x="247846" y="191066"/>
                  <a:pt x="247846" y="174694"/>
                  <a:pt x="237744" y="164592"/>
                </a:cubicBezTo>
                <a:lnTo>
                  <a:pt x="190437" y="117285"/>
                </a:lnTo>
                <a:cubicBezTo>
                  <a:pt x="176157" y="103027"/>
                  <a:pt x="153027" y="103027"/>
                  <a:pt x="138747" y="117285"/>
                </a:cubicBezTo>
                <a:lnTo>
                  <a:pt x="128016" y="128016"/>
                </a:lnTo>
                <a:cubicBezTo>
                  <a:pt x="117914" y="138118"/>
                  <a:pt x="101542" y="138118"/>
                  <a:pt x="91440" y="128016"/>
                </a:cubicBezTo>
                <a:cubicBezTo>
                  <a:pt x="81338" y="117914"/>
                  <a:pt x="81338" y="101542"/>
                  <a:pt x="91440" y="91440"/>
                </a:cubicBezTo>
                <a:lnTo>
                  <a:pt x="125697" y="57183"/>
                </a:lnTo>
                <a:cubicBezTo>
                  <a:pt x="148579" y="34359"/>
                  <a:pt x="184036" y="29992"/>
                  <a:pt x="211775" y="46576"/>
                </a:cubicBezTo>
                <a:lnTo>
                  <a:pt x="217503" y="49985"/>
                </a:lnTo>
                <a:cubicBezTo>
                  <a:pt x="222697" y="53123"/>
                  <a:pt x="228871" y="54206"/>
                  <a:pt x="234818" y="53035"/>
                </a:cubicBezTo>
                <a:lnTo>
                  <a:pt x="256032" y="48770"/>
                </a:lnTo>
                <a:moveTo>
                  <a:pt x="256032" y="36576"/>
                </a:moveTo>
                <a:lnTo>
                  <a:pt x="268226" y="170686"/>
                </a:lnTo>
                <a:lnTo>
                  <a:pt x="243838" y="170686"/>
                </a:lnTo>
                <a:moveTo>
                  <a:pt x="36576" y="36576"/>
                </a:moveTo>
                <a:lnTo>
                  <a:pt x="24382" y="170686"/>
                </a:lnTo>
                <a:lnTo>
                  <a:pt x="103634" y="249938"/>
                </a:lnTo>
                <a:cubicBezTo>
                  <a:pt x="113729" y="260033"/>
                  <a:pt x="130108" y="260033"/>
                  <a:pt x="140210" y="249938"/>
                </a:cubicBezTo>
                <a:cubicBezTo>
                  <a:pt x="150305" y="239836"/>
                  <a:pt x="150305" y="223457"/>
                  <a:pt x="140210" y="213362"/>
                </a:cubicBezTo>
                <a:moveTo>
                  <a:pt x="36576" y="48770"/>
                </a:moveTo>
                <a:lnTo>
                  <a:pt x="134110" y="48770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2657795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650" dirty="0"/>
          </a:p>
        </p:txBody>
      </p:sp>
      <p:sp>
        <p:nvSpPr>
          <p:cNvPr id="12" name="圖示 機台"/>
          <p:cNvSpPr/>
          <p:nvPr/>
        </p:nvSpPr>
        <p:spPr>
          <a:xfrm>
            <a:off x="3620933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60958" y="73152"/>
                </a:moveTo>
                <a:lnTo>
                  <a:pt x="231650" y="73152"/>
                </a:lnTo>
                <a:cubicBezTo>
                  <a:pt x="245118" y="73152"/>
                  <a:pt x="256032" y="84066"/>
                  <a:pt x="256032" y="97534"/>
                </a:cubicBezTo>
                <a:lnTo>
                  <a:pt x="256032" y="207262"/>
                </a:lnTo>
                <a:cubicBezTo>
                  <a:pt x="256032" y="220729"/>
                  <a:pt x="245118" y="231650"/>
                  <a:pt x="231650" y="231650"/>
                </a:cubicBezTo>
                <a:lnTo>
                  <a:pt x="60958" y="231650"/>
                </a:lnTo>
                <a:cubicBezTo>
                  <a:pt x="47490" y="231650"/>
                  <a:pt x="36576" y="220729"/>
                  <a:pt x="36576" y="207262"/>
                </a:cubicBezTo>
                <a:lnTo>
                  <a:pt x="36576" y="97534"/>
                </a:lnTo>
                <a:cubicBezTo>
                  <a:pt x="36576" y="84066"/>
                  <a:pt x="47490" y="73152"/>
                  <a:pt x="60958" y="73152"/>
                </a:cubicBezTo>
                <a:close/>
                <a:moveTo>
                  <a:pt x="85346" y="109728"/>
                </a:moveTo>
                <a:lnTo>
                  <a:pt x="146304" y="109728"/>
                </a:lnTo>
                <a:cubicBezTo>
                  <a:pt x="153034" y="109728"/>
                  <a:pt x="158498" y="115185"/>
                  <a:pt x="158498" y="121922"/>
                </a:cubicBezTo>
                <a:lnTo>
                  <a:pt x="158498" y="170686"/>
                </a:lnTo>
                <a:cubicBezTo>
                  <a:pt x="158498" y="177423"/>
                  <a:pt x="153034" y="182880"/>
                  <a:pt x="146304" y="182880"/>
                </a:cubicBezTo>
                <a:lnTo>
                  <a:pt x="85346" y="182880"/>
                </a:lnTo>
                <a:cubicBezTo>
                  <a:pt x="78609" y="182880"/>
                  <a:pt x="73152" y="177423"/>
                  <a:pt x="73152" y="170686"/>
                </a:cubicBezTo>
                <a:lnTo>
                  <a:pt x="73152" y="121922"/>
                </a:lnTo>
                <a:cubicBezTo>
                  <a:pt x="73152" y="115185"/>
                  <a:pt x="78609" y="109728"/>
                  <a:pt x="85346" y="109728"/>
                </a:cubicBezTo>
                <a:close/>
                <a:moveTo>
                  <a:pt x="201168" y="121922"/>
                </a:moveTo>
                <a:lnTo>
                  <a:pt x="219456" y="121922"/>
                </a:lnTo>
                <a:moveTo>
                  <a:pt x="201168" y="158498"/>
                </a:moveTo>
                <a:lnTo>
                  <a:pt x="219456" y="158498"/>
                </a:lnTo>
                <a:moveTo>
                  <a:pt x="85346" y="231650"/>
                </a:moveTo>
                <a:lnTo>
                  <a:pt x="85346" y="256032"/>
                </a:lnTo>
                <a:moveTo>
                  <a:pt x="207262" y="231650"/>
                </a:moveTo>
                <a:lnTo>
                  <a:pt x="207262" y="256032"/>
                </a:lnTo>
                <a:moveTo>
                  <a:pt x="97534" y="73152"/>
                </a:moveTo>
                <a:lnTo>
                  <a:pt x="97534" y="42670"/>
                </a:lnTo>
                <a:lnTo>
                  <a:pt x="146304" y="42670"/>
                </a:lnTo>
                <a:lnTo>
                  <a:pt x="146304" y="7315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3397423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650" dirty="0"/>
          </a:p>
        </p:txBody>
      </p:sp>
      <p:sp>
        <p:nvSpPr>
          <p:cNvPr id="14" name="圖示 晶圓"/>
          <p:cNvSpPr/>
          <p:nvPr/>
        </p:nvSpPr>
        <p:spPr>
          <a:xfrm>
            <a:off x="4360560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96071" y="243838"/>
                </a:moveTo>
                <a:cubicBezTo>
                  <a:pt x="51045" y="220656"/>
                  <a:pt x="27732" y="169661"/>
                  <a:pt x="39663" y="120445"/>
                </a:cubicBezTo>
                <a:cubicBezTo>
                  <a:pt x="51594" y="71221"/>
                  <a:pt x="95661" y="36554"/>
                  <a:pt x="146304" y="36554"/>
                </a:cubicBezTo>
                <a:cubicBezTo>
                  <a:pt x="196947" y="36554"/>
                  <a:pt x="241014" y="71221"/>
                  <a:pt x="252945" y="120445"/>
                </a:cubicBezTo>
                <a:cubicBezTo>
                  <a:pt x="264876" y="169661"/>
                  <a:pt x="241563" y="220656"/>
                  <a:pt x="196537" y="243838"/>
                </a:cubicBezTo>
                <a:close/>
                <a:moveTo>
                  <a:pt x="109728" y="60958"/>
                </a:moveTo>
                <a:lnTo>
                  <a:pt x="109728" y="219456"/>
                </a:lnTo>
                <a:moveTo>
                  <a:pt x="182880" y="60958"/>
                </a:moveTo>
                <a:lnTo>
                  <a:pt x="182880" y="219456"/>
                </a:lnTo>
                <a:moveTo>
                  <a:pt x="60958" y="109728"/>
                </a:moveTo>
                <a:lnTo>
                  <a:pt x="231650" y="109728"/>
                </a:lnTo>
                <a:moveTo>
                  <a:pt x="60958" y="182880"/>
                </a:moveTo>
                <a:lnTo>
                  <a:pt x="231650" y="182880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4137050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650" dirty="0"/>
          </a:p>
        </p:txBody>
      </p:sp>
      <p:sp>
        <p:nvSpPr>
          <p:cNvPr id="16" name="圖示 晶片"/>
          <p:cNvSpPr/>
          <p:nvPr/>
        </p:nvSpPr>
        <p:spPr>
          <a:xfrm>
            <a:off x="5100188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6304" y="243838"/>
                </a:moveTo>
                <a:lnTo>
                  <a:pt x="146304" y="268226"/>
                </a:lnTo>
                <a:moveTo>
                  <a:pt x="146304" y="24382"/>
                </a:moveTo>
                <a:lnTo>
                  <a:pt x="146304" y="48770"/>
                </a:lnTo>
                <a:moveTo>
                  <a:pt x="207262" y="243838"/>
                </a:moveTo>
                <a:lnTo>
                  <a:pt x="207262" y="268226"/>
                </a:lnTo>
                <a:moveTo>
                  <a:pt x="207262" y="24382"/>
                </a:moveTo>
                <a:lnTo>
                  <a:pt x="207262" y="48770"/>
                </a:lnTo>
                <a:moveTo>
                  <a:pt x="24382" y="146304"/>
                </a:moveTo>
                <a:lnTo>
                  <a:pt x="48770" y="146304"/>
                </a:lnTo>
                <a:moveTo>
                  <a:pt x="24382" y="207262"/>
                </a:moveTo>
                <a:lnTo>
                  <a:pt x="48770" y="207262"/>
                </a:lnTo>
                <a:moveTo>
                  <a:pt x="24382" y="85346"/>
                </a:moveTo>
                <a:lnTo>
                  <a:pt x="48770" y="85346"/>
                </a:lnTo>
                <a:moveTo>
                  <a:pt x="243838" y="146304"/>
                </a:moveTo>
                <a:lnTo>
                  <a:pt x="268226" y="146304"/>
                </a:lnTo>
                <a:moveTo>
                  <a:pt x="243838" y="207262"/>
                </a:moveTo>
                <a:lnTo>
                  <a:pt x="268226" y="207262"/>
                </a:lnTo>
                <a:moveTo>
                  <a:pt x="243838" y="85346"/>
                </a:moveTo>
                <a:lnTo>
                  <a:pt x="268226" y="85346"/>
                </a:lnTo>
                <a:moveTo>
                  <a:pt x="85346" y="243838"/>
                </a:moveTo>
                <a:lnTo>
                  <a:pt x="85346" y="268226"/>
                </a:lnTo>
                <a:moveTo>
                  <a:pt x="85346" y="24382"/>
                </a:moveTo>
                <a:lnTo>
                  <a:pt x="85346" y="48770"/>
                </a:lnTo>
                <a:moveTo>
                  <a:pt x="73152" y="48770"/>
                </a:moveTo>
                <a:lnTo>
                  <a:pt x="219456" y="48770"/>
                </a:lnTo>
                <a:cubicBezTo>
                  <a:pt x="232923" y="48770"/>
                  <a:pt x="243838" y="59685"/>
                  <a:pt x="243838" y="73152"/>
                </a:cubicBezTo>
                <a:lnTo>
                  <a:pt x="243838" y="219456"/>
                </a:lnTo>
                <a:cubicBezTo>
                  <a:pt x="243838" y="232923"/>
                  <a:pt x="232923" y="243838"/>
                  <a:pt x="219456" y="243838"/>
                </a:cubicBezTo>
                <a:lnTo>
                  <a:pt x="73152" y="243838"/>
                </a:lnTo>
                <a:cubicBezTo>
                  <a:pt x="59685" y="243838"/>
                  <a:pt x="48770" y="232923"/>
                  <a:pt x="48770" y="219456"/>
                </a:cubicBezTo>
                <a:lnTo>
                  <a:pt x="48770" y="73152"/>
                </a:lnTo>
                <a:cubicBezTo>
                  <a:pt x="48770" y="59685"/>
                  <a:pt x="59685" y="48770"/>
                  <a:pt x="73152" y="48770"/>
                </a:cubicBezTo>
                <a:close/>
                <a:moveTo>
                  <a:pt x="109728" y="97534"/>
                </a:moveTo>
                <a:lnTo>
                  <a:pt x="182880" y="97534"/>
                </a:lnTo>
                <a:cubicBezTo>
                  <a:pt x="189610" y="97534"/>
                  <a:pt x="195074" y="102998"/>
                  <a:pt x="195074" y="109728"/>
                </a:cubicBezTo>
                <a:lnTo>
                  <a:pt x="195074" y="182880"/>
                </a:lnTo>
                <a:cubicBezTo>
                  <a:pt x="195074" y="189610"/>
                  <a:pt x="189610" y="195074"/>
                  <a:pt x="182880" y="195074"/>
                </a:cubicBezTo>
                <a:lnTo>
                  <a:pt x="109728" y="195074"/>
                </a:lnTo>
                <a:cubicBezTo>
                  <a:pt x="102998" y="195074"/>
                  <a:pt x="97534" y="189610"/>
                  <a:pt x="97534" y="182880"/>
                </a:cubicBezTo>
                <a:lnTo>
                  <a:pt x="97534" y="109728"/>
                </a:lnTo>
                <a:cubicBezTo>
                  <a:pt x="97534" y="102998"/>
                  <a:pt x="102998" y="97534"/>
                  <a:pt x="109728" y="97534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4876678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650" dirty="0"/>
          </a:p>
        </p:txBody>
      </p:sp>
      <p:sp>
        <p:nvSpPr>
          <p:cNvPr id="18" name="圖示 工廠"/>
          <p:cNvSpPr/>
          <p:nvPr/>
        </p:nvSpPr>
        <p:spPr>
          <a:xfrm>
            <a:off x="5839816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6304" y="195074"/>
                </a:moveTo>
                <a:lnTo>
                  <a:pt x="146428" y="195074"/>
                </a:lnTo>
                <a:moveTo>
                  <a:pt x="195074" y="195074"/>
                </a:moveTo>
                <a:lnTo>
                  <a:pt x="195191" y="195074"/>
                </a:lnTo>
                <a:moveTo>
                  <a:pt x="36576" y="231650"/>
                </a:moveTo>
                <a:cubicBezTo>
                  <a:pt x="36576" y="245118"/>
                  <a:pt x="47490" y="256032"/>
                  <a:pt x="60958" y="256032"/>
                </a:cubicBezTo>
                <a:lnTo>
                  <a:pt x="231650" y="256032"/>
                </a:lnTo>
                <a:cubicBezTo>
                  <a:pt x="245118" y="256032"/>
                  <a:pt x="256032" y="245118"/>
                  <a:pt x="256032" y="231650"/>
                </a:cubicBezTo>
                <a:lnTo>
                  <a:pt x="256032" y="103634"/>
                </a:lnTo>
                <a:cubicBezTo>
                  <a:pt x="256032" y="101403"/>
                  <a:pt x="254825" y="99355"/>
                  <a:pt x="252872" y="98280"/>
                </a:cubicBezTo>
                <a:cubicBezTo>
                  <a:pt x="250919" y="97212"/>
                  <a:pt x="248534" y="97292"/>
                  <a:pt x="246654" y="98485"/>
                </a:cubicBezTo>
                <a:lnTo>
                  <a:pt x="192258" y="133159"/>
                </a:lnTo>
                <a:cubicBezTo>
                  <a:pt x="190378" y="134358"/>
                  <a:pt x="187993" y="134439"/>
                  <a:pt x="186040" y="133363"/>
                </a:cubicBezTo>
                <a:cubicBezTo>
                  <a:pt x="184087" y="132295"/>
                  <a:pt x="182880" y="130247"/>
                  <a:pt x="182880" y="128016"/>
                </a:cubicBezTo>
                <a:lnTo>
                  <a:pt x="182880" y="103634"/>
                </a:lnTo>
                <a:cubicBezTo>
                  <a:pt x="182880" y="101403"/>
                  <a:pt x="181673" y="99355"/>
                  <a:pt x="179720" y="98280"/>
                </a:cubicBezTo>
                <a:cubicBezTo>
                  <a:pt x="177767" y="97212"/>
                  <a:pt x="175382" y="97292"/>
                  <a:pt x="173502" y="98485"/>
                </a:cubicBezTo>
                <a:lnTo>
                  <a:pt x="119113" y="133159"/>
                </a:lnTo>
                <a:cubicBezTo>
                  <a:pt x="117241" y="134366"/>
                  <a:pt x="114849" y="134446"/>
                  <a:pt x="112895" y="133378"/>
                </a:cubicBezTo>
                <a:cubicBezTo>
                  <a:pt x="110935" y="132303"/>
                  <a:pt x="109721" y="130247"/>
                  <a:pt x="109728" y="128016"/>
                </a:cubicBezTo>
                <a:lnTo>
                  <a:pt x="109728" y="60958"/>
                </a:lnTo>
                <a:cubicBezTo>
                  <a:pt x="109728" y="47490"/>
                  <a:pt x="98814" y="36576"/>
                  <a:pt x="85346" y="36576"/>
                </a:cubicBezTo>
                <a:lnTo>
                  <a:pt x="60958" y="36576"/>
                </a:lnTo>
                <a:cubicBezTo>
                  <a:pt x="47490" y="36576"/>
                  <a:pt x="36576" y="47490"/>
                  <a:pt x="36576" y="60958"/>
                </a:cubicBezTo>
                <a:close/>
                <a:moveTo>
                  <a:pt x="97534" y="195074"/>
                </a:moveTo>
                <a:lnTo>
                  <a:pt x="97658" y="195074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5616306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650" dirty="0"/>
          </a:p>
        </p:txBody>
      </p:sp>
      <p:sp>
        <p:nvSpPr>
          <p:cNvPr id="20" name="圖示 伺服器"/>
          <p:cNvSpPr/>
          <p:nvPr/>
        </p:nvSpPr>
        <p:spPr>
          <a:xfrm>
            <a:off x="6579443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48770" y="24382"/>
                </a:moveTo>
                <a:lnTo>
                  <a:pt x="243838" y="24382"/>
                </a:lnTo>
                <a:cubicBezTo>
                  <a:pt x="257305" y="24382"/>
                  <a:pt x="268226" y="35303"/>
                  <a:pt x="268226" y="48770"/>
                </a:cubicBezTo>
                <a:lnTo>
                  <a:pt x="268226" y="97534"/>
                </a:lnTo>
                <a:cubicBezTo>
                  <a:pt x="268226" y="111001"/>
                  <a:pt x="257305" y="121922"/>
                  <a:pt x="243838" y="121922"/>
                </a:cubicBezTo>
                <a:lnTo>
                  <a:pt x="48770" y="121922"/>
                </a:lnTo>
                <a:cubicBezTo>
                  <a:pt x="35303" y="121922"/>
                  <a:pt x="24382" y="111001"/>
                  <a:pt x="24382" y="97534"/>
                </a:cubicBezTo>
                <a:lnTo>
                  <a:pt x="24382" y="48770"/>
                </a:lnTo>
                <a:cubicBezTo>
                  <a:pt x="24382" y="35303"/>
                  <a:pt x="35303" y="24382"/>
                  <a:pt x="48770" y="24382"/>
                </a:cubicBezTo>
                <a:close/>
                <a:moveTo>
                  <a:pt x="48770" y="170686"/>
                </a:moveTo>
                <a:lnTo>
                  <a:pt x="243838" y="170686"/>
                </a:lnTo>
                <a:cubicBezTo>
                  <a:pt x="257305" y="170686"/>
                  <a:pt x="268226" y="181607"/>
                  <a:pt x="268226" y="195074"/>
                </a:cubicBezTo>
                <a:lnTo>
                  <a:pt x="268226" y="243838"/>
                </a:lnTo>
                <a:cubicBezTo>
                  <a:pt x="268226" y="257305"/>
                  <a:pt x="257305" y="268226"/>
                  <a:pt x="243838" y="268226"/>
                </a:cubicBezTo>
                <a:lnTo>
                  <a:pt x="48770" y="268226"/>
                </a:lnTo>
                <a:cubicBezTo>
                  <a:pt x="35303" y="268226"/>
                  <a:pt x="24382" y="257305"/>
                  <a:pt x="24382" y="243838"/>
                </a:cubicBezTo>
                <a:lnTo>
                  <a:pt x="24382" y="195074"/>
                </a:lnTo>
                <a:cubicBezTo>
                  <a:pt x="24382" y="181607"/>
                  <a:pt x="35303" y="170686"/>
                  <a:pt x="48770" y="170686"/>
                </a:cubicBezTo>
                <a:close/>
                <a:moveTo>
                  <a:pt x="73152" y="73152"/>
                </a:moveTo>
                <a:lnTo>
                  <a:pt x="73276" y="73152"/>
                </a:lnTo>
                <a:moveTo>
                  <a:pt x="73152" y="219456"/>
                </a:moveTo>
                <a:lnTo>
                  <a:pt x="73276" y="219456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6355933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650" dirty="0"/>
          </a:p>
        </p:txBody>
      </p:sp>
      <p:sp>
        <p:nvSpPr>
          <p:cNvPr id="22" name="圖示 資料庫"/>
          <p:cNvSpPr/>
          <p:nvPr/>
        </p:nvSpPr>
        <p:spPr>
          <a:xfrm>
            <a:off x="7319071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56032" y="60958"/>
                </a:moveTo>
                <a:cubicBezTo>
                  <a:pt x="256032" y="81162"/>
                  <a:pt x="206903" y="97534"/>
                  <a:pt x="146304" y="97534"/>
                </a:cubicBezTo>
                <a:cubicBezTo>
                  <a:pt x="85705" y="97534"/>
                  <a:pt x="36576" y="81162"/>
                  <a:pt x="36576" y="60958"/>
                </a:cubicBezTo>
                <a:cubicBezTo>
                  <a:pt x="36576" y="40760"/>
                  <a:pt x="85705" y="24382"/>
                  <a:pt x="146304" y="24382"/>
                </a:cubicBezTo>
                <a:cubicBezTo>
                  <a:pt x="206903" y="24382"/>
                  <a:pt x="256032" y="40760"/>
                  <a:pt x="256032" y="60958"/>
                </a:cubicBezTo>
                <a:close/>
                <a:moveTo>
                  <a:pt x="36576" y="60958"/>
                </a:moveTo>
                <a:lnTo>
                  <a:pt x="36576" y="231650"/>
                </a:lnTo>
                <a:cubicBezTo>
                  <a:pt x="36576" y="251848"/>
                  <a:pt x="85705" y="268226"/>
                  <a:pt x="146304" y="268226"/>
                </a:cubicBezTo>
                <a:cubicBezTo>
                  <a:pt x="206903" y="268226"/>
                  <a:pt x="256032" y="251848"/>
                  <a:pt x="256032" y="231650"/>
                </a:cubicBezTo>
                <a:lnTo>
                  <a:pt x="256032" y="60958"/>
                </a:lnTo>
                <a:moveTo>
                  <a:pt x="36576" y="146304"/>
                </a:moveTo>
                <a:cubicBezTo>
                  <a:pt x="36576" y="166501"/>
                  <a:pt x="85705" y="182880"/>
                  <a:pt x="146304" y="182880"/>
                </a:cubicBezTo>
                <a:cubicBezTo>
                  <a:pt x="206903" y="182880"/>
                  <a:pt x="256032" y="166501"/>
                  <a:pt x="256032" y="146304"/>
                </a:cubicBez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7095561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650" dirty="0"/>
          </a:p>
        </p:txBody>
      </p:sp>
      <p:sp>
        <p:nvSpPr>
          <p:cNvPr id="24" name="圖示 雲端"/>
          <p:cNvSpPr/>
          <p:nvPr/>
        </p:nvSpPr>
        <p:spPr>
          <a:xfrm>
            <a:off x="8058699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13362" y="231650"/>
                </a:moveTo>
                <a:lnTo>
                  <a:pt x="109728" y="231650"/>
                </a:lnTo>
                <a:cubicBezTo>
                  <a:pt x="65786" y="231636"/>
                  <a:pt x="29034" y="198257"/>
                  <a:pt x="24806" y="154519"/>
                </a:cubicBezTo>
                <a:cubicBezTo>
                  <a:pt x="20570" y="110781"/>
                  <a:pt x="50248" y="70979"/>
                  <a:pt x="93371" y="62545"/>
                </a:cubicBezTo>
                <a:cubicBezTo>
                  <a:pt x="136502" y="54111"/>
                  <a:pt x="178981" y="79809"/>
                  <a:pt x="191534" y="121922"/>
                </a:cubicBezTo>
                <a:lnTo>
                  <a:pt x="213362" y="121922"/>
                </a:lnTo>
                <a:cubicBezTo>
                  <a:pt x="243662" y="121922"/>
                  <a:pt x="268226" y="146487"/>
                  <a:pt x="268226" y="176786"/>
                </a:cubicBezTo>
                <a:cubicBezTo>
                  <a:pt x="268226" y="207086"/>
                  <a:pt x="243662" y="231650"/>
                  <a:pt x="213362" y="231650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7835189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650" dirty="0"/>
          </a:p>
        </p:txBody>
      </p:sp>
      <p:sp>
        <p:nvSpPr>
          <p:cNvPr id="26" name="圖示 電腦"/>
          <p:cNvSpPr/>
          <p:nvPr/>
        </p:nvSpPr>
        <p:spPr>
          <a:xfrm>
            <a:off x="8798326" y="136062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48770" y="36576"/>
                </a:moveTo>
                <a:lnTo>
                  <a:pt x="243838" y="36576"/>
                </a:lnTo>
                <a:cubicBezTo>
                  <a:pt x="257305" y="36576"/>
                  <a:pt x="268226" y="47490"/>
                  <a:pt x="268226" y="60958"/>
                </a:cubicBezTo>
                <a:lnTo>
                  <a:pt x="268226" y="182880"/>
                </a:lnTo>
                <a:cubicBezTo>
                  <a:pt x="268226" y="196347"/>
                  <a:pt x="257305" y="207262"/>
                  <a:pt x="243838" y="207262"/>
                </a:cubicBezTo>
                <a:lnTo>
                  <a:pt x="48770" y="207262"/>
                </a:lnTo>
                <a:cubicBezTo>
                  <a:pt x="35303" y="207262"/>
                  <a:pt x="24382" y="196347"/>
                  <a:pt x="24382" y="182880"/>
                </a:cubicBezTo>
                <a:lnTo>
                  <a:pt x="24382" y="60958"/>
                </a:lnTo>
                <a:cubicBezTo>
                  <a:pt x="24382" y="47490"/>
                  <a:pt x="35303" y="36576"/>
                  <a:pt x="48770" y="36576"/>
                </a:cubicBezTo>
                <a:close/>
                <a:moveTo>
                  <a:pt x="97534" y="256032"/>
                </a:moveTo>
                <a:lnTo>
                  <a:pt x="195074" y="256032"/>
                </a:lnTo>
                <a:moveTo>
                  <a:pt x="146304" y="207262"/>
                </a:moveTo>
                <a:lnTo>
                  <a:pt x="146304" y="25603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8574816" y="1682496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650" dirty="0"/>
          </a:p>
        </p:txBody>
      </p:sp>
      <p:sp>
        <p:nvSpPr>
          <p:cNvPr id="28" name="圖示 物料"/>
          <p:cNvSpPr/>
          <p:nvPr/>
        </p:nvSpPr>
        <p:spPr>
          <a:xfrm>
            <a:off x="662422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34110" y="264935"/>
                </a:moveTo>
                <a:cubicBezTo>
                  <a:pt x="141659" y="269287"/>
                  <a:pt x="150949" y="269287"/>
                  <a:pt x="158498" y="264935"/>
                </a:cubicBezTo>
                <a:lnTo>
                  <a:pt x="243838" y="216164"/>
                </a:lnTo>
                <a:cubicBezTo>
                  <a:pt x="251380" y="211812"/>
                  <a:pt x="256025" y="203772"/>
                  <a:pt x="256032" y="195074"/>
                </a:cubicBezTo>
                <a:lnTo>
                  <a:pt x="256032" y="97534"/>
                </a:lnTo>
                <a:cubicBezTo>
                  <a:pt x="256025" y="88836"/>
                  <a:pt x="251380" y="80796"/>
                  <a:pt x="243838" y="76444"/>
                </a:cubicBezTo>
                <a:lnTo>
                  <a:pt x="158498" y="27673"/>
                </a:lnTo>
                <a:cubicBezTo>
                  <a:pt x="150949" y="23321"/>
                  <a:pt x="141659" y="23321"/>
                  <a:pt x="134110" y="27673"/>
                </a:cubicBezTo>
                <a:lnTo>
                  <a:pt x="48770" y="76444"/>
                </a:lnTo>
                <a:cubicBezTo>
                  <a:pt x="41228" y="80796"/>
                  <a:pt x="36583" y="88836"/>
                  <a:pt x="36576" y="97534"/>
                </a:cubicBezTo>
                <a:lnTo>
                  <a:pt x="36576" y="195074"/>
                </a:lnTo>
                <a:cubicBezTo>
                  <a:pt x="36583" y="203772"/>
                  <a:pt x="41228" y="211812"/>
                  <a:pt x="48770" y="216164"/>
                </a:cubicBezTo>
                <a:close/>
                <a:moveTo>
                  <a:pt x="146304" y="268226"/>
                </a:moveTo>
                <a:lnTo>
                  <a:pt x="146304" y="146304"/>
                </a:lnTo>
                <a:moveTo>
                  <a:pt x="40109" y="85346"/>
                </a:moveTo>
                <a:lnTo>
                  <a:pt x="146304" y="146304"/>
                </a:lnTo>
                <a:lnTo>
                  <a:pt x="252499" y="85346"/>
                </a:lnTo>
                <a:moveTo>
                  <a:pt x="91440" y="52062"/>
                </a:moveTo>
                <a:lnTo>
                  <a:pt x="201168" y="114849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438912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物料</a:t>
            </a:r>
            <a:endParaRPr lang="en-US" sz="650" dirty="0"/>
          </a:p>
        </p:txBody>
      </p:sp>
      <p:sp>
        <p:nvSpPr>
          <p:cNvPr id="30" name="圖示 警示"/>
          <p:cNvSpPr/>
          <p:nvPr/>
        </p:nvSpPr>
        <p:spPr>
          <a:xfrm>
            <a:off x="1402050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4935" y="219456"/>
                </a:moveTo>
                <a:lnTo>
                  <a:pt x="167394" y="48770"/>
                </a:lnTo>
                <a:cubicBezTo>
                  <a:pt x="163063" y="41126"/>
                  <a:pt x="154965" y="36408"/>
                  <a:pt x="146180" y="36408"/>
                </a:cubicBezTo>
                <a:cubicBezTo>
                  <a:pt x="137401" y="36408"/>
                  <a:pt x="129296" y="41126"/>
                  <a:pt x="124966" y="48770"/>
                </a:cubicBezTo>
                <a:lnTo>
                  <a:pt x="27432" y="219456"/>
                </a:lnTo>
                <a:cubicBezTo>
                  <a:pt x="23058" y="227035"/>
                  <a:pt x="23079" y="236376"/>
                  <a:pt x="27483" y="243933"/>
                </a:cubicBezTo>
                <a:cubicBezTo>
                  <a:pt x="31894" y="251497"/>
                  <a:pt x="40014" y="256112"/>
                  <a:pt x="48770" y="256032"/>
                </a:cubicBezTo>
                <a:lnTo>
                  <a:pt x="243838" y="256032"/>
                </a:lnTo>
                <a:cubicBezTo>
                  <a:pt x="252550" y="256025"/>
                  <a:pt x="260589" y="251372"/>
                  <a:pt x="264942" y="243830"/>
                </a:cubicBezTo>
                <a:cubicBezTo>
                  <a:pt x="269287" y="236288"/>
                  <a:pt x="269287" y="226998"/>
                  <a:pt x="264935" y="219456"/>
                </a:cubicBezTo>
                <a:moveTo>
                  <a:pt x="146304" y="109728"/>
                </a:moveTo>
                <a:lnTo>
                  <a:pt x="146304" y="158498"/>
                </a:lnTo>
                <a:moveTo>
                  <a:pt x="146304" y="207262"/>
                </a:moveTo>
                <a:lnTo>
                  <a:pt x="146428" y="20726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1178540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650" dirty="0"/>
          </a:p>
        </p:txBody>
      </p:sp>
      <p:sp>
        <p:nvSpPr>
          <p:cNvPr id="32" name="圖示 完成"/>
          <p:cNvSpPr/>
          <p:nvPr/>
        </p:nvSpPr>
        <p:spPr>
          <a:xfrm>
            <a:off x="2141677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146304"/>
                </a:moveTo>
                <a:cubicBezTo>
                  <a:pt x="268226" y="213640"/>
                  <a:pt x="213640" y="268226"/>
                  <a:pt x="146304" y="268226"/>
                </a:cubicBezTo>
                <a:cubicBezTo>
                  <a:pt x="78968" y="268226"/>
                  <a:pt x="24382" y="213640"/>
                  <a:pt x="24382" y="146304"/>
                </a:cubicBezTo>
                <a:cubicBezTo>
                  <a:pt x="24382" y="78968"/>
                  <a:pt x="78968" y="24382"/>
                  <a:pt x="146304" y="24382"/>
                </a:cubicBezTo>
                <a:cubicBezTo>
                  <a:pt x="213640" y="24382"/>
                  <a:pt x="268226" y="78968"/>
                  <a:pt x="268226" y="146304"/>
                </a:cubicBezTo>
                <a:close/>
                <a:moveTo>
                  <a:pt x="195074" y="109728"/>
                </a:moveTo>
                <a:lnTo>
                  <a:pt x="128016" y="176786"/>
                </a:lnTo>
                <a:lnTo>
                  <a:pt x="97534" y="146304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1918167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650" dirty="0"/>
          </a:p>
        </p:txBody>
      </p:sp>
      <p:sp>
        <p:nvSpPr>
          <p:cNvPr id="34" name="圖示 錯誤"/>
          <p:cNvSpPr/>
          <p:nvPr/>
        </p:nvSpPr>
        <p:spPr>
          <a:xfrm>
            <a:off x="2881305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146304"/>
                </a:moveTo>
                <a:cubicBezTo>
                  <a:pt x="268226" y="213640"/>
                  <a:pt x="213640" y="268226"/>
                  <a:pt x="146304" y="268226"/>
                </a:cubicBezTo>
                <a:cubicBezTo>
                  <a:pt x="78968" y="268226"/>
                  <a:pt x="24382" y="213640"/>
                  <a:pt x="24382" y="146304"/>
                </a:cubicBezTo>
                <a:cubicBezTo>
                  <a:pt x="24382" y="78968"/>
                  <a:pt x="78968" y="24382"/>
                  <a:pt x="146304" y="24382"/>
                </a:cubicBezTo>
                <a:cubicBezTo>
                  <a:pt x="213640" y="24382"/>
                  <a:pt x="268226" y="78968"/>
                  <a:pt x="268226" y="146304"/>
                </a:cubicBezTo>
                <a:close/>
                <a:moveTo>
                  <a:pt x="182880" y="109728"/>
                </a:moveTo>
                <a:lnTo>
                  <a:pt x="109728" y="182880"/>
                </a:lnTo>
                <a:moveTo>
                  <a:pt x="109728" y="109728"/>
                </a:moveTo>
                <a:lnTo>
                  <a:pt x="182880" y="182880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2657795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650" dirty="0"/>
          </a:p>
        </p:txBody>
      </p:sp>
      <p:sp>
        <p:nvSpPr>
          <p:cNvPr id="36" name="圖示 時間"/>
          <p:cNvSpPr/>
          <p:nvPr/>
        </p:nvSpPr>
        <p:spPr>
          <a:xfrm>
            <a:off x="3620933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146304"/>
                </a:moveTo>
                <a:cubicBezTo>
                  <a:pt x="268226" y="213640"/>
                  <a:pt x="213640" y="268226"/>
                  <a:pt x="146304" y="268226"/>
                </a:cubicBezTo>
                <a:cubicBezTo>
                  <a:pt x="78968" y="268226"/>
                  <a:pt x="24382" y="213640"/>
                  <a:pt x="24382" y="146304"/>
                </a:cubicBezTo>
                <a:cubicBezTo>
                  <a:pt x="24382" y="78968"/>
                  <a:pt x="78968" y="24382"/>
                  <a:pt x="146304" y="24382"/>
                </a:cubicBezTo>
                <a:cubicBezTo>
                  <a:pt x="213640" y="24382"/>
                  <a:pt x="268226" y="78968"/>
                  <a:pt x="268226" y="146304"/>
                </a:cubicBezTo>
                <a:close/>
                <a:moveTo>
                  <a:pt x="146304" y="73152"/>
                </a:moveTo>
                <a:lnTo>
                  <a:pt x="146304" y="146304"/>
                </a:lnTo>
                <a:lnTo>
                  <a:pt x="195074" y="170686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3397423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650" dirty="0"/>
          </a:p>
        </p:txBody>
      </p:sp>
      <p:sp>
        <p:nvSpPr>
          <p:cNvPr id="38" name="圖示 日期"/>
          <p:cNvSpPr/>
          <p:nvPr/>
        </p:nvSpPr>
        <p:spPr>
          <a:xfrm>
            <a:off x="4360560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97534" y="24382"/>
                </a:moveTo>
                <a:lnTo>
                  <a:pt x="97534" y="60958"/>
                </a:lnTo>
                <a:moveTo>
                  <a:pt x="195074" y="24382"/>
                </a:moveTo>
                <a:lnTo>
                  <a:pt x="195074" y="60958"/>
                </a:lnTo>
                <a:moveTo>
                  <a:pt x="60958" y="36576"/>
                </a:moveTo>
                <a:lnTo>
                  <a:pt x="231650" y="36576"/>
                </a:lnTo>
                <a:cubicBezTo>
                  <a:pt x="245118" y="36576"/>
                  <a:pt x="256032" y="47490"/>
                  <a:pt x="256032" y="60958"/>
                </a:cubicBezTo>
                <a:lnTo>
                  <a:pt x="256032" y="231650"/>
                </a:lnTo>
                <a:cubicBezTo>
                  <a:pt x="256032" y="245118"/>
                  <a:pt x="245118" y="256032"/>
                  <a:pt x="231650" y="256032"/>
                </a:cubicBezTo>
                <a:lnTo>
                  <a:pt x="60958" y="256032"/>
                </a:lnTo>
                <a:cubicBezTo>
                  <a:pt x="47490" y="256032"/>
                  <a:pt x="36576" y="245118"/>
                  <a:pt x="36576" y="231650"/>
                </a:cubicBezTo>
                <a:lnTo>
                  <a:pt x="36576" y="60958"/>
                </a:lnTo>
                <a:cubicBezTo>
                  <a:pt x="36576" y="47490"/>
                  <a:pt x="47490" y="36576"/>
                  <a:pt x="60958" y="36576"/>
                </a:cubicBezTo>
                <a:close/>
                <a:moveTo>
                  <a:pt x="36576" y="109728"/>
                </a:moveTo>
                <a:lnTo>
                  <a:pt x="256032" y="109728"/>
                </a:lnTo>
                <a:moveTo>
                  <a:pt x="97534" y="158498"/>
                </a:moveTo>
                <a:lnTo>
                  <a:pt x="97658" y="158498"/>
                </a:lnTo>
                <a:moveTo>
                  <a:pt x="146304" y="158498"/>
                </a:moveTo>
                <a:lnTo>
                  <a:pt x="146428" y="158498"/>
                </a:lnTo>
                <a:moveTo>
                  <a:pt x="195074" y="158498"/>
                </a:moveTo>
                <a:lnTo>
                  <a:pt x="195191" y="158498"/>
                </a:lnTo>
                <a:moveTo>
                  <a:pt x="97534" y="207262"/>
                </a:moveTo>
                <a:lnTo>
                  <a:pt x="97658" y="207262"/>
                </a:lnTo>
                <a:moveTo>
                  <a:pt x="146304" y="207262"/>
                </a:moveTo>
                <a:lnTo>
                  <a:pt x="146428" y="207262"/>
                </a:lnTo>
                <a:moveTo>
                  <a:pt x="195074" y="207262"/>
                </a:moveTo>
                <a:lnTo>
                  <a:pt x="195191" y="20726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4137050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endParaRPr lang="en-US" sz="650" dirty="0"/>
          </a:p>
        </p:txBody>
      </p:sp>
      <p:sp>
        <p:nvSpPr>
          <p:cNvPr id="40" name="圖示 等待"/>
          <p:cNvSpPr/>
          <p:nvPr/>
        </p:nvSpPr>
        <p:spPr>
          <a:xfrm>
            <a:off x="5100188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60958" y="268226"/>
                </a:moveTo>
                <a:lnTo>
                  <a:pt x="231650" y="268226"/>
                </a:lnTo>
                <a:moveTo>
                  <a:pt x="60958" y="24382"/>
                </a:moveTo>
                <a:lnTo>
                  <a:pt x="231650" y="24382"/>
                </a:lnTo>
                <a:moveTo>
                  <a:pt x="207262" y="268226"/>
                </a:moveTo>
                <a:lnTo>
                  <a:pt x="207262" y="217357"/>
                </a:lnTo>
                <a:cubicBezTo>
                  <a:pt x="207262" y="210890"/>
                  <a:pt x="204694" y="204694"/>
                  <a:pt x="200122" y="200122"/>
                </a:cubicBezTo>
                <a:lnTo>
                  <a:pt x="146304" y="146304"/>
                </a:lnTo>
                <a:lnTo>
                  <a:pt x="92486" y="200122"/>
                </a:lnTo>
                <a:cubicBezTo>
                  <a:pt x="87914" y="204694"/>
                  <a:pt x="85346" y="210890"/>
                  <a:pt x="85346" y="217357"/>
                </a:cubicBezTo>
                <a:lnTo>
                  <a:pt x="85346" y="268226"/>
                </a:lnTo>
                <a:moveTo>
                  <a:pt x="85346" y="24382"/>
                </a:moveTo>
                <a:lnTo>
                  <a:pt x="85346" y="75251"/>
                </a:lnTo>
                <a:cubicBezTo>
                  <a:pt x="85346" y="81718"/>
                  <a:pt x="87914" y="87914"/>
                  <a:pt x="92486" y="92486"/>
                </a:cubicBezTo>
                <a:lnTo>
                  <a:pt x="146304" y="146304"/>
                </a:lnTo>
                <a:lnTo>
                  <a:pt x="200122" y="92486"/>
                </a:lnTo>
                <a:cubicBezTo>
                  <a:pt x="204694" y="87914"/>
                  <a:pt x="207262" y="81718"/>
                  <a:pt x="207262" y="75251"/>
                </a:cubicBezTo>
                <a:lnTo>
                  <a:pt x="207262" y="2438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4876678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650" dirty="0"/>
          </a:p>
        </p:txBody>
      </p:sp>
      <p:sp>
        <p:nvSpPr>
          <p:cNvPr id="42" name="圖示 效能"/>
          <p:cNvSpPr/>
          <p:nvPr/>
        </p:nvSpPr>
        <p:spPr>
          <a:xfrm>
            <a:off x="5839816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6304" y="170686"/>
                </a:moveTo>
                <a:lnTo>
                  <a:pt x="195074" y="121922"/>
                </a:lnTo>
                <a:moveTo>
                  <a:pt x="40724" y="231650"/>
                </a:moveTo>
                <a:cubicBezTo>
                  <a:pt x="11134" y="180407"/>
                  <a:pt x="22611" y="115324"/>
                  <a:pt x="67936" y="77285"/>
                </a:cubicBezTo>
                <a:cubicBezTo>
                  <a:pt x="113261" y="39253"/>
                  <a:pt x="179347" y="39253"/>
                  <a:pt x="224672" y="77285"/>
                </a:cubicBezTo>
                <a:cubicBezTo>
                  <a:pt x="269997" y="115324"/>
                  <a:pt x="281474" y="180407"/>
                  <a:pt x="251884" y="231650"/>
                </a:cubicBez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5616306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650" dirty="0"/>
          </a:p>
        </p:txBody>
      </p:sp>
      <p:sp>
        <p:nvSpPr>
          <p:cNvPr id="44" name="圖示 文件"/>
          <p:cNvSpPr/>
          <p:nvPr/>
        </p:nvSpPr>
        <p:spPr>
          <a:xfrm>
            <a:off x="6579443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73152" y="268226"/>
                </a:moveTo>
                <a:cubicBezTo>
                  <a:pt x="59685" y="268226"/>
                  <a:pt x="48770" y="257305"/>
                  <a:pt x="48770" y="243838"/>
                </a:cubicBezTo>
                <a:lnTo>
                  <a:pt x="48770" y="48770"/>
                </a:lnTo>
                <a:cubicBezTo>
                  <a:pt x="48770" y="35303"/>
                  <a:pt x="59685" y="24382"/>
                  <a:pt x="73152" y="24382"/>
                </a:cubicBezTo>
                <a:lnTo>
                  <a:pt x="170686" y="24382"/>
                </a:lnTo>
                <a:cubicBezTo>
                  <a:pt x="178484" y="24374"/>
                  <a:pt x="185960" y="27469"/>
                  <a:pt x="191461" y="32992"/>
                </a:cubicBezTo>
                <a:lnTo>
                  <a:pt x="235206" y="76736"/>
                </a:lnTo>
                <a:cubicBezTo>
                  <a:pt x="240743" y="82237"/>
                  <a:pt x="243852" y="89728"/>
                  <a:pt x="243838" y="97534"/>
                </a:cubicBezTo>
                <a:lnTo>
                  <a:pt x="243838" y="243838"/>
                </a:lnTo>
                <a:cubicBezTo>
                  <a:pt x="243838" y="257305"/>
                  <a:pt x="232923" y="268226"/>
                  <a:pt x="219456" y="268226"/>
                </a:cubicBezTo>
                <a:close/>
                <a:moveTo>
                  <a:pt x="170686" y="24382"/>
                </a:moveTo>
                <a:lnTo>
                  <a:pt x="170686" y="85346"/>
                </a:lnTo>
                <a:cubicBezTo>
                  <a:pt x="170686" y="92076"/>
                  <a:pt x="176150" y="97534"/>
                  <a:pt x="182880" y="97534"/>
                </a:cubicBezTo>
                <a:lnTo>
                  <a:pt x="243838" y="97534"/>
                </a:lnTo>
                <a:moveTo>
                  <a:pt x="121922" y="109728"/>
                </a:moveTo>
                <a:lnTo>
                  <a:pt x="97534" y="109728"/>
                </a:lnTo>
                <a:moveTo>
                  <a:pt x="195074" y="158498"/>
                </a:moveTo>
                <a:lnTo>
                  <a:pt x="97534" y="158498"/>
                </a:lnTo>
                <a:moveTo>
                  <a:pt x="195074" y="207262"/>
                </a:moveTo>
                <a:lnTo>
                  <a:pt x="97534" y="20726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6355933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650" dirty="0"/>
          </a:p>
        </p:txBody>
      </p:sp>
      <p:sp>
        <p:nvSpPr>
          <p:cNvPr id="46" name="圖示 檢核表"/>
          <p:cNvSpPr/>
          <p:nvPr/>
        </p:nvSpPr>
        <p:spPr>
          <a:xfrm>
            <a:off x="7319071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09728" y="24382"/>
                </a:moveTo>
                <a:lnTo>
                  <a:pt x="182880" y="24382"/>
                </a:lnTo>
                <a:cubicBezTo>
                  <a:pt x="189610" y="24382"/>
                  <a:pt x="195074" y="29846"/>
                  <a:pt x="195074" y="36576"/>
                </a:cubicBezTo>
                <a:lnTo>
                  <a:pt x="195074" y="60958"/>
                </a:lnTo>
                <a:cubicBezTo>
                  <a:pt x="195074" y="67695"/>
                  <a:pt x="189610" y="73152"/>
                  <a:pt x="182880" y="73152"/>
                </a:cubicBezTo>
                <a:lnTo>
                  <a:pt x="109728" y="73152"/>
                </a:lnTo>
                <a:cubicBezTo>
                  <a:pt x="102998" y="73152"/>
                  <a:pt x="97534" y="67695"/>
                  <a:pt x="97534" y="60958"/>
                </a:cubicBezTo>
                <a:lnTo>
                  <a:pt x="97534" y="36576"/>
                </a:lnTo>
                <a:cubicBezTo>
                  <a:pt x="97534" y="29846"/>
                  <a:pt x="102998" y="24382"/>
                  <a:pt x="109728" y="24382"/>
                </a:cubicBezTo>
                <a:close/>
                <a:moveTo>
                  <a:pt x="195074" y="48770"/>
                </a:moveTo>
                <a:lnTo>
                  <a:pt x="219456" y="48770"/>
                </a:lnTo>
                <a:cubicBezTo>
                  <a:pt x="232923" y="48770"/>
                  <a:pt x="243838" y="59685"/>
                  <a:pt x="243838" y="73152"/>
                </a:cubicBezTo>
                <a:lnTo>
                  <a:pt x="243838" y="243838"/>
                </a:lnTo>
                <a:cubicBezTo>
                  <a:pt x="243838" y="257305"/>
                  <a:pt x="232923" y="268226"/>
                  <a:pt x="219456" y="268226"/>
                </a:cubicBezTo>
                <a:lnTo>
                  <a:pt x="73152" y="268226"/>
                </a:lnTo>
                <a:cubicBezTo>
                  <a:pt x="59685" y="268226"/>
                  <a:pt x="48770" y="257305"/>
                  <a:pt x="48770" y="243838"/>
                </a:cubicBezTo>
                <a:lnTo>
                  <a:pt x="48770" y="73152"/>
                </a:lnTo>
                <a:cubicBezTo>
                  <a:pt x="48770" y="59685"/>
                  <a:pt x="59685" y="48770"/>
                  <a:pt x="73152" y="48770"/>
                </a:cubicBezTo>
                <a:lnTo>
                  <a:pt x="97534" y="48770"/>
                </a:lnTo>
                <a:moveTo>
                  <a:pt x="146304" y="134110"/>
                </a:moveTo>
                <a:lnTo>
                  <a:pt x="195074" y="134110"/>
                </a:lnTo>
                <a:moveTo>
                  <a:pt x="146304" y="195074"/>
                </a:moveTo>
                <a:lnTo>
                  <a:pt x="195074" y="195074"/>
                </a:lnTo>
                <a:moveTo>
                  <a:pt x="97534" y="134110"/>
                </a:moveTo>
                <a:lnTo>
                  <a:pt x="97658" y="134110"/>
                </a:lnTo>
                <a:moveTo>
                  <a:pt x="97534" y="195074"/>
                </a:moveTo>
                <a:lnTo>
                  <a:pt x="97658" y="195074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7095561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650" dirty="0"/>
          </a:p>
        </p:txBody>
      </p:sp>
      <p:sp>
        <p:nvSpPr>
          <p:cNvPr id="48" name="圖示 報表"/>
          <p:cNvSpPr/>
          <p:nvPr/>
        </p:nvSpPr>
        <p:spPr>
          <a:xfrm>
            <a:off x="8058699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36576" y="36576"/>
                </a:moveTo>
                <a:lnTo>
                  <a:pt x="36576" y="231650"/>
                </a:lnTo>
                <a:cubicBezTo>
                  <a:pt x="36576" y="245118"/>
                  <a:pt x="47490" y="256032"/>
                  <a:pt x="60958" y="256032"/>
                </a:cubicBezTo>
                <a:lnTo>
                  <a:pt x="256032" y="256032"/>
                </a:lnTo>
                <a:moveTo>
                  <a:pt x="219456" y="207262"/>
                </a:moveTo>
                <a:lnTo>
                  <a:pt x="219456" y="109728"/>
                </a:lnTo>
                <a:moveTo>
                  <a:pt x="158498" y="207262"/>
                </a:moveTo>
                <a:lnTo>
                  <a:pt x="158498" y="60958"/>
                </a:lnTo>
                <a:moveTo>
                  <a:pt x="97534" y="207262"/>
                </a:moveTo>
                <a:lnTo>
                  <a:pt x="97534" y="170686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7835189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</a:t>
            </a:r>
            <a:endParaRPr lang="en-US" sz="650" dirty="0"/>
          </a:p>
        </p:txBody>
      </p:sp>
      <p:sp>
        <p:nvSpPr>
          <p:cNvPr id="50" name="圖示 上升"/>
          <p:cNvSpPr/>
          <p:nvPr/>
        </p:nvSpPr>
        <p:spPr>
          <a:xfrm>
            <a:off x="8798326" y="188000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95074" y="85346"/>
                </a:moveTo>
                <a:lnTo>
                  <a:pt x="268226" y="85346"/>
                </a:lnTo>
                <a:lnTo>
                  <a:pt x="268226" y="158498"/>
                </a:lnTo>
                <a:moveTo>
                  <a:pt x="268226" y="85346"/>
                </a:moveTo>
                <a:lnTo>
                  <a:pt x="164592" y="188974"/>
                </a:lnTo>
                <a:lnTo>
                  <a:pt x="103634" y="128016"/>
                </a:lnTo>
                <a:lnTo>
                  <a:pt x="24382" y="20726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8574816" y="2201875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650" dirty="0"/>
          </a:p>
        </p:txBody>
      </p:sp>
      <p:sp>
        <p:nvSpPr>
          <p:cNvPr id="52" name="圖示 下降"/>
          <p:cNvSpPr/>
          <p:nvPr/>
        </p:nvSpPr>
        <p:spPr>
          <a:xfrm>
            <a:off x="662422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95074" y="207262"/>
                </a:moveTo>
                <a:lnTo>
                  <a:pt x="268226" y="207262"/>
                </a:lnTo>
                <a:lnTo>
                  <a:pt x="268226" y="134110"/>
                </a:lnTo>
                <a:moveTo>
                  <a:pt x="268226" y="207262"/>
                </a:moveTo>
                <a:lnTo>
                  <a:pt x="164592" y="103634"/>
                </a:lnTo>
                <a:lnTo>
                  <a:pt x="103634" y="164592"/>
                </a:lnTo>
                <a:lnTo>
                  <a:pt x="24382" y="85346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438912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650" dirty="0"/>
          </a:p>
        </p:txBody>
      </p:sp>
      <p:sp>
        <p:nvSpPr>
          <p:cNvPr id="54" name="圖示 占比"/>
          <p:cNvSpPr/>
          <p:nvPr/>
        </p:nvSpPr>
        <p:spPr>
          <a:xfrm>
            <a:off x="1402050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56032" y="146304"/>
                </a:moveTo>
                <a:cubicBezTo>
                  <a:pt x="262762" y="146304"/>
                  <a:pt x="268285" y="140832"/>
                  <a:pt x="267612" y="134139"/>
                </a:cubicBezTo>
                <a:cubicBezTo>
                  <a:pt x="261818" y="76429"/>
                  <a:pt x="216171" y="30790"/>
                  <a:pt x="158462" y="25003"/>
                </a:cubicBezTo>
                <a:cubicBezTo>
                  <a:pt x="151754" y="24338"/>
                  <a:pt x="146289" y="29861"/>
                  <a:pt x="146289" y="36591"/>
                </a:cubicBezTo>
                <a:lnTo>
                  <a:pt x="146289" y="134124"/>
                </a:lnTo>
                <a:cubicBezTo>
                  <a:pt x="146289" y="140854"/>
                  <a:pt x="151754" y="146319"/>
                  <a:pt x="158484" y="146319"/>
                </a:cubicBezTo>
                <a:close/>
                <a:moveTo>
                  <a:pt x="258592" y="193728"/>
                </a:moveTo>
                <a:cubicBezTo>
                  <a:pt x="237254" y="244189"/>
                  <a:pt x="184877" y="274225"/>
                  <a:pt x="130547" y="267144"/>
                </a:cubicBezTo>
                <a:cubicBezTo>
                  <a:pt x="76224" y="260070"/>
                  <a:pt x="33284" y="217620"/>
                  <a:pt x="25589" y="163378"/>
                </a:cubicBezTo>
                <a:cubicBezTo>
                  <a:pt x="17893" y="109135"/>
                  <a:pt x="47322" y="56415"/>
                  <a:pt x="97534" y="34506"/>
                </a:cubicBez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1178540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650" dirty="0"/>
          </a:p>
        </p:txBody>
      </p:sp>
      <p:sp>
        <p:nvSpPr>
          <p:cNvPr id="56" name="圖示 監控"/>
          <p:cNvSpPr/>
          <p:nvPr/>
        </p:nvSpPr>
        <p:spPr>
          <a:xfrm>
            <a:off x="2141677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146304"/>
                </a:moveTo>
                <a:lnTo>
                  <a:pt x="237985" y="146304"/>
                </a:lnTo>
                <a:cubicBezTo>
                  <a:pt x="227035" y="146282"/>
                  <a:pt x="217415" y="153561"/>
                  <a:pt x="214460" y="164102"/>
                </a:cubicBezTo>
                <a:lnTo>
                  <a:pt x="185806" y="266032"/>
                </a:lnTo>
                <a:cubicBezTo>
                  <a:pt x="185426" y="267327"/>
                  <a:pt x="184233" y="268226"/>
                  <a:pt x="182880" y="268226"/>
                </a:cubicBezTo>
                <a:cubicBezTo>
                  <a:pt x="181527" y="268226"/>
                  <a:pt x="180334" y="267327"/>
                  <a:pt x="179954" y="266032"/>
                </a:cubicBezTo>
                <a:lnTo>
                  <a:pt x="112654" y="26576"/>
                </a:lnTo>
                <a:cubicBezTo>
                  <a:pt x="112274" y="25281"/>
                  <a:pt x="111081" y="24382"/>
                  <a:pt x="109728" y="24382"/>
                </a:cubicBezTo>
                <a:cubicBezTo>
                  <a:pt x="108375" y="24382"/>
                  <a:pt x="107182" y="25281"/>
                  <a:pt x="106802" y="26576"/>
                </a:cubicBezTo>
                <a:lnTo>
                  <a:pt x="78148" y="128506"/>
                </a:lnTo>
                <a:cubicBezTo>
                  <a:pt x="75208" y="139003"/>
                  <a:pt x="65647" y="146275"/>
                  <a:pt x="54740" y="146304"/>
                </a:cubicBezTo>
                <a:lnTo>
                  <a:pt x="24382" y="146304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1918167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650" dirty="0"/>
          </a:p>
        </p:txBody>
      </p:sp>
      <p:sp>
        <p:nvSpPr>
          <p:cNvPr id="58" name="圖示 設定"/>
          <p:cNvSpPr/>
          <p:nvPr/>
        </p:nvSpPr>
        <p:spPr>
          <a:xfrm>
            <a:off x="2881305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17906" y="50424"/>
                </a:moveTo>
                <a:cubicBezTo>
                  <a:pt x="119304" y="35779"/>
                  <a:pt x="131600" y="24594"/>
                  <a:pt x="146311" y="24594"/>
                </a:cubicBezTo>
                <a:cubicBezTo>
                  <a:pt x="161022" y="24594"/>
                  <a:pt x="173319" y="35779"/>
                  <a:pt x="174709" y="50424"/>
                </a:cubicBezTo>
                <a:cubicBezTo>
                  <a:pt x="175528" y="59692"/>
                  <a:pt x="180817" y="67973"/>
                  <a:pt x="188871" y="72625"/>
                </a:cubicBezTo>
                <a:cubicBezTo>
                  <a:pt x="196925" y="77270"/>
                  <a:pt x="206742" y="77702"/>
                  <a:pt x="215177" y="73774"/>
                </a:cubicBezTo>
                <a:cubicBezTo>
                  <a:pt x="228541" y="67702"/>
                  <a:pt x="244328" y="72772"/>
                  <a:pt x="251672" y="85478"/>
                </a:cubicBezTo>
                <a:cubicBezTo>
                  <a:pt x="259017" y="98192"/>
                  <a:pt x="255520" y="114395"/>
                  <a:pt x="243582" y="122947"/>
                </a:cubicBezTo>
                <a:cubicBezTo>
                  <a:pt x="235974" y="128287"/>
                  <a:pt x="231438" y="136999"/>
                  <a:pt x="231438" y="146297"/>
                </a:cubicBezTo>
                <a:cubicBezTo>
                  <a:pt x="231438" y="155594"/>
                  <a:pt x="235974" y="164314"/>
                  <a:pt x="243582" y="169654"/>
                </a:cubicBezTo>
                <a:cubicBezTo>
                  <a:pt x="255520" y="178198"/>
                  <a:pt x="259017" y="194409"/>
                  <a:pt x="251672" y="207115"/>
                </a:cubicBezTo>
                <a:cubicBezTo>
                  <a:pt x="244328" y="219829"/>
                  <a:pt x="228541" y="224891"/>
                  <a:pt x="215177" y="218820"/>
                </a:cubicBezTo>
                <a:cubicBezTo>
                  <a:pt x="206742" y="214891"/>
                  <a:pt x="196925" y="215323"/>
                  <a:pt x="188871" y="219975"/>
                </a:cubicBezTo>
                <a:cubicBezTo>
                  <a:pt x="180817" y="224621"/>
                  <a:pt x="175528" y="232901"/>
                  <a:pt x="174709" y="242170"/>
                </a:cubicBezTo>
                <a:cubicBezTo>
                  <a:pt x="173319" y="256815"/>
                  <a:pt x="161022" y="268000"/>
                  <a:pt x="146311" y="268000"/>
                </a:cubicBezTo>
                <a:cubicBezTo>
                  <a:pt x="131600" y="268000"/>
                  <a:pt x="119304" y="256815"/>
                  <a:pt x="117906" y="242170"/>
                </a:cubicBezTo>
                <a:cubicBezTo>
                  <a:pt x="117094" y="232901"/>
                  <a:pt x="111806" y="224613"/>
                  <a:pt x="103744" y="219968"/>
                </a:cubicBezTo>
                <a:cubicBezTo>
                  <a:pt x="95683" y="215316"/>
                  <a:pt x="85866" y="214891"/>
                  <a:pt x="77431" y="218820"/>
                </a:cubicBezTo>
                <a:cubicBezTo>
                  <a:pt x="64067" y="224891"/>
                  <a:pt x="48280" y="219829"/>
                  <a:pt x="40936" y="207115"/>
                </a:cubicBezTo>
                <a:cubicBezTo>
                  <a:pt x="33591" y="194409"/>
                  <a:pt x="37088" y="178198"/>
                  <a:pt x="49026" y="169654"/>
                </a:cubicBezTo>
                <a:cubicBezTo>
                  <a:pt x="56634" y="164314"/>
                  <a:pt x="61170" y="155594"/>
                  <a:pt x="61170" y="146297"/>
                </a:cubicBezTo>
                <a:cubicBezTo>
                  <a:pt x="61170" y="136999"/>
                  <a:pt x="56634" y="128287"/>
                  <a:pt x="49026" y="122947"/>
                </a:cubicBezTo>
                <a:cubicBezTo>
                  <a:pt x="37110" y="114395"/>
                  <a:pt x="33621" y="98199"/>
                  <a:pt x="40950" y="85500"/>
                </a:cubicBezTo>
                <a:cubicBezTo>
                  <a:pt x="48288" y="72801"/>
                  <a:pt x="64059" y="67724"/>
                  <a:pt x="77417" y="73774"/>
                </a:cubicBezTo>
                <a:cubicBezTo>
                  <a:pt x="85851" y="77702"/>
                  <a:pt x="95668" y="77270"/>
                  <a:pt x="103722" y="72625"/>
                </a:cubicBezTo>
                <a:cubicBezTo>
                  <a:pt x="111784" y="67973"/>
                  <a:pt x="117065" y="59692"/>
                  <a:pt x="117884" y="50424"/>
                </a:cubicBezTo>
                <a:moveTo>
                  <a:pt x="182880" y="146304"/>
                </a:moveTo>
                <a:cubicBezTo>
                  <a:pt x="182880" y="166501"/>
                  <a:pt x="166501" y="182880"/>
                  <a:pt x="146304" y="182880"/>
                </a:cubicBezTo>
                <a:cubicBezTo>
                  <a:pt x="126107" y="182880"/>
                  <a:pt x="109728" y="166501"/>
                  <a:pt x="109728" y="146304"/>
                </a:cubicBezTo>
                <a:cubicBezTo>
                  <a:pt x="109728" y="126107"/>
                  <a:pt x="126107" y="109728"/>
                  <a:pt x="146304" y="109728"/>
                </a:cubicBezTo>
                <a:cubicBezTo>
                  <a:pt x="166501" y="109728"/>
                  <a:pt x="182880" y="126107"/>
                  <a:pt x="182880" y="146304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2657795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650" dirty="0"/>
          </a:p>
        </p:txBody>
      </p:sp>
      <p:sp>
        <p:nvSpPr>
          <p:cNvPr id="60" name="圖示 維修"/>
          <p:cNvSpPr/>
          <p:nvPr/>
        </p:nvSpPr>
        <p:spPr>
          <a:xfrm>
            <a:off x="3620933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79222" y="76810"/>
                </a:moveTo>
                <a:cubicBezTo>
                  <a:pt x="174577" y="81550"/>
                  <a:pt x="174577" y="89136"/>
                  <a:pt x="179222" y="93876"/>
                </a:cubicBezTo>
                <a:lnTo>
                  <a:pt x="198732" y="113386"/>
                </a:lnTo>
                <a:cubicBezTo>
                  <a:pt x="203472" y="118031"/>
                  <a:pt x="211058" y="118031"/>
                  <a:pt x="215798" y="113386"/>
                </a:cubicBezTo>
                <a:lnTo>
                  <a:pt x="253669" y="75529"/>
                </a:lnTo>
                <a:cubicBezTo>
                  <a:pt x="257568" y="71601"/>
                  <a:pt x="264188" y="72845"/>
                  <a:pt x="265651" y="78185"/>
                </a:cubicBezTo>
                <a:cubicBezTo>
                  <a:pt x="273172" y="105536"/>
                  <a:pt x="264203" y="134768"/>
                  <a:pt x="242638" y="153195"/>
                </a:cubicBezTo>
                <a:cubicBezTo>
                  <a:pt x="221073" y="171622"/>
                  <a:pt x="190802" y="175923"/>
                  <a:pt x="164958" y="164226"/>
                </a:cubicBezTo>
                <a:lnTo>
                  <a:pt x="68521" y="260663"/>
                </a:lnTo>
                <a:cubicBezTo>
                  <a:pt x="58419" y="270765"/>
                  <a:pt x="42048" y="270757"/>
                  <a:pt x="31953" y="260655"/>
                </a:cubicBezTo>
                <a:cubicBezTo>
                  <a:pt x="21851" y="250560"/>
                  <a:pt x="21858" y="234189"/>
                  <a:pt x="31953" y="224087"/>
                </a:cubicBezTo>
                <a:lnTo>
                  <a:pt x="128396" y="127650"/>
                </a:lnTo>
                <a:cubicBezTo>
                  <a:pt x="116699" y="101806"/>
                  <a:pt x="121001" y="71535"/>
                  <a:pt x="139428" y="49970"/>
                </a:cubicBezTo>
                <a:cubicBezTo>
                  <a:pt x="157855" y="28405"/>
                  <a:pt x="187086" y="19436"/>
                  <a:pt x="214430" y="26957"/>
                </a:cubicBezTo>
                <a:cubicBezTo>
                  <a:pt x="219771" y="28420"/>
                  <a:pt x="221014" y="35025"/>
                  <a:pt x="217101" y="38953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3397423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650" dirty="0"/>
          </a:p>
        </p:txBody>
      </p:sp>
      <p:sp>
        <p:nvSpPr>
          <p:cNvPr id="62" name="圖示 搜尋"/>
          <p:cNvSpPr/>
          <p:nvPr/>
        </p:nvSpPr>
        <p:spPr>
          <a:xfrm>
            <a:off x="4360560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56032" y="256032"/>
                </a:moveTo>
                <a:lnTo>
                  <a:pt x="203121" y="203121"/>
                </a:lnTo>
                <a:moveTo>
                  <a:pt x="231650" y="134110"/>
                </a:moveTo>
                <a:cubicBezTo>
                  <a:pt x="231650" y="187979"/>
                  <a:pt x="187979" y="231650"/>
                  <a:pt x="134110" y="231650"/>
                </a:cubicBezTo>
                <a:cubicBezTo>
                  <a:pt x="80248" y="231650"/>
                  <a:pt x="36576" y="187979"/>
                  <a:pt x="36576" y="134110"/>
                </a:cubicBezTo>
                <a:cubicBezTo>
                  <a:pt x="36576" y="80248"/>
                  <a:pt x="80248" y="36576"/>
                  <a:pt x="134110" y="36576"/>
                </a:cubicBezTo>
                <a:cubicBezTo>
                  <a:pt x="187979" y="36576"/>
                  <a:pt x="231650" y="80248"/>
                  <a:pt x="231650" y="134110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4137050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650" dirty="0"/>
          </a:p>
        </p:txBody>
      </p:sp>
      <p:sp>
        <p:nvSpPr>
          <p:cNvPr id="64" name="圖示 篩選"/>
          <p:cNvSpPr/>
          <p:nvPr/>
        </p:nvSpPr>
        <p:spPr>
          <a:xfrm>
            <a:off x="5100188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4382" y="60958"/>
                </a:moveTo>
                <a:lnTo>
                  <a:pt x="268226" y="60958"/>
                </a:lnTo>
                <a:moveTo>
                  <a:pt x="73152" y="146304"/>
                </a:moveTo>
                <a:lnTo>
                  <a:pt x="219456" y="146304"/>
                </a:lnTo>
                <a:moveTo>
                  <a:pt x="109728" y="231650"/>
                </a:moveTo>
                <a:lnTo>
                  <a:pt x="182880" y="231650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4876678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650" dirty="0"/>
          </a:p>
        </p:txBody>
      </p:sp>
      <p:sp>
        <p:nvSpPr>
          <p:cNvPr id="66" name="圖示 想法"/>
          <p:cNvSpPr/>
          <p:nvPr/>
        </p:nvSpPr>
        <p:spPr>
          <a:xfrm>
            <a:off x="5839816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82880" y="170686"/>
                </a:moveTo>
                <a:cubicBezTo>
                  <a:pt x="185316" y="158498"/>
                  <a:pt x="191417" y="149962"/>
                  <a:pt x="201168" y="140210"/>
                </a:cubicBezTo>
                <a:cubicBezTo>
                  <a:pt x="213362" y="129238"/>
                  <a:pt x="219456" y="113386"/>
                  <a:pt x="219456" y="97534"/>
                </a:cubicBezTo>
                <a:cubicBezTo>
                  <a:pt x="219456" y="57132"/>
                  <a:pt x="186706" y="24382"/>
                  <a:pt x="146304" y="24382"/>
                </a:cubicBezTo>
                <a:cubicBezTo>
                  <a:pt x="105902" y="24382"/>
                  <a:pt x="73152" y="57132"/>
                  <a:pt x="73152" y="97534"/>
                </a:cubicBezTo>
                <a:cubicBezTo>
                  <a:pt x="73152" y="109728"/>
                  <a:pt x="75588" y="124358"/>
                  <a:pt x="91440" y="140210"/>
                </a:cubicBezTo>
                <a:cubicBezTo>
                  <a:pt x="99977" y="148740"/>
                  <a:pt x="107292" y="158498"/>
                  <a:pt x="109728" y="170686"/>
                </a:cubicBezTo>
                <a:moveTo>
                  <a:pt x="109728" y="219456"/>
                </a:moveTo>
                <a:lnTo>
                  <a:pt x="182880" y="219456"/>
                </a:lnTo>
                <a:moveTo>
                  <a:pt x="121922" y="268226"/>
                </a:moveTo>
                <a:lnTo>
                  <a:pt x="170686" y="268226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5616306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650" dirty="0"/>
          </a:p>
        </p:txBody>
      </p:sp>
      <p:sp>
        <p:nvSpPr>
          <p:cNvPr id="68" name="圖示 目標"/>
          <p:cNvSpPr/>
          <p:nvPr/>
        </p:nvSpPr>
        <p:spPr>
          <a:xfrm>
            <a:off x="6579443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146304"/>
                </a:moveTo>
                <a:cubicBezTo>
                  <a:pt x="268226" y="213640"/>
                  <a:pt x="213640" y="268226"/>
                  <a:pt x="146304" y="268226"/>
                </a:cubicBezTo>
                <a:cubicBezTo>
                  <a:pt x="78968" y="268226"/>
                  <a:pt x="24382" y="213640"/>
                  <a:pt x="24382" y="146304"/>
                </a:cubicBezTo>
                <a:cubicBezTo>
                  <a:pt x="24382" y="78968"/>
                  <a:pt x="78968" y="24382"/>
                  <a:pt x="146304" y="24382"/>
                </a:cubicBezTo>
                <a:cubicBezTo>
                  <a:pt x="213640" y="24382"/>
                  <a:pt x="268226" y="78968"/>
                  <a:pt x="268226" y="146304"/>
                </a:cubicBezTo>
                <a:close/>
                <a:moveTo>
                  <a:pt x="219456" y="146304"/>
                </a:moveTo>
                <a:cubicBezTo>
                  <a:pt x="219456" y="186706"/>
                  <a:pt x="186706" y="219456"/>
                  <a:pt x="146304" y="219456"/>
                </a:cubicBezTo>
                <a:cubicBezTo>
                  <a:pt x="105902" y="219456"/>
                  <a:pt x="73152" y="186706"/>
                  <a:pt x="73152" y="146304"/>
                </a:cubicBezTo>
                <a:cubicBezTo>
                  <a:pt x="73152" y="105902"/>
                  <a:pt x="105902" y="73152"/>
                  <a:pt x="146304" y="73152"/>
                </a:cubicBezTo>
                <a:cubicBezTo>
                  <a:pt x="186706" y="73152"/>
                  <a:pt x="219456" y="105902"/>
                  <a:pt x="219456" y="146304"/>
                </a:cubicBezTo>
                <a:close/>
                <a:moveTo>
                  <a:pt x="170686" y="146304"/>
                </a:moveTo>
                <a:cubicBezTo>
                  <a:pt x="170686" y="159771"/>
                  <a:pt x="159771" y="170686"/>
                  <a:pt x="146304" y="170686"/>
                </a:cubicBezTo>
                <a:cubicBezTo>
                  <a:pt x="132837" y="170686"/>
                  <a:pt x="121922" y="159771"/>
                  <a:pt x="121922" y="146304"/>
                </a:cubicBezTo>
                <a:cubicBezTo>
                  <a:pt x="121922" y="132837"/>
                  <a:pt x="132837" y="121922"/>
                  <a:pt x="146304" y="121922"/>
                </a:cubicBezTo>
                <a:cubicBezTo>
                  <a:pt x="159771" y="121922"/>
                  <a:pt x="170686" y="132837"/>
                  <a:pt x="170686" y="146304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6355933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650" dirty="0"/>
          </a:p>
        </p:txBody>
      </p:sp>
      <p:sp>
        <p:nvSpPr>
          <p:cNvPr id="70" name="圖示 參數"/>
          <p:cNvSpPr/>
          <p:nvPr/>
        </p:nvSpPr>
        <p:spPr>
          <a:xfrm>
            <a:off x="7319071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21922" y="60958"/>
                </a:moveTo>
                <a:lnTo>
                  <a:pt x="36576" y="60958"/>
                </a:lnTo>
                <a:moveTo>
                  <a:pt x="146304" y="231650"/>
                </a:moveTo>
                <a:lnTo>
                  <a:pt x="36576" y="231650"/>
                </a:lnTo>
                <a:moveTo>
                  <a:pt x="170686" y="36576"/>
                </a:moveTo>
                <a:lnTo>
                  <a:pt x="170686" y="85346"/>
                </a:lnTo>
                <a:moveTo>
                  <a:pt x="195074" y="207262"/>
                </a:moveTo>
                <a:lnTo>
                  <a:pt x="195074" y="256032"/>
                </a:lnTo>
                <a:moveTo>
                  <a:pt x="256032" y="146304"/>
                </a:moveTo>
                <a:lnTo>
                  <a:pt x="146304" y="146304"/>
                </a:lnTo>
                <a:moveTo>
                  <a:pt x="256032" y="231650"/>
                </a:moveTo>
                <a:lnTo>
                  <a:pt x="195074" y="231650"/>
                </a:lnTo>
                <a:moveTo>
                  <a:pt x="256032" y="60958"/>
                </a:moveTo>
                <a:lnTo>
                  <a:pt x="170686" y="60958"/>
                </a:lnTo>
                <a:moveTo>
                  <a:pt x="97534" y="121922"/>
                </a:moveTo>
                <a:lnTo>
                  <a:pt x="97534" y="170686"/>
                </a:lnTo>
                <a:moveTo>
                  <a:pt x="97534" y="146304"/>
                </a:moveTo>
                <a:lnTo>
                  <a:pt x="36576" y="146304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7095561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650" dirty="0"/>
          </a:p>
        </p:txBody>
      </p:sp>
      <p:sp>
        <p:nvSpPr>
          <p:cNvPr id="72" name="圖示 整合"/>
          <p:cNvSpPr/>
          <p:nvPr/>
        </p:nvSpPr>
        <p:spPr>
          <a:xfrm>
            <a:off x="8058699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87635" y="53525"/>
                </a:moveTo>
                <a:cubicBezTo>
                  <a:pt x="190758" y="56649"/>
                  <a:pt x="195323" y="57841"/>
                  <a:pt x="199573" y="56642"/>
                </a:cubicBezTo>
                <a:cubicBezTo>
                  <a:pt x="203823" y="55442"/>
                  <a:pt x="207093" y="52040"/>
                  <a:pt x="208117" y="47746"/>
                </a:cubicBezTo>
                <a:cubicBezTo>
                  <a:pt x="211621" y="33167"/>
                  <a:pt x="225206" y="23299"/>
                  <a:pt x="240151" y="24477"/>
                </a:cubicBezTo>
                <a:cubicBezTo>
                  <a:pt x="255096" y="25654"/>
                  <a:pt x="266968" y="37527"/>
                  <a:pt x="268139" y="52479"/>
                </a:cubicBezTo>
                <a:cubicBezTo>
                  <a:pt x="269316" y="67424"/>
                  <a:pt x="259441" y="81009"/>
                  <a:pt x="244862" y="84505"/>
                </a:cubicBezTo>
                <a:cubicBezTo>
                  <a:pt x="240568" y="85529"/>
                  <a:pt x="237166" y="88799"/>
                  <a:pt x="235966" y="93049"/>
                </a:cubicBezTo>
                <a:cubicBezTo>
                  <a:pt x="234767" y="97299"/>
                  <a:pt x="235959" y="101864"/>
                  <a:pt x="239083" y="104988"/>
                </a:cubicBezTo>
                <a:lnTo>
                  <a:pt x="259602" y="125492"/>
                </a:lnTo>
                <a:cubicBezTo>
                  <a:pt x="265125" y="131015"/>
                  <a:pt x="268226" y="138499"/>
                  <a:pt x="268226" y="146304"/>
                </a:cubicBezTo>
                <a:cubicBezTo>
                  <a:pt x="268226" y="154109"/>
                  <a:pt x="265125" y="161593"/>
                  <a:pt x="259602" y="167116"/>
                </a:cubicBezTo>
                <a:lnTo>
                  <a:pt x="239083" y="187635"/>
                </a:lnTo>
                <a:cubicBezTo>
                  <a:pt x="235966" y="190758"/>
                  <a:pt x="231402" y="191951"/>
                  <a:pt x="227152" y="190751"/>
                </a:cubicBezTo>
                <a:cubicBezTo>
                  <a:pt x="222901" y="189551"/>
                  <a:pt x="219632" y="186150"/>
                  <a:pt x="218600" y="181856"/>
                </a:cubicBezTo>
                <a:cubicBezTo>
                  <a:pt x="215103" y="167277"/>
                  <a:pt x="201519" y="157408"/>
                  <a:pt x="186567" y="158594"/>
                </a:cubicBezTo>
                <a:cubicBezTo>
                  <a:pt x="171622" y="159771"/>
                  <a:pt x="159757" y="171644"/>
                  <a:pt x="158579" y="186589"/>
                </a:cubicBezTo>
                <a:cubicBezTo>
                  <a:pt x="157408" y="201534"/>
                  <a:pt x="167277" y="215118"/>
                  <a:pt x="181856" y="218615"/>
                </a:cubicBezTo>
                <a:cubicBezTo>
                  <a:pt x="186150" y="219639"/>
                  <a:pt x="189551" y="222909"/>
                  <a:pt x="190751" y="227159"/>
                </a:cubicBezTo>
                <a:cubicBezTo>
                  <a:pt x="191951" y="231409"/>
                  <a:pt x="190758" y="235974"/>
                  <a:pt x="187635" y="239097"/>
                </a:cubicBezTo>
                <a:lnTo>
                  <a:pt x="167116" y="259602"/>
                </a:lnTo>
                <a:cubicBezTo>
                  <a:pt x="161593" y="265125"/>
                  <a:pt x="154109" y="268226"/>
                  <a:pt x="146304" y="268226"/>
                </a:cubicBezTo>
                <a:cubicBezTo>
                  <a:pt x="138499" y="268226"/>
                  <a:pt x="131015" y="265125"/>
                  <a:pt x="125492" y="259602"/>
                </a:cubicBezTo>
                <a:lnTo>
                  <a:pt x="104973" y="239083"/>
                </a:lnTo>
                <a:cubicBezTo>
                  <a:pt x="101850" y="235959"/>
                  <a:pt x="97285" y="234767"/>
                  <a:pt x="93035" y="235966"/>
                </a:cubicBezTo>
                <a:cubicBezTo>
                  <a:pt x="88785" y="237166"/>
                  <a:pt x="85515" y="240568"/>
                  <a:pt x="84491" y="244862"/>
                </a:cubicBezTo>
                <a:cubicBezTo>
                  <a:pt x="80987" y="259441"/>
                  <a:pt x="67402" y="269309"/>
                  <a:pt x="52457" y="268131"/>
                </a:cubicBezTo>
                <a:cubicBezTo>
                  <a:pt x="37512" y="266954"/>
                  <a:pt x="25640" y="255081"/>
                  <a:pt x="24469" y="240129"/>
                </a:cubicBezTo>
                <a:cubicBezTo>
                  <a:pt x="23292" y="225184"/>
                  <a:pt x="33167" y="211599"/>
                  <a:pt x="47746" y="208103"/>
                </a:cubicBezTo>
                <a:cubicBezTo>
                  <a:pt x="52040" y="207079"/>
                  <a:pt x="55442" y="203809"/>
                  <a:pt x="56642" y="199559"/>
                </a:cubicBezTo>
                <a:cubicBezTo>
                  <a:pt x="57841" y="195309"/>
                  <a:pt x="56649" y="190744"/>
                  <a:pt x="53525" y="187620"/>
                </a:cubicBezTo>
                <a:lnTo>
                  <a:pt x="33006" y="167116"/>
                </a:lnTo>
                <a:cubicBezTo>
                  <a:pt x="27483" y="161593"/>
                  <a:pt x="24382" y="154109"/>
                  <a:pt x="24382" y="146304"/>
                </a:cubicBezTo>
                <a:cubicBezTo>
                  <a:pt x="24382" y="138499"/>
                  <a:pt x="27483" y="131015"/>
                  <a:pt x="33006" y="125492"/>
                </a:cubicBezTo>
                <a:lnTo>
                  <a:pt x="53525" y="104973"/>
                </a:lnTo>
                <a:cubicBezTo>
                  <a:pt x="56642" y="101850"/>
                  <a:pt x="61206" y="100657"/>
                  <a:pt x="65456" y="101857"/>
                </a:cubicBezTo>
                <a:cubicBezTo>
                  <a:pt x="69707" y="103057"/>
                  <a:pt x="72976" y="106458"/>
                  <a:pt x="74008" y="110752"/>
                </a:cubicBezTo>
                <a:cubicBezTo>
                  <a:pt x="77505" y="125331"/>
                  <a:pt x="91089" y="135200"/>
                  <a:pt x="106041" y="134014"/>
                </a:cubicBezTo>
                <a:cubicBezTo>
                  <a:pt x="120986" y="132837"/>
                  <a:pt x="132851" y="120964"/>
                  <a:pt x="134029" y="106019"/>
                </a:cubicBezTo>
                <a:cubicBezTo>
                  <a:pt x="135200" y="91074"/>
                  <a:pt x="125331" y="77490"/>
                  <a:pt x="110752" y="73993"/>
                </a:cubicBezTo>
                <a:cubicBezTo>
                  <a:pt x="106458" y="72969"/>
                  <a:pt x="103057" y="69699"/>
                  <a:pt x="101857" y="65449"/>
                </a:cubicBezTo>
                <a:cubicBezTo>
                  <a:pt x="100657" y="61199"/>
                  <a:pt x="101850" y="56634"/>
                  <a:pt x="104973" y="53511"/>
                </a:cubicBezTo>
                <a:lnTo>
                  <a:pt x="125492" y="33006"/>
                </a:lnTo>
                <a:cubicBezTo>
                  <a:pt x="131015" y="27483"/>
                  <a:pt x="138499" y="24382"/>
                  <a:pt x="146304" y="24382"/>
                </a:cubicBezTo>
                <a:cubicBezTo>
                  <a:pt x="154109" y="24382"/>
                  <a:pt x="161593" y="27483"/>
                  <a:pt x="167116" y="33006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7835189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650" dirty="0"/>
          </a:p>
        </p:txBody>
      </p:sp>
      <p:sp>
        <p:nvSpPr>
          <p:cNvPr id="74" name="圖示 安全"/>
          <p:cNvSpPr/>
          <p:nvPr/>
        </p:nvSpPr>
        <p:spPr>
          <a:xfrm>
            <a:off x="8798326" y="239938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43838" y="158498"/>
                </a:moveTo>
                <a:cubicBezTo>
                  <a:pt x="243838" y="219456"/>
                  <a:pt x="201168" y="249938"/>
                  <a:pt x="150452" y="267612"/>
                </a:cubicBezTo>
                <a:cubicBezTo>
                  <a:pt x="147796" y="268512"/>
                  <a:pt x="144907" y="268468"/>
                  <a:pt x="142281" y="267495"/>
                </a:cubicBezTo>
                <a:cubicBezTo>
                  <a:pt x="91440" y="249938"/>
                  <a:pt x="48770" y="219456"/>
                  <a:pt x="48770" y="158498"/>
                </a:cubicBezTo>
                <a:lnTo>
                  <a:pt x="48770" y="73152"/>
                </a:lnTo>
                <a:cubicBezTo>
                  <a:pt x="48770" y="66422"/>
                  <a:pt x="54228" y="60958"/>
                  <a:pt x="60958" y="60958"/>
                </a:cubicBezTo>
                <a:cubicBezTo>
                  <a:pt x="85346" y="60958"/>
                  <a:pt x="115822" y="46327"/>
                  <a:pt x="137036" y="27798"/>
                </a:cubicBezTo>
                <a:cubicBezTo>
                  <a:pt x="142376" y="23240"/>
                  <a:pt x="150232" y="23240"/>
                  <a:pt x="155572" y="27798"/>
                </a:cubicBezTo>
                <a:cubicBezTo>
                  <a:pt x="176903" y="46452"/>
                  <a:pt x="207262" y="60958"/>
                  <a:pt x="231650" y="60958"/>
                </a:cubicBezTo>
                <a:cubicBezTo>
                  <a:pt x="238380" y="60958"/>
                  <a:pt x="243838" y="66422"/>
                  <a:pt x="243838" y="73152"/>
                </a:cubicBezTo>
                <a:close/>
                <a:moveTo>
                  <a:pt x="109728" y="146304"/>
                </a:moveTo>
                <a:lnTo>
                  <a:pt x="134110" y="170686"/>
                </a:lnTo>
                <a:lnTo>
                  <a:pt x="182880" y="12192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8574816" y="272125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650" dirty="0"/>
          </a:p>
        </p:txBody>
      </p:sp>
      <p:sp>
        <p:nvSpPr>
          <p:cNvPr id="76" name="圖示 權限"/>
          <p:cNvSpPr/>
          <p:nvPr/>
        </p:nvSpPr>
        <p:spPr>
          <a:xfrm>
            <a:off x="662422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60958" y="134110"/>
                </a:moveTo>
                <a:lnTo>
                  <a:pt x="231650" y="134110"/>
                </a:lnTo>
                <a:cubicBezTo>
                  <a:pt x="245118" y="134110"/>
                  <a:pt x="256032" y="145031"/>
                  <a:pt x="256032" y="158498"/>
                </a:cubicBezTo>
                <a:lnTo>
                  <a:pt x="256032" y="243838"/>
                </a:lnTo>
                <a:cubicBezTo>
                  <a:pt x="256032" y="257305"/>
                  <a:pt x="245118" y="268226"/>
                  <a:pt x="231650" y="268226"/>
                </a:cubicBezTo>
                <a:lnTo>
                  <a:pt x="60958" y="268226"/>
                </a:lnTo>
                <a:cubicBezTo>
                  <a:pt x="47490" y="268226"/>
                  <a:pt x="36576" y="257305"/>
                  <a:pt x="36576" y="243838"/>
                </a:cubicBezTo>
                <a:lnTo>
                  <a:pt x="36576" y="158498"/>
                </a:lnTo>
                <a:cubicBezTo>
                  <a:pt x="36576" y="145031"/>
                  <a:pt x="47490" y="134110"/>
                  <a:pt x="60958" y="134110"/>
                </a:cubicBezTo>
                <a:close/>
                <a:moveTo>
                  <a:pt x="85346" y="134110"/>
                </a:moveTo>
                <a:lnTo>
                  <a:pt x="85346" y="85346"/>
                </a:lnTo>
                <a:cubicBezTo>
                  <a:pt x="85346" y="51675"/>
                  <a:pt x="112639" y="24382"/>
                  <a:pt x="146304" y="24382"/>
                </a:cubicBezTo>
                <a:cubicBezTo>
                  <a:pt x="179969" y="24382"/>
                  <a:pt x="207262" y="51675"/>
                  <a:pt x="207262" y="85346"/>
                </a:cubicBezTo>
                <a:lnTo>
                  <a:pt x="207262" y="134110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438912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</a:t>
            </a:r>
            <a:endParaRPr lang="en-US" sz="650" dirty="0"/>
          </a:p>
        </p:txBody>
      </p:sp>
      <p:sp>
        <p:nvSpPr>
          <p:cNvPr id="78" name="圖示 郵件"/>
          <p:cNvSpPr/>
          <p:nvPr/>
        </p:nvSpPr>
        <p:spPr>
          <a:xfrm>
            <a:off x="1402050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85346"/>
                </a:moveTo>
                <a:lnTo>
                  <a:pt x="158608" y="155170"/>
                </a:lnTo>
                <a:cubicBezTo>
                  <a:pt x="151037" y="159566"/>
                  <a:pt x="141681" y="159566"/>
                  <a:pt x="134110" y="155170"/>
                </a:cubicBezTo>
                <a:lnTo>
                  <a:pt x="24382" y="85346"/>
                </a:lnTo>
                <a:moveTo>
                  <a:pt x="48770" y="48770"/>
                </a:moveTo>
                <a:lnTo>
                  <a:pt x="243838" y="48770"/>
                </a:lnTo>
                <a:cubicBezTo>
                  <a:pt x="257305" y="48770"/>
                  <a:pt x="268226" y="59685"/>
                  <a:pt x="268226" y="73152"/>
                </a:cubicBezTo>
                <a:lnTo>
                  <a:pt x="268226" y="219456"/>
                </a:lnTo>
                <a:cubicBezTo>
                  <a:pt x="268226" y="232923"/>
                  <a:pt x="257305" y="243838"/>
                  <a:pt x="243838" y="243838"/>
                </a:cubicBezTo>
                <a:lnTo>
                  <a:pt x="48770" y="243838"/>
                </a:lnTo>
                <a:cubicBezTo>
                  <a:pt x="35303" y="243838"/>
                  <a:pt x="24382" y="232923"/>
                  <a:pt x="24382" y="219456"/>
                </a:cubicBezTo>
                <a:lnTo>
                  <a:pt x="24382" y="73152"/>
                </a:lnTo>
                <a:cubicBezTo>
                  <a:pt x="24382" y="59685"/>
                  <a:pt x="35303" y="48770"/>
                  <a:pt x="48770" y="48770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1178540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650" dirty="0"/>
          </a:p>
        </p:txBody>
      </p:sp>
      <p:sp>
        <p:nvSpPr>
          <p:cNvPr id="80" name="圖示 電話"/>
          <p:cNvSpPr/>
          <p:nvPr/>
        </p:nvSpPr>
        <p:spPr>
          <a:xfrm>
            <a:off x="2141677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68637" y="201995"/>
                </a:moveTo>
                <a:cubicBezTo>
                  <a:pt x="173824" y="204379"/>
                  <a:pt x="179969" y="202843"/>
                  <a:pt x="183429" y="198300"/>
                </a:cubicBezTo>
                <a:lnTo>
                  <a:pt x="187759" y="192631"/>
                </a:lnTo>
                <a:cubicBezTo>
                  <a:pt x="192360" y="186494"/>
                  <a:pt x="199588" y="182880"/>
                  <a:pt x="207262" y="182880"/>
                </a:cubicBezTo>
                <a:lnTo>
                  <a:pt x="243838" y="182880"/>
                </a:lnTo>
                <a:cubicBezTo>
                  <a:pt x="257305" y="182880"/>
                  <a:pt x="268226" y="193794"/>
                  <a:pt x="268226" y="207262"/>
                </a:cubicBezTo>
                <a:lnTo>
                  <a:pt x="268226" y="243838"/>
                </a:lnTo>
                <a:cubicBezTo>
                  <a:pt x="268226" y="257305"/>
                  <a:pt x="257305" y="268226"/>
                  <a:pt x="243838" y="268226"/>
                </a:cubicBezTo>
                <a:cubicBezTo>
                  <a:pt x="122639" y="268226"/>
                  <a:pt x="24382" y="169969"/>
                  <a:pt x="24382" y="48770"/>
                </a:cubicBezTo>
                <a:cubicBezTo>
                  <a:pt x="24382" y="35303"/>
                  <a:pt x="35303" y="24382"/>
                  <a:pt x="48770" y="24382"/>
                </a:cubicBezTo>
                <a:lnTo>
                  <a:pt x="85346" y="24382"/>
                </a:lnTo>
                <a:cubicBezTo>
                  <a:pt x="98814" y="24382"/>
                  <a:pt x="109728" y="35303"/>
                  <a:pt x="109728" y="48770"/>
                </a:cubicBezTo>
                <a:lnTo>
                  <a:pt x="109728" y="85346"/>
                </a:lnTo>
                <a:cubicBezTo>
                  <a:pt x="109728" y="93020"/>
                  <a:pt x="106114" y="100248"/>
                  <a:pt x="99977" y="104849"/>
                </a:cubicBezTo>
                <a:lnTo>
                  <a:pt x="94271" y="109128"/>
                </a:lnTo>
                <a:cubicBezTo>
                  <a:pt x="89655" y="112654"/>
                  <a:pt x="88163" y="118945"/>
                  <a:pt x="90708" y="124161"/>
                </a:cubicBezTo>
                <a:cubicBezTo>
                  <a:pt x="107373" y="158008"/>
                  <a:pt x="134775" y="185374"/>
                  <a:pt x="168637" y="201995"/>
                </a:cubicBez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1918167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650" dirty="0"/>
          </a:p>
        </p:txBody>
      </p:sp>
      <p:sp>
        <p:nvSpPr>
          <p:cNvPr id="82" name="圖示 連結"/>
          <p:cNvSpPr/>
          <p:nvPr/>
        </p:nvSpPr>
        <p:spPr>
          <a:xfrm>
            <a:off x="2881305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21922" y="158498"/>
                </a:moveTo>
                <a:cubicBezTo>
                  <a:pt x="132515" y="172661"/>
                  <a:pt x="148740" y="181527"/>
                  <a:pt x="166377" y="182785"/>
                </a:cubicBezTo>
                <a:cubicBezTo>
                  <a:pt x="184021" y="184050"/>
                  <a:pt x="201344" y="177591"/>
                  <a:pt x="213845" y="165082"/>
                </a:cubicBezTo>
                <a:lnTo>
                  <a:pt x="250421" y="128506"/>
                </a:lnTo>
                <a:cubicBezTo>
                  <a:pt x="273523" y="104585"/>
                  <a:pt x="273193" y="66561"/>
                  <a:pt x="249682" y="43050"/>
                </a:cubicBezTo>
                <a:cubicBezTo>
                  <a:pt x="226164" y="19532"/>
                  <a:pt x="188147" y="19202"/>
                  <a:pt x="164226" y="42304"/>
                </a:cubicBezTo>
                <a:lnTo>
                  <a:pt x="143254" y="63152"/>
                </a:lnTo>
                <a:moveTo>
                  <a:pt x="170686" y="134110"/>
                </a:moveTo>
                <a:cubicBezTo>
                  <a:pt x="160093" y="119947"/>
                  <a:pt x="143868" y="111081"/>
                  <a:pt x="126231" y="109823"/>
                </a:cubicBezTo>
                <a:cubicBezTo>
                  <a:pt x="108587" y="108558"/>
                  <a:pt x="91264" y="115017"/>
                  <a:pt x="78763" y="127526"/>
                </a:cubicBezTo>
                <a:lnTo>
                  <a:pt x="42187" y="164102"/>
                </a:lnTo>
                <a:cubicBezTo>
                  <a:pt x="19085" y="188023"/>
                  <a:pt x="19415" y="226047"/>
                  <a:pt x="42926" y="249558"/>
                </a:cubicBezTo>
                <a:cubicBezTo>
                  <a:pt x="66444" y="273076"/>
                  <a:pt x="104461" y="273406"/>
                  <a:pt x="128382" y="250304"/>
                </a:cubicBezTo>
                <a:lnTo>
                  <a:pt x="149230" y="229456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2657795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</a:t>
            </a:r>
            <a:endParaRPr lang="en-US" sz="650" dirty="0"/>
          </a:p>
        </p:txBody>
      </p:sp>
      <p:sp>
        <p:nvSpPr>
          <p:cNvPr id="84" name="圖示 分支"/>
          <p:cNvSpPr/>
          <p:nvPr/>
        </p:nvSpPr>
        <p:spPr>
          <a:xfrm>
            <a:off x="3620933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82880" y="73152"/>
                </a:moveTo>
                <a:cubicBezTo>
                  <a:pt x="122281" y="73152"/>
                  <a:pt x="73152" y="122281"/>
                  <a:pt x="73152" y="182880"/>
                </a:cubicBezTo>
                <a:lnTo>
                  <a:pt x="73152" y="36576"/>
                </a:lnTo>
                <a:moveTo>
                  <a:pt x="256032" y="73152"/>
                </a:moveTo>
                <a:cubicBezTo>
                  <a:pt x="256032" y="93349"/>
                  <a:pt x="239653" y="109728"/>
                  <a:pt x="219456" y="109728"/>
                </a:cubicBezTo>
                <a:cubicBezTo>
                  <a:pt x="199259" y="109728"/>
                  <a:pt x="182880" y="93349"/>
                  <a:pt x="182880" y="73152"/>
                </a:cubicBezTo>
                <a:cubicBezTo>
                  <a:pt x="182880" y="52955"/>
                  <a:pt x="199259" y="36576"/>
                  <a:pt x="219456" y="36576"/>
                </a:cubicBezTo>
                <a:cubicBezTo>
                  <a:pt x="239653" y="36576"/>
                  <a:pt x="256032" y="52955"/>
                  <a:pt x="256032" y="73152"/>
                </a:cubicBezTo>
                <a:close/>
                <a:moveTo>
                  <a:pt x="109728" y="219456"/>
                </a:moveTo>
                <a:cubicBezTo>
                  <a:pt x="109728" y="239653"/>
                  <a:pt x="93349" y="256032"/>
                  <a:pt x="73152" y="256032"/>
                </a:cubicBezTo>
                <a:cubicBezTo>
                  <a:pt x="52955" y="256032"/>
                  <a:pt x="36576" y="239653"/>
                  <a:pt x="36576" y="219456"/>
                </a:cubicBezTo>
                <a:cubicBezTo>
                  <a:pt x="36576" y="199259"/>
                  <a:pt x="52955" y="182880"/>
                  <a:pt x="73152" y="182880"/>
                </a:cubicBezTo>
                <a:cubicBezTo>
                  <a:pt x="93349" y="182880"/>
                  <a:pt x="109728" y="199259"/>
                  <a:pt x="109728" y="219456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3397423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</a:t>
            </a:r>
            <a:endParaRPr lang="en-US" sz="650" dirty="0"/>
          </a:p>
        </p:txBody>
      </p:sp>
      <p:sp>
        <p:nvSpPr>
          <p:cNvPr id="86" name="圖示 流程"/>
          <p:cNvSpPr/>
          <p:nvPr/>
        </p:nvSpPr>
        <p:spPr>
          <a:xfrm>
            <a:off x="4360560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60958" y="36576"/>
                </a:moveTo>
                <a:lnTo>
                  <a:pt x="109728" y="36576"/>
                </a:lnTo>
                <a:cubicBezTo>
                  <a:pt x="123195" y="36576"/>
                  <a:pt x="134110" y="47490"/>
                  <a:pt x="134110" y="60958"/>
                </a:cubicBezTo>
                <a:lnTo>
                  <a:pt x="134110" y="109728"/>
                </a:lnTo>
                <a:cubicBezTo>
                  <a:pt x="134110" y="123195"/>
                  <a:pt x="123195" y="134110"/>
                  <a:pt x="109728" y="134110"/>
                </a:cubicBezTo>
                <a:lnTo>
                  <a:pt x="60958" y="134110"/>
                </a:lnTo>
                <a:cubicBezTo>
                  <a:pt x="47490" y="134110"/>
                  <a:pt x="36576" y="123195"/>
                  <a:pt x="36576" y="109728"/>
                </a:cubicBezTo>
                <a:lnTo>
                  <a:pt x="36576" y="60958"/>
                </a:lnTo>
                <a:cubicBezTo>
                  <a:pt x="36576" y="47490"/>
                  <a:pt x="47490" y="36576"/>
                  <a:pt x="60958" y="36576"/>
                </a:cubicBezTo>
                <a:close/>
                <a:moveTo>
                  <a:pt x="85346" y="134110"/>
                </a:moveTo>
                <a:lnTo>
                  <a:pt x="85346" y="182880"/>
                </a:lnTo>
                <a:cubicBezTo>
                  <a:pt x="85346" y="196347"/>
                  <a:pt x="96261" y="207262"/>
                  <a:pt x="109728" y="207262"/>
                </a:cubicBezTo>
                <a:lnTo>
                  <a:pt x="158498" y="207262"/>
                </a:lnTo>
                <a:moveTo>
                  <a:pt x="182880" y="158498"/>
                </a:moveTo>
                <a:lnTo>
                  <a:pt x="231650" y="158498"/>
                </a:lnTo>
                <a:cubicBezTo>
                  <a:pt x="245118" y="158498"/>
                  <a:pt x="256032" y="169413"/>
                  <a:pt x="256032" y="182880"/>
                </a:cubicBezTo>
                <a:lnTo>
                  <a:pt x="256032" y="231650"/>
                </a:lnTo>
                <a:cubicBezTo>
                  <a:pt x="256032" y="245118"/>
                  <a:pt x="245118" y="256032"/>
                  <a:pt x="231650" y="256032"/>
                </a:cubicBezTo>
                <a:lnTo>
                  <a:pt x="182880" y="256032"/>
                </a:lnTo>
                <a:cubicBezTo>
                  <a:pt x="169413" y="256032"/>
                  <a:pt x="158498" y="245118"/>
                  <a:pt x="158498" y="231650"/>
                </a:cubicBezTo>
                <a:lnTo>
                  <a:pt x="158498" y="182880"/>
                </a:lnTo>
                <a:cubicBezTo>
                  <a:pt x="158498" y="169413"/>
                  <a:pt x="169413" y="158498"/>
                  <a:pt x="182880" y="158498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4137050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650" dirty="0"/>
          </a:p>
        </p:txBody>
      </p:sp>
      <p:sp>
        <p:nvSpPr>
          <p:cNvPr id="88" name="圖示 討論"/>
          <p:cNvSpPr/>
          <p:nvPr/>
        </p:nvSpPr>
        <p:spPr>
          <a:xfrm>
            <a:off x="5100188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207262"/>
                </a:moveTo>
                <a:cubicBezTo>
                  <a:pt x="268226" y="220729"/>
                  <a:pt x="257305" y="231650"/>
                  <a:pt x="243838" y="231650"/>
                </a:cubicBezTo>
                <a:lnTo>
                  <a:pt x="83247" y="231650"/>
                </a:lnTo>
                <a:cubicBezTo>
                  <a:pt x="76780" y="231650"/>
                  <a:pt x="70577" y="234218"/>
                  <a:pt x="66005" y="238790"/>
                </a:cubicBezTo>
                <a:lnTo>
                  <a:pt x="39158" y="265637"/>
                </a:lnTo>
                <a:cubicBezTo>
                  <a:pt x="36686" y="268117"/>
                  <a:pt x="32962" y="268856"/>
                  <a:pt x="29729" y="267517"/>
                </a:cubicBezTo>
                <a:cubicBezTo>
                  <a:pt x="26496" y="266178"/>
                  <a:pt x="24382" y="263018"/>
                  <a:pt x="24382" y="259521"/>
                </a:cubicBezTo>
                <a:lnTo>
                  <a:pt x="24382" y="60958"/>
                </a:lnTo>
                <a:cubicBezTo>
                  <a:pt x="24382" y="47490"/>
                  <a:pt x="35303" y="36576"/>
                  <a:pt x="48770" y="36576"/>
                </a:cubicBezTo>
                <a:lnTo>
                  <a:pt x="243838" y="36576"/>
                </a:lnTo>
                <a:cubicBezTo>
                  <a:pt x="257305" y="36576"/>
                  <a:pt x="268226" y="47490"/>
                  <a:pt x="268226" y="60958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4876678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650" dirty="0"/>
          </a:p>
        </p:txBody>
      </p:sp>
      <p:sp>
        <p:nvSpPr>
          <p:cNvPr id="90" name="圖示 顯微檢測"/>
          <p:cNvSpPr/>
          <p:nvPr/>
        </p:nvSpPr>
        <p:spPr>
          <a:xfrm>
            <a:off x="5839816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73152" y="219456"/>
                </a:moveTo>
                <a:lnTo>
                  <a:pt x="170686" y="219456"/>
                </a:lnTo>
                <a:moveTo>
                  <a:pt x="36576" y="268226"/>
                </a:moveTo>
                <a:lnTo>
                  <a:pt x="256032" y="268226"/>
                </a:lnTo>
                <a:moveTo>
                  <a:pt x="170686" y="268226"/>
                </a:moveTo>
                <a:cubicBezTo>
                  <a:pt x="217825" y="268226"/>
                  <a:pt x="256032" y="230012"/>
                  <a:pt x="256032" y="182880"/>
                </a:cubicBezTo>
                <a:cubicBezTo>
                  <a:pt x="256032" y="135748"/>
                  <a:pt x="217825" y="97534"/>
                  <a:pt x="170686" y="97534"/>
                </a:cubicBezTo>
                <a:lnTo>
                  <a:pt x="158498" y="97534"/>
                </a:lnTo>
                <a:moveTo>
                  <a:pt x="109728" y="170686"/>
                </a:moveTo>
                <a:lnTo>
                  <a:pt x="134110" y="170686"/>
                </a:lnTo>
                <a:moveTo>
                  <a:pt x="109728" y="146304"/>
                </a:moveTo>
                <a:cubicBezTo>
                  <a:pt x="96261" y="146304"/>
                  <a:pt x="85346" y="135390"/>
                  <a:pt x="85346" y="121922"/>
                </a:cubicBezTo>
                <a:lnTo>
                  <a:pt x="85346" y="73152"/>
                </a:lnTo>
                <a:lnTo>
                  <a:pt x="158498" y="73152"/>
                </a:lnTo>
                <a:lnTo>
                  <a:pt x="158498" y="121922"/>
                </a:lnTo>
                <a:cubicBezTo>
                  <a:pt x="158498" y="135390"/>
                  <a:pt x="147577" y="146304"/>
                  <a:pt x="134110" y="146304"/>
                </a:cubicBezTo>
                <a:close/>
                <a:moveTo>
                  <a:pt x="146304" y="73152"/>
                </a:moveTo>
                <a:lnTo>
                  <a:pt x="146304" y="36576"/>
                </a:lnTo>
                <a:cubicBezTo>
                  <a:pt x="146304" y="29846"/>
                  <a:pt x="140847" y="24382"/>
                  <a:pt x="134110" y="24382"/>
                </a:cubicBezTo>
                <a:lnTo>
                  <a:pt x="109728" y="24382"/>
                </a:lnTo>
                <a:cubicBezTo>
                  <a:pt x="102998" y="24382"/>
                  <a:pt x="97534" y="29846"/>
                  <a:pt x="97534" y="36576"/>
                </a:cubicBezTo>
                <a:lnTo>
                  <a:pt x="97534" y="7315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5616306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顯微檢測</a:t>
            </a:r>
            <a:endParaRPr lang="en-US" sz="650" dirty="0"/>
          </a:p>
        </p:txBody>
      </p:sp>
      <p:sp>
        <p:nvSpPr>
          <p:cNvPr id="92" name="圖示 AOI 影像"/>
          <p:cNvSpPr/>
          <p:nvPr/>
        </p:nvSpPr>
        <p:spPr>
          <a:xfrm>
            <a:off x="6579443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70649" y="48770"/>
                </a:moveTo>
                <a:cubicBezTo>
                  <a:pt x="179610" y="48770"/>
                  <a:pt x="187854" y="53686"/>
                  <a:pt x="192112" y="61572"/>
                </a:cubicBezTo>
                <a:lnTo>
                  <a:pt x="198037" y="72545"/>
                </a:lnTo>
                <a:cubicBezTo>
                  <a:pt x="202295" y="80431"/>
                  <a:pt x="210531" y="85346"/>
                  <a:pt x="219493" y="85346"/>
                </a:cubicBezTo>
                <a:lnTo>
                  <a:pt x="243838" y="85346"/>
                </a:lnTo>
                <a:cubicBezTo>
                  <a:pt x="257305" y="85346"/>
                  <a:pt x="268226" y="96261"/>
                  <a:pt x="268226" y="109728"/>
                </a:cubicBezTo>
                <a:lnTo>
                  <a:pt x="268226" y="219456"/>
                </a:lnTo>
                <a:cubicBezTo>
                  <a:pt x="268226" y="232923"/>
                  <a:pt x="257305" y="243838"/>
                  <a:pt x="243838" y="243838"/>
                </a:cubicBezTo>
                <a:lnTo>
                  <a:pt x="48770" y="243838"/>
                </a:lnTo>
                <a:cubicBezTo>
                  <a:pt x="35303" y="243838"/>
                  <a:pt x="24382" y="232923"/>
                  <a:pt x="24382" y="219456"/>
                </a:cubicBezTo>
                <a:lnTo>
                  <a:pt x="24382" y="109728"/>
                </a:lnTo>
                <a:cubicBezTo>
                  <a:pt x="24382" y="96261"/>
                  <a:pt x="35303" y="85346"/>
                  <a:pt x="48770" y="85346"/>
                </a:cubicBezTo>
                <a:lnTo>
                  <a:pt x="73115" y="85346"/>
                </a:lnTo>
                <a:cubicBezTo>
                  <a:pt x="82069" y="85346"/>
                  <a:pt x="90299" y="80438"/>
                  <a:pt x="94564" y="72567"/>
                </a:cubicBezTo>
                <a:lnTo>
                  <a:pt x="100525" y="61543"/>
                </a:lnTo>
                <a:cubicBezTo>
                  <a:pt x="104783" y="53672"/>
                  <a:pt x="113020" y="48770"/>
                  <a:pt x="121966" y="48770"/>
                </a:cubicBezTo>
                <a:close/>
                <a:moveTo>
                  <a:pt x="182880" y="158498"/>
                </a:moveTo>
                <a:cubicBezTo>
                  <a:pt x="182880" y="178696"/>
                  <a:pt x="166501" y="195074"/>
                  <a:pt x="146304" y="195074"/>
                </a:cubicBezTo>
                <a:cubicBezTo>
                  <a:pt x="126107" y="195074"/>
                  <a:pt x="109728" y="178696"/>
                  <a:pt x="109728" y="158498"/>
                </a:cubicBezTo>
                <a:cubicBezTo>
                  <a:pt x="109728" y="138294"/>
                  <a:pt x="126107" y="121922"/>
                  <a:pt x="146304" y="121922"/>
                </a:cubicBezTo>
                <a:cubicBezTo>
                  <a:pt x="166501" y="121922"/>
                  <a:pt x="182880" y="138294"/>
                  <a:pt x="182880" y="158498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6355933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AOI 影像</a:t>
            </a:r>
            <a:endParaRPr lang="en-US" sz="650" dirty="0"/>
          </a:p>
        </p:txBody>
      </p:sp>
      <p:sp>
        <p:nvSpPr>
          <p:cNvPr id="94" name="圖示 AI"/>
          <p:cNvSpPr/>
          <p:nvPr/>
        </p:nvSpPr>
        <p:spPr>
          <a:xfrm>
            <a:off x="7319071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6304" y="60958"/>
                </a:moveTo>
                <a:cubicBezTo>
                  <a:pt x="146341" y="47688"/>
                  <a:pt x="139186" y="35435"/>
                  <a:pt x="127606" y="28946"/>
                </a:cubicBezTo>
                <a:cubicBezTo>
                  <a:pt x="116026" y="22458"/>
                  <a:pt x="101835" y="22750"/>
                  <a:pt x="90533" y="29714"/>
                </a:cubicBezTo>
                <a:cubicBezTo>
                  <a:pt x="79238" y="36678"/>
                  <a:pt x="72596" y="49224"/>
                  <a:pt x="73189" y="62486"/>
                </a:cubicBezTo>
                <a:cubicBezTo>
                  <a:pt x="58668" y="66217"/>
                  <a:pt x="46671" y="76422"/>
                  <a:pt x="40658" y="90160"/>
                </a:cubicBezTo>
                <a:cubicBezTo>
                  <a:pt x="34645" y="103890"/>
                  <a:pt x="35281" y="119633"/>
                  <a:pt x="42392" y="132829"/>
                </a:cubicBezTo>
                <a:cubicBezTo>
                  <a:pt x="29868" y="143005"/>
                  <a:pt x="23189" y="158711"/>
                  <a:pt x="24550" y="174782"/>
                </a:cubicBezTo>
                <a:cubicBezTo>
                  <a:pt x="25903" y="190861"/>
                  <a:pt x="35120" y="205221"/>
                  <a:pt x="49173" y="213150"/>
                </a:cubicBezTo>
                <a:cubicBezTo>
                  <a:pt x="46839" y="231168"/>
                  <a:pt x="54718" y="248987"/>
                  <a:pt x="69611" y="259390"/>
                </a:cubicBezTo>
                <a:cubicBezTo>
                  <a:pt x="84505" y="269785"/>
                  <a:pt x="103949" y="271050"/>
                  <a:pt x="120057" y="262660"/>
                </a:cubicBezTo>
                <a:cubicBezTo>
                  <a:pt x="136172" y="254269"/>
                  <a:pt x="146282" y="237620"/>
                  <a:pt x="146304" y="219456"/>
                </a:cubicBezTo>
                <a:close/>
                <a:moveTo>
                  <a:pt x="109728" y="158498"/>
                </a:moveTo>
                <a:cubicBezTo>
                  <a:pt x="130657" y="151132"/>
                  <a:pt x="145097" y="131886"/>
                  <a:pt x="146304" y="109728"/>
                </a:cubicBezTo>
                <a:moveTo>
                  <a:pt x="73189" y="62486"/>
                </a:moveTo>
                <a:cubicBezTo>
                  <a:pt x="73430" y="68382"/>
                  <a:pt x="75098" y="74132"/>
                  <a:pt x="78039" y="79246"/>
                </a:cubicBezTo>
                <a:moveTo>
                  <a:pt x="42392" y="132844"/>
                </a:moveTo>
                <a:cubicBezTo>
                  <a:pt x="44623" y="131030"/>
                  <a:pt x="47007" y="129413"/>
                  <a:pt x="49524" y="128016"/>
                </a:cubicBezTo>
                <a:moveTo>
                  <a:pt x="73152" y="219456"/>
                </a:moveTo>
                <a:cubicBezTo>
                  <a:pt x="64747" y="219463"/>
                  <a:pt x="56488" y="217291"/>
                  <a:pt x="49173" y="213165"/>
                </a:cubicBezTo>
                <a:moveTo>
                  <a:pt x="146304" y="158498"/>
                </a:moveTo>
                <a:lnTo>
                  <a:pt x="195074" y="158498"/>
                </a:lnTo>
                <a:moveTo>
                  <a:pt x="146304" y="219456"/>
                </a:moveTo>
                <a:lnTo>
                  <a:pt x="219456" y="219456"/>
                </a:lnTo>
                <a:cubicBezTo>
                  <a:pt x="232923" y="219456"/>
                  <a:pt x="243838" y="230370"/>
                  <a:pt x="243838" y="243838"/>
                </a:cubicBezTo>
                <a:lnTo>
                  <a:pt x="243838" y="256032"/>
                </a:lnTo>
                <a:moveTo>
                  <a:pt x="146304" y="97534"/>
                </a:moveTo>
                <a:lnTo>
                  <a:pt x="243838" y="97534"/>
                </a:lnTo>
                <a:moveTo>
                  <a:pt x="195074" y="97534"/>
                </a:moveTo>
                <a:lnTo>
                  <a:pt x="195074" y="60958"/>
                </a:lnTo>
                <a:cubicBezTo>
                  <a:pt x="195074" y="47490"/>
                  <a:pt x="205989" y="36576"/>
                  <a:pt x="219456" y="36576"/>
                </a:cubicBezTo>
                <a:moveTo>
                  <a:pt x="201168" y="158498"/>
                </a:moveTo>
                <a:cubicBezTo>
                  <a:pt x="201168" y="161863"/>
                  <a:pt x="198439" y="164592"/>
                  <a:pt x="195074" y="164592"/>
                </a:cubicBezTo>
                <a:cubicBezTo>
                  <a:pt x="191702" y="164592"/>
                  <a:pt x="188974" y="161863"/>
                  <a:pt x="188974" y="158498"/>
                </a:cubicBezTo>
                <a:cubicBezTo>
                  <a:pt x="188974" y="155126"/>
                  <a:pt x="191702" y="152398"/>
                  <a:pt x="195074" y="152398"/>
                </a:cubicBezTo>
                <a:cubicBezTo>
                  <a:pt x="198439" y="152398"/>
                  <a:pt x="201168" y="155126"/>
                  <a:pt x="201168" y="158498"/>
                </a:cubicBezTo>
                <a:close/>
                <a:moveTo>
                  <a:pt x="225550" y="36576"/>
                </a:moveTo>
                <a:cubicBezTo>
                  <a:pt x="225550" y="39941"/>
                  <a:pt x="222821" y="42670"/>
                  <a:pt x="219456" y="42670"/>
                </a:cubicBezTo>
                <a:cubicBezTo>
                  <a:pt x="216091" y="42670"/>
                  <a:pt x="213362" y="39941"/>
                  <a:pt x="213362" y="36576"/>
                </a:cubicBezTo>
                <a:cubicBezTo>
                  <a:pt x="213362" y="33211"/>
                  <a:pt x="216091" y="30482"/>
                  <a:pt x="219456" y="30482"/>
                </a:cubicBezTo>
                <a:cubicBezTo>
                  <a:pt x="222821" y="30482"/>
                  <a:pt x="225550" y="33211"/>
                  <a:pt x="225550" y="36576"/>
                </a:cubicBezTo>
                <a:close/>
                <a:moveTo>
                  <a:pt x="249938" y="256032"/>
                </a:moveTo>
                <a:cubicBezTo>
                  <a:pt x="249938" y="259397"/>
                  <a:pt x="247210" y="262126"/>
                  <a:pt x="243838" y="262126"/>
                </a:cubicBezTo>
                <a:cubicBezTo>
                  <a:pt x="240473" y="262126"/>
                  <a:pt x="237744" y="259397"/>
                  <a:pt x="237744" y="256032"/>
                </a:cubicBezTo>
                <a:cubicBezTo>
                  <a:pt x="237744" y="252667"/>
                  <a:pt x="240473" y="249938"/>
                  <a:pt x="243838" y="249938"/>
                </a:cubicBezTo>
                <a:cubicBezTo>
                  <a:pt x="247210" y="249938"/>
                  <a:pt x="249938" y="252667"/>
                  <a:pt x="249938" y="256032"/>
                </a:cubicBezTo>
                <a:close/>
                <a:moveTo>
                  <a:pt x="249938" y="97534"/>
                </a:moveTo>
                <a:cubicBezTo>
                  <a:pt x="249938" y="100906"/>
                  <a:pt x="247210" y="103634"/>
                  <a:pt x="243838" y="103634"/>
                </a:cubicBezTo>
                <a:cubicBezTo>
                  <a:pt x="240473" y="103634"/>
                  <a:pt x="237744" y="100906"/>
                  <a:pt x="237744" y="97534"/>
                </a:cubicBezTo>
                <a:cubicBezTo>
                  <a:pt x="237744" y="94169"/>
                  <a:pt x="240473" y="91440"/>
                  <a:pt x="243838" y="91440"/>
                </a:cubicBezTo>
                <a:cubicBezTo>
                  <a:pt x="247210" y="91440"/>
                  <a:pt x="249938" y="94169"/>
                  <a:pt x="249938" y="97534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7095561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650" dirty="0"/>
          </a:p>
        </p:txBody>
      </p:sp>
      <p:sp>
        <p:nvSpPr>
          <p:cNvPr id="96" name="圖示 機器人"/>
          <p:cNvSpPr/>
          <p:nvPr/>
        </p:nvSpPr>
        <p:spPr>
          <a:xfrm>
            <a:off x="8058699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6304" y="97534"/>
                </a:moveTo>
                <a:lnTo>
                  <a:pt x="146304" y="48770"/>
                </a:lnTo>
                <a:lnTo>
                  <a:pt x="97534" y="48770"/>
                </a:lnTo>
                <a:moveTo>
                  <a:pt x="73152" y="97534"/>
                </a:moveTo>
                <a:lnTo>
                  <a:pt x="219456" y="97534"/>
                </a:lnTo>
                <a:cubicBezTo>
                  <a:pt x="232923" y="97534"/>
                  <a:pt x="243838" y="108455"/>
                  <a:pt x="243838" y="121922"/>
                </a:cubicBezTo>
                <a:lnTo>
                  <a:pt x="243838" y="219456"/>
                </a:lnTo>
                <a:cubicBezTo>
                  <a:pt x="243838" y="232923"/>
                  <a:pt x="232923" y="243838"/>
                  <a:pt x="219456" y="243838"/>
                </a:cubicBezTo>
                <a:lnTo>
                  <a:pt x="73152" y="243838"/>
                </a:lnTo>
                <a:cubicBezTo>
                  <a:pt x="59685" y="243838"/>
                  <a:pt x="48770" y="232923"/>
                  <a:pt x="48770" y="219456"/>
                </a:cubicBezTo>
                <a:lnTo>
                  <a:pt x="48770" y="121922"/>
                </a:lnTo>
                <a:cubicBezTo>
                  <a:pt x="48770" y="108455"/>
                  <a:pt x="59685" y="97534"/>
                  <a:pt x="73152" y="97534"/>
                </a:cubicBezTo>
                <a:close/>
                <a:moveTo>
                  <a:pt x="24382" y="170686"/>
                </a:moveTo>
                <a:lnTo>
                  <a:pt x="48770" y="170686"/>
                </a:lnTo>
                <a:moveTo>
                  <a:pt x="243838" y="170686"/>
                </a:moveTo>
                <a:lnTo>
                  <a:pt x="268226" y="170686"/>
                </a:lnTo>
                <a:moveTo>
                  <a:pt x="182880" y="158498"/>
                </a:moveTo>
                <a:lnTo>
                  <a:pt x="182880" y="182880"/>
                </a:lnTo>
                <a:moveTo>
                  <a:pt x="109728" y="158498"/>
                </a:moveTo>
                <a:lnTo>
                  <a:pt x="109728" y="182880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7835189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</a:t>
            </a:r>
            <a:endParaRPr lang="en-US" sz="650" dirty="0"/>
          </a:p>
        </p:txBody>
      </p:sp>
      <p:sp>
        <p:nvSpPr>
          <p:cNvPr id="98" name="圖示 物流"/>
          <p:cNvSpPr/>
          <p:nvPr/>
        </p:nvSpPr>
        <p:spPr>
          <a:xfrm>
            <a:off x="8798326" y="291876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70686" y="219456"/>
                </a:moveTo>
                <a:lnTo>
                  <a:pt x="170686" y="73152"/>
                </a:lnTo>
                <a:cubicBezTo>
                  <a:pt x="170686" y="59685"/>
                  <a:pt x="159771" y="48770"/>
                  <a:pt x="146304" y="48770"/>
                </a:cubicBezTo>
                <a:lnTo>
                  <a:pt x="48770" y="48770"/>
                </a:lnTo>
                <a:cubicBezTo>
                  <a:pt x="35303" y="48770"/>
                  <a:pt x="24382" y="59685"/>
                  <a:pt x="24382" y="73152"/>
                </a:cubicBezTo>
                <a:lnTo>
                  <a:pt x="24382" y="207262"/>
                </a:lnTo>
                <a:cubicBezTo>
                  <a:pt x="24382" y="213999"/>
                  <a:pt x="29846" y="219456"/>
                  <a:pt x="36576" y="219456"/>
                </a:cubicBezTo>
                <a:lnTo>
                  <a:pt x="60958" y="219456"/>
                </a:lnTo>
                <a:moveTo>
                  <a:pt x="182880" y="219456"/>
                </a:moveTo>
                <a:lnTo>
                  <a:pt x="109728" y="219456"/>
                </a:lnTo>
                <a:moveTo>
                  <a:pt x="231650" y="219456"/>
                </a:moveTo>
                <a:lnTo>
                  <a:pt x="256032" y="219456"/>
                </a:lnTo>
                <a:cubicBezTo>
                  <a:pt x="262762" y="219456"/>
                  <a:pt x="268226" y="213999"/>
                  <a:pt x="268226" y="207262"/>
                </a:cubicBezTo>
                <a:lnTo>
                  <a:pt x="268226" y="162763"/>
                </a:lnTo>
                <a:cubicBezTo>
                  <a:pt x="268219" y="159998"/>
                  <a:pt x="267275" y="157313"/>
                  <a:pt x="265542" y="155155"/>
                </a:cubicBezTo>
                <a:lnTo>
                  <a:pt x="223114" y="102120"/>
                </a:lnTo>
                <a:cubicBezTo>
                  <a:pt x="220802" y="99231"/>
                  <a:pt x="217305" y="97541"/>
                  <a:pt x="213604" y="97534"/>
                </a:cubicBezTo>
                <a:lnTo>
                  <a:pt x="170686" y="97534"/>
                </a:lnTo>
                <a:moveTo>
                  <a:pt x="231650" y="219456"/>
                </a:moveTo>
                <a:cubicBezTo>
                  <a:pt x="231650" y="232923"/>
                  <a:pt x="220729" y="243838"/>
                  <a:pt x="207262" y="243838"/>
                </a:cubicBezTo>
                <a:cubicBezTo>
                  <a:pt x="193794" y="243838"/>
                  <a:pt x="182880" y="232923"/>
                  <a:pt x="182880" y="219456"/>
                </a:cubicBezTo>
                <a:cubicBezTo>
                  <a:pt x="182880" y="205989"/>
                  <a:pt x="193794" y="195074"/>
                  <a:pt x="207262" y="195074"/>
                </a:cubicBezTo>
                <a:cubicBezTo>
                  <a:pt x="220729" y="195074"/>
                  <a:pt x="231650" y="205989"/>
                  <a:pt x="231650" y="219456"/>
                </a:cubicBezTo>
                <a:close/>
                <a:moveTo>
                  <a:pt x="109728" y="219456"/>
                </a:moveTo>
                <a:cubicBezTo>
                  <a:pt x="109728" y="232923"/>
                  <a:pt x="98814" y="243838"/>
                  <a:pt x="85346" y="243838"/>
                </a:cubicBezTo>
                <a:cubicBezTo>
                  <a:pt x="71879" y="243838"/>
                  <a:pt x="60958" y="232923"/>
                  <a:pt x="60958" y="219456"/>
                </a:cubicBezTo>
                <a:cubicBezTo>
                  <a:pt x="60958" y="205989"/>
                  <a:pt x="71879" y="195074"/>
                  <a:pt x="85346" y="195074"/>
                </a:cubicBezTo>
                <a:cubicBezTo>
                  <a:pt x="98814" y="195074"/>
                  <a:pt x="109728" y="205989"/>
                  <a:pt x="109728" y="219456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8574816" y="3240634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650" dirty="0"/>
          </a:p>
        </p:txBody>
      </p:sp>
      <p:sp>
        <p:nvSpPr>
          <p:cNvPr id="100" name="圖示 成本"/>
          <p:cNvSpPr/>
          <p:nvPr/>
        </p:nvSpPr>
        <p:spPr>
          <a:xfrm>
            <a:off x="662422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146304"/>
                </a:moveTo>
                <a:cubicBezTo>
                  <a:pt x="268226" y="213640"/>
                  <a:pt x="213640" y="268226"/>
                  <a:pt x="146304" y="268226"/>
                </a:cubicBezTo>
                <a:cubicBezTo>
                  <a:pt x="78968" y="268226"/>
                  <a:pt x="24382" y="213640"/>
                  <a:pt x="24382" y="146304"/>
                </a:cubicBezTo>
                <a:cubicBezTo>
                  <a:pt x="24382" y="78968"/>
                  <a:pt x="78968" y="24382"/>
                  <a:pt x="146304" y="24382"/>
                </a:cubicBezTo>
                <a:cubicBezTo>
                  <a:pt x="213640" y="24382"/>
                  <a:pt x="268226" y="78968"/>
                  <a:pt x="268226" y="146304"/>
                </a:cubicBezTo>
                <a:close/>
                <a:moveTo>
                  <a:pt x="195074" y="97534"/>
                </a:moveTo>
                <a:lnTo>
                  <a:pt x="121922" y="97534"/>
                </a:lnTo>
                <a:cubicBezTo>
                  <a:pt x="108455" y="97534"/>
                  <a:pt x="97534" y="108455"/>
                  <a:pt x="97534" y="121922"/>
                </a:cubicBezTo>
                <a:cubicBezTo>
                  <a:pt x="97534" y="135390"/>
                  <a:pt x="108455" y="146304"/>
                  <a:pt x="121922" y="146304"/>
                </a:cubicBezTo>
                <a:lnTo>
                  <a:pt x="170686" y="146304"/>
                </a:lnTo>
                <a:cubicBezTo>
                  <a:pt x="184153" y="146304"/>
                  <a:pt x="195074" y="157218"/>
                  <a:pt x="195074" y="170686"/>
                </a:cubicBezTo>
                <a:cubicBezTo>
                  <a:pt x="195074" y="184153"/>
                  <a:pt x="184153" y="195074"/>
                  <a:pt x="170686" y="195074"/>
                </a:cubicBezTo>
                <a:lnTo>
                  <a:pt x="97534" y="195074"/>
                </a:lnTo>
                <a:moveTo>
                  <a:pt x="146304" y="219456"/>
                </a:moveTo>
                <a:lnTo>
                  <a:pt x="146304" y="73152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438912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</a:t>
            </a:r>
            <a:endParaRPr lang="en-US" sz="650" dirty="0"/>
          </a:p>
        </p:txBody>
      </p:sp>
      <p:sp>
        <p:nvSpPr>
          <p:cNvPr id="102" name="圖示 良率漏斗"/>
          <p:cNvSpPr/>
          <p:nvPr/>
        </p:nvSpPr>
        <p:spPr>
          <a:xfrm>
            <a:off x="1402050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21922" y="243838"/>
                </a:moveTo>
                <a:cubicBezTo>
                  <a:pt x="121915" y="248461"/>
                  <a:pt x="124527" y="252689"/>
                  <a:pt x="128660" y="254752"/>
                </a:cubicBezTo>
                <a:lnTo>
                  <a:pt x="153049" y="266946"/>
                </a:lnTo>
                <a:cubicBezTo>
                  <a:pt x="156823" y="268834"/>
                  <a:pt x="161315" y="268629"/>
                  <a:pt x="164907" y="266405"/>
                </a:cubicBezTo>
                <a:cubicBezTo>
                  <a:pt x="168506" y="264181"/>
                  <a:pt x="170693" y="260260"/>
                  <a:pt x="170686" y="256032"/>
                </a:cubicBezTo>
                <a:lnTo>
                  <a:pt x="170686" y="170686"/>
                </a:lnTo>
                <a:cubicBezTo>
                  <a:pt x="170693" y="164643"/>
                  <a:pt x="172939" y="158820"/>
                  <a:pt x="176991" y="154336"/>
                </a:cubicBezTo>
                <a:lnTo>
                  <a:pt x="265052" y="56934"/>
                </a:lnTo>
                <a:cubicBezTo>
                  <a:pt x="268278" y="53364"/>
                  <a:pt x="269097" y="48229"/>
                  <a:pt x="267151" y="43825"/>
                </a:cubicBezTo>
                <a:cubicBezTo>
                  <a:pt x="265198" y="39429"/>
                  <a:pt x="260845" y="36591"/>
                  <a:pt x="256032" y="36576"/>
                </a:cubicBezTo>
                <a:lnTo>
                  <a:pt x="36576" y="36576"/>
                </a:lnTo>
                <a:cubicBezTo>
                  <a:pt x="31763" y="36576"/>
                  <a:pt x="27395" y="39414"/>
                  <a:pt x="25442" y="43818"/>
                </a:cubicBezTo>
                <a:cubicBezTo>
                  <a:pt x="23482" y="48222"/>
                  <a:pt x="24301" y="53357"/>
                  <a:pt x="27527" y="56934"/>
                </a:cubicBezTo>
                <a:lnTo>
                  <a:pt x="115617" y="154336"/>
                </a:lnTo>
                <a:cubicBezTo>
                  <a:pt x="119669" y="158820"/>
                  <a:pt x="121915" y="164643"/>
                  <a:pt x="121922" y="170686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1178540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良率漏斗</a:t>
            </a:r>
            <a:endParaRPr lang="en-US" sz="650" dirty="0"/>
          </a:p>
        </p:txBody>
      </p:sp>
      <p:sp>
        <p:nvSpPr>
          <p:cNvPr id="104" name="圖示 回收"/>
          <p:cNvSpPr/>
          <p:nvPr/>
        </p:nvSpPr>
        <p:spPr>
          <a:xfrm>
            <a:off x="2141677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85346" y="231650"/>
                </a:moveTo>
                <a:lnTo>
                  <a:pt x="58704" y="231650"/>
                </a:lnTo>
                <a:cubicBezTo>
                  <a:pt x="50885" y="231672"/>
                  <a:pt x="43621" y="227598"/>
                  <a:pt x="39561" y="220904"/>
                </a:cubicBezTo>
                <a:cubicBezTo>
                  <a:pt x="35662" y="214182"/>
                  <a:pt x="35647" y="205894"/>
                  <a:pt x="39517" y="199156"/>
                </a:cubicBezTo>
                <a:lnTo>
                  <a:pt x="87731" y="115822"/>
                </a:lnTo>
                <a:moveTo>
                  <a:pt x="134110" y="231650"/>
                </a:moveTo>
                <a:lnTo>
                  <a:pt x="234123" y="231650"/>
                </a:lnTo>
                <a:cubicBezTo>
                  <a:pt x="241906" y="231585"/>
                  <a:pt x="249097" y="227473"/>
                  <a:pt x="253091" y="220795"/>
                </a:cubicBezTo>
                <a:cubicBezTo>
                  <a:pt x="256939" y="214094"/>
                  <a:pt x="256939" y="205857"/>
                  <a:pt x="253091" y="199156"/>
                </a:cubicBezTo>
                <a:lnTo>
                  <a:pt x="238146" y="173312"/>
                </a:lnTo>
                <a:moveTo>
                  <a:pt x="170686" y="195074"/>
                </a:moveTo>
                <a:lnTo>
                  <a:pt x="134110" y="231650"/>
                </a:lnTo>
                <a:lnTo>
                  <a:pt x="170686" y="268226"/>
                </a:lnTo>
                <a:moveTo>
                  <a:pt x="101111" y="165762"/>
                </a:moveTo>
                <a:lnTo>
                  <a:pt x="87731" y="115822"/>
                </a:lnTo>
                <a:lnTo>
                  <a:pt x="37798" y="129208"/>
                </a:lnTo>
                <a:moveTo>
                  <a:pt x="113920" y="70848"/>
                </a:moveTo>
                <a:lnTo>
                  <a:pt x="127248" y="47783"/>
                </a:lnTo>
                <a:cubicBezTo>
                  <a:pt x="131140" y="40994"/>
                  <a:pt x="138301" y="36744"/>
                  <a:pt x="146121" y="36576"/>
                </a:cubicBezTo>
                <a:cubicBezTo>
                  <a:pt x="153883" y="36561"/>
                  <a:pt x="161073" y="40687"/>
                  <a:pt x="164972" y="47402"/>
                </a:cubicBezTo>
                <a:lnTo>
                  <a:pt x="213041" y="130832"/>
                </a:lnTo>
                <a:moveTo>
                  <a:pt x="163107" y="117446"/>
                </a:moveTo>
                <a:lnTo>
                  <a:pt x="213041" y="130832"/>
                </a:lnTo>
                <a:lnTo>
                  <a:pt x="226420" y="80891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1918167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650" dirty="0"/>
          </a:p>
        </p:txBody>
      </p:sp>
      <p:sp>
        <p:nvSpPr>
          <p:cNvPr id="106" name="圖示 里程碑"/>
          <p:cNvSpPr/>
          <p:nvPr/>
        </p:nvSpPr>
        <p:spPr>
          <a:xfrm>
            <a:off x="2881305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48770" y="268226"/>
                </a:moveTo>
                <a:lnTo>
                  <a:pt x="48770" y="48770"/>
                </a:lnTo>
                <a:cubicBezTo>
                  <a:pt x="48770" y="44930"/>
                  <a:pt x="50577" y="41316"/>
                  <a:pt x="53642" y="39012"/>
                </a:cubicBezTo>
                <a:cubicBezTo>
                  <a:pt x="66305" y="29517"/>
                  <a:pt x="81711" y="24382"/>
                  <a:pt x="97534" y="24382"/>
                </a:cubicBezTo>
                <a:cubicBezTo>
                  <a:pt x="134110" y="24382"/>
                  <a:pt x="158498" y="48770"/>
                  <a:pt x="186940" y="48770"/>
                </a:cubicBezTo>
                <a:cubicBezTo>
                  <a:pt x="203194" y="48770"/>
                  <a:pt x="215659" y="45515"/>
                  <a:pt x="224335" y="39012"/>
                </a:cubicBezTo>
                <a:cubicBezTo>
                  <a:pt x="228029" y="36247"/>
                  <a:pt x="232967" y="35801"/>
                  <a:pt x="237100" y="37863"/>
                </a:cubicBezTo>
                <a:cubicBezTo>
                  <a:pt x="241233" y="39926"/>
                  <a:pt x="243838" y="44147"/>
                  <a:pt x="243838" y="48770"/>
                </a:cubicBezTo>
                <a:lnTo>
                  <a:pt x="243838" y="170686"/>
                </a:lnTo>
                <a:cubicBezTo>
                  <a:pt x="243838" y="174526"/>
                  <a:pt x="242031" y="178140"/>
                  <a:pt x="238966" y="180444"/>
                </a:cubicBezTo>
                <a:cubicBezTo>
                  <a:pt x="226303" y="189939"/>
                  <a:pt x="210897" y="195074"/>
                  <a:pt x="195074" y="195074"/>
                </a:cubicBezTo>
                <a:cubicBezTo>
                  <a:pt x="158498" y="195074"/>
                  <a:pt x="134110" y="170686"/>
                  <a:pt x="97534" y="170686"/>
                </a:cubicBezTo>
                <a:cubicBezTo>
                  <a:pt x="79545" y="170686"/>
                  <a:pt x="62179" y="177320"/>
                  <a:pt x="48770" y="189317"/>
                </a:cubicBez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2657795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650" dirty="0"/>
          </a:p>
        </p:txBody>
      </p:sp>
      <p:sp>
        <p:nvSpPr>
          <p:cNvPr id="108" name="圖示 重點"/>
          <p:cNvSpPr/>
          <p:nvPr/>
        </p:nvSpPr>
        <p:spPr>
          <a:xfrm>
            <a:off x="3620933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0510" y="27981"/>
                </a:moveTo>
                <a:cubicBezTo>
                  <a:pt x="141600" y="25779"/>
                  <a:pt x="143846" y="24389"/>
                  <a:pt x="146304" y="24389"/>
                </a:cubicBezTo>
                <a:cubicBezTo>
                  <a:pt x="148762" y="24389"/>
                  <a:pt x="151008" y="25779"/>
                  <a:pt x="152098" y="27981"/>
                </a:cubicBezTo>
                <a:lnTo>
                  <a:pt x="180261" y="85025"/>
                </a:lnTo>
                <a:cubicBezTo>
                  <a:pt x="184028" y="92647"/>
                  <a:pt x="191292" y="97936"/>
                  <a:pt x="199705" y="99172"/>
                </a:cubicBezTo>
                <a:lnTo>
                  <a:pt x="262689" y="108389"/>
                </a:lnTo>
                <a:cubicBezTo>
                  <a:pt x="265125" y="108740"/>
                  <a:pt x="267144" y="110445"/>
                  <a:pt x="267905" y="112786"/>
                </a:cubicBezTo>
                <a:cubicBezTo>
                  <a:pt x="268665" y="115119"/>
                  <a:pt x="268036" y="117694"/>
                  <a:pt x="266273" y="119406"/>
                </a:cubicBezTo>
                <a:lnTo>
                  <a:pt x="220722" y="163765"/>
                </a:lnTo>
                <a:cubicBezTo>
                  <a:pt x="214628" y="169705"/>
                  <a:pt x="211841" y="178264"/>
                  <a:pt x="213275" y="186662"/>
                </a:cubicBezTo>
                <a:lnTo>
                  <a:pt x="224028" y="249324"/>
                </a:lnTo>
                <a:cubicBezTo>
                  <a:pt x="224460" y="251760"/>
                  <a:pt x="223465" y="254225"/>
                  <a:pt x="221460" y="255681"/>
                </a:cubicBezTo>
                <a:cubicBezTo>
                  <a:pt x="219463" y="257129"/>
                  <a:pt x="216808" y="257312"/>
                  <a:pt x="214628" y="256156"/>
                </a:cubicBezTo>
                <a:lnTo>
                  <a:pt x="158323" y="226552"/>
                </a:lnTo>
                <a:cubicBezTo>
                  <a:pt x="150796" y="222594"/>
                  <a:pt x="141798" y="222594"/>
                  <a:pt x="134270" y="226552"/>
                </a:cubicBezTo>
                <a:lnTo>
                  <a:pt x="77980" y="256156"/>
                </a:lnTo>
                <a:cubicBezTo>
                  <a:pt x="75800" y="257305"/>
                  <a:pt x="73152" y="257122"/>
                  <a:pt x="71155" y="255666"/>
                </a:cubicBezTo>
                <a:cubicBezTo>
                  <a:pt x="69158" y="254218"/>
                  <a:pt x="68163" y="251760"/>
                  <a:pt x="68595" y="249324"/>
                </a:cubicBezTo>
                <a:lnTo>
                  <a:pt x="79333" y="186669"/>
                </a:lnTo>
                <a:cubicBezTo>
                  <a:pt x="80774" y="178271"/>
                  <a:pt x="77987" y="169705"/>
                  <a:pt x="71886" y="163765"/>
                </a:cubicBezTo>
                <a:lnTo>
                  <a:pt x="26335" y="119421"/>
                </a:lnTo>
                <a:cubicBezTo>
                  <a:pt x="24557" y="117702"/>
                  <a:pt x="23913" y="115127"/>
                  <a:pt x="24674" y="112778"/>
                </a:cubicBezTo>
                <a:cubicBezTo>
                  <a:pt x="25442" y="110430"/>
                  <a:pt x="27476" y="108719"/>
                  <a:pt x="29919" y="108375"/>
                </a:cubicBezTo>
                <a:lnTo>
                  <a:pt x="92888" y="99172"/>
                </a:lnTo>
                <a:cubicBezTo>
                  <a:pt x="101316" y="97943"/>
                  <a:pt x="108594" y="92654"/>
                  <a:pt x="112361" y="85025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3397423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650" dirty="0"/>
          </a:p>
        </p:txBody>
      </p:sp>
      <p:sp>
        <p:nvSpPr>
          <p:cNvPr id="110" name="圖示 首頁"/>
          <p:cNvSpPr/>
          <p:nvPr/>
        </p:nvSpPr>
        <p:spPr>
          <a:xfrm>
            <a:off x="4360560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82880" y="256032"/>
                </a:moveTo>
                <a:lnTo>
                  <a:pt x="182880" y="158498"/>
                </a:lnTo>
                <a:cubicBezTo>
                  <a:pt x="182880" y="151761"/>
                  <a:pt x="177423" y="146304"/>
                  <a:pt x="170686" y="146304"/>
                </a:cubicBezTo>
                <a:lnTo>
                  <a:pt x="121922" y="146304"/>
                </a:lnTo>
                <a:cubicBezTo>
                  <a:pt x="115185" y="146304"/>
                  <a:pt x="109728" y="151761"/>
                  <a:pt x="109728" y="158498"/>
                </a:cubicBezTo>
                <a:lnTo>
                  <a:pt x="109728" y="256032"/>
                </a:lnTo>
                <a:moveTo>
                  <a:pt x="36576" y="121922"/>
                </a:moveTo>
                <a:cubicBezTo>
                  <a:pt x="36576" y="114739"/>
                  <a:pt x="39736" y="107928"/>
                  <a:pt x="45223" y="103291"/>
                </a:cubicBezTo>
                <a:lnTo>
                  <a:pt x="130562" y="30139"/>
                </a:lnTo>
                <a:cubicBezTo>
                  <a:pt x="139654" y="22458"/>
                  <a:pt x="152954" y="22458"/>
                  <a:pt x="162046" y="30139"/>
                </a:cubicBezTo>
                <a:lnTo>
                  <a:pt x="247385" y="103291"/>
                </a:lnTo>
                <a:cubicBezTo>
                  <a:pt x="252872" y="107928"/>
                  <a:pt x="256032" y="114739"/>
                  <a:pt x="256032" y="121922"/>
                </a:cubicBezTo>
                <a:lnTo>
                  <a:pt x="256032" y="231650"/>
                </a:lnTo>
                <a:cubicBezTo>
                  <a:pt x="256032" y="245118"/>
                  <a:pt x="245118" y="256032"/>
                  <a:pt x="231650" y="256032"/>
                </a:cubicBezTo>
                <a:lnTo>
                  <a:pt x="60958" y="256032"/>
                </a:lnTo>
                <a:cubicBezTo>
                  <a:pt x="47490" y="256032"/>
                  <a:pt x="36576" y="245118"/>
                  <a:pt x="36576" y="231650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4137050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</a:t>
            </a:r>
            <a:endParaRPr lang="en-US" sz="650" dirty="0"/>
          </a:p>
        </p:txBody>
      </p:sp>
      <p:sp>
        <p:nvSpPr>
          <p:cNvPr id="112" name="圖示 地點"/>
          <p:cNvSpPr/>
          <p:nvPr/>
        </p:nvSpPr>
        <p:spPr>
          <a:xfrm>
            <a:off x="5100188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43838" y="121922"/>
                </a:moveTo>
                <a:cubicBezTo>
                  <a:pt x="243838" y="182792"/>
                  <a:pt x="176311" y="246193"/>
                  <a:pt x="153634" y="265776"/>
                </a:cubicBezTo>
                <a:cubicBezTo>
                  <a:pt x="149289" y="269038"/>
                  <a:pt x="143319" y="269038"/>
                  <a:pt x="138974" y="265776"/>
                </a:cubicBezTo>
                <a:cubicBezTo>
                  <a:pt x="116297" y="246193"/>
                  <a:pt x="48770" y="182792"/>
                  <a:pt x="48770" y="121922"/>
                </a:cubicBezTo>
                <a:cubicBezTo>
                  <a:pt x="48770" y="68053"/>
                  <a:pt x="92435" y="24382"/>
                  <a:pt x="146304" y="24382"/>
                </a:cubicBezTo>
                <a:cubicBezTo>
                  <a:pt x="200173" y="24382"/>
                  <a:pt x="243838" y="68053"/>
                  <a:pt x="243838" y="121922"/>
                </a:cubicBezTo>
                <a:moveTo>
                  <a:pt x="182880" y="121922"/>
                </a:moveTo>
                <a:cubicBezTo>
                  <a:pt x="182880" y="142120"/>
                  <a:pt x="166501" y="158498"/>
                  <a:pt x="146304" y="158498"/>
                </a:cubicBezTo>
                <a:cubicBezTo>
                  <a:pt x="126107" y="158498"/>
                  <a:pt x="109728" y="142120"/>
                  <a:pt x="109728" y="121922"/>
                </a:cubicBezTo>
                <a:cubicBezTo>
                  <a:pt x="109728" y="101718"/>
                  <a:pt x="126107" y="85346"/>
                  <a:pt x="146304" y="85346"/>
                </a:cubicBezTo>
                <a:cubicBezTo>
                  <a:pt x="166501" y="85346"/>
                  <a:pt x="182880" y="101718"/>
                  <a:pt x="182880" y="121922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4876678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650" dirty="0"/>
          </a:p>
        </p:txBody>
      </p:sp>
      <p:sp>
        <p:nvSpPr>
          <p:cNvPr id="114" name="圖示 全球"/>
          <p:cNvSpPr/>
          <p:nvPr/>
        </p:nvSpPr>
        <p:spPr>
          <a:xfrm>
            <a:off x="5839816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68226" y="146304"/>
                </a:moveTo>
                <a:cubicBezTo>
                  <a:pt x="268226" y="213640"/>
                  <a:pt x="213640" y="268226"/>
                  <a:pt x="146304" y="268226"/>
                </a:cubicBezTo>
                <a:cubicBezTo>
                  <a:pt x="78968" y="268226"/>
                  <a:pt x="24382" y="213640"/>
                  <a:pt x="24382" y="146304"/>
                </a:cubicBezTo>
                <a:cubicBezTo>
                  <a:pt x="24382" y="78968"/>
                  <a:pt x="78968" y="24382"/>
                  <a:pt x="146304" y="24382"/>
                </a:cubicBezTo>
                <a:cubicBezTo>
                  <a:pt x="213640" y="24382"/>
                  <a:pt x="268226" y="78968"/>
                  <a:pt x="268226" y="146304"/>
                </a:cubicBezTo>
                <a:close/>
                <a:moveTo>
                  <a:pt x="146304" y="24382"/>
                </a:moveTo>
                <a:cubicBezTo>
                  <a:pt x="81279" y="92662"/>
                  <a:pt x="81279" y="199946"/>
                  <a:pt x="146304" y="268226"/>
                </a:cubicBezTo>
                <a:cubicBezTo>
                  <a:pt x="211329" y="199946"/>
                  <a:pt x="211329" y="92662"/>
                  <a:pt x="146304" y="24382"/>
                </a:cubicBezTo>
                <a:moveTo>
                  <a:pt x="24382" y="146304"/>
                </a:moveTo>
                <a:lnTo>
                  <a:pt x="268226" y="146304"/>
                </a:ln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5616306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650" dirty="0"/>
          </a:p>
        </p:txBody>
      </p:sp>
      <p:sp>
        <p:nvSpPr>
          <p:cNvPr id="116" name="圖示 啟動"/>
          <p:cNvSpPr/>
          <p:nvPr/>
        </p:nvSpPr>
        <p:spPr>
          <a:xfrm>
            <a:off x="6579443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6304" y="182880"/>
                </a:moveTo>
                <a:lnTo>
                  <a:pt x="146304" y="243838"/>
                </a:lnTo>
                <a:cubicBezTo>
                  <a:pt x="146304" y="243838"/>
                  <a:pt x="183246" y="237137"/>
                  <a:pt x="195074" y="219456"/>
                </a:cubicBezTo>
                <a:cubicBezTo>
                  <a:pt x="208242" y="199705"/>
                  <a:pt x="195074" y="158498"/>
                  <a:pt x="195074" y="158498"/>
                </a:cubicBezTo>
                <a:moveTo>
                  <a:pt x="54864" y="201168"/>
                </a:moveTo>
                <a:cubicBezTo>
                  <a:pt x="36576" y="216530"/>
                  <a:pt x="30482" y="262126"/>
                  <a:pt x="30482" y="262126"/>
                </a:cubicBezTo>
                <a:cubicBezTo>
                  <a:pt x="30482" y="262126"/>
                  <a:pt x="76078" y="256032"/>
                  <a:pt x="91440" y="237744"/>
                </a:cubicBezTo>
                <a:cubicBezTo>
                  <a:pt x="100094" y="227503"/>
                  <a:pt x="99977" y="211775"/>
                  <a:pt x="90343" y="202265"/>
                </a:cubicBezTo>
                <a:cubicBezTo>
                  <a:pt x="80533" y="192902"/>
                  <a:pt x="65237" y="192426"/>
                  <a:pt x="54864" y="201168"/>
                </a:cubicBezTo>
                <a:moveTo>
                  <a:pt x="109728" y="146304"/>
                </a:moveTo>
                <a:cubicBezTo>
                  <a:pt x="116217" y="129472"/>
                  <a:pt x="124388" y="113334"/>
                  <a:pt x="134110" y="98148"/>
                </a:cubicBezTo>
                <a:cubicBezTo>
                  <a:pt x="162997" y="51960"/>
                  <a:pt x="213750" y="24045"/>
                  <a:pt x="268226" y="24382"/>
                </a:cubicBezTo>
                <a:cubicBezTo>
                  <a:pt x="268226" y="57549"/>
                  <a:pt x="258717" y="115822"/>
                  <a:pt x="195074" y="158498"/>
                </a:cubicBezTo>
                <a:cubicBezTo>
                  <a:pt x="179669" y="168228"/>
                  <a:pt x="163334" y="176399"/>
                  <a:pt x="146304" y="182880"/>
                </a:cubicBezTo>
                <a:close/>
                <a:moveTo>
                  <a:pt x="109728" y="146304"/>
                </a:moveTo>
                <a:lnTo>
                  <a:pt x="48770" y="146304"/>
                </a:lnTo>
                <a:cubicBezTo>
                  <a:pt x="48770" y="146304"/>
                  <a:pt x="55471" y="109362"/>
                  <a:pt x="73152" y="97534"/>
                </a:cubicBezTo>
                <a:cubicBezTo>
                  <a:pt x="92903" y="84366"/>
                  <a:pt x="134110" y="98148"/>
                  <a:pt x="134110" y="98148"/>
                </a:cubicBezTo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6355933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650" dirty="0"/>
          </a:p>
        </p:txBody>
      </p:sp>
      <p:sp>
        <p:nvSpPr>
          <p:cNvPr id="118" name="圖示 電力"/>
          <p:cNvSpPr/>
          <p:nvPr/>
        </p:nvSpPr>
        <p:spPr>
          <a:xfrm>
            <a:off x="7319071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94021" y="48770"/>
                </a:moveTo>
                <a:cubicBezTo>
                  <a:pt x="196867" y="40716"/>
                  <a:pt x="193758" y="31770"/>
                  <a:pt x="186538" y="27213"/>
                </a:cubicBezTo>
                <a:cubicBezTo>
                  <a:pt x="179317" y="22662"/>
                  <a:pt x="169903" y="23709"/>
                  <a:pt x="163860" y="29736"/>
                </a:cubicBezTo>
                <a:lnTo>
                  <a:pt x="54132" y="139464"/>
                </a:lnTo>
                <a:cubicBezTo>
                  <a:pt x="48902" y="144695"/>
                  <a:pt x="47337" y="152558"/>
                  <a:pt x="50160" y="159391"/>
                </a:cubicBezTo>
                <a:cubicBezTo>
                  <a:pt x="52991" y="166231"/>
                  <a:pt x="59655" y="170686"/>
                  <a:pt x="67058" y="170686"/>
                </a:cubicBezTo>
                <a:lnTo>
                  <a:pt x="115851" y="170686"/>
                </a:lnTo>
                <a:cubicBezTo>
                  <a:pt x="117826" y="170693"/>
                  <a:pt x="119677" y="171651"/>
                  <a:pt x="120818" y="173261"/>
                </a:cubicBezTo>
                <a:cubicBezTo>
                  <a:pt x="121959" y="174877"/>
                  <a:pt x="122244" y="176947"/>
                  <a:pt x="121593" y="178805"/>
                </a:cubicBezTo>
                <a:lnTo>
                  <a:pt x="98587" y="243838"/>
                </a:lnTo>
                <a:cubicBezTo>
                  <a:pt x="95741" y="251892"/>
                  <a:pt x="98850" y="260845"/>
                  <a:pt x="106078" y="265395"/>
                </a:cubicBezTo>
                <a:cubicBezTo>
                  <a:pt x="113305" y="269953"/>
                  <a:pt x="122720" y="268899"/>
                  <a:pt x="128762" y="262857"/>
                </a:cubicBezTo>
                <a:lnTo>
                  <a:pt x="238490" y="153129"/>
                </a:lnTo>
                <a:cubicBezTo>
                  <a:pt x="243713" y="147899"/>
                  <a:pt x="245271" y="140035"/>
                  <a:pt x="242440" y="133202"/>
                </a:cubicBezTo>
                <a:cubicBezTo>
                  <a:pt x="239609" y="126377"/>
                  <a:pt x="232945" y="121922"/>
                  <a:pt x="225550" y="121922"/>
                </a:cubicBezTo>
                <a:lnTo>
                  <a:pt x="176823" y="121922"/>
                </a:lnTo>
                <a:cubicBezTo>
                  <a:pt x="174841" y="121922"/>
                  <a:pt x="172983" y="120964"/>
                  <a:pt x="171834" y="119347"/>
                </a:cubicBezTo>
                <a:cubicBezTo>
                  <a:pt x="170693" y="117731"/>
                  <a:pt x="170408" y="115653"/>
                  <a:pt x="171066" y="113788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7095561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電力</a:t>
            </a:r>
            <a:endParaRPr lang="en-US" sz="650" dirty="0"/>
          </a:p>
        </p:txBody>
      </p:sp>
      <p:sp>
        <p:nvSpPr>
          <p:cNvPr id="120" name="圖示 溫度"/>
          <p:cNvSpPr/>
          <p:nvPr/>
        </p:nvSpPr>
        <p:spPr>
          <a:xfrm>
            <a:off x="8058699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70686" y="48770"/>
                </a:moveTo>
                <a:lnTo>
                  <a:pt x="170686" y="177269"/>
                </a:lnTo>
                <a:cubicBezTo>
                  <a:pt x="189800" y="188308"/>
                  <a:pt x="199120" y="210809"/>
                  <a:pt x="193414" y="232126"/>
                </a:cubicBezTo>
                <a:cubicBezTo>
                  <a:pt x="187701" y="253450"/>
                  <a:pt x="168374" y="268278"/>
                  <a:pt x="146304" y="268278"/>
                </a:cubicBezTo>
                <a:cubicBezTo>
                  <a:pt x="124234" y="268278"/>
                  <a:pt x="104907" y="253450"/>
                  <a:pt x="99194" y="232126"/>
                </a:cubicBezTo>
                <a:cubicBezTo>
                  <a:pt x="93488" y="210809"/>
                  <a:pt x="102808" y="188308"/>
                  <a:pt x="121922" y="177269"/>
                </a:cubicBezTo>
                <a:lnTo>
                  <a:pt x="121922" y="48770"/>
                </a:lnTo>
                <a:cubicBezTo>
                  <a:pt x="121922" y="35303"/>
                  <a:pt x="132837" y="24382"/>
                  <a:pt x="146304" y="24382"/>
                </a:cubicBezTo>
                <a:cubicBezTo>
                  <a:pt x="159771" y="24382"/>
                  <a:pt x="170686" y="35303"/>
                  <a:pt x="170686" y="48770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7835189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650" dirty="0"/>
          </a:p>
        </p:txBody>
      </p:sp>
      <p:sp>
        <p:nvSpPr>
          <p:cNvPr id="122" name="圖示 品質"/>
          <p:cNvSpPr/>
          <p:nvPr/>
        </p:nvSpPr>
        <p:spPr>
          <a:xfrm>
            <a:off x="8798326" y="34381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88696" y="157152"/>
                </a:moveTo>
                <a:lnTo>
                  <a:pt x="207166" y="261101"/>
                </a:lnTo>
                <a:cubicBezTo>
                  <a:pt x="207591" y="263611"/>
                  <a:pt x="206413" y="266120"/>
                  <a:pt x="204218" y="267393"/>
                </a:cubicBezTo>
                <a:cubicBezTo>
                  <a:pt x="202017" y="268665"/>
                  <a:pt x="199259" y="268446"/>
                  <a:pt x="197291" y="266837"/>
                </a:cubicBezTo>
                <a:lnTo>
                  <a:pt x="153641" y="234072"/>
                </a:lnTo>
                <a:cubicBezTo>
                  <a:pt x="149318" y="230838"/>
                  <a:pt x="143378" y="230838"/>
                  <a:pt x="139047" y="234072"/>
                </a:cubicBezTo>
                <a:lnTo>
                  <a:pt x="95332" y="266822"/>
                </a:lnTo>
                <a:cubicBezTo>
                  <a:pt x="93364" y="268431"/>
                  <a:pt x="90606" y="268651"/>
                  <a:pt x="88412" y="267378"/>
                </a:cubicBezTo>
                <a:cubicBezTo>
                  <a:pt x="86217" y="266112"/>
                  <a:pt x="85039" y="263611"/>
                  <a:pt x="85456" y="261101"/>
                </a:cubicBezTo>
                <a:lnTo>
                  <a:pt x="103912" y="157152"/>
                </a:lnTo>
                <a:moveTo>
                  <a:pt x="219456" y="97534"/>
                </a:moveTo>
                <a:cubicBezTo>
                  <a:pt x="219456" y="137935"/>
                  <a:pt x="186706" y="170686"/>
                  <a:pt x="146304" y="170686"/>
                </a:cubicBezTo>
                <a:cubicBezTo>
                  <a:pt x="105902" y="170686"/>
                  <a:pt x="73152" y="137935"/>
                  <a:pt x="73152" y="97534"/>
                </a:cubicBezTo>
                <a:cubicBezTo>
                  <a:pt x="73152" y="57132"/>
                  <a:pt x="105902" y="24382"/>
                  <a:pt x="146304" y="24382"/>
                </a:cubicBezTo>
                <a:cubicBezTo>
                  <a:pt x="186706" y="24382"/>
                  <a:pt x="219456" y="57132"/>
                  <a:pt x="219456" y="97534"/>
                </a:cubicBezTo>
                <a:close/>
              </a:path>
            </a:pathLst>
          </a:custGeom>
          <a:noFill/>
          <a:ln w="21336" cap="rnd">
            <a:solidFill>
              <a:srgbClr val="E60012"/>
            </a:solidFill>
            <a:prstDash val="solid"/>
            <a:round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8574816" y="3760013"/>
            <a:ext cx="739628" cy="1389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</a:t>
            </a:r>
            <a:endParaRPr lang="en-US" sz="650" dirty="0"/>
          </a:p>
        </p:txBody>
      </p:sp>
      <p:sp>
        <p:nvSpPr>
          <p:cNvPr id="124" name="線條"/>
          <p:cNvSpPr/>
          <p:nvPr/>
        </p:nvSpPr>
        <p:spPr>
          <a:xfrm>
            <a:off x="438912" y="3913632"/>
            <a:ext cx="8875532" cy="0"/>
          </a:xfrm>
          <a:prstGeom prst="line">
            <a:avLst/>
          </a:prstGeom>
          <a:noFill/>
          <a:ln w="5080">
            <a:solidFill>
              <a:srgbClr val="D4D4D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38912" y="401238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小節"/>
          <p:cNvSpPr/>
          <p:nvPr/>
        </p:nvSpPr>
        <p:spPr>
          <a:xfrm>
            <a:off x="599846" y="3957523"/>
            <a:ext cx="438912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6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Icon + Label</a:t>
            </a:r>
            <a:endParaRPr lang="en-US" sz="11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438912" y="4220870"/>
            <a:ext cx="1572768" cy="541325"/>
            <a:chOff x="438912" y="4220870"/>
            <a:chExt cx="1572768" cy="541325"/>
          </a:xfrm>
        </p:grpSpPr>
        <p:sp>
          <p:nvSpPr>
            <p:cNvPr id="127" name="流程方塊"/>
            <p:cNvSpPr/>
            <p:nvPr/>
          </p:nvSpPr>
          <p:spPr>
            <a:xfrm>
              <a:off x="438912" y="4220870"/>
              <a:ext cx="1572768" cy="541325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圖示 機台"/>
            <p:cNvSpPr/>
            <p:nvPr/>
          </p:nvSpPr>
          <p:spPr>
            <a:xfrm>
              <a:off x="541325" y="4345229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60958" y="73152"/>
                  </a:moveTo>
                  <a:lnTo>
                    <a:pt x="231650" y="73152"/>
                  </a:lnTo>
                  <a:cubicBezTo>
                    <a:pt x="245118" y="73152"/>
                    <a:pt x="256032" y="84066"/>
                    <a:pt x="256032" y="97534"/>
                  </a:cubicBezTo>
                  <a:lnTo>
                    <a:pt x="256032" y="207262"/>
                  </a:lnTo>
                  <a:cubicBezTo>
                    <a:pt x="256032" y="220729"/>
                    <a:pt x="245118" y="231650"/>
                    <a:pt x="231650" y="231650"/>
                  </a:cubicBezTo>
                  <a:lnTo>
                    <a:pt x="60958" y="231650"/>
                  </a:lnTo>
                  <a:cubicBezTo>
                    <a:pt x="47490" y="231650"/>
                    <a:pt x="36576" y="220729"/>
                    <a:pt x="36576" y="207262"/>
                  </a:cubicBezTo>
                  <a:lnTo>
                    <a:pt x="36576" y="97534"/>
                  </a:lnTo>
                  <a:cubicBezTo>
                    <a:pt x="36576" y="84066"/>
                    <a:pt x="47490" y="73152"/>
                    <a:pt x="60958" y="73152"/>
                  </a:cubicBezTo>
                  <a:close/>
                  <a:moveTo>
                    <a:pt x="85346" y="109728"/>
                  </a:moveTo>
                  <a:lnTo>
                    <a:pt x="146304" y="109728"/>
                  </a:lnTo>
                  <a:cubicBezTo>
                    <a:pt x="153034" y="109728"/>
                    <a:pt x="158498" y="115185"/>
                    <a:pt x="158498" y="121922"/>
                  </a:cubicBezTo>
                  <a:lnTo>
                    <a:pt x="158498" y="170686"/>
                  </a:lnTo>
                  <a:cubicBezTo>
                    <a:pt x="158498" y="177423"/>
                    <a:pt x="153034" y="182880"/>
                    <a:pt x="146304" y="182880"/>
                  </a:cubicBezTo>
                  <a:lnTo>
                    <a:pt x="85346" y="182880"/>
                  </a:lnTo>
                  <a:cubicBezTo>
                    <a:pt x="78609" y="182880"/>
                    <a:pt x="73152" y="177423"/>
                    <a:pt x="73152" y="170686"/>
                  </a:cubicBezTo>
                  <a:lnTo>
                    <a:pt x="73152" y="121922"/>
                  </a:lnTo>
                  <a:cubicBezTo>
                    <a:pt x="73152" y="115185"/>
                    <a:pt x="78609" y="109728"/>
                    <a:pt x="85346" y="109728"/>
                  </a:cubicBezTo>
                  <a:close/>
                  <a:moveTo>
                    <a:pt x="201168" y="121922"/>
                  </a:moveTo>
                  <a:lnTo>
                    <a:pt x="219456" y="121922"/>
                  </a:lnTo>
                  <a:moveTo>
                    <a:pt x="201168" y="158498"/>
                  </a:moveTo>
                  <a:lnTo>
                    <a:pt x="219456" y="158498"/>
                  </a:lnTo>
                  <a:moveTo>
                    <a:pt x="85346" y="231650"/>
                  </a:moveTo>
                  <a:lnTo>
                    <a:pt x="85346" y="256032"/>
                  </a:lnTo>
                  <a:moveTo>
                    <a:pt x="207262" y="231650"/>
                  </a:moveTo>
                  <a:lnTo>
                    <a:pt x="207262" y="256032"/>
                  </a:lnTo>
                  <a:moveTo>
                    <a:pt x="97534" y="73152"/>
                  </a:moveTo>
                  <a:lnTo>
                    <a:pt x="97534" y="42670"/>
                  </a:lnTo>
                  <a:lnTo>
                    <a:pt x="146304" y="42670"/>
                  </a:lnTo>
                  <a:lnTo>
                    <a:pt x="146304" y="73152"/>
                  </a:lnTo>
                </a:path>
              </a:pathLst>
            </a:custGeom>
            <a:noFill/>
            <a:ln w="21336" cap="rnd">
              <a:solidFill>
                <a:srgbClr val="E60012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9" name="文字"/>
            <p:cNvSpPr/>
            <p:nvPr/>
          </p:nvSpPr>
          <p:spPr>
            <a:xfrm>
              <a:off x="921715" y="4220870"/>
              <a:ext cx="1031443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1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128723" y="4220870"/>
            <a:ext cx="1558138" cy="541325"/>
            <a:chOff x="2128723" y="4220870"/>
            <a:chExt cx="1558138" cy="541325"/>
          </a:xfrm>
        </p:grpSpPr>
        <p:sp>
          <p:nvSpPr>
            <p:cNvPr id="130" name="圖示底圓"/>
            <p:cNvSpPr/>
            <p:nvPr/>
          </p:nvSpPr>
          <p:spPr>
            <a:xfrm>
              <a:off x="2128723" y="4286707"/>
              <a:ext cx="409651" cy="409651"/>
            </a:xfrm>
            <a:prstGeom prst="ellipse">
              <a:avLst/>
            </a:prstGeom>
            <a:solidFill>
              <a:srgbClr val="FCDBD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圖示 顯微檢測"/>
            <p:cNvSpPr/>
            <p:nvPr/>
          </p:nvSpPr>
          <p:spPr>
            <a:xfrm>
              <a:off x="2128723" y="4286707"/>
              <a:ext cx="409651" cy="409651"/>
            </a:xfrm>
            <a:custGeom>
              <a:avLst/>
              <a:gdLst/>
              <a:ahLst/>
              <a:cxnLst/>
              <a:rect l="l" t="t" r="r" b="b"/>
              <a:pathLst>
                <a:path w="409651" h="409651">
                  <a:moveTo>
                    <a:pt x="145426" y="264225"/>
                  </a:moveTo>
                  <a:lnTo>
                    <a:pt x="224628" y="264225"/>
                  </a:lnTo>
                  <a:moveTo>
                    <a:pt x="115726" y="303822"/>
                  </a:moveTo>
                  <a:lnTo>
                    <a:pt x="293925" y="303822"/>
                  </a:lnTo>
                  <a:moveTo>
                    <a:pt x="224628" y="303822"/>
                  </a:moveTo>
                  <a:cubicBezTo>
                    <a:pt x="262901" y="303822"/>
                    <a:pt x="293925" y="272798"/>
                    <a:pt x="293925" y="234525"/>
                  </a:cubicBezTo>
                  <a:cubicBezTo>
                    <a:pt x="293925" y="196252"/>
                    <a:pt x="262901" y="165228"/>
                    <a:pt x="224628" y="165228"/>
                  </a:cubicBezTo>
                  <a:lnTo>
                    <a:pt x="214723" y="165228"/>
                  </a:lnTo>
                  <a:moveTo>
                    <a:pt x="175126" y="224628"/>
                  </a:moveTo>
                  <a:lnTo>
                    <a:pt x="194928" y="224628"/>
                  </a:lnTo>
                  <a:moveTo>
                    <a:pt x="175126" y="204826"/>
                  </a:moveTo>
                  <a:cubicBezTo>
                    <a:pt x="164190" y="204826"/>
                    <a:pt x="155324" y="195960"/>
                    <a:pt x="155324" y="185023"/>
                  </a:cubicBezTo>
                  <a:lnTo>
                    <a:pt x="155324" y="145426"/>
                  </a:lnTo>
                  <a:lnTo>
                    <a:pt x="214723" y="145426"/>
                  </a:lnTo>
                  <a:lnTo>
                    <a:pt x="214723" y="185023"/>
                  </a:lnTo>
                  <a:cubicBezTo>
                    <a:pt x="214723" y="195960"/>
                    <a:pt x="205864" y="204826"/>
                    <a:pt x="194928" y="204826"/>
                  </a:cubicBezTo>
                  <a:close/>
                  <a:moveTo>
                    <a:pt x="204826" y="145426"/>
                  </a:moveTo>
                  <a:lnTo>
                    <a:pt x="204826" y="115726"/>
                  </a:lnTo>
                  <a:cubicBezTo>
                    <a:pt x="204826" y="110262"/>
                    <a:pt x="200393" y="105829"/>
                    <a:pt x="194928" y="105829"/>
                  </a:cubicBezTo>
                  <a:lnTo>
                    <a:pt x="175126" y="105829"/>
                  </a:lnTo>
                  <a:cubicBezTo>
                    <a:pt x="169661" y="105829"/>
                    <a:pt x="165228" y="110262"/>
                    <a:pt x="165228" y="115726"/>
                  </a:cubicBezTo>
                  <a:lnTo>
                    <a:pt x="165228" y="145426"/>
                  </a:lnTo>
                </a:path>
              </a:pathLst>
            </a:custGeom>
            <a:noFill/>
            <a:ln w="21590" cap="rnd">
              <a:solidFill>
                <a:srgbClr val="E60012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2" name="文字"/>
            <p:cNvSpPr/>
            <p:nvPr/>
          </p:nvSpPr>
          <p:spPr>
            <a:xfrm>
              <a:off x="2626157" y="4220870"/>
              <a:ext cx="1060704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1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3818534" y="4220870"/>
            <a:ext cx="1682496" cy="541325"/>
            <a:chOff x="3818534" y="4220870"/>
            <a:chExt cx="1682496" cy="541325"/>
          </a:xfrm>
        </p:grpSpPr>
        <p:sp>
          <p:nvSpPr>
            <p:cNvPr id="133" name="卡片"/>
            <p:cNvSpPr/>
            <p:nvPr/>
          </p:nvSpPr>
          <p:spPr>
            <a:xfrm>
              <a:off x="3818534" y="4220870"/>
              <a:ext cx="1682496" cy="541325"/>
            </a:xfrm>
            <a:prstGeom prst="roundRect">
              <a:avLst>
                <a:gd name="adj" fmla="val 18919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4" name="圖示底圓"/>
            <p:cNvSpPr/>
            <p:nvPr/>
          </p:nvSpPr>
          <p:spPr>
            <a:xfrm>
              <a:off x="3920947" y="4323283"/>
              <a:ext cx="336499" cy="336499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5" name="圖示 AI"/>
            <p:cNvSpPr/>
            <p:nvPr/>
          </p:nvSpPr>
          <p:spPr>
            <a:xfrm>
              <a:off x="3920947" y="4323283"/>
              <a:ext cx="336499" cy="336499"/>
            </a:xfrm>
            <a:custGeom>
              <a:avLst/>
              <a:gdLst/>
              <a:ahLst/>
              <a:cxnLst/>
              <a:rect l="l" t="t" r="r" b="b"/>
              <a:pathLst>
                <a:path w="336499" h="336499">
                  <a:moveTo>
                    <a:pt x="168250" y="111323"/>
                  </a:moveTo>
                  <a:cubicBezTo>
                    <a:pt x="168279" y="102471"/>
                    <a:pt x="163502" y="94300"/>
                    <a:pt x="155777" y="89970"/>
                  </a:cubicBezTo>
                  <a:cubicBezTo>
                    <a:pt x="148052" y="85639"/>
                    <a:pt x="138594" y="85837"/>
                    <a:pt x="131052" y="90482"/>
                  </a:cubicBezTo>
                  <a:cubicBezTo>
                    <a:pt x="123517" y="95134"/>
                    <a:pt x="119084" y="103495"/>
                    <a:pt x="119479" y="112340"/>
                  </a:cubicBezTo>
                  <a:cubicBezTo>
                    <a:pt x="109794" y="114834"/>
                    <a:pt x="101791" y="121637"/>
                    <a:pt x="97782" y="130803"/>
                  </a:cubicBezTo>
                  <a:cubicBezTo>
                    <a:pt x="93774" y="139962"/>
                    <a:pt x="94198" y="150459"/>
                    <a:pt x="98938" y="159267"/>
                  </a:cubicBezTo>
                  <a:cubicBezTo>
                    <a:pt x="90591" y="166048"/>
                    <a:pt x="86129" y="176523"/>
                    <a:pt x="87036" y="187247"/>
                  </a:cubicBezTo>
                  <a:cubicBezTo>
                    <a:pt x="87943" y="197971"/>
                    <a:pt x="94088" y="207547"/>
                    <a:pt x="103459" y="212836"/>
                  </a:cubicBezTo>
                  <a:cubicBezTo>
                    <a:pt x="101908" y="224855"/>
                    <a:pt x="107160" y="236735"/>
                    <a:pt x="117094" y="243677"/>
                  </a:cubicBezTo>
                  <a:cubicBezTo>
                    <a:pt x="127028" y="250611"/>
                    <a:pt x="139998" y="251453"/>
                    <a:pt x="150744" y="245857"/>
                  </a:cubicBezTo>
                  <a:cubicBezTo>
                    <a:pt x="161490" y="240260"/>
                    <a:pt x="168235" y="229156"/>
                    <a:pt x="168250" y="217042"/>
                  </a:cubicBezTo>
                  <a:close/>
                  <a:moveTo>
                    <a:pt x="143853" y="176384"/>
                  </a:moveTo>
                  <a:cubicBezTo>
                    <a:pt x="157818" y="171468"/>
                    <a:pt x="167445" y="158630"/>
                    <a:pt x="168250" y="143853"/>
                  </a:cubicBezTo>
                  <a:moveTo>
                    <a:pt x="119479" y="112340"/>
                  </a:moveTo>
                  <a:cubicBezTo>
                    <a:pt x="119640" y="116275"/>
                    <a:pt x="120752" y="120108"/>
                    <a:pt x="122720" y="123524"/>
                  </a:cubicBezTo>
                  <a:moveTo>
                    <a:pt x="98938" y="159274"/>
                  </a:moveTo>
                  <a:cubicBezTo>
                    <a:pt x="100430" y="158060"/>
                    <a:pt x="102018" y="156984"/>
                    <a:pt x="103700" y="156055"/>
                  </a:cubicBezTo>
                  <a:moveTo>
                    <a:pt x="119457" y="217042"/>
                  </a:moveTo>
                  <a:cubicBezTo>
                    <a:pt x="113854" y="217042"/>
                    <a:pt x="108345" y="215601"/>
                    <a:pt x="103459" y="212843"/>
                  </a:cubicBezTo>
                  <a:moveTo>
                    <a:pt x="168250" y="176384"/>
                  </a:moveTo>
                  <a:lnTo>
                    <a:pt x="200780" y="176384"/>
                  </a:lnTo>
                  <a:moveTo>
                    <a:pt x="168250" y="217042"/>
                  </a:moveTo>
                  <a:lnTo>
                    <a:pt x="217042" y="217042"/>
                  </a:lnTo>
                  <a:cubicBezTo>
                    <a:pt x="226025" y="217042"/>
                    <a:pt x="233304" y="224321"/>
                    <a:pt x="233304" y="233304"/>
                  </a:cubicBezTo>
                  <a:lnTo>
                    <a:pt x="233304" y="241438"/>
                  </a:lnTo>
                  <a:moveTo>
                    <a:pt x="168250" y="135719"/>
                  </a:moveTo>
                  <a:lnTo>
                    <a:pt x="233304" y="135719"/>
                  </a:lnTo>
                  <a:moveTo>
                    <a:pt x="200780" y="135719"/>
                  </a:moveTo>
                  <a:lnTo>
                    <a:pt x="200780" y="111323"/>
                  </a:lnTo>
                  <a:cubicBezTo>
                    <a:pt x="200780" y="102340"/>
                    <a:pt x="208059" y="95061"/>
                    <a:pt x="217042" y="95061"/>
                  </a:cubicBezTo>
                  <a:moveTo>
                    <a:pt x="204848" y="176384"/>
                  </a:moveTo>
                  <a:cubicBezTo>
                    <a:pt x="204848" y="178630"/>
                    <a:pt x="203026" y="180451"/>
                    <a:pt x="200780" y="180451"/>
                  </a:cubicBezTo>
                  <a:cubicBezTo>
                    <a:pt x="198535" y="180451"/>
                    <a:pt x="196713" y="178630"/>
                    <a:pt x="196713" y="176384"/>
                  </a:cubicBezTo>
                  <a:cubicBezTo>
                    <a:pt x="196713" y="174138"/>
                    <a:pt x="198535" y="172317"/>
                    <a:pt x="200780" y="172317"/>
                  </a:cubicBezTo>
                  <a:cubicBezTo>
                    <a:pt x="203026" y="172317"/>
                    <a:pt x="204848" y="174138"/>
                    <a:pt x="204848" y="176384"/>
                  </a:cubicBezTo>
                  <a:close/>
                  <a:moveTo>
                    <a:pt x="221109" y="95061"/>
                  </a:moveTo>
                  <a:cubicBezTo>
                    <a:pt x="221109" y="97307"/>
                    <a:pt x="219288" y="99128"/>
                    <a:pt x="217042" y="99128"/>
                  </a:cubicBezTo>
                  <a:cubicBezTo>
                    <a:pt x="214796" y="99128"/>
                    <a:pt x="212975" y="97307"/>
                    <a:pt x="212975" y="95061"/>
                  </a:cubicBezTo>
                  <a:cubicBezTo>
                    <a:pt x="212975" y="92815"/>
                    <a:pt x="214796" y="90994"/>
                    <a:pt x="217042" y="90994"/>
                  </a:cubicBezTo>
                  <a:cubicBezTo>
                    <a:pt x="219288" y="90994"/>
                    <a:pt x="221109" y="92815"/>
                    <a:pt x="221109" y="95061"/>
                  </a:cubicBezTo>
                  <a:close/>
                  <a:moveTo>
                    <a:pt x="237371" y="241438"/>
                  </a:moveTo>
                  <a:cubicBezTo>
                    <a:pt x="237371" y="243684"/>
                    <a:pt x="235549" y="245505"/>
                    <a:pt x="233304" y="245505"/>
                  </a:cubicBezTo>
                  <a:cubicBezTo>
                    <a:pt x="231058" y="245505"/>
                    <a:pt x="229244" y="243684"/>
                    <a:pt x="229244" y="241438"/>
                  </a:cubicBezTo>
                  <a:cubicBezTo>
                    <a:pt x="229244" y="239192"/>
                    <a:pt x="231058" y="237371"/>
                    <a:pt x="233304" y="237371"/>
                  </a:cubicBezTo>
                  <a:cubicBezTo>
                    <a:pt x="235549" y="237371"/>
                    <a:pt x="237371" y="239192"/>
                    <a:pt x="237371" y="241438"/>
                  </a:cubicBezTo>
                  <a:close/>
                  <a:moveTo>
                    <a:pt x="237371" y="135719"/>
                  </a:moveTo>
                  <a:cubicBezTo>
                    <a:pt x="237371" y="137965"/>
                    <a:pt x="235549" y="139786"/>
                    <a:pt x="233304" y="139786"/>
                  </a:cubicBezTo>
                  <a:cubicBezTo>
                    <a:pt x="231058" y="139786"/>
                    <a:pt x="229244" y="137965"/>
                    <a:pt x="229244" y="135719"/>
                  </a:cubicBezTo>
                  <a:cubicBezTo>
                    <a:pt x="229244" y="133473"/>
                    <a:pt x="231058" y="131659"/>
                    <a:pt x="233304" y="131659"/>
                  </a:cubicBezTo>
                  <a:cubicBezTo>
                    <a:pt x="235549" y="131659"/>
                    <a:pt x="237371" y="133473"/>
                    <a:pt x="237371" y="135719"/>
                  </a:cubicBezTo>
                  <a:close/>
                </a:path>
              </a:pathLst>
            </a:custGeom>
            <a:noFill/>
            <a:ln w="17653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6" name="文字"/>
            <p:cNvSpPr/>
            <p:nvPr/>
          </p:nvSpPr>
          <p:spPr>
            <a:xfrm>
              <a:off x="4345229" y="4220870"/>
              <a:ext cx="1097280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1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5618074" y="4220870"/>
            <a:ext cx="1499616" cy="541325"/>
            <a:chOff x="5618074" y="4220870"/>
            <a:chExt cx="1499616" cy="541325"/>
          </a:xfrm>
        </p:grpSpPr>
        <p:sp>
          <p:nvSpPr>
            <p:cNvPr id="137" name="淺灰面板"/>
            <p:cNvSpPr/>
            <p:nvPr/>
          </p:nvSpPr>
          <p:spPr>
            <a:xfrm>
              <a:off x="5618074" y="4220870"/>
              <a:ext cx="1499616" cy="541325"/>
            </a:xfrm>
            <a:prstGeom prst="roundRect">
              <a:avLst>
                <a:gd name="adj" fmla="val 13514"/>
              </a:avLst>
            </a:prstGeom>
            <a:solidFill>
              <a:srgbClr val="E8E8E8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8" name="數值"/>
            <p:cNvSpPr/>
            <p:nvPr/>
          </p:nvSpPr>
          <p:spPr>
            <a:xfrm>
              <a:off x="5735117" y="4264762"/>
              <a:ext cx="98755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750" b="1" dirty="0">
                  <a:solidFill>
                    <a:srgbClr val="E600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98.6</a:t>
              </a: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139" name="指標名稱"/>
            <p:cNvSpPr/>
            <p:nvPr/>
          </p:nvSpPr>
          <p:spPr>
            <a:xfrm>
              <a:off x="5735117" y="4564685"/>
              <a:ext cx="9875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700" dirty="0"/>
            </a:p>
          </p:txBody>
        </p:sp>
        <p:sp>
          <p:nvSpPr>
            <p:cNvPr id="140" name="圖示 良率漏斗"/>
            <p:cNvSpPr/>
            <p:nvPr/>
          </p:nvSpPr>
          <p:spPr>
            <a:xfrm>
              <a:off x="6708038" y="4345229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121922" y="243838"/>
                  </a:moveTo>
                  <a:cubicBezTo>
                    <a:pt x="121915" y="248461"/>
                    <a:pt x="124527" y="252689"/>
                    <a:pt x="128660" y="254752"/>
                  </a:cubicBezTo>
                  <a:lnTo>
                    <a:pt x="153049" y="266946"/>
                  </a:lnTo>
                  <a:cubicBezTo>
                    <a:pt x="156823" y="268834"/>
                    <a:pt x="161315" y="268629"/>
                    <a:pt x="164907" y="266405"/>
                  </a:cubicBezTo>
                  <a:cubicBezTo>
                    <a:pt x="168506" y="264181"/>
                    <a:pt x="170693" y="260260"/>
                    <a:pt x="170686" y="256032"/>
                  </a:cubicBezTo>
                  <a:lnTo>
                    <a:pt x="170686" y="170686"/>
                  </a:lnTo>
                  <a:cubicBezTo>
                    <a:pt x="170693" y="164643"/>
                    <a:pt x="172939" y="158820"/>
                    <a:pt x="176991" y="154336"/>
                  </a:cubicBezTo>
                  <a:lnTo>
                    <a:pt x="265052" y="56934"/>
                  </a:lnTo>
                  <a:cubicBezTo>
                    <a:pt x="268278" y="53364"/>
                    <a:pt x="269097" y="48229"/>
                    <a:pt x="267151" y="43825"/>
                  </a:cubicBezTo>
                  <a:cubicBezTo>
                    <a:pt x="265198" y="39429"/>
                    <a:pt x="260845" y="36591"/>
                    <a:pt x="256032" y="36576"/>
                  </a:cubicBezTo>
                  <a:lnTo>
                    <a:pt x="36576" y="36576"/>
                  </a:lnTo>
                  <a:cubicBezTo>
                    <a:pt x="31763" y="36576"/>
                    <a:pt x="27395" y="39414"/>
                    <a:pt x="25442" y="43818"/>
                  </a:cubicBezTo>
                  <a:cubicBezTo>
                    <a:pt x="23482" y="48222"/>
                    <a:pt x="24301" y="53357"/>
                    <a:pt x="27527" y="56934"/>
                  </a:cubicBezTo>
                  <a:lnTo>
                    <a:pt x="115617" y="154336"/>
                  </a:lnTo>
                  <a:cubicBezTo>
                    <a:pt x="119669" y="158820"/>
                    <a:pt x="121915" y="164643"/>
                    <a:pt x="121922" y="170686"/>
                  </a:cubicBezTo>
                  <a:close/>
                </a:path>
              </a:pathLst>
            </a:custGeom>
            <a:noFill/>
            <a:ln w="21336" cap="rnd">
              <a:solidFill>
                <a:srgbClr val="E60012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7015277" y="4235501"/>
            <a:ext cx="2518623" cy="497434"/>
            <a:chOff x="7015277" y="4235501"/>
            <a:chExt cx="2518623" cy="497434"/>
          </a:xfrm>
        </p:grpSpPr>
        <p:sp>
          <p:nvSpPr>
            <p:cNvPr id="141" name="圖示底圓"/>
            <p:cNvSpPr/>
            <p:nvPr/>
          </p:nvSpPr>
          <p:spPr>
            <a:xfrm>
              <a:off x="7234733" y="4235501"/>
              <a:ext cx="321869" cy="321869"/>
            </a:xfrm>
            <a:prstGeom prst="ellipse">
              <a:avLst/>
            </a:prstGeom>
            <a:solidFill>
              <a:srgbClr val="FCDBD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2" name="圖示 晶圓"/>
            <p:cNvSpPr/>
            <p:nvPr/>
          </p:nvSpPr>
          <p:spPr>
            <a:xfrm>
              <a:off x="7234733" y="4235501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28887" y="223165"/>
                  </a:moveTo>
                  <a:cubicBezTo>
                    <a:pt x="100160" y="208373"/>
                    <a:pt x="85288" y="175835"/>
                    <a:pt x="92896" y="144431"/>
                  </a:cubicBezTo>
                  <a:cubicBezTo>
                    <a:pt x="100511" y="113034"/>
                    <a:pt x="128623" y="90913"/>
                    <a:pt x="160934" y="90913"/>
                  </a:cubicBezTo>
                  <a:cubicBezTo>
                    <a:pt x="193246" y="90913"/>
                    <a:pt x="221358" y="113034"/>
                    <a:pt x="228973" y="144431"/>
                  </a:cubicBezTo>
                  <a:cubicBezTo>
                    <a:pt x="236581" y="175835"/>
                    <a:pt x="221709" y="208373"/>
                    <a:pt x="192982" y="223165"/>
                  </a:cubicBezTo>
                  <a:close/>
                  <a:moveTo>
                    <a:pt x="137599" y="106487"/>
                  </a:moveTo>
                  <a:lnTo>
                    <a:pt x="137599" y="207605"/>
                  </a:lnTo>
                  <a:moveTo>
                    <a:pt x="184270" y="106487"/>
                  </a:moveTo>
                  <a:lnTo>
                    <a:pt x="184270" y="207605"/>
                  </a:lnTo>
                  <a:moveTo>
                    <a:pt x="106487" y="137599"/>
                  </a:moveTo>
                  <a:lnTo>
                    <a:pt x="215381" y="137599"/>
                  </a:lnTo>
                  <a:moveTo>
                    <a:pt x="106487" y="184270"/>
                  </a:moveTo>
                  <a:lnTo>
                    <a:pt x="215381" y="184270"/>
                  </a:lnTo>
                </a:path>
              </a:pathLst>
            </a:custGeom>
            <a:noFill/>
            <a:ln w="16891" cap="rnd">
              <a:solidFill>
                <a:srgbClr val="E60012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3" name="圖說"/>
            <p:cNvSpPr/>
            <p:nvPr/>
          </p:nvSpPr>
          <p:spPr>
            <a:xfrm>
              <a:off x="7015277" y="4586630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700" dirty="0"/>
            </a:p>
          </p:txBody>
        </p:sp>
        <p:sp>
          <p:nvSpPr>
            <p:cNvPr id="144" name="圖示底圓"/>
            <p:cNvSpPr/>
            <p:nvPr/>
          </p:nvSpPr>
          <p:spPr>
            <a:xfrm>
              <a:off x="8113654" y="4235501"/>
              <a:ext cx="321869" cy="321869"/>
            </a:xfrm>
            <a:prstGeom prst="ellipse">
              <a:avLst/>
            </a:prstGeom>
            <a:solidFill>
              <a:srgbClr val="FCDBDE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5" name="圖示 顯微檢測"/>
            <p:cNvSpPr/>
            <p:nvPr/>
          </p:nvSpPr>
          <p:spPr>
            <a:xfrm>
              <a:off x="8113654" y="4235501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14263" y="207605"/>
                  </a:moveTo>
                  <a:lnTo>
                    <a:pt x="176494" y="207605"/>
                  </a:lnTo>
                  <a:moveTo>
                    <a:pt x="90928" y="238717"/>
                  </a:moveTo>
                  <a:lnTo>
                    <a:pt x="230941" y="238717"/>
                  </a:lnTo>
                  <a:moveTo>
                    <a:pt x="176494" y="238717"/>
                  </a:moveTo>
                  <a:cubicBezTo>
                    <a:pt x="206567" y="238717"/>
                    <a:pt x="230941" y="214343"/>
                    <a:pt x="230941" y="184270"/>
                  </a:cubicBezTo>
                  <a:cubicBezTo>
                    <a:pt x="230941" y="154197"/>
                    <a:pt x="206567" y="129823"/>
                    <a:pt x="176494" y="129823"/>
                  </a:cubicBezTo>
                  <a:lnTo>
                    <a:pt x="168710" y="129823"/>
                  </a:lnTo>
                  <a:moveTo>
                    <a:pt x="137599" y="176494"/>
                  </a:moveTo>
                  <a:lnTo>
                    <a:pt x="153158" y="176494"/>
                  </a:lnTo>
                  <a:moveTo>
                    <a:pt x="137599" y="160934"/>
                  </a:moveTo>
                  <a:cubicBezTo>
                    <a:pt x="129004" y="160934"/>
                    <a:pt x="122039" y="153970"/>
                    <a:pt x="122039" y="145375"/>
                  </a:cubicBezTo>
                  <a:lnTo>
                    <a:pt x="122039" y="114263"/>
                  </a:lnTo>
                  <a:lnTo>
                    <a:pt x="168710" y="114263"/>
                  </a:lnTo>
                  <a:lnTo>
                    <a:pt x="168710" y="145375"/>
                  </a:lnTo>
                  <a:cubicBezTo>
                    <a:pt x="168710" y="153970"/>
                    <a:pt x="161746" y="160934"/>
                    <a:pt x="153158" y="160934"/>
                  </a:cubicBezTo>
                  <a:close/>
                  <a:moveTo>
                    <a:pt x="160934" y="114263"/>
                  </a:moveTo>
                  <a:lnTo>
                    <a:pt x="160934" y="90928"/>
                  </a:lnTo>
                  <a:cubicBezTo>
                    <a:pt x="160934" y="86634"/>
                    <a:pt x="157452" y="83152"/>
                    <a:pt x="153158" y="83152"/>
                  </a:cubicBezTo>
                  <a:lnTo>
                    <a:pt x="137599" y="83152"/>
                  </a:lnTo>
                  <a:cubicBezTo>
                    <a:pt x="133305" y="83152"/>
                    <a:pt x="129823" y="86634"/>
                    <a:pt x="129823" y="90928"/>
                  </a:cubicBezTo>
                  <a:lnTo>
                    <a:pt x="129823" y="114263"/>
                  </a:lnTo>
                </a:path>
              </a:pathLst>
            </a:custGeom>
            <a:noFill/>
            <a:ln w="16891" cap="rnd">
              <a:solidFill>
                <a:srgbClr val="E60012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6" name="圖說"/>
            <p:cNvSpPr/>
            <p:nvPr/>
          </p:nvSpPr>
          <p:spPr>
            <a:xfrm>
              <a:off x="7894198" y="4586630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700" dirty="0"/>
            </a:p>
          </p:txBody>
        </p:sp>
        <p:sp>
          <p:nvSpPr>
            <p:cNvPr id="147" name="圖示底圓"/>
            <p:cNvSpPr/>
            <p:nvPr/>
          </p:nvSpPr>
          <p:spPr>
            <a:xfrm>
              <a:off x="8992575" y="4235501"/>
              <a:ext cx="321869" cy="321869"/>
            </a:xfrm>
            <a:prstGeom prst="ellipse">
              <a:avLst/>
            </a:prstGeom>
            <a:solidFill>
              <a:srgbClr val="E6001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8" name="圖示 維修"/>
            <p:cNvSpPr/>
            <p:nvPr/>
          </p:nvSpPr>
          <p:spPr>
            <a:xfrm>
              <a:off x="8992575" y="4235501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81936" y="116597"/>
                  </a:moveTo>
                  <a:cubicBezTo>
                    <a:pt x="178974" y="119618"/>
                    <a:pt x="178974" y="124461"/>
                    <a:pt x="181936" y="127489"/>
                  </a:cubicBezTo>
                  <a:lnTo>
                    <a:pt x="194379" y="139932"/>
                  </a:lnTo>
                  <a:cubicBezTo>
                    <a:pt x="197408" y="142895"/>
                    <a:pt x="202251" y="142895"/>
                    <a:pt x="205272" y="139932"/>
                  </a:cubicBezTo>
                  <a:lnTo>
                    <a:pt x="229434" y="115778"/>
                  </a:lnTo>
                  <a:cubicBezTo>
                    <a:pt x="231921" y="113276"/>
                    <a:pt x="236142" y="114066"/>
                    <a:pt x="237078" y="117475"/>
                  </a:cubicBezTo>
                  <a:cubicBezTo>
                    <a:pt x="241877" y="134929"/>
                    <a:pt x="236157" y="153575"/>
                    <a:pt x="222397" y="165331"/>
                  </a:cubicBezTo>
                  <a:cubicBezTo>
                    <a:pt x="208637" y="177086"/>
                    <a:pt x="189325" y="179830"/>
                    <a:pt x="172836" y="172368"/>
                  </a:cubicBezTo>
                  <a:lnTo>
                    <a:pt x="111308" y="233896"/>
                  </a:lnTo>
                  <a:cubicBezTo>
                    <a:pt x="104863" y="240341"/>
                    <a:pt x="94417" y="240334"/>
                    <a:pt x="87973" y="233896"/>
                  </a:cubicBezTo>
                  <a:cubicBezTo>
                    <a:pt x="81535" y="227452"/>
                    <a:pt x="81535" y="217005"/>
                    <a:pt x="87980" y="210561"/>
                  </a:cubicBezTo>
                  <a:lnTo>
                    <a:pt x="149508" y="149033"/>
                  </a:lnTo>
                  <a:cubicBezTo>
                    <a:pt x="142047" y="132544"/>
                    <a:pt x="144790" y="113232"/>
                    <a:pt x="156545" y="99472"/>
                  </a:cubicBezTo>
                  <a:cubicBezTo>
                    <a:pt x="168301" y="85712"/>
                    <a:pt x="186955" y="79992"/>
                    <a:pt x="204401" y="84790"/>
                  </a:cubicBezTo>
                  <a:cubicBezTo>
                    <a:pt x="207810" y="85727"/>
                    <a:pt x="208600" y="89940"/>
                    <a:pt x="206106" y="92442"/>
                  </a:cubicBezTo>
                  <a:close/>
                </a:path>
              </a:pathLst>
            </a:custGeom>
            <a:noFill/>
            <a:ln w="16891" cap="rnd">
              <a:solidFill>
                <a:srgbClr val="FFFFFF"/>
              </a:solidFill>
              <a:prstDash val="solid"/>
              <a:round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49" name="圖說"/>
            <p:cNvSpPr/>
            <p:nvPr/>
          </p:nvSpPr>
          <p:spPr>
            <a:xfrm>
              <a:off x="8773119" y="4586630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700" dirty="0"/>
            </a:p>
          </p:txBody>
        </p:sp>
        <p:cxnSp>
          <p:nvCxnSpPr>
            <p:cNvPr id="150" name="連接線"/>
            <p:cNvCxnSpPr>
              <a:stCxn id="141" idx="6"/>
              <a:endCxn id="144" idx="2"/>
            </p:cNvCxnSpPr>
            <p:nvPr/>
          </p:nvCxnSpPr>
          <p:spPr>
            <a:xfrm>
              <a:off x="7556602" y="4396435"/>
              <a:ext cx="557052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  <p:cxnSp>
          <p:nvCxnSpPr>
            <p:cNvPr id="151" name="連接線"/>
            <p:cNvCxnSpPr>
              <a:stCxn id="144" idx="6"/>
              <a:endCxn id="147" idx="2"/>
            </p:cNvCxnSpPr>
            <p:nvPr/>
          </p:nvCxnSpPr>
          <p:spPr>
            <a:xfrm>
              <a:off x="8435523" y="4396435"/>
              <a:ext cx="557052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olid"/>
              <a:tailEnd type="triangle"/>
            </a:ln>
          </p:spPr>
        </p:cxnSp>
      </p:grpSp>
      <p:sp>
        <p:nvSpPr>
          <p:cNvPr id="152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色彩、字級與元件語言一覽：純白底、左上大號粗體紅標題、淺灰大圓角面板承載內容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9846" y="1426464"/>
            <a:ext cx="38624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E60012"/>
          </a:solidFill>
          <a:ln w="7620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#E60012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943661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B3000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#B3000E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448410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FCE4E6"/>
          </a:solidFill>
          <a:ln w="7620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#FCE4E6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953158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1F3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#1F3FBF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457907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#3A3A3A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962656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#8C8C8C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467405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#BFBFBF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972154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E8E8E8"/>
          </a:solidFill>
          <a:ln w="7620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13632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84371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#E8E8E8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38912" y="2915107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9846" y="2838298"/>
            <a:ext cx="38624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33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36pt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16pt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16pt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12pt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37760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98694" y="1426464"/>
            <a:ext cx="42157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41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淺灰實心</a:t>
            </a:r>
            <a:endParaRPr lang="en-US" sz="800" dirty="0"/>
          </a:p>
        </p:txBody>
      </p:sp>
      <p:sp>
        <p:nvSpPr>
          <p:cNvPr id="44" name="卡片"/>
          <p:cNvSpPr/>
          <p:nvPr/>
        </p:nvSpPr>
        <p:spPr>
          <a:xfrm>
            <a:off x="5669280" y="1894637"/>
            <a:ext cx="1060704" cy="380390"/>
          </a:xfrm>
          <a:prstGeom prst="roundRect">
            <a:avLst>
              <a:gd name="adj" fmla="val 26923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卡片"/>
          <p:cNvSpPr/>
          <p:nvPr/>
        </p:nvSpPr>
        <p:spPr>
          <a:xfrm>
            <a:off x="6876288" y="1894637"/>
            <a:ext cx="950976" cy="380390"/>
          </a:xfrm>
          <a:prstGeom prst="roundRect">
            <a:avLst>
              <a:gd name="adj" fmla="val 26923"/>
            </a:avLst>
          </a:prstGeom>
          <a:solidFill>
            <a:srgbClr val="E8E8E8"/>
          </a:solidFill>
          <a:ln>
            <a:noFill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876288" y="1894637"/>
            <a:ext cx="950976" cy="131674"/>
          </a:xfrm>
          <a:custGeom>
            <a:avLst/>
            <a:gdLst/>
            <a:ahLst/>
            <a:cxnLst/>
            <a:rect l="l" t="t" r="r" b="b"/>
            <a:pathLst>
              <a:path w="950976" h="131674">
                <a:moveTo>
                  <a:pt x="0" y="131674"/>
                </a:moveTo>
                <a:lnTo>
                  <a:pt x="0" y="102413"/>
                </a:lnTo>
                <a:arcTo hR="102413" wR="102413" stAng="10800000" swAng="5400000"/>
                <a:lnTo>
                  <a:pt x="848563" y="0"/>
                </a:lnTo>
                <a:arcTo hR="102413" wR="102413" stAng="16200000" swAng="5400000"/>
                <a:lnTo>
                  <a:pt x="950976" y="131674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小圓角方籤</a:t>
            </a:r>
            <a:endParaRPr lang="en-US" sz="800" dirty="0"/>
          </a:p>
        </p:txBody>
      </p:sp>
      <p:sp>
        <p:nvSpPr>
          <p:cNvPr id="50" name="標籤"/>
          <p:cNvSpPr/>
          <p:nvPr/>
        </p:nvSpPr>
        <p:spPr>
          <a:xfrm>
            <a:off x="5669280" y="2487168"/>
            <a:ext cx="440473" cy="234086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51" name="標籤"/>
          <p:cNvSpPr/>
          <p:nvPr/>
        </p:nvSpPr>
        <p:spPr>
          <a:xfrm>
            <a:off x="6197535" y="2487168"/>
            <a:ext cx="440473" cy="234086"/>
          </a:xfrm>
          <a:prstGeom prst="roundRect">
            <a:avLst>
              <a:gd name="adj" fmla="val 15625"/>
            </a:avLst>
          </a:prstGeom>
          <a:solidFill>
            <a:srgbClr val="1F3FB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52" name="標籤"/>
          <p:cNvSpPr/>
          <p:nvPr/>
        </p:nvSpPr>
        <p:spPr>
          <a:xfrm>
            <a:off x="6725790" y="2487168"/>
            <a:ext cx="440473" cy="234086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53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</a:t>
            </a:r>
            <a:endParaRPr lang="en-US" sz="800" dirty="0"/>
          </a:p>
        </p:txBody>
      </p:sp>
      <p:sp>
        <p:nvSpPr>
          <p:cNvPr id="56" name="編號"/>
          <p:cNvSpPr/>
          <p:nvPr/>
        </p:nvSpPr>
        <p:spPr>
          <a:xfrm>
            <a:off x="5698541" y="2977286"/>
            <a:ext cx="292608" cy="292608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57" name="編號"/>
          <p:cNvSpPr/>
          <p:nvPr/>
        </p:nvSpPr>
        <p:spPr>
          <a:xfrm>
            <a:off x="6152083" y="2977286"/>
            <a:ext cx="292608" cy="292608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58" name="編號"/>
          <p:cNvSpPr/>
          <p:nvPr/>
        </p:nvSpPr>
        <p:spPr>
          <a:xfrm>
            <a:off x="6605626" y="2977286"/>
            <a:ext cx="292608" cy="292608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60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64" name="三角形"/>
          <p:cNvSpPr/>
          <p:nvPr/>
        </p:nvSpPr>
        <p:spPr>
          <a:xfrm>
            <a:off x="6272784" y="356981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66" name="三角形"/>
          <p:cNvSpPr/>
          <p:nvPr/>
        </p:nvSpPr>
        <p:spPr>
          <a:xfrm>
            <a:off x="7150608" y="356981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68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800" dirty="0"/>
          </a:p>
        </p:txBody>
      </p:sp>
      <p:sp>
        <p:nvSpPr>
          <p:cNvPr id="71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2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灰卡＋▶</a:t>
            </a:r>
            <a:endParaRPr lang="en-US" sz="800" dirty="0"/>
          </a:p>
        </p:txBody>
      </p:sp>
      <p:sp>
        <p:nvSpPr>
          <p:cNvPr id="76" name="流程鏈"/>
          <p:cNvSpPr/>
          <p:nvPr/>
        </p:nvSpPr>
        <p:spPr>
          <a:xfrm>
            <a:off x="5669280" y="4520794"/>
            <a:ext cx="536448" cy="321869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77" name="三角形"/>
          <p:cNvSpPr/>
          <p:nvPr/>
        </p:nvSpPr>
        <p:spPr>
          <a:xfrm>
            <a:off x="6297168" y="460857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流程鏈"/>
          <p:cNvSpPr/>
          <p:nvPr/>
        </p:nvSpPr>
        <p:spPr>
          <a:xfrm>
            <a:off x="6498336" y="4520794"/>
            <a:ext cx="536448" cy="321869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79" name="三角形"/>
          <p:cNvSpPr/>
          <p:nvPr/>
        </p:nvSpPr>
        <p:spPr>
          <a:xfrm>
            <a:off x="7126224" y="460857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流程鏈"/>
          <p:cNvSpPr/>
          <p:nvPr/>
        </p:nvSpPr>
        <p:spPr>
          <a:xfrm>
            <a:off x="7327392" y="4520794"/>
            <a:ext cx="536448" cy="321869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81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200" dirty="0"/>
          </a:p>
        </p:txBody>
      </p:sp>
      <p:sp>
        <p:nvSpPr>
          <p:cNvPr id="4" name="卡片"/>
          <p:cNvSpPr/>
          <p:nvPr/>
        </p:nvSpPr>
        <p:spPr>
          <a:xfrm>
            <a:off x="438912" y="1499616"/>
            <a:ext cx="2728570" cy="1719072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9107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9107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7" name="卡片"/>
          <p:cNvSpPr/>
          <p:nvPr/>
        </p:nvSpPr>
        <p:spPr>
          <a:xfrm>
            <a:off x="3512393" y="1499616"/>
            <a:ext cx="2728570" cy="1719072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02588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2588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0" name="標籤"/>
          <p:cNvSpPr/>
          <p:nvPr/>
        </p:nvSpPr>
        <p:spPr>
          <a:xfrm>
            <a:off x="5483433" y="1397203"/>
            <a:ext cx="596595" cy="204826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1" name="卡片"/>
          <p:cNvSpPr/>
          <p:nvPr/>
        </p:nvSpPr>
        <p:spPr>
          <a:xfrm>
            <a:off x="6585875" y="1499616"/>
            <a:ext cx="2728570" cy="1719072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>
            <a:noFill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表頭"/>
          <p:cNvSpPr/>
          <p:nvPr/>
        </p:nvSpPr>
        <p:spPr>
          <a:xfrm>
            <a:off x="6585875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102413"/>
                </a:lnTo>
                <a:arcTo hR="102413" wR="102413" stAng="10800000" swAng="5400000"/>
                <a:lnTo>
                  <a:pt x="2626157" y="0"/>
                </a:lnTo>
                <a:arcTo hR="102413" wR="102413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" y="3734410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9846" y="3657600"/>
            <a:ext cx="495970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21" name="標籤"/>
          <p:cNvSpPr/>
          <p:nvPr/>
        </p:nvSpPr>
        <p:spPr>
          <a:xfrm>
            <a:off x="438912" y="4081882"/>
            <a:ext cx="599846" cy="234086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23" name="標籤"/>
          <p:cNvSpPr/>
          <p:nvPr/>
        </p:nvSpPr>
        <p:spPr>
          <a:xfrm>
            <a:off x="438912" y="4389120"/>
            <a:ext cx="599846" cy="234086"/>
          </a:xfrm>
          <a:prstGeom prst="roundRect">
            <a:avLst>
              <a:gd name="adj" fmla="val 15625"/>
            </a:avLst>
          </a:prstGeom>
          <a:solidFill>
            <a:srgbClr val="1F3FB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25" name="標籤"/>
          <p:cNvSpPr/>
          <p:nvPr/>
        </p:nvSpPr>
        <p:spPr>
          <a:xfrm>
            <a:off x="438912" y="4696358"/>
            <a:ext cx="599846" cy="234086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0" y="3734410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13094" y="3657600"/>
            <a:ext cx="33013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29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32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9846" y="1426464"/>
            <a:ext cx="8714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7" name="標籤"/>
          <p:cNvSpPr/>
          <p:nvPr/>
        </p:nvSpPr>
        <p:spPr>
          <a:xfrm>
            <a:off x="438912" y="1865376"/>
            <a:ext cx="761821" cy="277978"/>
          </a:xfrm>
          <a:prstGeom prst="roundRect">
            <a:avLst>
              <a:gd name="adj" fmla="val 13158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8" name="標籤"/>
          <p:cNvSpPr/>
          <p:nvPr/>
        </p:nvSpPr>
        <p:spPr>
          <a:xfrm>
            <a:off x="1420189" y="1865376"/>
            <a:ext cx="761821" cy="277978"/>
          </a:xfrm>
          <a:prstGeom prst="roundRect">
            <a:avLst>
              <a:gd name="adj" fmla="val 13158"/>
            </a:avLst>
          </a:prstGeom>
          <a:solidFill>
            <a:srgbClr val="1F3FB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9" name="標籤"/>
          <p:cNvSpPr/>
          <p:nvPr/>
        </p:nvSpPr>
        <p:spPr>
          <a:xfrm>
            <a:off x="2401466" y="1865376"/>
            <a:ext cx="761821" cy="277978"/>
          </a:xfrm>
          <a:prstGeom prst="roundRect">
            <a:avLst>
              <a:gd name="adj" fmla="val 13158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0" name="標籤"/>
          <p:cNvSpPr/>
          <p:nvPr/>
        </p:nvSpPr>
        <p:spPr>
          <a:xfrm>
            <a:off x="3382744" y="1865376"/>
            <a:ext cx="761821" cy="27797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83477" y="1865376"/>
            <a:ext cx="658368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2" name="標籤"/>
          <p:cNvSpPr/>
          <p:nvPr/>
        </p:nvSpPr>
        <p:spPr>
          <a:xfrm>
            <a:off x="5168693" y="1894637"/>
            <a:ext cx="393395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3" name="標籤"/>
          <p:cNvSpPr/>
          <p:nvPr/>
        </p:nvSpPr>
        <p:spPr>
          <a:xfrm>
            <a:off x="5671816" y="1894637"/>
            <a:ext cx="393395" cy="219456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14" name="標籤"/>
          <p:cNvSpPr/>
          <p:nvPr/>
        </p:nvSpPr>
        <p:spPr>
          <a:xfrm>
            <a:off x="6174939" y="1894637"/>
            <a:ext cx="393395" cy="219456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" y="2527402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9846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17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18" name="標籤"/>
          <p:cNvSpPr/>
          <p:nvPr/>
        </p:nvSpPr>
        <p:spPr>
          <a:xfrm>
            <a:off x="438912" y="2933395"/>
            <a:ext cx="2121408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19" name="標籤"/>
          <p:cNvSpPr/>
          <p:nvPr/>
        </p:nvSpPr>
        <p:spPr>
          <a:xfrm>
            <a:off x="438912" y="3386938"/>
            <a:ext cx="2121408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20" name="標籤"/>
          <p:cNvSpPr/>
          <p:nvPr/>
        </p:nvSpPr>
        <p:spPr>
          <a:xfrm>
            <a:off x="438912" y="3840480"/>
            <a:ext cx="2121408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21" name="標籤"/>
          <p:cNvSpPr/>
          <p:nvPr/>
        </p:nvSpPr>
        <p:spPr>
          <a:xfrm>
            <a:off x="438912" y="4294022"/>
            <a:ext cx="2121408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90448" y="2527402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51382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24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25" name="編號"/>
          <p:cNvSpPr/>
          <p:nvPr/>
        </p:nvSpPr>
        <p:spPr>
          <a:xfrm>
            <a:off x="3519708" y="2940710"/>
            <a:ext cx="307238" cy="307238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編號"/>
          <p:cNvSpPr/>
          <p:nvPr/>
        </p:nvSpPr>
        <p:spPr>
          <a:xfrm>
            <a:off x="3973251" y="2940710"/>
            <a:ext cx="307238" cy="307238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編號"/>
          <p:cNvSpPr/>
          <p:nvPr/>
        </p:nvSpPr>
        <p:spPr>
          <a:xfrm>
            <a:off x="4426793" y="2940710"/>
            <a:ext cx="307238" cy="307238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編號"/>
          <p:cNvSpPr/>
          <p:nvPr/>
        </p:nvSpPr>
        <p:spPr>
          <a:xfrm>
            <a:off x="4880336" y="2940710"/>
            <a:ext cx="307238" cy="307238"/>
          </a:xfrm>
          <a:prstGeom prst="ellipse">
            <a:avLst/>
          </a:prstGeom>
          <a:solidFill>
            <a:srgbClr val="1F3FB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編號"/>
          <p:cNvSpPr/>
          <p:nvPr/>
        </p:nvSpPr>
        <p:spPr>
          <a:xfrm>
            <a:off x="3541654" y="3613709"/>
            <a:ext cx="263347" cy="26334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32" name="編號"/>
          <p:cNvSpPr/>
          <p:nvPr/>
        </p:nvSpPr>
        <p:spPr>
          <a:xfrm>
            <a:off x="3541654" y="4067251"/>
            <a:ext cx="263347" cy="26334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35" name="編號"/>
          <p:cNvSpPr/>
          <p:nvPr/>
        </p:nvSpPr>
        <p:spPr>
          <a:xfrm>
            <a:off x="3541654" y="4520794"/>
            <a:ext cx="263347" cy="26334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41983" y="2527402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02918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40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49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9846" y="1426464"/>
            <a:ext cx="393557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7" name="光暈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0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E60012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1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E60012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2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E60012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47488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08422" y="1426464"/>
            <a:ext cx="410602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5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16" name="流程鏈"/>
          <p:cNvSpPr/>
          <p:nvPr/>
        </p:nvSpPr>
        <p:spPr>
          <a:xfrm>
            <a:off x="5047488" y="1916582"/>
            <a:ext cx="1227247" cy="526694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17" name="三角形"/>
          <p:cNvSpPr/>
          <p:nvPr/>
        </p:nvSpPr>
        <p:spPr>
          <a:xfrm>
            <a:off x="6366175" y="210677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流程鏈"/>
          <p:cNvSpPr/>
          <p:nvPr/>
        </p:nvSpPr>
        <p:spPr>
          <a:xfrm>
            <a:off x="6567343" y="1916582"/>
            <a:ext cx="1227247" cy="526694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19" name="三角形"/>
          <p:cNvSpPr/>
          <p:nvPr/>
        </p:nvSpPr>
        <p:spPr>
          <a:xfrm>
            <a:off x="7886029" y="210677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流程鏈"/>
          <p:cNvSpPr/>
          <p:nvPr/>
        </p:nvSpPr>
        <p:spPr>
          <a:xfrm>
            <a:off x="8087197" y="1916582"/>
            <a:ext cx="1227247" cy="526694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21" name="流程鏈"/>
          <p:cNvSpPr/>
          <p:nvPr/>
        </p:nvSpPr>
        <p:spPr>
          <a:xfrm>
            <a:off x="5047488" y="2816352"/>
            <a:ext cx="670804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22" name="三角形"/>
          <p:cNvSpPr/>
          <p:nvPr/>
        </p:nvSpPr>
        <p:spPr>
          <a:xfrm>
            <a:off x="5777545" y="294802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流程鏈"/>
          <p:cNvSpPr/>
          <p:nvPr/>
        </p:nvSpPr>
        <p:spPr>
          <a:xfrm>
            <a:off x="5946526" y="2816352"/>
            <a:ext cx="670804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24" name="三角形"/>
          <p:cNvSpPr/>
          <p:nvPr/>
        </p:nvSpPr>
        <p:spPr>
          <a:xfrm>
            <a:off x="6676583" y="294802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流程鏈"/>
          <p:cNvSpPr/>
          <p:nvPr/>
        </p:nvSpPr>
        <p:spPr>
          <a:xfrm>
            <a:off x="6845564" y="2816352"/>
            <a:ext cx="670804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26" name="三角形"/>
          <p:cNvSpPr/>
          <p:nvPr/>
        </p:nvSpPr>
        <p:spPr>
          <a:xfrm>
            <a:off x="7575621" y="294802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7744602" y="2816352"/>
            <a:ext cx="670804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28" name="三角形"/>
          <p:cNvSpPr/>
          <p:nvPr/>
        </p:nvSpPr>
        <p:spPr>
          <a:xfrm>
            <a:off x="8474659" y="294802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8643640" y="2816352"/>
            <a:ext cx="670804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30" name="流程鏈"/>
          <p:cNvSpPr/>
          <p:nvPr/>
        </p:nvSpPr>
        <p:spPr>
          <a:xfrm>
            <a:off x="5047488" y="3621024"/>
            <a:ext cx="847283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31" name="三角形"/>
          <p:cNvSpPr/>
          <p:nvPr/>
        </p:nvSpPr>
        <p:spPr>
          <a:xfrm>
            <a:off x="5986211" y="375269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流程鏈"/>
          <p:cNvSpPr/>
          <p:nvPr/>
        </p:nvSpPr>
        <p:spPr>
          <a:xfrm>
            <a:off x="6187379" y="3621024"/>
            <a:ext cx="847283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33" name="三角形"/>
          <p:cNvSpPr/>
          <p:nvPr/>
        </p:nvSpPr>
        <p:spPr>
          <a:xfrm>
            <a:off x="7126102" y="375269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流程鏈"/>
          <p:cNvSpPr/>
          <p:nvPr/>
        </p:nvSpPr>
        <p:spPr>
          <a:xfrm>
            <a:off x="7327270" y="3621024"/>
            <a:ext cx="847283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35" name="三角形"/>
          <p:cNvSpPr/>
          <p:nvPr/>
        </p:nvSpPr>
        <p:spPr>
          <a:xfrm>
            <a:off x="8265993" y="375269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8467161" y="3621024"/>
            <a:ext cx="847283" cy="409651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47488" y="4111142"/>
            <a:ext cx="84728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87379" y="4111142"/>
            <a:ext cx="84728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27270" y="4111142"/>
            <a:ext cx="84728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67161" y="4111142"/>
            <a:ext cx="84728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42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9846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438912" y="224576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8" name="處理"/>
          <p:cNvSpPr/>
          <p:nvPr/>
        </p:nvSpPr>
        <p:spPr>
          <a:xfrm>
            <a:off x="1823862" y="224576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9" name="連接線"/>
          <p:cNvCxnSpPr>
            <a:stCxn id="7" idx="3"/>
            <a:endCxn id="8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10" name="Text 8"/>
          <p:cNvSpPr/>
          <p:nvPr/>
        </p:nvSpPr>
        <p:spPr>
          <a:xfrm>
            <a:off x="2716317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77251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2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13" name="處理"/>
          <p:cNvSpPr/>
          <p:nvPr/>
        </p:nvSpPr>
        <p:spPr>
          <a:xfrm>
            <a:off x="2716317" y="1975104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4" name="處理"/>
          <p:cNvSpPr/>
          <p:nvPr/>
        </p:nvSpPr>
        <p:spPr>
          <a:xfrm>
            <a:off x="4101267" y="2706624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5" name="連接線"/>
          <p:cNvCxnSpPr>
            <a:stCxn id="13" idx="3"/>
            <a:endCxn id="14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16" name="Text 14"/>
          <p:cNvSpPr/>
          <p:nvPr/>
        </p:nvSpPr>
        <p:spPr>
          <a:xfrm>
            <a:off x="4993721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54656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18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19" name="處理"/>
          <p:cNvSpPr/>
          <p:nvPr/>
        </p:nvSpPr>
        <p:spPr>
          <a:xfrm>
            <a:off x="4993721" y="224576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0" name="處理"/>
          <p:cNvSpPr/>
          <p:nvPr/>
        </p:nvSpPr>
        <p:spPr>
          <a:xfrm>
            <a:off x="6378672" y="224576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21" name="連接線"/>
          <p:cNvCxnSpPr>
            <a:stCxn id="19" idx="3"/>
            <a:endCxn id="20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12700">
            <a:solidFill>
              <a:srgbClr val="595959"/>
            </a:solidFill>
            <a:prstDash val="sysDot"/>
            <a:tailEnd type="triangle"/>
          </a:ln>
        </p:spPr>
      </p:cxnSp>
      <p:sp>
        <p:nvSpPr>
          <p:cNvPr id="22" name="Text 20"/>
          <p:cNvSpPr/>
          <p:nvPr/>
        </p:nvSpPr>
        <p:spPr>
          <a:xfrm>
            <a:off x="7271126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32060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4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25" name="處理"/>
          <p:cNvSpPr/>
          <p:nvPr/>
        </p:nvSpPr>
        <p:spPr>
          <a:xfrm>
            <a:off x="7271126" y="259689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6" name="處理"/>
          <p:cNvSpPr/>
          <p:nvPr/>
        </p:nvSpPr>
        <p:spPr>
          <a:xfrm>
            <a:off x="8656076" y="259689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7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noFill/>
          <a:ln w="12700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8912" y="3222346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9846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30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32" name="三角形"/>
          <p:cNvSpPr/>
          <p:nvPr/>
        </p:nvSpPr>
        <p:spPr>
          <a:xfrm>
            <a:off x="1008263" y="405993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4" name="三角形"/>
          <p:cNvSpPr/>
          <p:nvPr/>
        </p:nvSpPr>
        <p:spPr>
          <a:xfrm>
            <a:off x="1803151" y="405993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16317" y="3222346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77251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38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39" name="處理"/>
          <p:cNvSpPr/>
          <p:nvPr/>
        </p:nvSpPr>
        <p:spPr>
          <a:xfrm>
            <a:off x="2716317" y="3964838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0" name="處理"/>
          <p:cNvSpPr/>
          <p:nvPr/>
        </p:nvSpPr>
        <p:spPr>
          <a:xfrm>
            <a:off x="4101267" y="3964838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41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1F3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1F3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1F3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93721" y="3222346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54656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46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47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48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EC404D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49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1F3FB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271126" y="3222346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432060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52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53" name="處理"/>
          <p:cNvSpPr/>
          <p:nvPr/>
        </p:nvSpPr>
        <p:spPr>
          <a:xfrm>
            <a:off x="7271126" y="3964838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54" name="處理"/>
          <p:cNvSpPr/>
          <p:nvPr/>
        </p:nvSpPr>
        <p:spPr>
          <a:xfrm>
            <a:off x="8656076" y="3657600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55" name="處理"/>
          <p:cNvSpPr/>
          <p:nvPr/>
        </p:nvSpPr>
        <p:spPr>
          <a:xfrm>
            <a:off x="8656076" y="4272077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56" name="連接線"/>
          <p:cNvCxnSpPr>
            <a:stCxn id="53" idx="3"/>
            <a:endCxn id="54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57" name="連接線"/>
          <p:cNvCxnSpPr>
            <a:stCxn id="53" idx="3"/>
            <a:endCxn id="55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58" name="Text 56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59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200" dirty="0"/>
          </a:p>
        </p:txBody>
      </p:sp>
      <p:sp>
        <p:nvSpPr>
          <p:cNvPr id="4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E60012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6" name="處理"/>
          <p:cNvSpPr/>
          <p:nvPr/>
        </p:nvSpPr>
        <p:spPr>
          <a:xfrm>
            <a:off x="2072579" y="1748333"/>
            <a:ext cx="1170432" cy="526694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00" dirty="0"/>
          </a:p>
        </p:txBody>
      </p:sp>
      <p:sp>
        <p:nvSpPr>
          <p:cNvPr id="8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0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2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E8E8E8"/>
          </a:solidFill>
          <a:ln>
            <a:noFill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4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E8E8E8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090672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9846" y="3013862"/>
            <a:ext cx="8714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18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19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E60012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0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1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2" name="處理"/>
          <p:cNvSpPr/>
          <p:nvPr/>
        </p:nvSpPr>
        <p:spPr>
          <a:xfrm>
            <a:off x="5200961" y="3518611"/>
            <a:ext cx="1170432" cy="497434"/>
          </a:xfrm>
          <a:prstGeom prst="roundRect">
            <a:avLst>
              <a:gd name="adj" fmla="val 17647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3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E8E8E8"/>
          </a:solidFill>
          <a:ln>
            <a:noFill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4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E60012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5" name="連接線"/>
          <p:cNvCxnSpPr>
            <a:stCxn id="19" idx="3"/>
            <a:endCxn id="20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26" name="連接線"/>
          <p:cNvCxnSpPr>
            <a:stCxn id="20" idx="2"/>
            <a:endCxn id="21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27" name="連接線"/>
          <p:cNvCxnSpPr>
            <a:stCxn id="21" idx="3"/>
            <a:endCxn id="22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30" name="Text 28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1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E8E8E8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2" name="連接線"/>
          <p:cNvCxnSpPr>
            <a:stCxn id="22" idx="2"/>
            <a:endCxn id="31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12700">
            <a:solidFill>
              <a:srgbClr val="595959"/>
            </a:solidFill>
            <a:prstDash val="sysDash"/>
            <a:headEnd type="triangle"/>
            <a:tailEnd type="triangle"/>
          </a:ln>
        </p:spPr>
      </p:cxnSp>
      <p:cxnSp>
        <p:nvCxnSpPr>
          <p:cNvPr id="33" name="連接線"/>
          <p:cNvCxnSpPr>
            <a:stCxn id="21" idx="2"/>
            <a:endCxn id="20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12700">
            <a:solidFill>
              <a:srgbClr val="595959"/>
            </a:solidFill>
            <a:prstDash val="solid"/>
            <a:tailEnd type="triangle"/>
          </a:ln>
        </p:spPr>
      </p:cxnSp>
      <p:sp>
        <p:nvSpPr>
          <p:cNvPr id="34" name="Text 32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5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9846" y="1426464"/>
            <a:ext cx="400873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6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438912" y="3035808"/>
            <a:ext cx="599846" cy="36576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8" name="處理"/>
          <p:cNvSpPr/>
          <p:nvPr/>
        </p:nvSpPr>
        <p:spPr>
          <a:xfrm>
            <a:off x="1499616" y="2450592"/>
            <a:ext cx="672998" cy="36576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9" name="處理"/>
          <p:cNvSpPr/>
          <p:nvPr/>
        </p:nvSpPr>
        <p:spPr>
          <a:xfrm>
            <a:off x="1499616" y="3621024"/>
            <a:ext cx="672998" cy="36576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0" name="處理"/>
          <p:cNvSpPr/>
          <p:nvPr/>
        </p:nvSpPr>
        <p:spPr>
          <a:xfrm>
            <a:off x="2633472" y="3035808"/>
            <a:ext cx="599846" cy="365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860">
            <a:solidFill>
              <a:srgbClr val="E60012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1" name="處理"/>
          <p:cNvSpPr/>
          <p:nvPr/>
        </p:nvSpPr>
        <p:spPr>
          <a:xfrm>
            <a:off x="3694176" y="2084832"/>
            <a:ext cx="914400" cy="36576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2" name="處理"/>
          <p:cNvSpPr/>
          <p:nvPr/>
        </p:nvSpPr>
        <p:spPr>
          <a:xfrm>
            <a:off x="3694176" y="3035808"/>
            <a:ext cx="914400" cy="36576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3" name="處理"/>
          <p:cNvSpPr/>
          <p:nvPr/>
        </p:nvSpPr>
        <p:spPr>
          <a:xfrm>
            <a:off x="3694176" y="3986784"/>
            <a:ext cx="914400" cy="36576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4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37760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98694" y="1426464"/>
            <a:ext cx="19970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3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6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E60012"/>
          </a:solidFill>
          <a:ln w="2032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7" name="標籤"/>
          <p:cNvSpPr/>
          <p:nvPr/>
        </p:nvSpPr>
        <p:spPr>
          <a:xfrm>
            <a:off x="5239309" y="2582266"/>
            <a:ext cx="413715" cy="219456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28" name="標籤"/>
          <p:cNvSpPr/>
          <p:nvPr/>
        </p:nvSpPr>
        <p:spPr>
          <a:xfrm>
            <a:off x="6380480" y="2582266"/>
            <a:ext cx="413715" cy="219456"/>
          </a:xfrm>
          <a:prstGeom prst="roundRect">
            <a:avLst>
              <a:gd name="adj" fmla="val 16667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29" name="標籤"/>
          <p:cNvSpPr/>
          <p:nvPr/>
        </p:nvSpPr>
        <p:spPr>
          <a:xfrm>
            <a:off x="5239309" y="3635654"/>
            <a:ext cx="413715" cy="219456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6380480" y="3635654"/>
            <a:ext cx="413715" cy="219456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88352" y="1503274"/>
            <a:ext cx="80467" cy="80467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549286" y="1426464"/>
            <a:ext cx="176515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37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4D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40" name="寬欄條"/>
          <p:cNvSpPr/>
          <p:nvPr/>
        </p:nvSpPr>
        <p:spPr>
          <a:xfrm>
            <a:off x="8119872" y="2084832"/>
            <a:ext cx="453542" cy="2487168"/>
          </a:xfrm>
          <a:prstGeom prst="roundRect">
            <a:avLst>
              <a:gd name="adj" fmla="val 22581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8741664" y="2084832"/>
            <a:ext cx="453542" cy="2487168"/>
          </a:xfrm>
          <a:prstGeom prst="roundRect">
            <a:avLst>
              <a:gd name="adj" fmla="val 22581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3" name="編號"/>
          <p:cNvSpPr/>
          <p:nvPr/>
        </p:nvSpPr>
        <p:spPr>
          <a:xfrm>
            <a:off x="8178394" y="2392070"/>
            <a:ext cx="336499" cy="336499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050" dirty="0"/>
          </a:p>
        </p:txBody>
      </p:sp>
      <p:sp>
        <p:nvSpPr>
          <p:cNvPr id="44" name="編號"/>
          <p:cNvSpPr/>
          <p:nvPr/>
        </p:nvSpPr>
        <p:spPr>
          <a:xfrm>
            <a:off x="8800186" y="2392070"/>
            <a:ext cx="336499" cy="336499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46" name="編號"/>
          <p:cNvSpPr/>
          <p:nvPr/>
        </p:nvSpPr>
        <p:spPr>
          <a:xfrm>
            <a:off x="8178394" y="3160166"/>
            <a:ext cx="336499" cy="336499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050" dirty="0"/>
          </a:p>
        </p:txBody>
      </p:sp>
      <p:sp>
        <p:nvSpPr>
          <p:cNvPr id="47" name="編號"/>
          <p:cNvSpPr/>
          <p:nvPr/>
        </p:nvSpPr>
        <p:spPr>
          <a:xfrm>
            <a:off x="8800186" y="3160166"/>
            <a:ext cx="336499" cy="336499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49" name="編號"/>
          <p:cNvSpPr/>
          <p:nvPr/>
        </p:nvSpPr>
        <p:spPr>
          <a:xfrm>
            <a:off x="8178394" y="3928262"/>
            <a:ext cx="336499" cy="336499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050" dirty="0"/>
          </a:p>
        </p:txBody>
      </p:sp>
      <p:sp>
        <p:nvSpPr>
          <p:cNvPr id="50" name="編號"/>
          <p:cNvSpPr/>
          <p:nvPr/>
        </p:nvSpPr>
        <p:spPr>
          <a:xfrm>
            <a:off x="8800186" y="3928262"/>
            <a:ext cx="336499" cy="336499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050" dirty="0"/>
          </a:p>
        </p:txBody>
      </p:sp>
      <p:sp>
        <p:nvSpPr>
          <p:cNvPr id="51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200" dirty="0"/>
          </a:p>
        </p:txBody>
      </p:sp>
      <p:sp>
        <p:nvSpPr>
          <p:cNvPr id="4" name="光暈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7" name="光暈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0" name="光暈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3" name="三角形"/>
          <p:cNvSpPr/>
          <p:nvPr/>
        </p:nvSpPr>
        <p:spPr>
          <a:xfrm>
            <a:off x="3331586" y="2326234"/>
            <a:ext cx="131674" cy="175565"/>
          </a:xfrm>
          <a:custGeom>
            <a:avLst/>
            <a:gdLst/>
            <a:ahLst/>
            <a:cxnLst/>
            <a:rect l="l" t="t" r="r" b="b"/>
            <a:pathLst>
              <a:path w="131674" h="175565">
                <a:moveTo>
                  <a:pt x="0" y="0"/>
                </a:moveTo>
                <a:lnTo>
                  <a:pt x="131674" y="87782"/>
                </a:lnTo>
                <a:lnTo>
                  <a:pt x="0" y="175565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三角形"/>
          <p:cNvSpPr/>
          <p:nvPr/>
        </p:nvSpPr>
        <p:spPr>
          <a:xfrm>
            <a:off x="6290097" y="2326234"/>
            <a:ext cx="131674" cy="175565"/>
          </a:xfrm>
          <a:custGeom>
            <a:avLst/>
            <a:gdLst/>
            <a:ahLst/>
            <a:cxnLst/>
            <a:rect l="l" t="t" r="r" b="b"/>
            <a:pathLst>
              <a:path w="131674" h="175565">
                <a:moveTo>
                  <a:pt x="0" y="0"/>
                </a:moveTo>
                <a:lnTo>
                  <a:pt x="131674" y="87782"/>
                </a:lnTo>
                <a:lnTo>
                  <a:pt x="0" y="175565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E60012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6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E60012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7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E60012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1" name="標籤"/>
          <p:cNvSpPr/>
          <p:nvPr/>
        </p:nvSpPr>
        <p:spPr>
          <a:xfrm>
            <a:off x="1076919" y="3657600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2" name="標籤"/>
          <p:cNvSpPr/>
          <p:nvPr/>
        </p:nvSpPr>
        <p:spPr>
          <a:xfrm>
            <a:off x="1076919" y="4059936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3" name="標籤"/>
          <p:cNvSpPr/>
          <p:nvPr/>
        </p:nvSpPr>
        <p:spPr>
          <a:xfrm>
            <a:off x="1076919" y="4462272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4" name="標籤"/>
          <p:cNvSpPr/>
          <p:nvPr/>
        </p:nvSpPr>
        <p:spPr>
          <a:xfrm>
            <a:off x="6993941" y="3657600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25" name="標籤"/>
          <p:cNvSpPr/>
          <p:nvPr/>
        </p:nvSpPr>
        <p:spPr>
          <a:xfrm>
            <a:off x="6993941" y="4059936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6993941" y="4462272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28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200" dirty="0"/>
          </a:p>
        </p:txBody>
      </p:sp>
      <p:sp>
        <p:nvSpPr>
          <p:cNvPr id="4" name="卡片"/>
          <p:cNvSpPr/>
          <p:nvPr/>
        </p:nvSpPr>
        <p:spPr>
          <a:xfrm>
            <a:off x="438912" y="3145536"/>
            <a:ext cx="1505907" cy="672998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00" dirty="0"/>
          </a:p>
        </p:txBody>
      </p:sp>
      <p:sp>
        <p:nvSpPr>
          <p:cNvPr id="6" name="三角形"/>
          <p:cNvSpPr/>
          <p:nvPr/>
        </p:nvSpPr>
        <p:spPr>
          <a:xfrm>
            <a:off x="2058205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卡片"/>
          <p:cNvSpPr/>
          <p:nvPr/>
        </p:nvSpPr>
        <p:spPr>
          <a:xfrm>
            <a:off x="2281318" y="3145536"/>
            <a:ext cx="1505907" cy="672998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00" dirty="0"/>
          </a:p>
        </p:txBody>
      </p:sp>
      <p:sp>
        <p:nvSpPr>
          <p:cNvPr id="9" name="三角形"/>
          <p:cNvSpPr/>
          <p:nvPr/>
        </p:nvSpPr>
        <p:spPr>
          <a:xfrm>
            <a:off x="3900611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重點卡片"/>
          <p:cNvSpPr/>
          <p:nvPr/>
        </p:nvSpPr>
        <p:spPr>
          <a:xfrm>
            <a:off x="4123725" y="3145536"/>
            <a:ext cx="1505907" cy="672998"/>
          </a:xfrm>
          <a:prstGeom prst="roundRect">
            <a:avLst>
              <a:gd name="adj" fmla="val 15217"/>
            </a:avLst>
          </a:prstGeom>
          <a:solidFill>
            <a:srgbClr val="E60012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F8B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1" name="三角形"/>
          <p:cNvSpPr/>
          <p:nvPr/>
        </p:nvSpPr>
        <p:spPr>
          <a:xfrm>
            <a:off x="5743017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卡片"/>
          <p:cNvSpPr/>
          <p:nvPr/>
        </p:nvSpPr>
        <p:spPr>
          <a:xfrm>
            <a:off x="5966131" y="3145536"/>
            <a:ext cx="1505907" cy="672998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4" name="三角形"/>
          <p:cNvSpPr/>
          <p:nvPr/>
        </p:nvSpPr>
        <p:spPr>
          <a:xfrm>
            <a:off x="7585423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卡片"/>
          <p:cNvSpPr/>
          <p:nvPr/>
        </p:nvSpPr>
        <p:spPr>
          <a:xfrm>
            <a:off x="7808537" y="3145536"/>
            <a:ext cx="1505907" cy="672998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</a:t>
            </a:r>
            <a:endParaRPr lang="en-US" sz="1100" dirty="0"/>
          </a:p>
        </p:txBody>
      </p:sp>
      <p:sp>
        <p:nvSpPr>
          <p:cNvPr id="17" name="卡片"/>
          <p:cNvSpPr/>
          <p:nvPr/>
        </p:nvSpPr>
        <p:spPr>
          <a:xfrm>
            <a:off x="4123725" y="1463040"/>
            <a:ext cx="1505907" cy="658368"/>
          </a:xfrm>
          <a:prstGeom prst="roundRect">
            <a:avLst>
              <a:gd name="adj" fmla="val 15556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19" name="卡片"/>
          <p:cNvSpPr/>
          <p:nvPr/>
        </p:nvSpPr>
        <p:spPr>
          <a:xfrm>
            <a:off x="2135014" y="2231136"/>
            <a:ext cx="1234844" cy="526694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21" name="卡片"/>
          <p:cNvSpPr/>
          <p:nvPr/>
        </p:nvSpPr>
        <p:spPr>
          <a:xfrm>
            <a:off x="6383498" y="2231136"/>
            <a:ext cx="1234844" cy="526694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3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noFill/>
          <a:ln w="12700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noFill/>
          <a:ln w="12700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26" name="編號"/>
          <p:cNvSpPr/>
          <p:nvPr/>
        </p:nvSpPr>
        <p:spPr>
          <a:xfrm>
            <a:off x="438912" y="1492301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  <p:sp>
        <p:nvSpPr>
          <p:cNvPr id="27" name="編號"/>
          <p:cNvSpPr/>
          <p:nvPr/>
        </p:nvSpPr>
        <p:spPr>
          <a:xfrm>
            <a:off x="738835" y="1492301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標籤"/>
          <p:cNvSpPr/>
          <p:nvPr/>
        </p:nvSpPr>
        <p:spPr>
          <a:xfrm>
            <a:off x="1060704" y="1499616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29" name="編號"/>
          <p:cNvSpPr/>
          <p:nvPr/>
        </p:nvSpPr>
        <p:spPr>
          <a:xfrm>
            <a:off x="438912" y="1858061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編號"/>
          <p:cNvSpPr/>
          <p:nvPr/>
        </p:nvSpPr>
        <p:spPr>
          <a:xfrm>
            <a:off x="738835" y="1858061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標籤"/>
          <p:cNvSpPr/>
          <p:nvPr/>
        </p:nvSpPr>
        <p:spPr>
          <a:xfrm>
            <a:off x="1060704" y="1865376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32" name="編號"/>
          <p:cNvSpPr/>
          <p:nvPr/>
        </p:nvSpPr>
        <p:spPr>
          <a:xfrm>
            <a:off x="7735385" y="1492301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編號"/>
          <p:cNvSpPr/>
          <p:nvPr/>
        </p:nvSpPr>
        <p:spPr>
          <a:xfrm>
            <a:off x="8035308" y="1492301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標籤"/>
          <p:cNvSpPr/>
          <p:nvPr/>
        </p:nvSpPr>
        <p:spPr>
          <a:xfrm>
            <a:off x="8357177" y="1499616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35" name="編號"/>
          <p:cNvSpPr/>
          <p:nvPr/>
        </p:nvSpPr>
        <p:spPr>
          <a:xfrm>
            <a:off x="7735385" y="1858061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編號"/>
          <p:cNvSpPr/>
          <p:nvPr/>
        </p:nvSpPr>
        <p:spPr>
          <a:xfrm>
            <a:off x="8035308" y="1858061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37" name="標籤"/>
          <p:cNvSpPr/>
          <p:nvPr/>
        </p:nvSpPr>
        <p:spPr>
          <a:xfrm>
            <a:off x="8357177" y="1865376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38" name="卡片"/>
          <p:cNvSpPr/>
          <p:nvPr/>
        </p:nvSpPr>
        <p:spPr>
          <a:xfrm>
            <a:off x="438912" y="4059936"/>
            <a:ext cx="8875532" cy="438912"/>
          </a:xfrm>
          <a:prstGeom prst="roundRect">
            <a:avLst>
              <a:gd name="adj" fmla="val 23333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40" name="編號"/>
          <p:cNvSpPr/>
          <p:nvPr/>
        </p:nvSpPr>
        <p:spPr>
          <a:xfrm>
            <a:off x="915621" y="4652467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41" name="編號"/>
          <p:cNvSpPr/>
          <p:nvPr/>
        </p:nvSpPr>
        <p:spPr>
          <a:xfrm>
            <a:off x="1215544" y="4652467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標籤"/>
          <p:cNvSpPr/>
          <p:nvPr/>
        </p:nvSpPr>
        <p:spPr>
          <a:xfrm>
            <a:off x="1537413" y="4659782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43" name="編號"/>
          <p:cNvSpPr/>
          <p:nvPr/>
        </p:nvSpPr>
        <p:spPr>
          <a:xfrm>
            <a:off x="3134504" y="4652467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3434427" y="4652467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45" name="標籤"/>
          <p:cNvSpPr/>
          <p:nvPr/>
        </p:nvSpPr>
        <p:spPr>
          <a:xfrm>
            <a:off x="3756296" y="4659782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46" name="編號"/>
          <p:cNvSpPr/>
          <p:nvPr/>
        </p:nvSpPr>
        <p:spPr>
          <a:xfrm>
            <a:off x="5503349" y="4652467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47" name="標籤"/>
          <p:cNvSpPr/>
          <p:nvPr/>
        </p:nvSpPr>
        <p:spPr>
          <a:xfrm>
            <a:off x="5825218" y="4659782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7572270" y="4652467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49" name="編號"/>
          <p:cNvSpPr/>
          <p:nvPr/>
        </p:nvSpPr>
        <p:spPr>
          <a:xfrm>
            <a:off x="7872194" y="4652467"/>
            <a:ext cx="248717" cy="248717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50" name="標籤"/>
          <p:cNvSpPr/>
          <p:nvPr/>
        </p:nvSpPr>
        <p:spPr>
          <a:xfrm>
            <a:off x="8194062" y="4659782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51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48717"/>
            <a:ext cx="841248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80390" y="775411"/>
            <a:ext cx="804672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200" dirty="0"/>
          </a:p>
        </p:txBody>
      </p:sp>
      <p:sp>
        <p:nvSpPr>
          <p:cNvPr id="4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1F3FBF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1F3FBF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2" name="處理"/>
          <p:cNvSpPr/>
          <p:nvPr/>
        </p:nvSpPr>
        <p:spPr>
          <a:xfrm>
            <a:off x="438912" y="3035808"/>
            <a:ext cx="694944" cy="438912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4" name="處理"/>
          <p:cNvSpPr/>
          <p:nvPr/>
        </p:nvSpPr>
        <p:spPr>
          <a:xfrm>
            <a:off x="1499616" y="2399386"/>
            <a:ext cx="731520" cy="395021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5" name="處理"/>
          <p:cNvSpPr/>
          <p:nvPr/>
        </p:nvSpPr>
        <p:spPr>
          <a:xfrm>
            <a:off x="1499616" y="3716122"/>
            <a:ext cx="731520" cy="395021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18" name="處理"/>
          <p:cNvSpPr/>
          <p:nvPr/>
        </p:nvSpPr>
        <p:spPr>
          <a:xfrm>
            <a:off x="2596896" y="3035808"/>
            <a:ext cx="694944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860">
            <a:solidFill>
              <a:srgbClr val="E60012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0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卡片"/>
          <p:cNvSpPr/>
          <p:nvPr/>
        </p:nvSpPr>
        <p:spPr>
          <a:xfrm>
            <a:off x="3840480" y="1931213"/>
            <a:ext cx="1463040" cy="526694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29" name="標籤"/>
          <p:cNvSpPr/>
          <p:nvPr/>
        </p:nvSpPr>
        <p:spPr>
          <a:xfrm>
            <a:off x="4800397" y="1828800"/>
            <a:ext cx="393395" cy="204826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0" name="標籤"/>
          <p:cNvSpPr/>
          <p:nvPr/>
        </p:nvSpPr>
        <p:spPr>
          <a:xfrm>
            <a:off x="3950208" y="2355494"/>
            <a:ext cx="494995" cy="204826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1" name="卡片"/>
          <p:cNvSpPr/>
          <p:nvPr/>
        </p:nvSpPr>
        <p:spPr>
          <a:xfrm>
            <a:off x="3840480" y="2991917"/>
            <a:ext cx="1463040" cy="526694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3" name="標籤"/>
          <p:cNvSpPr/>
          <p:nvPr/>
        </p:nvSpPr>
        <p:spPr>
          <a:xfrm>
            <a:off x="4800397" y="2889504"/>
            <a:ext cx="393395" cy="204826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4" name="標籤"/>
          <p:cNvSpPr/>
          <p:nvPr/>
        </p:nvSpPr>
        <p:spPr>
          <a:xfrm>
            <a:off x="3950208" y="3416198"/>
            <a:ext cx="494995" cy="204826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35" name="卡片"/>
          <p:cNvSpPr/>
          <p:nvPr/>
        </p:nvSpPr>
        <p:spPr>
          <a:xfrm>
            <a:off x="3840480" y="4052621"/>
            <a:ext cx="1463040" cy="526694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37" name="標籤"/>
          <p:cNvSpPr/>
          <p:nvPr/>
        </p:nvSpPr>
        <p:spPr>
          <a:xfrm>
            <a:off x="4800397" y="3950208"/>
            <a:ext cx="393395" cy="204826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38" name="標籤"/>
          <p:cNvSpPr/>
          <p:nvPr/>
        </p:nvSpPr>
        <p:spPr>
          <a:xfrm>
            <a:off x="3950208" y="4476902"/>
            <a:ext cx="494995" cy="204826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39" name="寬欄條"/>
          <p:cNvSpPr/>
          <p:nvPr/>
        </p:nvSpPr>
        <p:spPr>
          <a:xfrm>
            <a:off x="5669280" y="1645920"/>
            <a:ext cx="438912" cy="3108960"/>
          </a:xfrm>
          <a:prstGeom prst="roundRect">
            <a:avLst>
              <a:gd name="adj" fmla="val 23333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寬欄條"/>
          <p:cNvSpPr/>
          <p:nvPr/>
        </p:nvSpPr>
        <p:spPr>
          <a:xfrm>
            <a:off x="6254496" y="1645920"/>
            <a:ext cx="438912" cy="3108960"/>
          </a:xfrm>
          <a:prstGeom prst="roundRect">
            <a:avLst>
              <a:gd name="adj" fmla="val 23333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42" name="編號"/>
          <p:cNvSpPr/>
          <p:nvPr/>
        </p:nvSpPr>
        <p:spPr>
          <a:xfrm>
            <a:off x="5713171" y="2018995"/>
            <a:ext cx="351130" cy="35113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100" dirty="0"/>
          </a:p>
        </p:txBody>
      </p:sp>
      <p:sp>
        <p:nvSpPr>
          <p:cNvPr id="43" name="編號"/>
          <p:cNvSpPr/>
          <p:nvPr/>
        </p:nvSpPr>
        <p:spPr>
          <a:xfrm>
            <a:off x="6298387" y="2018995"/>
            <a:ext cx="351130" cy="35113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100" dirty="0"/>
          </a:p>
        </p:txBody>
      </p:sp>
      <p:sp>
        <p:nvSpPr>
          <p:cNvPr id="44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5" name="編號"/>
          <p:cNvSpPr/>
          <p:nvPr/>
        </p:nvSpPr>
        <p:spPr>
          <a:xfrm>
            <a:off x="5713171" y="3079699"/>
            <a:ext cx="351130" cy="35113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100" dirty="0"/>
          </a:p>
        </p:txBody>
      </p:sp>
      <p:sp>
        <p:nvSpPr>
          <p:cNvPr id="46" name="編號"/>
          <p:cNvSpPr/>
          <p:nvPr/>
        </p:nvSpPr>
        <p:spPr>
          <a:xfrm>
            <a:off x="6298387" y="3079699"/>
            <a:ext cx="351130" cy="35113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100" dirty="0"/>
          </a:p>
        </p:txBody>
      </p:sp>
      <p:sp>
        <p:nvSpPr>
          <p:cNvPr id="47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8" name="編號"/>
          <p:cNvSpPr/>
          <p:nvPr/>
        </p:nvSpPr>
        <p:spPr>
          <a:xfrm>
            <a:off x="5713171" y="4140403"/>
            <a:ext cx="351130" cy="35113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100" dirty="0"/>
          </a:p>
        </p:txBody>
      </p:sp>
      <p:sp>
        <p:nvSpPr>
          <p:cNvPr id="49" name="編號"/>
          <p:cNvSpPr/>
          <p:nvPr/>
        </p:nvSpPr>
        <p:spPr>
          <a:xfrm>
            <a:off x="6298387" y="4140403"/>
            <a:ext cx="351130" cy="35113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100" dirty="0"/>
          </a:p>
        </p:txBody>
      </p:sp>
      <p:sp>
        <p:nvSpPr>
          <p:cNvPr id="50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1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2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54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56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7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59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1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2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64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2700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66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76" name="線條"/>
          <p:cNvSpPr/>
          <p:nvPr/>
        </p:nvSpPr>
        <p:spPr>
          <a:xfrm>
            <a:off x="292608" y="5084064"/>
            <a:ext cx="916814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法說會紅</dc:title>
  <dc:subject>PptxGenJS Presentation</dc:subject>
  <dc:creator>PPT Style Studio</dc:creator>
  <cp:lastModifiedBy>PPT Style Studio</cp:lastModifiedBy>
  <cp:revision>1</cp:revision>
  <dcterms:created xsi:type="dcterms:W3CDTF">2026-10-09T02:56:27Z</dcterms:created>
  <dcterms:modified xsi:type="dcterms:W3CDTF">2026-10-09T02:56:27Z</dcterms:modified>
</cp:coreProperties>
</file>