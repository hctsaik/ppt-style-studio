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5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6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7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19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1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2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3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E60012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3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7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39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0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1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E6001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E8E8E8"/>
          </a:solidFill>
          <a:ln/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ln w="7620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E8E8E8"/>
            </a:solidFill>
            <a:ln/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5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9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0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0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1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3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7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8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8E8E8"/>
            </a:solidFill>
            <a:ln/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8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9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Text 33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0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E60012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8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9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6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7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800" dirty="0"/>
          </a:p>
        </p:txBody>
      </p:sp>
      <p:sp>
        <p:nvSpPr>
          <p:cNvPr id="44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02413"/>
                </a:lnTo>
                <a:arcTo hR="102413" wR="102413" stAng="10800000" swAng="5400000"/>
                <a:lnTo>
                  <a:pt x="848563" y="0"/>
                </a:lnTo>
                <a:arcTo hR="102413" wR="102413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0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1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3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6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7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58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4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1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6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7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9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7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0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1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02413"/>
                </a:lnTo>
                <a:arcTo hR="102413" wR="102413" stAng="10800000" swAng="5400000"/>
                <a:lnTo>
                  <a:pt x="2626157" y="0"/>
                </a:lnTo>
                <a:arcTo hR="102413" wR="102413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6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7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2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0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1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8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4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6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8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0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2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4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E60012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0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4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7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7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3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6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1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8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100" dirty="0"/>
          </a:p>
        </p:txBody>
      </p:sp>
      <p:sp>
        <p:nvSpPr>
          <p:cNvPr id="6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9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4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100" dirty="0"/>
          </a:p>
        </p:txBody>
      </p:sp>
      <p:sp>
        <p:nvSpPr>
          <p:cNvPr id="1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7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4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5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8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0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0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1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3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4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5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8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39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4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6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59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1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4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6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