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元件總表 Element Catalog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100" dirty="0"/>
          </a:p>
        </p:txBody>
      </p:sp>
      <p:sp>
        <p:nvSpPr>
          <p:cNvPr id="5" name="類別"/>
          <p:cNvSpPr/>
          <p:nvPr/>
        </p:nvSpPr>
        <p:spPr>
          <a:xfrm>
            <a:off x="438912" y="139354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6" name="流程方塊"/>
          <p:cNvSpPr/>
          <p:nvPr/>
        </p:nvSpPr>
        <p:spPr>
          <a:xfrm>
            <a:off x="1598528" y="1338682"/>
            <a:ext cx="877824" cy="307238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7" name="圖說"/>
          <p:cNvSpPr/>
          <p:nvPr/>
        </p:nvSpPr>
        <p:spPr>
          <a:xfrm>
            <a:off x="1499616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8" name="流程方塊"/>
          <p:cNvSpPr/>
          <p:nvPr/>
        </p:nvSpPr>
        <p:spPr>
          <a:xfrm>
            <a:off x="2718067" y="1338682"/>
            <a:ext cx="877824" cy="307238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9" name="圖說"/>
          <p:cNvSpPr/>
          <p:nvPr/>
        </p:nvSpPr>
        <p:spPr>
          <a:xfrm>
            <a:off x="2619155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0" name="流程方塊"/>
          <p:cNvSpPr/>
          <p:nvPr/>
        </p:nvSpPr>
        <p:spPr>
          <a:xfrm>
            <a:off x="3837606" y="1338682"/>
            <a:ext cx="877824" cy="307238"/>
          </a:xfrm>
          <a:prstGeom prst="rect">
            <a:avLst/>
          </a:prstGeom>
          <a:solidFill>
            <a:srgbClr val="EEF0F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1" name="圖說"/>
          <p:cNvSpPr/>
          <p:nvPr/>
        </p:nvSpPr>
        <p:spPr>
          <a:xfrm>
            <a:off x="3738694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2" name="流程方塊"/>
          <p:cNvSpPr/>
          <p:nvPr/>
        </p:nvSpPr>
        <p:spPr>
          <a:xfrm>
            <a:off x="4957145" y="1338682"/>
            <a:ext cx="877824" cy="307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3" name="圖說"/>
          <p:cNvSpPr/>
          <p:nvPr/>
        </p:nvSpPr>
        <p:spPr>
          <a:xfrm>
            <a:off x="4858233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4" name="流程方塊"/>
          <p:cNvSpPr/>
          <p:nvPr/>
        </p:nvSpPr>
        <p:spPr>
          <a:xfrm>
            <a:off x="6076684" y="1338682"/>
            <a:ext cx="877824" cy="307238"/>
          </a:xfrm>
          <a:prstGeom prst="rect">
            <a:avLst/>
          </a:prstGeom>
          <a:solidFill>
            <a:srgbClr val="FFFFFF"/>
          </a:solidFill>
          <a:ln w="1778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5" name="圖說"/>
          <p:cNvSpPr/>
          <p:nvPr/>
        </p:nvSpPr>
        <p:spPr>
          <a:xfrm>
            <a:off x="597777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6" name="流程方塊"/>
          <p:cNvSpPr/>
          <p:nvPr/>
        </p:nvSpPr>
        <p:spPr>
          <a:xfrm>
            <a:off x="7196223" y="1338682"/>
            <a:ext cx="877824" cy="307238"/>
          </a:xfrm>
          <a:prstGeom prst="rect">
            <a:avLst/>
          </a:prstGeom>
          <a:solidFill>
            <a:srgbClr val="4F5BD5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7" name="圖說"/>
          <p:cNvSpPr/>
          <p:nvPr/>
        </p:nvSpPr>
        <p:spPr>
          <a:xfrm>
            <a:off x="709731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8" name="流程方塊"/>
          <p:cNvSpPr/>
          <p:nvPr/>
        </p:nvSpPr>
        <p:spPr>
          <a:xfrm>
            <a:off x="8315763" y="1338682"/>
            <a:ext cx="877824" cy="307238"/>
          </a:xfrm>
          <a:prstGeom prst="rect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19" name="圖說"/>
          <p:cNvSpPr/>
          <p:nvPr/>
        </p:nvSpPr>
        <p:spPr>
          <a:xfrm>
            <a:off x="8216851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0" name="線條"/>
          <p:cNvSpPr/>
          <p:nvPr/>
        </p:nvSpPr>
        <p:spPr>
          <a:xfrm>
            <a:off x="438912" y="1810512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438912" y="194218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2" name="判斷菱形"/>
          <p:cNvSpPr/>
          <p:nvPr/>
        </p:nvSpPr>
        <p:spPr>
          <a:xfrm>
            <a:off x="1653392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3" name="圖說"/>
          <p:cNvSpPr/>
          <p:nvPr/>
        </p:nvSpPr>
        <p:spPr>
          <a:xfrm>
            <a:off x="1499616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4" name="判斷菱形"/>
          <p:cNvSpPr/>
          <p:nvPr/>
        </p:nvSpPr>
        <p:spPr>
          <a:xfrm>
            <a:off x="2772931" y="1850746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5" name="圖說"/>
          <p:cNvSpPr/>
          <p:nvPr/>
        </p:nvSpPr>
        <p:spPr>
          <a:xfrm>
            <a:off x="2619155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6" name="判斷菱形"/>
          <p:cNvSpPr/>
          <p:nvPr/>
        </p:nvSpPr>
        <p:spPr>
          <a:xfrm>
            <a:off x="3892470" y="1850746"/>
            <a:ext cx="768096" cy="380390"/>
          </a:xfrm>
          <a:prstGeom prst="diamond">
            <a:avLst/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7" name="圖說"/>
          <p:cNvSpPr/>
          <p:nvPr/>
        </p:nvSpPr>
        <p:spPr>
          <a:xfrm>
            <a:off x="3738694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8" name="判斷菱形"/>
          <p:cNvSpPr/>
          <p:nvPr/>
        </p:nvSpPr>
        <p:spPr>
          <a:xfrm>
            <a:off x="5012009" y="1850746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9" name="圖說"/>
          <p:cNvSpPr/>
          <p:nvPr/>
        </p:nvSpPr>
        <p:spPr>
          <a:xfrm>
            <a:off x="4858233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0" name="判斷菱形"/>
          <p:cNvSpPr/>
          <p:nvPr/>
        </p:nvSpPr>
        <p:spPr>
          <a:xfrm>
            <a:off x="6131548" y="1850746"/>
            <a:ext cx="768096" cy="380390"/>
          </a:xfrm>
          <a:prstGeom prst="diamond">
            <a:avLst/>
          </a:prstGeom>
          <a:solidFill>
            <a:srgbClr val="4F5BD5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1" name="圖說"/>
          <p:cNvSpPr/>
          <p:nvPr/>
        </p:nvSpPr>
        <p:spPr>
          <a:xfrm>
            <a:off x="597777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2" name="判斷菱形"/>
          <p:cNvSpPr/>
          <p:nvPr/>
        </p:nvSpPr>
        <p:spPr>
          <a:xfrm>
            <a:off x="7251087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3" name="圖說"/>
          <p:cNvSpPr/>
          <p:nvPr/>
        </p:nvSpPr>
        <p:spPr>
          <a:xfrm>
            <a:off x="709731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850746"/>
            <a:ext cx="892454" cy="380390"/>
            <a:chOff x="8264556" y="1850746"/>
            <a:chExt cx="892454" cy="380390"/>
          </a:xfrm>
        </p:grpSpPr>
        <p:sp>
          <p:nvSpPr>
            <p:cNvPr id="34" name="判斷菱形"/>
            <p:cNvSpPr/>
            <p:nvPr/>
          </p:nvSpPr>
          <p:spPr>
            <a:xfrm>
              <a:off x="8264556" y="1850746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8718099" y="2040941"/>
              <a:ext cx="438912" cy="0"/>
            </a:xfrm>
            <a:prstGeom prst="line">
              <a:avLst/>
            </a:prstGeom>
            <a:noFill/>
            <a:ln w="7620">
              <a:solidFill>
                <a:srgbClr val="7F7F7F"/>
              </a:solidFill>
              <a:prstDash val="solid"/>
              <a:tailEnd type="arrow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8732729" y="1894637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8216851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8" name="線條"/>
          <p:cNvSpPr/>
          <p:nvPr/>
        </p:nvSpPr>
        <p:spPr>
          <a:xfrm>
            <a:off x="438912" y="2395728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438912" y="247619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0" name="開始／結束"/>
          <p:cNvSpPr/>
          <p:nvPr/>
        </p:nvSpPr>
        <p:spPr>
          <a:xfrm>
            <a:off x="1598528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1" name="圖說"/>
          <p:cNvSpPr/>
          <p:nvPr/>
        </p:nvSpPr>
        <p:spPr>
          <a:xfrm>
            <a:off x="1499616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2" name="開始／結束"/>
          <p:cNvSpPr/>
          <p:nvPr/>
        </p:nvSpPr>
        <p:spPr>
          <a:xfrm>
            <a:off x="2718067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3" name="圖說"/>
          <p:cNvSpPr/>
          <p:nvPr/>
        </p:nvSpPr>
        <p:spPr>
          <a:xfrm>
            <a:off x="2619155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4" name="開始／結束"/>
          <p:cNvSpPr/>
          <p:nvPr/>
        </p:nvSpPr>
        <p:spPr>
          <a:xfrm>
            <a:off x="3837606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5" name="圖說"/>
          <p:cNvSpPr/>
          <p:nvPr/>
        </p:nvSpPr>
        <p:spPr>
          <a:xfrm>
            <a:off x="3738694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6" name="開始／結束"/>
          <p:cNvSpPr/>
          <p:nvPr/>
        </p:nvSpPr>
        <p:spPr>
          <a:xfrm>
            <a:off x="4957145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7" name="圖說"/>
          <p:cNvSpPr/>
          <p:nvPr/>
        </p:nvSpPr>
        <p:spPr>
          <a:xfrm>
            <a:off x="4858233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8" name="開始／結束"/>
          <p:cNvSpPr/>
          <p:nvPr/>
        </p:nvSpPr>
        <p:spPr>
          <a:xfrm>
            <a:off x="6076684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49" name="圖說"/>
          <p:cNvSpPr/>
          <p:nvPr/>
        </p:nvSpPr>
        <p:spPr>
          <a:xfrm>
            <a:off x="597777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0" name="線條"/>
          <p:cNvSpPr/>
          <p:nvPr/>
        </p:nvSpPr>
        <p:spPr>
          <a:xfrm>
            <a:off x="438912" y="2878531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1" name="類別"/>
          <p:cNvSpPr/>
          <p:nvPr/>
        </p:nvSpPr>
        <p:spPr>
          <a:xfrm>
            <a:off x="438912" y="296631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1613158" y="3065069"/>
            <a:ext cx="848563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53" name="圖說"/>
          <p:cNvSpPr/>
          <p:nvPr/>
        </p:nvSpPr>
        <p:spPr>
          <a:xfrm>
            <a:off x="1499616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4" name="線條"/>
          <p:cNvSpPr/>
          <p:nvPr/>
        </p:nvSpPr>
        <p:spPr>
          <a:xfrm>
            <a:off x="2732697" y="3065069"/>
            <a:ext cx="848563" cy="0"/>
          </a:xfrm>
          <a:prstGeom prst="line">
            <a:avLst/>
          </a:prstGeom>
          <a:noFill/>
          <a:ln w="22860">
            <a:solidFill>
              <a:srgbClr val="4F5BD5"/>
            </a:solidFill>
            <a:prstDash val="solid"/>
            <a:tailEnd type="triangle"/>
          </a:ln>
        </p:spPr>
      </p:sp>
      <p:sp>
        <p:nvSpPr>
          <p:cNvPr id="55" name="圖說"/>
          <p:cNvSpPr/>
          <p:nvPr/>
        </p:nvSpPr>
        <p:spPr>
          <a:xfrm>
            <a:off x="2619155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6" name="連接線"/>
          <p:cNvSpPr/>
          <p:nvPr/>
        </p:nvSpPr>
        <p:spPr>
          <a:xfrm>
            <a:off x="3852237" y="2955341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3738694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58" name="線條"/>
          <p:cNvSpPr/>
          <p:nvPr/>
        </p:nvSpPr>
        <p:spPr>
          <a:xfrm>
            <a:off x="4971776" y="3065069"/>
            <a:ext cx="848563" cy="0"/>
          </a:xfrm>
          <a:prstGeom prst="line">
            <a:avLst/>
          </a:prstGeom>
          <a:noFill/>
          <a:ln w="1016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59" name="圖說"/>
          <p:cNvSpPr/>
          <p:nvPr/>
        </p:nvSpPr>
        <p:spPr>
          <a:xfrm>
            <a:off x="4858233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0" name="線條"/>
          <p:cNvSpPr/>
          <p:nvPr/>
        </p:nvSpPr>
        <p:spPr>
          <a:xfrm>
            <a:off x="6091315" y="3065069"/>
            <a:ext cx="848563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1" name="圖說"/>
          <p:cNvSpPr/>
          <p:nvPr/>
        </p:nvSpPr>
        <p:spPr>
          <a:xfrm>
            <a:off x="597777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962656"/>
            <a:ext cx="512064" cy="204826"/>
            <a:chOff x="7371788" y="2962656"/>
            <a:chExt cx="512064" cy="204826"/>
          </a:xfrm>
        </p:grpSpPr>
        <p:sp>
          <p:nvSpPr>
            <p:cNvPr id="62" name="三角分隔"/>
            <p:cNvSpPr/>
            <p:nvPr/>
          </p:nvSpPr>
          <p:spPr>
            <a:xfrm>
              <a:off x="7371788" y="2984602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3" name="V 形分隔"/>
            <p:cNvSpPr/>
            <p:nvPr/>
          </p:nvSpPr>
          <p:spPr>
            <a:xfrm>
              <a:off x="7766809" y="2962656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4" name="圖說"/>
          <p:cNvSpPr/>
          <p:nvPr/>
        </p:nvSpPr>
        <p:spPr>
          <a:xfrm>
            <a:off x="709731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5" name="區塊箭頭"/>
          <p:cNvSpPr/>
          <p:nvPr/>
        </p:nvSpPr>
        <p:spPr>
          <a:xfrm>
            <a:off x="8352339" y="2918765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8216851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67" name="線條"/>
          <p:cNvSpPr/>
          <p:nvPr/>
        </p:nvSpPr>
        <p:spPr>
          <a:xfrm>
            <a:off x="438912" y="337596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68" name="類別"/>
          <p:cNvSpPr/>
          <p:nvPr/>
        </p:nvSpPr>
        <p:spPr>
          <a:xfrm>
            <a:off x="438912" y="3478378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69" name="警示方塊"/>
          <p:cNvSpPr/>
          <p:nvPr/>
        </p:nvSpPr>
        <p:spPr>
          <a:xfrm>
            <a:off x="1598528" y="3416198"/>
            <a:ext cx="877824" cy="321869"/>
          </a:xfrm>
          <a:prstGeom prst="rect">
            <a:avLst/>
          </a:prstGeom>
          <a:solidFill>
            <a:srgbClr val="FFFFFF"/>
          </a:solidFill>
          <a:ln w="15240">
            <a:solidFill>
              <a:srgbClr val="C0504D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0" name="圖說"/>
          <p:cNvSpPr/>
          <p:nvPr/>
        </p:nvSpPr>
        <p:spPr>
          <a:xfrm>
            <a:off x="1499616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1" name="警示方塊"/>
          <p:cNvSpPr/>
          <p:nvPr/>
        </p:nvSpPr>
        <p:spPr>
          <a:xfrm>
            <a:off x="2718067" y="3416198"/>
            <a:ext cx="877824" cy="321869"/>
          </a:xfrm>
          <a:prstGeom prst="rect">
            <a:avLst/>
          </a:prstGeom>
          <a:solidFill>
            <a:srgbClr val="F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2" name="圖說"/>
          <p:cNvSpPr/>
          <p:nvPr/>
        </p:nvSpPr>
        <p:spPr>
          <a:xfrm>
            <a:off x="2619155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3" name="警示方塊"/>
          <p:cNvSpPr/>
          <p:nvPr/>
        </p:nvSpPr>
        <p:spPr>
          <a:xfrm>
            <a:off x="3837606" y="3416198"/>
            <a:ext cx="877824" cy="321869"/>
          </a:xfrm>
          <a:prstGeom prst="rect">
            <a:avLst/>
          </a:prstGeom>
          <a:solidFill>
            <a:srgbClr val="C0504D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4" name="圖說"/>
          <p:cNvSpPr/>
          <p:nvPr/>
        </p:nvSpPr>
        <p:spPr>
          <a:xfrm>
            <a:off x="3738694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412980"/>
            <a:ext cx="380835" cy="328306"/>
            <a:chOff x="5205640" y="3412980"/>
            <a:chExt cx="380835" cy="328306"/>
          </a:xfrm>
        </p:grpSpPr>
        <p:sp>
          <p:nvSpPr>
            <p:cNvPr id="75" name="警告三角"/>
            <p:cNvSpPr/>
            <p:nvPr/>
          </p:nvSpPr>
          <p:spPr>
            <a:xfrm>
              <a:off x="5205640" y="3412980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6" name="驚嘆號"/>
            <p:cNvSpPr/>
            <p:nvPr/>
          </p:nvSpPr>
          <p:spPr>
            <a:xfrm>
              <a:off x="5205640" y="3511472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77" name="圖說"/>
          <p:cNvSpPr/>
          <p:nvPr/>
        </p:nvSpPr>
        <p:spPr>
          <a:xfrm>
            <a:off x="4858233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78" name="錯誤標記"/>
          <p:cNvSpPr/>
          <p:nvPr/>
        </p:nvSpPr>
        <p:spPr>
          <a:xfrm>
            <a:off x="6383630" y="3445167"/>
            <a:ext cx="263932" cy="26393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79" name="圖說"/>
          <p:cNvSpPr/>
          <p:nvPr/>
        </p:nvSpPr>
        <p:spPr>
          <a:xfrm>
            <a:off x="597777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368650"/>
            <a:ext cx="925373" cy="369418"/>
            <a:chOff x="7196223" y="3368650"/>
            <a:chExt cx="925373" cy="369418"/>
          </a:xfrm>
        </p:grpSpPr>
        <p:sp>
          <p:nvSpPr>
            <p:cNvPr id="80" name="流程方塊"/>
            <p:cNvSpPr/>
            <p:nvPr/>
          </p:nvSpPr>
          <p:spPr>
            <a:xfrm>
              <a:off x="7196223" y="3416198"/>
              <a:ext cx="877824" cy="321869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1" name="提示紅點"/>
            <p:cNvSpPr/>
            <p:nvPr/>
          </p:nvSpPr>
          <p:spPr>
            <a:xfrm>
              <a:off x="7997238" y="3368650"/>
              <a:ext cx="124358" cy="124358"/>
            </a:xfrm>
            <a:prstGeom prst="ellipse">
              <a:avLst/>
            </a:prstGeom>
            <a:solidFill>
              <a:srgbClr val="C0504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2" name="圖說"/>
          <p:cNvSpPr/>
          <p:nvPr/>
        </p:nvSpPr>
        <p:spPr>
          <a:xfrm>
            <a:off x="709731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3" name="連接線"/>
          <p:cNvSpPr/>
          <p:nvPr/>
        </p:nvSpPr>
        <p:spPr>
          <a:xfrm>
            <a:off x="8330393" y="3460090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8216851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5" name="線條"/>
          <p:cNvSpPr/>
          <p:nvPr/>
        </p:nvSpPr>
        <p:spPr>
          <a:xfrm>
            <a:off x="438912" y="390265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6" name="類別"/>
          <p:cNvSpPr/>
          <p:nvPr/>
        </p:nvSpPr>
        <p:spPr>
          <a:xfrm>
            <a:off x="438912" y="4070909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87" name="大圓"/>
          <p:cNvSpPr/>
          <p:nvPr/>
        </p:nvSpPr>
        <p:spPr>
          <a:xfrm>
            <a:off x="1810669" y="3942893"/>
            <a:ext cx="453542" cy="453542"/>
          </a:xfrm>
          <a:prstGeom prst="ellipse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499616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99002"/>
            <a:ext cx="541325" cy="541325"/>
            <a:chOff x="2886317" y="3899002"/>
            <a:chExt cx="541325" cy="541325"/>
          </a:xfrm>
        </p:grpSpPr>
        <p:sp>
          <p:nvSpPr>
            <p:cNvPr id="89" name="外圈細環"/>
            <p:cNvSpPr/>
            <p:nvPr/>
          </p:nvSpPr>
          <p:spPr>
            <a:xfrm>
              <a:off x="2886317" y="3899002"/>
              <a:ext cx="541325" cy="541325"/>
            </a:xfrm>
            <a:prstGeom prst="ellipse">
              <a:avLst/>
            </a:prstGeom>
            <a:noFill/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大圓"/>
            <p:cNvSpPr/>
            <p:nvPr/>
          </p:nvSpPr>
          <p:spPr>
            <a:xfrm>
              <a:off x="2930208" y="3942893"/>
              <a:ext cx="453542" cy="453542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1" name="圖說"/>
          <p:cNvSpPr/>
          <p:nvPr/>
        </p:nvSpPr>
        <p:spPr>
          <a:xfrm>
            <a:off x="2619155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2" name="外框圓"/>
          <p:cNvSpPr/>
          <p:nvPr/>
        </p:nvSpPr>
        <p:spPr>
          <a:xfrm>
            <a:off x="4049747" y="3942893"/>
            <a:ext cx="453542" cy="453542"/>
          </a:xfrm>
          <a:prstGeom prst="ellipse">
            <a:avLst/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3738694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64460" y="4045306"/>
            <a:ext cx="863194" cy="248717"/>
            <a:chOff x="4964460" y="4045306"/>
            <a:chExt cx="863194" cy="248717"/>
          </a:xfrm>
        </p:grpSpPr>
        <p:sp>
          <p:nvSpPr>
            <p:cNvPr id="94" name="編號"/>
            <p:cNvSpPr/>
            <p:nvPr/>
          </p:nvSpPr>
          <p:spPr>
            <a:xfrm>
              <a:off x="4964460" y="4045306"/>
              <a:ext cx="248717" cy="248717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5" name="編號"/>
            <p:cNvSpPr/>
            <p:nvPr/>
          </p:nvSpPr>
          <p:spPr>
            <a:xfrm>
              <a:off x="5271699" y="4045306"/>
              <a:ext cx="248717" cy="248717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5578937" y="4045306"/>
              <a:ext cx="248717" cy="248717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3A3A3A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97" name="圖說"/>
          <p:cNvSpPr/>
          <p:nvPr/>
        </p:nvSpPr>
        <p:spPr>
          <a:xfrm>
            <a:off x="4858233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98" name="標籤"/>
          <p:cNvSpPr/>
          <p:nvPr/>
        </p:nvSpPr>
        <p:spPr>
          <a:xfrm>
            <a:off x="6193760" y="4052621"/>
            <a:ext cx="643673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99" name="圖說"/>
          <p:cNvSpPr/>
          <p:nvPr/>
        </p:nvSpPr>
        <p:spPr>
          <a:xfrm>
            <a:off x="597777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4059936"/>
            <a:ext cx="885952" cy="219456"/>
            <a:chOff x="7192159" y="4059936"/>
            <a:chExt cx="885952" cy="219456"/>
          </a:xfrm>
        </p:grpSpPr>
        <p:sp>
          <p:nvSpPr>
            <p:cNvPr id="100" name="標籤"/>
            <p:cNvSpPr/>
            <p:nvPr/>
          </p:nvSpPr>
          <p:spPr>
            <a:xfrm>
              <a:off x="7192159" y="4059936"/>
              <a:ext cx="413715" cy="219456"/>
            </a:xfrm>
            <a:prstGeom prst="rect">
              <a:avLst/>
            </a:prstGeom>
            <a:noFill/>
            <a:ln w="7620">
              <a:solidFill>
                <a:srgbClr val="3A3A3A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1" name="標籤"/>
            <p:cNvSpPr/>
            <p:nvPr/>
          </p:nvSpPr>
          <p:spPr>
            <a:xfrm>
              <a:off x="7664396" y="4059936"/>
              <a:ext cx="413715" cy="219456"/>
            </a:xfrm>
            <a:prstGeom prst="rect">
              <a:avLst/>
            </a:prstGeom>
            <a:noFill/>
            <a:ln w="7620">
              <a:solidFill>
                <a:srgbClr val="A6A6A6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2" name="圖說"/>
          <p:cNvSpPr/>
          <p:nvPr/>
        </p:nvSpPr>
        <p:spPr>
          <a:xfrm>
            <a:off x="709731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114800"/>
            <a:ext cx="548640" cy="109728"/>
            <a:chOff x="8480355" y="4114800"/>
            <a:chExt cx="548640" cy="109728"/>
          </a:xfrm>
        </p:grpSpPr>
        <p:sp>
          <p:nvSpPr>
            <p:cNvPr id="103" name="圓點"/>
            <p:cNvSpPr/>
            <p:nvPr/>
          </p:nvSpPr>
          <p:spPr>
            <a:xfrm>
              <a:off x="8480355" y="4114800"/>
              <a:ext cx="109728" cy="109728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4" name="圓點"/>
            <p:cNvSpPr/>
            <p:nvPr/>
          </p:nvSpPr>
          <p:spPr>
            <a:xfrm>
              <a:off x="8699811" y="4114800"/>
              <a:ext cx="109728" cy="109728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8919267" y="4114800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6" name="圖說"/>
          <p:cNvSpPr/>
          <p:nvPr/>
        </p:nvSpPr>
        <p:spPr>
          <a:xfrm>
            <a:off x="8216851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07" name="線條"/>
          <p:cNvSpPr/>
          <p:nvPr/>
        </p:nvSpPr>
        <p:spPr>
          <a:xfrm>
            <a:off x="438912" y="456102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08" name="類別"/>
          <p:cNvSpPr/>
          <p:nvPr/>
        </p:nvSpPr>
        <p:spPr>
          <a:xfrm>
            <a:off x="438912" y="467075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79315"/>
            <a:ext cx="877824" cy="358445"/>
            <a:chOff x="1598528" y="4579315"/>
            <a:chExt cx="877824" cy="358445"/>
          </a:xfrm>
        </p:grpSpPr>
        <p:sp>
          <p:nvSpPr>
            <p:cNvPr id="109" name="群組框"/>
            <p:cNvSpPr/>
            <p:nvPr/>
          </p:nvSpPr>
          <p:spPr>
            <a:xfrm>
              <a:off x="1598528" y="4645152"/>
              <a:ext cx="877824" cy="292608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群組名稱"/>
            <p:cNvSpPr/>
            <p:nvPr/>
          </p:nvSpPr>
          <p:spPr>
            <a:xfrm>
              <a:off x="1671680" y="4579315"/>
              <a:ext cx="453542" cy="1316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1" name="圖說"/>
          <p:cNvSpPr/>
          <p:nvPr/>
        </p:nvSpPr>
        <p:spPr>
          <a:xfrm>
            <a:off x="1499616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2" name="淺灰面板"/>
          <p:cNvSpPr/>
          <p:nvPr/>
        </p:nvSpPr>
        <p:spPr>
          <a:xfrm>
            <a:off x="2718067" y="4601261"/>
            <a:ext cx="877824" cy="3364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2619155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4" name="卡片"/>
          <p:cNvSpPr/>
          <p:nvPr/>
        </p:nvSpPr>
        <p:spPr>
          <a:xfrm>
            <a:off x="3837606" y="4601261"/>
            <a:ext cx="877824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3738694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16" name="卡片"/>
          <p:cNvSpPr/>
          <p:nvPr/>
        </p:nvSpPr>
        <p:spPr>
          <a:xfrm>
            <a:off x="4957145" y="4601261"/>
            <a:ext cx="877824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4858233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601261"/>
            <a:ext cx="877824" cy="336499"/>
            <a:chOff x="6076684" y="4601261"/>
            <a:chExt cx="877824" cy="336499"/>
          </a:xfrm>
        </p:grpSpPr>
        <p:sp>
          <p:nvSpPr>
            <p:cNvPr id="118" name="卡片"/>
            <p:cNvSpPr/>
            <p:nvPr/>
          </p:nvSpPr>
          <p:spPr>
            <a:xfrm>
              <a:off x="6076684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9" name="表頭"/>
            <p:cNvSpPr/>
            <p:nvPr/>
          </p:nvSpPr>
          <p:spPr>
            <a:xfrm>
              <a:off x="6076684" y="4601261"/>
              <a:ext cx="877824" cy="117043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0" name="圖說"/>
          <p:cNvSpPr/>
          <p:nvPr/>
        </p:nvSpPr>
        <p:spPr>
          <a:xfrm>
            <a:off x="597777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601261"/>
            <a:ext cx="877824" cy="336499"/>
            <a:chOff x="7196223" y="4601261"/>
            <a:chExt cx="877824" cy="336499"/>
          </a:xfrm>
        </p:grpSpPr>
        <p:sp>
          <p:nvSpPr>
            <p:cNvPr id="121" name="卡片"/>
            <p:cNvSpPr/>
            <p:nvPr/>
          </p:nvSpPr>
          <p:spPr>
            <a:xfrm>
              <a:off x="7196223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側邊色條"/>
            <p:cNvSpPr/>
            <p:nvPr/>
          </p:nvSpPr>
          <p:spPr>
            <a:xfrm>
              <a:off x="7196223" y="4601261"/>
              <a:ext cx="43891" cy="336499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709731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601261"/>
            <a:ext cx="585216" cy="336499"/>
            <a:chOff x="8462067" y="4601261"/>
            <a:chExt cx="585216" cy="336499"/>
          </a:xfrm>
        </p:grpSpPr>
        <p:sp>
          <p:nvSpPr>
            <p:cNvPr id="124" name="寬欄條"/>
            <p:cNvSpPr/>
            <p:nvPr/>
          </p:nvSpPr>
          <p:spPr>
            <a:xfrm>
              <a:off x="8462067" y="4601261"/>
              <a:ext cx="248717" cy="336499"/>
            </a:xfrm>
            <a:prstGeom prst="rect">
              <a:avLst/>
            </a:prstGeom>
            <a:noFill/>
            <a:ln w="7620">
              <a:solidFill>
                <a:srgbClr val="A6A6A6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寬欄條"/>
            <p:cNvSpPr/>
            <p:nvPr/>
          </p:nvSpPr>
          <p:spPr>
            <a:xfrm>
              <a:off x="8798566" y="4601261"/>
              <a:ext cx="248717" cy="336499"/>
            </a:xfrm>
            <a:prstGeom prst="rect">
              <a:avLst/>
            </a:prstGeom>
            <a:noFill/>
            <a:ln w="7620">
              <a:solidFill>
                <a:srgbClr val="A6A6A6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8216851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27" name="線條"/>
          <p:cNvSpPr/>
          <p:nvPr/>
        </p:nvSpPr>
        <p:spPr>
          <a:xfrm>
            <a:off x="1389888" y="1360627"/>
            <a:ext cx="0" cy="3701491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常見組合 Common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100" dirty="0"/>
          </a:p>
        </p:txBody>
      </p:sp>
      <p:sp>
        <p:nvSpPr>
          <p:cNvPr id="5" name="組合名稱"/>
          <p:cNvSpPr/>
          <p:nvPr/>
        </p:nvSpPr>
        <p:spPr>
          <a:xfrm>
            <a:off x="438912" y="138988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6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7" name="處理"/>
            <p:cNvSpPr/>
            <p:nvPr/>
          </p:nvSpPr>
          <p:spPr>
            <a:xfrm>
              <a:off x="438912" y="2136038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8" name="編號"/>
            <p:cNvSpPr/>
            <p:nvPr/>
          </p:nvSpPr>
          <p:spPr>
            <a:xfrm>
              <a:off x="614477" y="1821485"/>
              <a:ext cx="190195" cy="190195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9" name="處理"/>
            <p:cNvSpPr/>
            <p:nvPr/>
          </p:nvSpPr>
          <p:spPr>
            <a:xfrm>
              <a:off x="1217341" y="2136038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1392906" y="1821485"/>
              <a:ext cx="190195" cy="190195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95769" y="2136038"/>
              <a:ext cx="541325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171334" y="1821485"/>
              <a:ext cx="190195" cy="190195"/>
            </a:xfrm>
            <a:prstGeom prst="ellipse">
              <a:avLst/>
            </a:prstGeom>
            <a:solidFill>
              <a:srgbClr val="FFFFFF"/>
            </a:solidFill>
            <a:ln w="7620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3" name="連接線"/>
            <p:cNvCxnSpPr>
              <a:stCxn id="7" idx="3"/>
              <a:endCxn id="9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14" name="連接線"/>
            <p:cNvCxnSpPr>
              <a:stCxn id="9" idx="3"/>
              <a:endCxn id="11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15" name="組合名稱"/>
          <p:cNvSpPr/>
          <p:nvPr/>
        </p:nvSpPr>
        <p:spPr>
          <a:xfrm>
            <a:off x="2698029" y="138988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6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17" name="處理"/>
            <p:cNvSpPr/>
            <p:nvPr/>
          </p:nvSpPr>
          <p:spPr>
            <a:xfrm>
              <a:off x="2698029" y="1858061"/>
              <a:ext cx="526694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18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19" name="連接線"/>
            <p:cNvCxnSpPr>
              <a:stCxn id="17" idx="3"/>
              <a:endCxn id="18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0" name="處理"/>
            <p:cNvSpPr/>
            <p:nvPr/>
          </p:nvSpPr>
          <p:spPr>
            <a:xfrm>
              <a:off x="4254886" y="1858061"/>
              <a:ext cx="541325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1" name="連接線"/>
            <p:cNvCxnSpPr>
              <a:stCxn id="18" idx="3"/>
              <a:endCxn id="20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2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3" name="處理"/>
            <p:cNvSpPr/>
            <p:nvPr/>
          </p:nvSpPr>
          <p:spPr>
            <a:xfrm>
              <a:off x="3451494" y="2604211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4" name="連接線"/>
            <p:cNvCxnSpPr>
              <a:stCxn id="18" idx="2"/>
              <a:endCxn id="23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6" name="組合名稱"/>
          <p:cNvSpPr/>
          <p:nvPr/>
        </p:nvSpPr>
        <p:spPr>
          <a:xfrm>
            <a:off x="4957145" y="138988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27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28" name="處理"/>
            <p:cNvSpPr/>
            <p:nvPr/>
          </p:nvSpPr>
          <p:spPr>
            <a:xfrm>
              <a:off x="4957145" y="1945843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29" name="處理"/>
            <p:cNvSpPr/>
            <p:nvPr/>
          </p:nvSpPr>
          <p:spPr>
            <a:xfrm>
              <a:off x="5735574" y="1945843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0" name="處理"/>
            <p:cNvSpPr/>
            <p:nvPr/>
          </p:nvSpPr>
          <p:spPr>
            <a:xfrm>
              <a:off x="6514003" y="1945843"/>
              <a:ext cx="541325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1" name="連接線"/>
            <p:cNvCxnSpPr>
              <a:stCxn id="28" idx="3"/>
              <a:endCxn id="29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32" name="連接線"/>
            <p:cNvCxnSpPr>
              <a:stCxn id="29" idx="3"/>
              <a:endCxn id="30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33" name="連接線"/>
            <p:cNvCxnSpPr>
              <a:stCxn id="29" idx="2"/>
              <a:endCxn id="28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4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5" name="組合名稱"/>
          <p:cNvSpPr/>
          <p:nvPr/>
        </p:nvSpPr>
        <p:spPr>
          <a:xfrm>
            <a:off x="7216262" y="138988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36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37" name="處理"/>
            <p:cNvSpPr/>
            <p:nvPr/>
          </p:nvSpPr>
          <p:spPr>
            <a:xfrm>
              <a:off x="7216262" y="2253082"/>
              <a:ext cx="585216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38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39" name="連接線"/>
            <p:cNvCxnSpPr>
              <a:stCxn id="37" idx="3"/>
              <a:endCxn id="38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0" name="處理"/>
            <p:cNvSpPr/>
            <p:nvPr/>
          </p:nvSpPr>
          <p:spPr>
            <a:xfrm>
              <a:off x="8860902" y="2253082"/>
              <a:ext cx="453542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1" name="連接線"/>
            <p:cNvCxnSpPr>
              <a:stCxn id="38" idx="3"/>
              <a:endCxn id="40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2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3" name="連接線"/>
            <p:cNvCxnSpPr>
              <a:stCxn id="38" idx="0"/>
              <a:endCxn id="37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4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45" name="組合名稱"/>
          <p:cNvSpPr/>
          <p:nvPr/>
        </p:nvSpPr>
        <p:spPr>
          <a:xfrm>
            <a:off x="438912" y="323331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46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47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8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49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1" name="處理"/>
            <p:cNvSpPr/>
            <p:nvPr/>
          </p:nvSpPr>
          <p:spPr>
            <a:xfrm>
              <a:off x="877824" y="3694176"/>
              <a:ext cx="512064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2" name="處理"/>
            <p:cNvSpPr/>
            <p:nvPr/>
          </p:nvSpPr>
          <p:spPr>
            <a:xfrm>
              <a:off x="1609344" y="4323283"/>
              <a:ext cx="512064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3" name="處理"/>
            <p:cNvSpPr/>
            <p:nvPr/>
          </p:nvSpPr>
          <p:spPr>
            <a:xfrm>
              <a:off x="1966509" y="3694176"/>
              <a:ext cx="512064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54" name="連接線"/>
            <p:cNvCxnSpPr>
              <a:stCxn id="51" idx="3"/>
              <a:endCxn id="52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55" name="連接線"/>
            <p:cNvCxnSpPr>
              <a:stCxn id="52" idx="3"/>
              <a:endCxn id="53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56" name="組合名稱"/>
          <p:cNvSpPr/>
          <p:nvPr/>
        </p:nvSpPr>
        <p:spPr>
          <a:xfrm>
            <a:off x="2698029" y="323331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57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58" name="處理"/>
            <p:cNvSpPr/>
            <p:nvPr/>
          </p:nvSpPr>
          <p:spPr>
            <a:xfrm>
              <a:off x="2698029" y="3986784"/>
              <a:ext cx="409651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59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處理"/>
            <p:cNvSpPr/>
            <p:nvPr/>
          </p:nvSpPr>
          <p:spPr>
            <a:xfrm>
              <a:off x="3458809" y="3650285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3458809" y="4323283"/>
              <a:ext cx="541325" cy="30723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2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3" name="處理"/>
            <p:cNvSpPr/>
            <p:nvPr/>
          </p:nvSpPr>
          <p:spPr>
            <a:xfrm>
              <a:off x="4342668" y="3986784"/>
              <a:ext cx="453542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64" name="連接線"/>
            <p:cNvCxnSpPr>
              <a:stCxn id="58" idx="3"/>
              <a:endCxn id="59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5" name="連接線"/>
            <p:cNvCxnSpPr>
              <a:endCxn id="60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6" name="連接線"/>
            <p:cNvCxnSpPr>
              <a:endCxn id="61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7" name="連接線"/>
            <p:cNvCxnSpPr>
              <a:stCxn id="60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8" name="連接線"/>
            <p:cNvCxnSpPr>
              <a:stCxn id="61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9" name="連接線"/>
            <p:cNvCxnSpPr>
              <a:stCxn id="62" idx="3"/>
              <a:endCxn id="63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70" name="組合名稱"/>
          <p:cNvSpPr/>
          <p:nvPr/>
        </p:nvSpPr>
        <p:spPr>
          <a:xfrm>
            <a:off x="4957145" y="323331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1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72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73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74" name="處理"/>
            <p:cNvSpPr/>
            <p:nvPr/>
          </p:nvSpPr>
          <p:spPr>
            <a:xfrm>
              <a:off x="5750204" y="3891686"/>
              <a:ext cx="512064" cy="307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F5BD5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75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76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77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78" name="連接線"/>
            <p:cNvCxnSpPr>
              <a:stCxn id="72" idx="2"/>
              <a:endCxn id="74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79" name="連接線"/>
            <p:cNvCxnSpPr>
              <a:stCxn id="74" idx="3"/>
              <a:endCxn id="76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80" name="組合名稱"/>
          <p:cNvSpPr/>
          <p:nvPr/>
        </p:nvSpPr>
        <p:spPr>
          <a:xfrm>
            <a:off x="7216262" y="3233318"/>
            <a:ext cx="209818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81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82" name="卡片"/>
            <p:cNvSpPr/>
            <p:nvPr/>
          </p:nvSpPr>
          <p:spPr>
            <a:xfrm>
              <a:off x="7216262" y="3672230"/>
              <a:ext cx="863194" cy="95097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84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85" name="線條"/>
            <p:cNvSpPr/>
            <p:nvPr/>
          </p:nvSpPr>
          <p:spPr>
            <a:xfrm>
              <a:off x="8075158" y="4147718"/>
              <a:ext cx="380390" cy="0"/>
            </a:xfrm>
            <a:prstGeom prst="line">
              <a:avLst/>
            </a:prstGeom>
            <a:noFill/>
            <a:ln w="7620">
              <a:solidFill>
                <a:srgbClr val="707070"/>
              </a:solidFill>
              <a:prstDash val="solid"/>
              <a:tailEnd type="arrow" w="lg" len="lg"/>
            </a:ln>
          </p:spPr>
        </p:sp>
        <p:sp>
          <p:nvSpPr>
            <p:cNvPr id="86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88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89" name="Text 87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常見組合（二）Common Patterns 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100" dirty="0"/>
          </a:p>
        </p:txBody>
      </p:sp>
      <p:sp>
        <p:nvSpPr>
          <p:cNvPr id="5" name="組合名稱"/>
          <p:cNvSpPr/>
          <p:nvPr/>
        </p:nvSpPr>
        <p:spPr>
          <a:xfrm>
            <a:off x="438912" y="1389888"/>
            <a:ext cx="27927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6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9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0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4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5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7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29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1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2" name="組合名稱"/>
          <p:cNvSpPr/>
          <p:nvPr/>
        </p:nvSpPr>
        <p:spPr>
          <a:xfrm>
            <a:off x="3480328" y="1389888"/>
            <a:ext cx="27927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3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BD5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6" name="組合名稱"/>
          <p:cNvSpPr/>
          <p:nvPr/>
        </p:nvSpPr>
        <p:spPr>
          <a:xfrm>
            <a:off x="6521745" y="1389888"/>
            <a:ext cx="27927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37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38" name="問題"/>
            <p:cNvSpPr/>
            <p:nvPr/>
          </p:nvSpPr>
          <p:spPr>
            <a:xfrm>
              <a:off x="6521745" y="1843430"/>
              <a:ext cx="746150" cy="848563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C0504D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39" name="原因"/>
            <p:cNvSpPr/>
            <p:nvPr/>
          </p:nvSpPr>
          <p:spPr>
            <a:xfrm>
              <a:off x="7545019" y="1843430"/>
              <a:ext cx="746150" cy="84856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0" name="對策"/>
            <p:cNvSpPr/>
            <p:nvPr/>
          </p:nvSpPr>
          <p:spPr>
            <a:xfrm>
              <a:off x="8568294" y="1843430"/>
              <a:ext cx="746150" cy="848563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CACEF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1" name="連接線"/>
            <p:cNvCxnSpPr>
              <a:stCxn id="38" idx="3"/>
              <a:endCxn id="39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42" name="連接線"/>
            <p:cNvCxnSpPr>
              <a:stCxn id="39" idx="3"/>
              <a:endCxn id="40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43" name="組合名稱"/>
          <p:cNvSpPr/>
          <p:nvPr/>
        </p:nvSpPr>
        <p:spPr>
          <a:xfrm>
            <a:off x="438912" y="3218688"/>
            <a:ext cx="27927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4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45" name="方案"/>
            <p:cNvSpPr/>
            <p:nvPr/>
          </p:nvSpPr>
          <p:spPr>
            <a:xfrm>
              <a:off x="438912" y="3555187"/>
              <a:ext cx="872378" cy="131673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6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48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49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0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1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4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5" name="表頭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CACEF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59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0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3" name="標籤"/>
            <p:cNvSpPr/>
            <p:nvPr/>
          </p:nvSpPr>
          <p:spPr>
            <a:xfrm>
              <a:off x="1658884" y="4813402"/>
              <a:ext cx="352755" cy="160934"/>
            </a:xfrm>
            <a:prstGeom prst="rect">
              <a:avLst/>
            </a:prstGeom>
            <a:noFill/>
            <a:ln w="7620">
              <a:solidFill>
                <a:srgbClr val="3A3A3A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4" name="方案"/>
            <p:cNvSpPr/>
            <p:nvPr/>
          </p:nvSpPr>
          <p:spPr>
            <a:xfrm>
              <a:off x="2359233" y="3555187"/>
              <a:ext cx="872378" cy="131673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67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8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69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0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3" name="組合名稱"/>
          <p:cNvSpPr/>
          <p:nvPr/>
        </p:nvSpPr>
        <p:spPr>
          <a:xfrm>
            <a:off x="3480328" y="3218688"/>
            <a:ext cx="27927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74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75" name="卡片"/>
            <p:cNvSpPr/>
            <p:nvPr/>
          </p:nvSpPr>
          <p:spPr>
            <a:xfrm>
              <a:off x="3480328" y="3672230"/>
              <a:ext cx="862625" cy="99486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6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78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79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0" name="卡片"/>
            <p:cNvSpPr/>
            <p:nvPr/>
          </p:nvSpPr>
          <p:spPr>
            <a:xfrm>
              <a:off x="4445366" y="3672230"/>
              <a:ext cx="862625" cy="99486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3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84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5" name="卡片"/>
            <p:cNvSpPr/>
            <p:nvPr/>
          </p:nvSpPr>
          <p:spPr>
            <a:xfrm>
              <a:off x="5410403" y="3672230"/>
              <a:ext cx="862625" cy="99486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88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89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0" name="組合名稱"/>
          <p:cNvSpPr/>
          <p:nvPr/>
        </p:nvSpPr>
        <p:spPr>
          <a:xfrm>
            <a:off x="6521745" y="3218688"/>
            <a:ext cx="27927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1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2" name="PDCA Plan"/>
            <p:cNvSpPr/>
            <p:nvPr/>
          </p:nvSpPr>
          <p:spPr>
            <a:xfrm>
              <a:off x="6521745" y="3555187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93" name="PDCA Do"/>
            <p:cNvSpPr/>
            <p:nvPr/>
          </p:nvSpPr>
          <p:spPr>
            <a:xfrm>
              <a:off x="8261055" y="3555187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94" name="PDCA Check"/>
            <p:cNvSpPr/>
            <p:nvPr/>
          </p:nvSpPr>
          <p:spPr>
            <a:xfrm>
              <a:off x="8261055" y="4374490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95" name="PDCA Act"/>
            <p:cNvSpPr/>
            <p:nvPr/>
          </p:nvSpPr>
          <p:spPr>
            <a:xfrm>
              <a:off x="6521745" y="4374490"/>
              <a:ext cx="1053389" cy="497434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96" name="連接線"/>
            <p:cNvCxnSpPr>
              <a:stCxn id="92" idx="3"/>
              <a:endCxn id="93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7" name="連接線"/>
            <p:cNvCxnSpPr>
              <a:stCxn id="93" idx="2"/>
              <a:endCxn id="94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8" name="連接線"/>
            <p:cNvCxnSpPr>
              <a:stCxn id="94" idx="1"/>
              <a:endCxn id="95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9" name="連接線"/>
            <p:cNvCxnSpPr>
              <a:stCxn id="95" idx="0"/>
              <a:endCxn id="92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100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1" name="Text 97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2" name="Text 98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圖示庫 Icon Library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精選 118 個 Material Symbols（Studio 共 521 個）：顏色、粗細跟著風格；每個都是可編輯圖案</a:t>
            </a:r>
            <a:endParaRPr lang="en-US" sz="1100" dirty="0"/>
          </a:p>
        </p:txBody>
      </p:sp>
      <p:sp>
        <p:nvSpPr>
          <p:cNvPr id="5" name="圖示 人員"/>
          <p:cNvSpPr/>
          <p:nvPr/>
        </p:nvSpPr>
        <p:spPr>
          <a:xfrm>
            <a:off x="540100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809" y="108126"/>
                </a:moveTo>
                <a:cubicBezTo>
                  <a:pt x="90445" y="101754"/>
                  <a:pt x="87256" y="93708"/>
                  <a:pt x="87256" y="83986"/>
                </a:cubicBezTo>
                <a:cubicBezTo>
                  <a:pt x="87256" y="74264"/>
                  <a:pt x="90445" y="66305"/>
                  <a:pt x="96809" y="60102"/>
                </a:cubicBezTo>
                <a:cubicBezTo>
                  <a:pt x="103013" y="53898"/>
                  <a:pt x="110979" y="50797"/>
                  <a:pt x="120701" y="50797"/>
                </a:cubicBezTo>
                <a:cubicBezTo>
                  <a:pt x="130423" y="50797"/>
                  <a:pt x="138389" y="53898"/>
                  <a:pt x="144592" y="60102"/>
                </a:cubicBezTo>
                <a:cubicBezTo>
                  <a:pt x="150956" y="66305"/>
                  <a:pt x="154146" y="74264"/>
                  <a:pt x="154146" y="83986"/>
                </a:cubicBezTo>
                <a:cubicBezTo>
                  <a:pt x="154146" y="93708"/>
                  <a:pt x="150956" y="101754"/>
                  <a:pt x="144592" y="108126"/>
                </a:cubicBezTo>
                <a:cubicBezTo>
                  <a:pt x="138389" y="114329"/>
                  <a:pt x="130423" y="117431"/>
                  <a:pt x="120701" y="117431"/>
                </a:cubicBezTo>
                <a:cubicBezTo>
                  <a:pt x="110979" y="117431"/>
                  <a:pt x="103013" y="114329"/>
                  <a:pt x="96809" y="108126"/>
                </a:cubicBezTo>
                <a:close/>
                <a:moveTo>
                  <a:pt x="45266" y="182558"/>
                </a:moveTo>
                <a:lnTo>
                  <a:pt x="45266" y="175016"/>
                </a:lnTo>
                <a:cubicBezTo>
                  <a:pt x="45266" y="169654"/>
                  <a:pt x="46686" y="164958"/>
                  <a:pt x="49539" y="160934"/>
                </a:cubicBezTo>
                <a:cubicBezTo>
                  <a:pt x="52384" y="156911"/>
                  <a:pt x="56078" y="153809"/>
                  <a:pt x="60599" y="151629"/>
                </a:cubicBezTo>
                <a:cubicBezTo>
                  <a:pt x="71331" y="146933"/>
                  <a:pt x="81557" y="143414"/>
                  <a:pt x="91279" y="141066"/>
                </a:cubicBezTo>
                <a:cubicBezTo>
                  <a:pt x="101169" y="138725"/>
                  <a:pt x="110979" y="137548"/>
                  <a:pt x="120701" y="137548"/>
                </a:cubicBezTo>
                <a:cubicBezTo>
                  <a:pt x="130423" y="137548"/>
                  <a:pt x="140145" y="138725"/>
                  <a:pt x="149874" y="141066"/>
                </a:cubicBezTo>
                <a:cubicBezTo>
                  <a:pt x="159764" y="143583"/>
                  <a:pt x="169991" y="147101"/>
                  <a:pt x="180546" y="151629"/>
                </a:cubicBezTo>
                <a:cubicBezTo>
                  <a:pt x="185243" y="153809"/>
                  <a:pt x="189017" y="156911"/>
                  <a:pt x="191863" y="160934"/>
                </a:cubicBezTo>
                <a:cubicBezTo>
                  <a:pt x="194716" y="164958"/>
                  <a:pt x="196142" y="169654"/>
                  <a:pt x="196142" y="175016"/>
                </a:cubicBezTo>
                <a:lnTo>
                  <a:pt x="196142" y="182558"/>
                </a:lnTo>
                <a:cubicBezTo>
                  <a:pt x="196142" y="185748"/>
                  <a:pt x="195052" y="188513"/>
                  <a:pt x="192873" y="190861"/>
                </a:cubicBezTo>
                <a:cubicBezTo>
                  <a:pt x="190524" y="193041"/>
                  <a:pt x="187759" y="194131"/>
                  <a:pt x="184570" y="194131"/>
                </a:cubicBezTo>
                <a:lnTo>
                  <a:pt x="56832" y="194131"/>
                </a:lnTo>
                <a:cubicBezTo>
                  <a:pt x="53642" y="194131"/>
                  <a:pt x="50877" y="193041"/>
                  <a:pt x="48529" y="190861"/>
                </a:cubicBezTo>
                <a:cubicBezTo>
                  <a:pt x="46349" y="188513"/>
                  <a:pt x="45266" y="185748"/>
                  <a:pt x="45266" y="182558"/>
                </a:cubicBezTo>
                <a:close/>
                <a:moveTo>
                  <a:pt x="56576" y="182814"/>
                </a:moveTo>
                <a:lnTo>
                  <a:pt x="184826" y="182814"/>
                </a:lnTo>
                <a:lnTo>
                  <a:pt x="184826" y="175016"/>
                </a:lnTo>
                <a:cubicBezTo>
                  <a:pt x="184826" y="172500"/>
                  <a:pt x="183985" y="169991"/>
                  <a:pt x="182309" y="167474"/>
                </a:cubicBezTo>
                <a:cubicBezTo>
                  <a:pt x="180634" y="165126"/>
                  <a:pt x="178454" y="163283"/>
                  <a:pt x="175770" y="161944"/>
                </a:cubicBezTo>
                <a:cubicBezTo>
                  <a:pt x="165879" y="157079"/>
                  <a:pt x="156575" y="153729"/>
                  <a:pt x="147862" y="151885"/>
                </a:cubicBezTo>
                <a:cubicBezTo>
                  <a:pt x="138974" y="149874"/>
                  <a:pt x="129918" y="148864"/>
                  <a:pt x="120701" y="148864"/>
                </a:cubicBezTo>
                <a:cubicBezTo>
                  <a:pt x="111484" y="148864"/>
                  <a:pt x="102427" y="149874"/>
                  <a:pt x="93547" y="151885"/>
                </a:cubicBezTo>
                <a:cubicBezTo>
                  <a:pt x="84491" y="153729"/>
                  <a:pt x="75105" y="157079"/>
                  <a:pt x="65383" y="161944"/>
                </a:cubicBezTo>
                <a:cubicBezTo>
                  <a:pt x="62867" y="163283"/>
                  <a:pt x="60767" y="165126"/>
                  <a:pt x="59092" y="167474"/>
                </a:cubicBezTo>
                <a:cubicBezTo>
                  <a:pt x="57417" y="169991"/>
                  <a:pt x="56576" y="172500"/>
                  <a:pt x="56576" y="175016"/>
                </a:cubicBezTo>
                <a:lnTo>
                  <a:pt x="56576" y="182814"/>
                </a:lnTo>
                <a:close/>
                <a:moveTo>
                  <a:pt x="136289" y="99831"/>
                </a:moveTo>
                <a:cubicBezTo>
                  <a:pt x="140481" y="95639"/>
                  <a:pt x="142581" y="90357"/>
                  <a:pt x="142581" y="83986"/>
                </a:cubicBezTo>
                <a:cubicBezTo>
                  <a:pt x="142581" y="77783"/>
                  <a:pt x="140481" y="72589"/>
                  <a:pt x="136289" y="68397"/>
                </a:cubicBezTo>
                <a:cubicBezTo>
                  <a:pt x="132098" y="64206"/>
                  <a:pt x="126904" y="62113"/>
                  <a:pt x="120701" y="62113"/>
                </a:cubicBezTo>
                <a:cubicBezTo>
                  <a:pt x="114498" y="62113"/>
                  <a:pt x="109304" y="64206"/>
                  <a:pt x="105112" y="68397"/>
                </a:cubicBezTo>
                <a:cubicBezTo>
                  <a:pt x="100920" y="72589"/>
                  <a:pt x="98821" y="77783"/>
                  <a:pt x="98821" y="83986"/>
                </a:cubicBezTo>
                <a:cubicBezTo>
                  <a:pt x="98821" y="90357"/>
                  <a:pt x="100920" y="95639"/>
                  <a:pt x="105112" y="99831"/>
                </a:cubicBezTo>
                <a:cubicBezTo>
                  <a:pt x="109304" y="104022"/>
                  <a:pt x="114498" y="106114"/>
                  <a:pt x="120701" y="106114"/>
                </a:cubicBezTo>
                <a:cubicBezTo>
                  <a:pt x="126904" y="106114"/>
                  <a:pt x="132098" y="104022"/>
                  <a:pt x="136289" y="99831"/>
                </a:cubicBezTo>
                <a:close/>
                <a:moveTo>
                  <a:pt x="120701" y="83986"/>
                </a:moveTo>
                <a:close/>
                <a:moveTo>
                  <a:pt x="120701" y="18281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424282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00" dirty="0"/>
          </a:p>
        </p:txBody>
      </p:sp>
      <p:sp>
        <p:nvSpPr>
          <p:cNvPr id="7" name="圖示 團隊"/>
          <p:cNvSpPr/>
          <p:nvPr/>
        </p:nvSpPr>
        <p:spPr>
          <a:xfrm>
            <a:off x="98387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600" y="175016"/>
                </a:moveTo>
                <a:cubicBezTo>
                  <a:pt x="17600" y="169822"/>
                  <a:pt x="19027" y="165206"/>
                  <a:pt x="21880" y="161183"/>
                </a:cubicBezTo>
                <a:cubicBezTo>
                  <a:pt x="24557" y="156992"/>
                  <a:pt x="28332" y="153809"/>
                  <a:pt x="33196" y="151629"/>
                </a:cubicBezTo>
                <a:cubicBezTo>
                  <a:pt x="44089" y="146933"/>
                  <a:pt x="54067" y="143414"/>
                  <a:pt x="63116" y="141066"/>
                </a:cubicBezTo>
                <a:cubicBezTo>
                  <a:pt x="72004" y="138725"/>
                  <a:pt x="81974" y="137548"/>
                  <a:pt x="93042" y="137548"/>
                </a:cubicBezTo>
                <a:cubicBezTo>
                  <a:pt x="104271" y="137548"/>
                  <a:pt x="114329" y="138725"/>
                  <a:pt x="123217" y="141066"/>
                </a:cubicBezTo>
                <a:cubicBezTo>
                  <a:pt x="132098" y="143414"/>
                  <a:pt x="141988" y="146933"/>
                  <a:pt x="152888" y="151629"/>
                </a:cubicBezTo>
                <a:cubicBezTo>
                  <a:pt x="157752" y="153809"/>
                  <a:pt x="161607" y="156992"/>
                  <a:pt x="164453" y="161183"/>
                </a:cubicBezTo>
                <a:cubicBezTo>
                  <a:pt x="167138" y="165206"/>
                  <a:pt x="168476" y="169822"/>
                  <a:pt x="168476" y="175016"/>
                </a:cubicBezTo>
                <a:lnTo>
                  <a:pt x="168476" y="182558"/>
                </a:lnTo>
                <a:cubicBezTo>
                  <a:pt x="168476" y="185579"/>
                  <a:pt x="167386" y="188257"/>
                  <a:pt x="165206" y="190605"/>
                </a:cubicBezTo>
                <a:cubicBezTo>
                  <a:pt x="163027" y="192953"/>
                  <a:pt x="160261" y="194131"/>
                  <a:pt x="156911" y="194131"/>
                </a:cubicBezTo>
                <a:lnTo>
                  <a:pt x="29173" y="194131"/>
                </a:lnTo>
                <a:cubicBezTo>
                  <a:pt x="25984" y="194131"/>
                  <a:pt x="23299" y="193041"/>
                  <a:pt x="21126" y="190861"/>
                </a:cubicBezTo>
                <a:cubicBezTo>
                  <a:pt x="18778" y="188513"/>
                  <a:pt x="17600" y="185748"/>
                  <a:pt x="17600" y="182558"/>
                </a:cubicBezTo>
                <a:lnTo>
                  <a:pt x="17600" y="175016"/>
                </a:lnTo>
                <a:close/>
                <a:moveTo>
                  <a:pt x="212236" y="194131"/>
                </a:moveTo>
                <a:lnTo>
                  <a:pt x="182558" y="194131"/>
                </a:lnTo>
                <a:cubicBezTo>
                  <a:pt x="183063" y="192280"/>
                  <a:pt x="183648" y="190437"/>
                  <a:pt x="184321" y="188593"/>
                </a:cubicBezTo>
                <a:cubicBezTo>
                  <a:pt x="184826" y="186750"/>
                  <a:pt x="185075" y="184738"/>
                  <a:pt x="185075" y="182558"/>
                </a:cubicBezTo>
                <a:lnTo>
                  <a:pt x="185075" y="175521"/>
                </a:lnTo>
                <a:cubicBezTo>
                  <a:pt x="185075" y="166465"/>
                  <a:pt x="183143" y="159091"/>
                  <a:pt x="179288" y="153392"/>
                </a:cubicBezTo>
                <a:cubicBezTo>
                  <a:pt x="175433" y="147694"/>
                  <a:pt x="169822" y="142829"/>
                  <a:pt x="162441" y="138806"/>
                </a:cubicBezTo>
                <a:cubicBezTo>
                  <a:pt x="171329" y="140145"/>
                  <a:pt x="179793" y="141827"/>
                  <a:pt x="187840" y="143839"/>
                </a:cubicBezTo>
                <a:cubicBezTo>
                  <a:pt x="195886" y="145850"/>
                  <a:pt x="202594" y="148279"/>
                  <a:pt x="207957" y="151125"/>
                </a:cubicBezTo>
                <a:cubicBezTo>
                  <a:pt x="212821" y="153809"/>
                  <a:pt x="216676" y="157248"/>
                  <a:pt x="219522" y="161439"/>
                </a:cubicBezTo>
                <a:cubicBezTo>
                  <a:pt x="222375" y="165631"/>
                  <a:pt x="223801" y="170320"/>
                  <a:pt x="223801" y="175521"/>
                </a:cubicBezTo>
                <a:lnTo>
                  <a:pt x="223801" y="182558"/>
                </a:lnTo>
                <a:cubicBezTo>
                  <a:pt x="223801" y="185748"/>
                  <a:pt x="222623" y="188513"/>
                  <a:pt x="220283" y="190861"/>
                </a:cubicBezTo>
                <a:cubicBezTo>
                  <a:pt x="218103" y="193041"/>
                  <a:pt x="215418" y="194131"/>
                  <a:pt x="212236" y="194131"/>
                </a:cubicBezTo>
                <a:close/>
                <a:moveTo>
                  <a:pt x="69151" y="108126"/>
                </a:moveTo>
                <a:cubicBezTo>
                  <a:pt x="62947" y="101754"/>
                  <a:pt x="59846" y="93708"/>
                  <a:pt x="59846" y="83986"/>
                </a:cubicBezTo>
                <a:cubicBezTo>
                  <a:pt x="59846" y="74264"/>
                  <a:pt x="62947" y="66305"/>
                  <a:pt x="69151" y="60102"/>
                </a:cubicBezTo>
                <a:cubicBezTo>
                  <a:pt x="75354" y="53898"/>
                  <a:pt x="83401" y="50797"/>
                  <a:pt x="93291" y="50797"/>
                </a:cubicBezTo>
                <a:cubicBezTo>
                  <a:pt x="103013" y="50797"/>
                  <a:pt x="110979" y="53898"/>
                  <a:pt x="117182" y="60102"/>
                </a:cubicBezTo>
                <a:cubicBezTo>
                  <a:pt x="123385" y="66305"/>
                  <a:pt x="126487" y="74264"/>
                  <a:pt x="126487" y="83986"/>
                </a:cubicBezTo>
                <a:cubicBezTo>
                  <a:pt x="126487" y="93708"/>
                  <a:pt x="123385" y="101754"/>
                  <a:pt x="117182" y="108126"/>
                </a:cubicBezTo>
                <a:cubicBezTo>
                  <a:pt x="110979" y="114329"/>
                  <a:pt x="103013" y="117431"/>
                  <a:pt x="93291" y="117431"/>
                </a:cubicBezTo>
                <a:cubicBezTo>
                  <a:pt x="83401" y="117431"/>
                  <a:pt x="75354" y="114329"/>
                  <a:pt x="69151" y="108126"/>
                </a:cubicBezTo>
                <a:close/>
                <a:moveTo>
                  <a:pt x="163195" y="108126"/>
                </a:moveTo>
                <a:cubicBezTo>
                  <a:pt x="156992" y="114329"/>
                  <a:pt x="149033" y="117431"/>
                  <a:pt x="139311" y="117431"/>
                </a:cubicBezTo>
                <a:cubicBezTo>
                  <a:pt x="138133" y="117431"/>
                  <a:pt x="136875" y="117350"/>
                  <a:pt x="135536" y="117182"/>
                </a:cubicBezTo>
                <a:cubicBezTo>
                  <a:pt x="134366" y="117014"/>
                  <a:pt x="133188" y="116758"/>
                  <a:pt x="132017" y="116429"/>
                </a:cubicBezTo>
                <a:cubicBezTo>
                  <a:pt x="135536" y="112405"/>
                  <a:pt x="138221" y="107709"/>
                  <a:pt x="140064" y="102347"/>
                </a:cubicBezTo>
                <a:cubicBezTo>
                  <a:pt x="141908" y="96809"/>
                  <a:pt x="142829" y="90694"/>
                  <a:pt x="142829" y="83986"/>
                </a:cubicBezTo>
                <a:cubicBezTo>
                  <a:pt x="142829" y="77453"/>
                  <a:pt x="141908" y="71579"/>
                  <a:pt x="140064" y="66385"/>
                </a:cubicBezTo>
                <a:cubicBezTo>
                  <a:pt x="138052" y="61192"/>
                  <a:pt x="135368" y="56327"/>
                  <a:pt x="132017" y="51799"/>
                </a:cubicBezTo>
                <a:cubicBezTo>
                  <a:pt x="133020" y="51462"/>
                  <a:pt x="134197" y="51214"/>
                  <a:pt x="135536" y="51045"/>
                </a:cubicBezTo>
                <a:cubicBezTo>
                  <a:pt x="136875" y="50877"/>
                  <a:pt x="138133" y="50797"/>
                  <a:pt x="139311" y="50797"/>
                </a:cubicBezTo>
                <a:cubicBezTo>
                  <a:pt x="149033" y="50797"/>
                  <a:pt x="156992" y="53898"/>
                  <a:pt x="163195" y="60102"/>
                </a:cubicBezTo>
                <a:cubicBezTo>
                  <a:pt x="169398" y="66305"/>
                  <a:pt x="172500" y="74264"/>
                  <a:pt x="172500" y="83986"/>
                </a:cubicBezTo>
                <a:cubicBezTo>
                  <a:pt x="172500" y="93708"/>
                  <a:pt x="169398" y="101754"/>
                  <a:pt x="163195" y="108126"/>
                </a:cubicBezTo>
                <a:close/>
                <a:moveTo>
                  <a:pt x="29173" y="182814"/>
                </a:moveTo>
                <a:lnTo>
                  <a:pt x="157160" y="182814"/>
                </a:lnTo>
                <a:lnTo>
                  <a:pt x="157160" y="175016"/>
                </a:lnTo>
                <a:cubicBezTo>
                  <a:pt x="157160" y="172331"/>
                  <a:pt x="156406" y="169822"/>
                  <a:pt x="154899" y="167474"/>
                </a:cubicBezTo>
                <a:cubicBezTo>
                  <a:pt x="153392" y="165126"/>
                  <a:pt x="151212" y="163283"/>
                  <a:pt x="148360" y="161944"/>
                </a:cubicBezTo>
                <a:cubicBezTo>
                  <a:pt x="137804" y="157079"/>
                  <a:pt x="128499" y="153729"/>
                  <a:pt x="120452" y="151885"/>
                </a:cubicBezTo>
                <a:cubicBezTo>
                  <a:pt x="112405" y="149874"/>
                  <a:pt x="103269" y="148864"/>
                  <a:pt x="93042" y="148864"/>
                </a:cubicBezTo>
                <a:cubicBezTo>
                  <a:pt x="82984" y="148864"/>
                  <a:pt x="73927" y="149874"/>
                  <a:pt x="65881" y="151885"/>
                </a:cubicBezTo>
                <a:cubicBezTo>
                  <a:pt x="57834" y="153729"/>
                  <a:pt x="48529" y="157079"/>
                  <a:pt x="37973" y="161944"/>
                </a:cubicBezTo>
                <a:cubicBezTo>
                  <a:pt x="35120" y="163283"/>
                  <a:pt x="32940" y="165126"/>
                  <a:pt x="31433" y="167474"/>
                </a:cubicBezTo>
                <a:cubicBezTo>
                  <a:pt x="29926" y="169822"/>
                  <a:pt x="29173" y="172331"/>
                  <a:pt x="29173" y="175016"/>
                </a:cubicBezTo>
                <a:lnTo>
                  <a:pt x="29173" y="182814"/>
                </a:lnTo>
                <a:close/>
                <a:moveTo>
                  <a:pt x="108879" y="99831"/>
                </a:moveTo>
                <a:cubicBezTo>
                  <a:pt x="113071" y="95639"/>
                  <a:pt x="115171" y="90357"/>
                  <a:pt x="115171" y="83986"/>
                </a:cubicBezTo>
                <a:cubicBezTo>
                  <a:pt x="115171" y="77783"/>
                  <a:pt x="113071" y="72589"/>
                  <a:pt x="108879" y="68397"/>
                </a:cubicBezTo>
                <a:cubicBezTo>
                  <a:pt x="104688" y="64206"/>
                  <a:pt x="99414" y="62113"/>
                  <a:pt x="93042" y="62113"/>
                </a:cubicBezTo>
                <a:cubicBezTo>
                  <a:pt x="86839" y="62113"/>
                  <a:pt x="81638" y="64206"/>
                  <a:pt x="77453" y="68397"/>
                </a:cubicBezTo>
                <a:cubicBezTo>
                  <a:pt x="73262" y="72589"/>
                  <a:pt x="71162" y="77783"/>
                  <a:pt x="71162" y="83986"/>
                </a:cubicBezTo>
                <a:cubicBezTo>
                  <a:pt x="71162" y="90357"/>
                  <a:pt x="73262" y="95639"/>
                  <a:pt x="77453" y="99831"/>
                </a:cubicBezTo>
                <a:cubicBezTo>
                  <a:pt x="81638" y="104022"/>
                  <a:pt x="86839" y="106114"/>
                  <a:pt x="93042" y="106114"/>
                </a:cubicBezTo>
                <a:cubicBezTo>
                  <a:pt x="99414" y="106114"/>
                  <a:pt x="104688" y="104022"/>
                  <a:pt x="108879" y="99831"/>
                </a:cubicBezTo>
                <a:close/>
                <a:moveTo>
                  <a:pt x="93042" y="182814"/>
                </a:moveTo>
                <a:close/>
                <a:moveTo>
                  <a:pt x="93042" y="8398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86805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00" dirty="0"/>
          </a:p>
        </p:txBody>
      </p:sp>
      <p:sp>
        <p:nvSpPr>
          <p:cNvPr id="9" name="圖示 部門"/>
          <p:cNvSpPr/>
          <p:nvPr/>
        </p:nvSpPr>
        <p:spPr>
          <a:xfrm>
            <a:off x="142765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21" y="179040"/>
                </a:moveTo>
                <a:cubicBezTo>
                  <a:pt x="9978" y="179040"/>
                  <a:pt x="8383" y="178367"/>
                  <a:pt x="7045" y="177028"/>
                </a:cubicBezTo>
                <a:cubicBezTo>
                  <a:pt x="5699" y="175521"/>
                  <a:pt x="5033" y="173846"/>
                  <a:pt x="5033" y="172002"/>
                </a:cubicBezTo>
                <a:lnTo>
                  <a:pt x="5033" y="168476"/>
                </a:lnTo>
                <a:cubicBezTo>
                  <a:pt x="5033" y="162273"/>
                  <a:pt x="8383" y="157248"/>
                  <a:pt x="15091" y="153392"/>
                </a:cubicBezTo>
                <a:cubicBezTo>
                  <a:pt x="21792" y="149369"/>
                  <a:pt x="30424" y="147357"/>
                  <a:pt x="40987" y="147357"/>
                </a:cubicBezTo>
                <a:cubicBezTo>
                  <a:pt x="42830" y="147357"/>
                  <a:pt x="44674" y="147438"/>
                  <a:pt x="46517" y="147606"/>
                </a:cubicBezTo>
                <a:cubicBezTo>
                  <a:pt x="48200" y="147774"/>
                  <a:pt x="49956" y="147943"/>
                  <a:pt x="51799" y="148111"/>
                </a:cubicBezTo>
                <a:cubicBezTo>
                  <a:pt x="50797" y="150796"/>
                  <a:pt x="49956" y="153561"/>
                  <a:pt x="49290" y="156406"/>
                </a:cubicBezTo>
                <a:cubicBezTo>
                  <a:pt x="48617" y="159091"/>
                  <a:pt x="48280" y="161856"/>
                  <a:pt x="48280" y="164709"/>
                </a:cubicBezTo>
                <a:lnTo>
                  <a:pt x="48280" y="179040"/>
                </a:lnTo>
                <a:lnTo>
                  <a:pt x="11821" y="179040"/>
                </a:lnTo>
                <a:close/>
                <a:moveTo>
                  <a:pt x="72669" y="179040"/>
                </a:moveTo>
                <a:cubicBezTo>
                  <a:pt x="70489" y="179040"/>
                  <a:pt x="68734" y="178286"/>
                  <a:pt x="67395" y="176779"/>
                </a:cubicBezTo>
                <a:cubicBezTo>
                  <a:pt x="66049" y="175433"/>
                  <a:pt x="65383" y="173758"/>
                  <a:pt x="65383" y="171746"/>
                </a:cubicBezTo>
                <a:lnTo>
                  <a:pt x="65383" y="165206"/>
                </a:lnTo>
                <a:cubicBezTo>
                  <a:pt x="65383" y="160349"/>
                  <a:pt x="66722" y="155989"/>
                  <a:pt x="69407" y="152134"/>
                </a:cubicBezTo>
                <a:cubicBezTo>
                  <a:pt x="72084" y="148279"/>
                  <a:pt x="75859" y="144921"/>
                  <a:pt x="80716" y="142076"/>
                </a:cubicBezTo>
                <a:cubicBezTo>
                  <a:pt x="85749" y="139055"/>
                  <a:pt x="91616" y="136875"/>
                  <a:pt x="98324" y="135536"/>
                </a:cubicBezTo>
                <a:cubicBezTo>
                  <a:pt x="105193" y="134029"/>
                  <a:pt x="112654" y="133276"/>
                  <a:pt x="120701" y="133276"/>
                </a:cubicBezTo>
                <a:cubicBezTo>
                  <a:pt x="128916" y="133276"/>
                  <a:pt x="136377" y="134029"/>
                  <a:pt x="143078" y="135536"/>
                </a:cubicBezTo>
                <a:cubicBezTo>
                  <a:pt x="149954" y="136875"/>
                  <a:pt x="155821" y="139055"/>
                  <a:pt x="160686" y="142076"/>
                </a:cubicBezTo>
                <a:cubicBezTo>
                  <a:pt x="165711" y="144921"/>
                  <a:pt x="169566" y="148279"/>
                  <a:pt x="172251" y="152134"/>
                </a:cubicBezTo>
                <a:cubicBezTo>
                  <a:pt x="174767" y="155989"/>
                  <a:pt x="176026" y="160349"/>
                  <a:pt x="176026" y="165206"/>
                </a:cubicBezTo>
                <a:lnTo>
                  <a:pt x="176026" y="171746"/>
                </a:lnTo>
                <a:cubicBezTo>
                  <a:pt x="176026" y="173758"/>
                  <a:pt x="175353" y="175433"/>
                  <a:pt x="174014" y="176779"/>
                </a:cubicBezTo>
                <a:cubicBezTo>
                  <a:pt x="172500" y="178286"/>
                  <a:pt x="170744" y="179040"/>
                  <a:pt x="168732" y="179040"/>
                </a:cubicBezTo>
                <a:lnTo>
                  <a:pt x="72669" y="179040"/>
                </a:lnTo>
                <a:close/>
                <a:moveTo>
                  <a:pt x="193121" y="179040"/>
                </a:moveTo>
                <a:lnTo>
                  <a:pt x="193121" y="164709"/>
                </a:lnTo>
                <a:cubicBezTo>
                  <a:pt x="193121" y="161688"/>
                  <a:pt x="192873" y="158842"/>
                  <a:pt x="192368" y="156158"/>
                </a:cubicBezTo>
                <a:cubicBezTo>
                  <a:pt x="191695" y="153473"/>
                  <a:pt x="190773" y="150796"/>
                  <a:pt x="189603" y="148111"/>
                </a:cubicBezTo>
                <a:cubicBezTo>
                  <a:pt x="191614" y="147943"/>
                  <a:pt x="193538" y="147774"/>
                  <a:pt x="195382" y="147606"/>
                </a:cubicBezTo>
                <a:cubicBezTo>
                  <a:pt x="197064" y="147438"/>
                  <a:pt x="198739" y="147357"/>
                  <a:pt x="200415" y="147357"/>
                </a:cubicBezTo>
                <a:cubicBezTo>
                  <a:pt x="211146" y="147357"/>
                  <a:pt x="219858" y="149281"/>
                  <a:pt x="226566" y="153136"/>
                </a:cubicBezTo>
                <a:cubicBezTo>
                  <a:pt x="233106" y="157160"/>
                  <a:pt x="236376" y="162273"/>
                  <a:pt x="236376" y="168476"/>
                </a:cubicBezTo>
                <a:lnTo>
                  <a:pt x="236376" y="172002"/>
                </a:lnTo>
                <a:cubicBezTo>
                  <a:pt x="236376" y="173846"/>
                  <a:pt x="235703" y="175433"/>
                  <a:pt x="234364" y="176779"/>
                </a:cubicBezTo>
                <a:cubicBezTo>
                  <a:pt x="233018" y="178286"/>
                  <a:pt x="231424" y="179040"/>
                  <a:pt x="229580" y="179040"/>
                </a:cubicBezTo>
                <a:lnTo>
                  <a:pt x="193121" y="179040"/>
                </a:lnTo>
                <a:close/>
                <a:moveTo>
                  <a:pt x="76693" y="167474"/>
                </a:moveTo>
                <a:lnTo>
                  <a:pt x="164709" y="167474"/>
                </a:lnTo>
                <a:lnTo>
                  <a:pt x="164709" y="165206"/>
                </a:lnTo>
                <a:cubicBezTo>
                  <a:pt x="164877" y="159171"/>
                  <a:pt x="160934" y="154226"/>
                  <a:pt x="152888" y="150371"/>
                </a:cubicBezTo>
                <a:cubicBezTo>
                  <a:pt x="144673" y="146516"/>
                  <a:pt x="133941" y="144592"/>
                  <a:pt x="120701" y="144592"/>
                </a:cubicBezTo>
                <a:cubicBezTo>
                  <a:pt x="107460" y="144592"/>
                  <a:pt x="96729" y="146516"/>
                  <a:pt x="88514" y="150371"/>
                </a:cubicBezTo>
                <a:cubicBezTo>
                  <a:pt x="80467" y="154226"/>
                  <a:pt x="76524" y="159259"/>
                  <a:pt x="76693" y="165463"/>
                </a:cubicBezTo>
                <a:lnTo>
                  <a:pt x="76693" y="167474"/>
                </a:lnTo>
                <a:close/>
                <a:moveTo>
                  <a:pt x="40987" y="139559"/>
                </a:moveTo>
                <a:cubicBezTo>
                  <a:pt x="36795" y="139559"/>
                  <a:pt x="33196" y="138052"/>
                  <a:pt x="30175" y="135031"/>
                </a:cubicBezTo>
                <a:cubicBezTo>
                  <a:pt x="27161" y="132017"/>
                  <a:pt x="25647" y="128331"/>
                  <a:pt x="25647" y="123971"/>
                </a:cubicBezTo>
                <a:cubicBezTo>
                  <a:pt x="25647" y="119779"/>
                  <a:pt x="27161" y="116260"/>
                  <a:pt x="30175" y="113408"/>
                </a:cubicBezTo>
                <a:cubicBezTo>
                  <a:pt x="33196" y="110394"/>
                  <a:pt x="36795" y="108879"/>
                  <a:pt x="40987" y="108879"/>
                </a:cubicBezTo>
                <a:cubicBezTo>
                  <a:pt x="45179" y="108879"/>
                  <a:pt x="48785" y="110394"/>
                  <a:pt x="51799" y="113408"/>
                </a:cubicBezTo>
                <a:cubicBezTo>
                  <a:pt x="54820" y="116260"/>
                  <a:pt x="56327" y="119860"/>
                  <a:pt x="56327" y="124219"/>
                </a:cubicBezTo>
                <a:cubicBezTo>
                  <a:pt x="56327" y="128411"/>
                  <a:pt x="54820" y="132017"/>
                  <a:pt x="51799" y="135031"/>
                </a:cubicBezTo>
                <a:cubicBezTo>
                  <a:pt x="48953" y="138052"/>
                  <a:pt x="45347" y="139559"/>
                  <a:pt x="40987" y="139559"/>
                </a:cubicBezTo>
                <a:close/>
                <a:moveTo>
                  <a:pt x="200415" y="139559"/>
                </a:moveTo>
                <a:cubicBezTo>
                  <a:pt x="196223" y="139559"/>
                  <a:pt x="192617" y="138052"/>
                  <a:pt x="189603" y="135031"/>
                </a:cubicBezTo>
                <a:cubicBezTo>
                  <a:pt x="186581" y="131849"/>
                  <a:pt x="185075" y="128243"/>
                  <a:pt x="185075" y="124219"/>
                </a:cubicBezTo>
                <a:cubicBezTo>
                  <a:pt x="185075" y="119860"/>
                  <a:pt x="186581" y="116260"/>
                  <a:pt x="189603" y="113408"/>
                </a:cubicBezTo>
                <a:cubicBezTo>
                  <a:pt x="192617" y="110394"/>
                  <a:pt x="196223" y="108879"/>
                  <a:pt x="200415" y="108879"/>
                </a:cubicBezTo>
                <a:cubicBezTo>
                  <a:pt x="204774" y="108879"/>
                  <a:pt x="208461" y="110394"/>
                  <a:pt x="211475" y="113408"/>
                </a:cubicBezTo>
                <a:cubicBezTo>
                  <a:pt x="214328" y="116260"/>
                  <a:pt x="215755" y="119860"/>
                  <a:pt x="215755" y="124219"/>
                </a:cubicBezTo>
                <a:cubicBezTo>
                  <a:pt x="215755" y="128411"/>
                  <a:pt x="214328" y="132017"/>
                  <a:pt x="211475" y="135031"/>
                </a:cubicBezTo>
                <a:cubicBezTo>
                  <a:pt x="208461" y="138052"/>
                  <a:pt x="204774" y="139559"/>
                  <a:pt x="200415" y="139559"/>
                </a:cubicBezTo>
                <a:close/>
                <a:moveTo>
                  <a:pt x="120701" y="125734"/>
                </a:moveTo>
                <a:cubicBezTo>
                  <a:pt x="113495" y="125734"/>
                  <a:pt x="107373" y="123217"/>
                  <a:pt x="102347" y="118184"/>
                </a:cubicBezTo>
                <a:cubicBezTo>
                  <a:pt x="97146" y="112991"/>
                  <a:pt x="94549" y="106787"/>
                  <a:pt x="94549" y="99582"/>
                </a:cubicBezTo>
                <a:cubicBezTo>
                  <a:pt x="94549" y="92201"/>
                  <a:pt x="97065" y="85997"/>
                  <a:pt x="102091" y="80972"/>
                </a:cubicBezTo>
                <a:cubicBezTo>
                  <a:pt x="107292" y="75939"/>
                  <a:pt x="113495" y="73430"/>
                  <a:pt x="120701" y="73430"/>
                </a:cubicBezTo>
                <a:cubicBezTo>
                  <a:pt x="128075" y="73430"/>
                  <a:pt x="134278" y="75939"/>
                  <a:pt x="139311" y="80972"/>
                </a:cubicBezTo>
                <a:cubicBezTo>
                  <a:pt x="144336" y="85997"/>
                  <a:pt x="146853" y="92201"/>
                  <a:pt x="146853" y="99582"/>
                </a:cubicBezTo>
                <a:cubicBezTo>
                  <a:pt x="146853" y="106787"/>
                  <a:pt x="144336" y="112991"/>
                  <a:pt x="139311" y="118184"/>
                </a:cubicBezTo>
                <a:cubicBezTo>
                  <a:pt x="134278" y="123217"/>
                  <a:pt x="128075" y="125734"/>
                  <a:pt x="120701" y="125734"/>
                </a:cubicBezTo>
                <a:close/>
                <a:moveTo>
                  <a:pt x="120950" y="114417"/>
                </a:moveTo>
                <a:cubicBezTo>
                  <a:pt x="124973" y="114417"/>
                  <a:pt x="128411" y="112991"/>
                  <a:pt x="131264" y="110138"/>
                </a:cubicBezTo>
                <a:cubicBezTo>
                  <a:pt x="133941" y="107292"/>
                  <a:pt x="135287" y="103766"/>
                  <a:pt x="135287" y="99582"/>
                </a:cubicBezTo>
                <a:cubicBezTo>
                  <a:pt x="135287" y="95390"/>
                  <a:pt x="133941" y="91864"/>
                  <a:pt x="131264" y="89019"/>
                </a:cubicBezTo>
                <a:cubicBezTo>
                  <a:pt x="128411" y="86334"/>
                  <a:pt x="124892" y="84995"/>
                  <a:pt x="120701" y="84995"/>
                </a:cubicBezTo>
                <a:cubicBezTo>
                  <a:pt x="116677" y="84995"/>
                  <a:pt x="113239" y="86334"/>
                  <a:pt x="110394" y="89019"/>
                </a:cubicBezTo>
                <a:cubicBezTo>
                  <a:pt x="107541" y="91864"/>
                  <a:pt x="106114" y="95390"/>
                  <a:pt x="106114" y="99582"/>
                </a:cubicBezTo>
                <a:cubicBezTo>
                  <a:pt x="106114" y="103605"/>
                  <a:pt x="107460" y="107124"/>
                  <a:pt x="110138" y="110138"/>
                </a:cubicBezTo>
                <a:cubicBezTo>
                  <a:pt x="112991" y="112991"/>
                  <a:pt x="116597" y="114417"/>
                  <a:pt x="120950" y="114417"/>
                </a:cubicBezTo>
                <a:close/>
                <a:moveTo>
                  <a:pt x="120701" y="167474"/>
                </a:moveTo>
                <a:close/>
                <a:moveTo>
                  <a:pt x="120701" y="99582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131183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600" dirty="0"/>
          </a:p>
        </p:txBody>
      </p:sp>
      <p:sp>
        <p:nvSpPr>
          <p:cNvPr id="11" name="圖示 員工"/>
          <p:cNvSpPr/>
          <p:nvPr/>
        </p:nvSpPr>
        <p:spPr>
          <a:xfrm>
            <a:off x="187142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350" y="176779"/>
                </a:moveTo>
                <a:lnTo>
                  <a:pt x="117431" y="176779"/>
                </a:lnTo>
                <a:lnTo>
                  <a:pt x="117431" y="174511"/>
                </a:lnTo>
                <a:cubicBezTo>
                  <a:pt x="117431" y="171834"/>
                  <a:pt x="116758" y="169486"/>
                  <a:pt x="115419" y="167474"/>
                </a:cubicBezTo>
                <a:cubicBezTo>
                  <a:pt x="114081" y="165294"/>
                  <a:pt x="112318" y="163787"/>
                  <a:pt x="110138" y="162946"/>
                </a:cubicBezTo>
                <a:cubicBezTo>
                  <a:pt x="105449" y="161271"/>
                  <a:pt x="101506" y="160093"/>
                  <a:pt x="98324" y="159427"/>
                </a:cubicBezTo>
                <a:cubicBezTo>
                  <a:pt x="95302" y="158923"/>
                  <a:pt x="92369" y="158674"/>
                  <a:pt x="89523" y="158674"/>
                </a:cubicBezTo>
                <a:cubicBezTo>
                  <a:pt x="86334" y="158674"/>
                  <a:pt x="82984" y="159003"/>
                  <a:pt x="79465" y="159676"/>
                </a:cubicBezTo>
                <a:cubicBezTo>
                  <a:pt x="75939" y="160349"/>
                  <a:pt x="72084" y="161439"/>
                  <a:pt x="67892" y="162946"/>
                </a:cubicBezTo>
                <a:cubicBezTo>
                  <a:pt x="65712" y="163787"/>
                  <a:pt x="63957" y="165294"/>
                  <a:pt x="62611" y="167474"/>
                </a:cubicBezTo>
                <a:cubicBezTo>
                  <a:pt x="61104" y="169486"/>
                  <a:pt x="60350" y="171834"/>
                  <a:pt x="60350" y="174511"/>
                </a:cubicBezTo>
                <a:lnTo>
                  <a:pt x="60350" y="176779"/>
                </a:lnTo>
                <a:close/>
                <a:moveTo>
                  <a:pt x="147357" y="160430"/>
                </a:moveTo>
                <a:lnTo>
                  <a:pt x="179288" y="160430"/>
                </a:lnTo>
                <a:cubicBezTo>
                  <a:pt x="180802" y="160430"/>
                  <a:pt x="181973" y="159932"/>
                  <a:pt x="182814" y="158923"/>
                </a:cubicBezTo>
                <a:cubicBezTo>
                  <a:pt x="183816" y="157921"/>
                  <a:pt x="184321" y="156662"/>
                  <a:pt x="184321" y="155148"/>
                </a:cubicBezTo>
                <a:cubicBezTo>
                  <a:pt x="184321" y="153641"/>
                  <a:pt x="183816" y="152471"/>
                  <a:pt x="182814" y="151629"/>
                </a:cubicBezTo>
                <a:cubicBezTo>
                  <a:pt x="181973" y="150627"/>
                  <a:pt x="180802" y="150123"/>
                  <a:pt x="179288" y="150123"/>
                </a:cubicBezTo>
                <a:lnTo>
                  <a:pt x="147357" y="150123"/>
                </a:lnTo>
                <a:cubicBezTo>
                  <a:pt x="145850" y="150123"/>
                  <a:pt x="144673" y="150627"/>
                  <a:pt x="143839" y="151629"/>
                </a:cubicBezTo>
                <a:cubicBezTo>
                  <a:pt x="142829" y="152471"/>
                  <a:pt x="142325" y="153641"/>
                  <a:pt x="142325" y="155148"/>
                </a:cubicBezTo>
                <a:cubicBezTo>
                  <a:pt x="142325" y="156662"/>
                  <a:pt x="142829" y="157921"/>
                  <a:pt x="143839" y="158923"/>
                </a:cubicBezTo>
                <a:cubicBezTo>
                  <a:pt x="144673" y="159932"/>
                  <a:pt x="145850" y="160430"/>
                  <a:pt x="147357" y="160430"/>
                </a:cubicBezTo>
                <a:close/>
                <a:moveTo>
                  <a:pt x="98324" y="146604"/>
                </a:moveTo>
                <a:cubicBezTo>
                  <a:pt x="100664" y="144087"/>
                  <a:pt x="101842" y="141154"/>
                  <a:pt x="101842" y="137804"/>
                </a:cubicBezTo>
                <a:cubicBezTo>
                  <a:pt x="101842" y="134278"/>
                  <a:pt x="100664" y="131264"/>
                  <a:pt x="98324" y="128748"/>
                </a:cubicBezTo>
                <a:cubicBezTo>
                  <a:pt x="95975" y="126399"/>
                  <a:pt x="93042" y="125229"/>
                  <a:pt x="89523" y="125229"/>
                </a:cubicBezTo>
                <a:cubicBezTo>
                  <a:pt x="85997" y="125229"/>
                  <a:pt x="83064" y="126399"/>
                  <a:pt x="80716" y="128748"/>
                </a:cubicBezTo>
                <a:cubicBezTo>
                  <a:pt x="78207" y="131264"/>
                  <a:pt x="76949" y="134278"/>
                  <a:pt x="76949" y="137804"/>
                </a:cubicBezTo>
                <a:cubicBezTo>
                  <a:pt x="76949" y="141154"/>
                  <a:pt x="78207" y="144087"/>
                  <a:pt x="80716" y="146604"/>
                </a:cubicBezTo>
                <a:cubicBezTo>
                  <a:pt x="83064" y="148945"/>
                  <a:pt x="85997" y="150123"/>
                  <a:pt x="89523" y="150123"/>
                </a:cubicBezTo>
                <a:cubicBezTo>
                  <a:pt x="93042" y="150123"/>
                  <a:pt x="95975" y="148945"/>
                  <a:pt x="98324" y="146604"/>
                </a:cubicBezTo>
                <a:close/>
                <a:moveTo>
                  <a:pt x="147357" y="134534"/>
                </a:moveTo>
                <a:lnTo>
                  <a:pt x="179288" y="134534"/>
                </a:lnTo>
                <a:cubicBezTo>
                  <a:pt x="180802" y="134534"/>
                  <a:pt x="181973" y="134029"/>
                  <a:pt x="182814" y="133020"/>
                </a:cubicBezTo>
                <a:cubicBezTo>
                  <a:pt x="183816" y="132186"/>
                  <a:pt x="184321" y="131008"/>
                  <a:pt x="184321" y="129501"/>
                </a:cubicBezTo>
                <a:cubicBezTo>
                  <a:pt x="184321" y="127994"/>
                  <a:pt x="183816" y="126736"/>
                  <a:pt x="182814" y="125734"/>
                </a:cubicBezTo>
                <a:cubicBezTo>
                  <a:pt x="181973" y="124892"/>
                  <a:pt x="180802" y="124475"/>
                  <a:pt x="179288" y="124475"/>
                </a:cubicBezTo>
                <a:lnTo>
                  <a:pt x="147357" y="124475"/>
                </a:lnTo>
                <a:cubicBezTo>
                  <a:pt x="145850" y="124475"/>
                  <a:pt x="144673" y="124892"/>
                  <a:pt x="143839" y="125734"/>
                </a:cubicBezTo>
                <a:cubicBezTo>
                  <a:pt x="142829" y="126736"/>
                  <a:pt x="142325" y="127994"/>
                  <a:pt x="142325" y="129501"/>
                </a:cubicBezTo>
                <a:cubicBezTo>
                  <a:pt x="142325" y="131008"/>
                  <a:pt x="142829" y="132186"/>
                  <a:pt x="143839" y="133020"/>
                </a:cubicBezTo>
                <a:cubicBezTo>
                  <a:pt x="144673" y="134029"/>
                  <a:pt x="145850" y="134534"/>
                  <a:pt x="147357" y="134534"/>
                </a:cubicBezTo>
                <a:close/>
                <a:moveTo>
                  <a:pt x="39729" y="216259"/>
                </a:moveTo>
                <a:cubicBezTo>
                  <a:pt x="35705" y="216259"/>
                  <a:pt x="32267" y="214833"/>
                  <a:pt x="29422" y="211980"/>
                </a:cubicBezTo>
                <a:cubicBezTo>
                  <a:pt x="26569" y="209134"/>
                  <a:pt x="25150" y="205696"/>
                  <a:pt x="25150" y="201673"/>
                </a:cubicBezTo>
                <a:lnTo>
                  <a:pt x="25150" y="90021"/>
                </a:lnTo>
                <a:cubicBezTo>
                  <a:pt x="25150" y="85997"/>
                  <a:pt x="26569" y="82559"/>
                  <a:pt x="29422" y="79714"/>
                </a:cubicBezTo>
                <a:cubicBezTo>
                  <a:pt x="32267" y="76861"/>
                  <a:pt x="35705" y="75442"/>
                  <a:pt x="39729" y="75442"/>
                </a:cubicBezTo>
                <a:lnTo>
                  <a:pt x="101089" y="75442"/>
                </a:lnTo>
                <a:lnTo>
                  <a:pt x="101089" y="36459"/>
                </a:lnTo>
                <a:cubicBezTo>
                  <a:pt x="101089" y="33445"/>
                  <a:pt x="102259" y="30848"/>
                  <a:pt x="104607" y="28668"/>
                </a:cubicBezTo>
                <a:cubicBezTo>
                  <a:pt x="106787" y="26320"/>
                  <a:pt x="109384" y="25150"/>
                  <a:pt x="112405" y="25150"/>
                </a:cubicBezTo>
                <a:lnTo>
                  <a:pt x="128996" y="25150"/>
                </a:lnTo>
                <a:cubicBezTo>
                  <a:pt x="132017" y="25150"/>
                  <a:pt x="134702" y="26320"/>
                  <a:pt x="137043" y="28668"/>
                </a:cubicBezTo>
                <a:cubicBezTo>
                  <a:pt x="139223" y="30848"/>
                  <a:pt x="140313" y="33445"/>
                  <a:pt x="140313" y="36459"/>
                </a:cubicBezTo>
                <a:lnTo>
                  <a:pt x="140313" y="75442"/>
                </a:lnTo>
                <a:lnTo>
                  <a:pt x="201673" y="75442"/>
                </a:lnTo>
                <a:cubicBezTo>
                  <a:pt x="205696" y="75442"/>
                  <a:pt x="209134" y="76861"/>
                  <a:pt x="211980" y="79714"/>
                </a:cubicBezTo>
                <a:cubicBezTo>
                  <a:pt x="214833" y="82559"/>
                  <a:pt x="216259" y="85997"/>
                  <a:pt x="216259" y="90021"/>
                </a:cubicBezTo>
                <a:lnTo>
                  <a:pt x="216259" y="201673"/>
                </a:lnTo>
                <a:cubicBezTo>
                  <a:pt x="216259" y="205696"/>
                  <a:pt x="214833" y="209134"/>
                  <a:pt x="211980" y="211980"/>
                </a:cubicBezTo>
                <a:cubicBezTo>
                  <a:pt x="209134" y="214833"/>
                  <a:pt x="205696" y="216259"/>
                  <a:pt x="201673" y="216259"/>
                </a:cubicBezTo>
                <a:lnTo>
                  <a:pt x="39729" y="216259"/>
                </a:lnTo>
                <a:close/>
                <a:moveTo>
                  <a:pt x="39729" y="204943"/>
                </a:moveTo>
                <a:lnTo>
                  <a:pt x="201673" y="204943"/>
                </a:lnTo>
                <a:cubicBezTo>
                  <a:pt x="202675" y="204943"/>
                  <a:pt x="203428" y="204606"/>
                  <a:pt x="203933" y="203933"/>
                </a:cubicBezTo>
                <a:cubicBezTo>
                  <a:pt x="204606" y="203428"/>
                  <a:pt x="204943" y="202675"/>
                  <a:pt x="204943" y="201673"/>
                </a:cubicBezTo>
                <a:lnTo>
                  <a:pt x="204943" y="90021"/>
                </a:lnTo>
                <a:cubicBezTo>
                  <a:pt x="204943" y="89019"/>
                  <a:pt x="204606" y="88265"/>
                  <a:pt x="203933" y="87760"/>
                </a:cubicBezTo>
                <a:cubicBezTo>
                  <a:pt x="203428" y="87087"/>
                  <a:pt x="202675" y="86751"/>
                  <a:pt x="201673" y="86751"/>
                </a:cubicBezTo>
                <a:lnTo>
                  <a:pt x="140313" y="86751"/>
                </a:lnTo>
                <a:lnTo>
                  <a:pt x="140313" y="96312"/>
                </a:lnTo>
                <a:cubicBezTo>
                  <a:pt x="140313" y="99831"/>
                  <a:pt x="139223" y="102596"/>
                  <a:pt x="137043" y="104607"/>
                </a:cubicBezTo>
                <a:cubicBezTo>
                  <a:pt x="134702" y="106619"/>
                  <a:pt x="132017" y="107629"/>
                  <a:pt x="128996" y="107629"/>
                </a:cubicBezTo>
                <a:lnTo>
                  <a:pt x="112405" y="107629"/>
                </a:lnTo>
                <a:cubicBezTo>
                  <a:pt x="109384" y="107629"/>
                  <a:pt x="106787" y="106619"/>
                  <a:pt x="104607" y="104607"/>
                </a:cubicBezTo>
                <a:cubicBezTo>
                  <a:pt x="102259" y="102596"/>
                  <a:pt x="101089" y="99831"/>
                  <a:pt x="101089" y="96312"/>
                </a:cubicBezTo>
                <a:lnTo>
                  <a:pt x="101089" y="86751"/>
                </a:lnTo>
                <a:lnTo>
                  <a:pt x="39729" y="86751"/>
                </a:lnTo>
                <a:cubicBezTo>
                  <a:pt x="38727" y="86751"/>
                  <a:pt x="37973" y="87087"/>
                  <a:pt x="37468" y="87760"/>
                </a:cubicBezTo>
                <a:cubicBezTo>
                  <a:pt x="36795" y="88265"/>
                  <a:pt x="36459" y="89019"/>
                  <a:pt x="36459" y="90021"/>
                </a:cubicBezTo>
                <a:lnTo>
                  <a:pt x="36459" y="201673"/>
                </a:lnTo>
                <a:cubicBezTo>
                  <a:pt x="36459" y="202675"/>
                  <a:pt x="36795" y="203428"/>
                  <a:pt x="37468" y="203933"/>
                </a:cubicBezTo>
                <a:cubicBezTo>
                  <a:pt x="37973" y="204606"/>
                  <a:pt x="38727" y="204943"/>
                  <a:pt x="39729" y="204943"/>
                </a:cubicBezTo>
                <a:close/>
                <a:moveTo>
                  <a:pt x="112405" y="96312"/>
                </a:moveTo>
                <a:lnTo>
                  <a:pt x="128996" y="96312"/>
                </a:lnTo>
                <a:lnTo>
                  <a:pt x="128996" y="36459"/>
                </a:lnTo>
                <a:lnTo>
                  <a:pt x="112405" y="36459"/>
                </a:lnTo>
                <a:lnTo>
                  <a:pt x="112405" y="96312"/>
                </a:ln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175561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600" dirty="0"/>
          </a:p>
        </p:txBody>
      </p:sp>
      <p:sp>
        <p:nvSpPr>
          <p:cNvPr id="13" name="圖示 組織架構"/>
          <p:cNvSpPr/>
          <p:nvPr/>
        </p:nvSpPr>
        <p:spPr>
          <a:xfrm>
            <a:off x="231520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4146" y="197145"/>
                </a:moveTo>
                <a:lnTo>
                  <a:pt x="154146" y="177533"/>
                </a:lnTo>
                <a:lnTo>
                  <a:pt x="129501" y="177533"/>
                </a:lnTo>
                <a:cubicBezTo>
                  <a:pt x="125478" y="177533"/>
                  <a:pt x="122039" y="176106"/>
                  <a:pt x="119194" y="173253"/>
                </a:cubicBezTo>
                <a:cubicBezTo>
                  <a:pt x="116341" y="170408"/>
                  <a:pt x="114914" y="166969"/>
                  <a:pt x="114914" y="162946"/>
                </a:cubicBezTo>
                <a:lnTo>
                  <a:pt x="114914" y="75186"/>
                </a:lnTo>
                <a:lnTo>
                  <a:pt x="87512" y="75186"/>
                </a:lnTo>
                <a:lnTo>
                  <a:pt x="87512" y="95558"/>
                </a:lnTo>
                <a:cubicBezTo>
                  <a:pt x="87512" y="98741"/>
                  <a:pt x="86334" y="101506"/>
                  <a:pt x="83986" y="103854"/>
                </a:cubicBezTo>
                <a:cubicBezTo>
                  <a:pt x="81806" y="106034"/>
                  <a:pt x="79129" y="107124"/>
                  <a:pt x="75939" y="107124"/>
                </a:cubicBezTo>
                <a:lnTo>
                  <a:pt x="34199" y="107124"/>
                </a:lnTo>
                <a:cubicBezTo>
                  <a:pt x="31016" y="107124"/>
                  <a:pt x="28332" y="106034"/>
                  <a:pt x="26152" y="103854"/>
                </a:cubicBezTo>
                <a:cubicBezTo>
                  <a:pt x="23804" y="101506"/>
                  <a:pt x="22633" y="98741"/>
                  <a:pt x="22633" y="95558"/>
                </a:cubicBezTo>
                <a:lnTo>
                  <a:pt x="22633" y="44257"/>
                </a:lnTo>
                <a:cubicBezTo>
                  <a:pt x="22633" y="41075"/>
                  <a:pt x="23804" y="38390"/>
                  <a:pt x="26152" y="36210"/>
                </a:cubicBezTo>
                <a:cubicBezTo>
                  <a:pt x="28332" y="33862"/>
                  <a:pt x="31016" y="32692"/>
                  <a:pt x="34199" y="32692"/>
                </a:cubicBezTo>
                <a:lnTo>
                  <a:pt x="75939" y="32692"/>
                </a:lnTo>
                <a:cubicBezTo>
                  <a:pt x="79129" y="32692"/>
                  <a:pt x="81806" y="33862"/>
                  <a:pt x="83986" y="36210"/>
                </a:cubicBezTo>
                <a:cubicBezTo>
                  <a:pt x="86334" y="38390"/>
                  <a:pt x="87512" y="41075"/>
                  <a:pt x="87512" y="44257"/>
                </a:cubicBezTo>
                <a:lnTo>
                  <a:pt x="87512" y="63620"/>
                </a:lnTo>
                <a:lnTo>
                  <a:pt x="154146" y="63620"/>
                </a:lnTo>
                <a:lnTo>
                  <a:pt x="154146" y="44257"/>
                </a:lnTo>
                <a:cubicBezTo>
                  <a:pt x="154146" y="41075"/>
                  <a:pt x="155236" y="38390"/>
                  <a:pt x="157416" y="36210"/>
                </a:cubicBezTo>
                <a:cubicBezTo>
                  <a:pt x="159764" y="33862"/>
                  <a:pt x="162529" y="32692"/>
                  <a:pt x="165711" y="32692"/>
                </a:cubicBezTo>
                <a:lnTo>
                  <a:pt x="207203" y="32692"/>
                </a:lnTo>
                <a:cubicBezTo>
                  <a:pt x="210385" y="32692"/>
                  <a:pt x="213070" y="33862"/>
                  <a:pt x="215250" y="36210"/>
                </a:cubicBezTo>
                <a:cubicBezTo>
                  <a:pt x="217598" y="38390"/>
                  <a:pt x="218768" y="41075"/>
                  <a:pt x="218768" y="44257"/>
                </a:cubicBezTo>
                <a:lnTo>
                  <a:pt x="218768" y="95558"/>
                </a:lnTo>
                <a:cubicBezTo>
                  <a:pt x="218768" y="98741"/>
                  <a:pt x="217598" y="101506"/>
                  <a:pt x="215250" y="103854"/>
                </a:cubicBezTo>
                <a:cubicBezTo>
                  <a:pt x="213070" y="106034"/>
                  <a:pt x="210385" y="107124"/>
                  <a:pt x="207203" y="107124"/>
                </a:cubicBezTo>
                <a:lnTo>
                  <a:pt x="165711" y="107124"/>
                </a:lnTo>
                <a:cubicBezTo>
                  <a:pt x="162529" y="107124"/>
                  <a:pt x="159764" y="106034"/>
                  <a:pt x="157416" y="103854"/>
                </a:cubicBezTo>
                <a:cubicBezTo>
                  <a:pt x="155236" y="101506"/>
                  <a:pt x="154146" y="98741"/>
                  <a:pt x="154146" y="95558"/>
                </a:cubicBezTo>
                <a:lnTo>
                  <a:pt x="154146" y="75186"/>
                </a:lnTo>
                <a:lnTo>
                  <a:pt x="126487" y="75186"/>
                </a:lnTo>
                <a:lnTo>
                  <a:pt x="126487" y="162946"/>
                </a:lnTo>
                <a:cubicBezTo>
                  <a:pt x="126487" y="163956"/>
                  <a:pt x="126736" y="164709"/>
                  <a:pt x="127241" y="165206"/>
                </a:cubicBezTo>
                <a:cubicBezTo>
                  <a:pt x="127906" y="165879"/>
                  <a:pt x="128667" y="166216"/>
                  <a:pt x="129501" y="166216"/>
                </a:cubicBezTo>
                <a:lnTo>
                  <a:pt x="154146" y="166216"/>
                </a:lnTo>
                <a:lnTo>
                  <a:pt x="154146" y="145850"/>
                </a:lnTo>
                <a:cubicBezTo>
                  <a:pt x="154146" y="142661"/>
                  <a:pt x="155236" y="139896"/>
                  <a:pt x="157416" y="137548"/>
                </a:cubicBezTo>
                <a:cubicBezTo>
                  <a:pt x="159764" y="135200"/>
                  <a:pt x="162529" y="134029"/>
                  <a:pt x="165711" y="134029"/>
                </a:cubicBezTo>
                <a:lnTo>
                  <a:pt x="207203" y="134029"/>
                </a:lnTo>
                <a:cubicBezTo>
                  <a:pt x="210385" y="134029"/>
                  <a:pt x="213070" y="135200"/>
                  <a:pt x="215250" y="137548"/>
                </a:cubicBezTo>
                <a:cubicBezTo>
                  <a:pt x="217598" y="139896"/>
                  <a:pt x="218768" y="142661"/>
                  <a:pt x="218768" y="145850"/>
                </a:cubicBezTo>
                <a:lnTo>
                  <a:pt x="218768" y="197145"/>
                </a:lnTo>
                <a:cubicBezTo>
                  <a:pt x="218768" y="200327"/>
                  <a:pt x="217598" y="203011"/>
                  <a:pt x="215250" y="205191"/>
                </a:cubicBezTo>
                <a:cubicBezTo>
                  <a:pt x="213070" y="207540"/>
                  <a:pt x="210385" y="208710"/>
                  <a:pt x="207203" y="208710"/>
                </a:cubicBezTo>
                <a:lnTo>
                  <a:pt x="165711" y="208710"/>
                </a:lnTo>
                <a:cubicBezTo>
                  <a:pt x="162529" y="208710"/>
                  <a:pt x="159764" y="207540"/>
                  <a:pt x="157416" y="205191"/>
                </a:cubicBezTo>
                <a:cubicBezTo>
                  <a:pt x="155236" y="203011"/>
                  <a:pt x="154146" y="200327"/>
                  <a:pt x="154146" y="197145"/>
                </a:cubicBezTo>
                <a:close/>
                <a:moveTo>
                  <a:pt x="33950" y="44008"/>
                </a:moveTo>
                <a:lnTo>
                  <a:pt x="33950" y="95807"/>
                </a:lnTo>
                <a:lnTo>
                  <a:pt x="33950" y="44008"/>
                </a:lnTo>
                <a:close/>
                <a:moveTo>
                  <a:pt x="165463" y="145594"/>
                </a:moveTo>
                <a:lnTo>
                  <a:pt x="165463" y="197393"/>
                </a:lnTo>
                <a:lnTo>
                  <a:pt x="165463" y="145594"/>
                </a:lnTo>
                <a:close/>
                <a:moveTo>
                  <a:pt x="165463" y="44008"/>
                </a:moveTo>
                <a:lnTo>
                  <a:pt x="165463" y="95807"/>
                </a:lnTo>
                <a:lnTo>
                  <a:pt x="165463" y="44008"/>
                </a:lnTo>
                <a:close/>
                <a:moveTo>
                  <a:pt x="165463" y="95807"/>
                </a:moveTo>
                <a:lnTo>
                  <a:pt x="207452" y="95807"/>
                </a:lnTo>
                <a:lnTo>
                  <a:pt x="207452" y="44008"/>
                </a:lnTo>
                <a:lnTo>
                  <a:pt x="165463" y="44008"/>
                </a:lnTo>
                <a:lnTo>
                  <a:pt x="165463" y="95807"/>
                </a:lnTo>
                <a:close/>
                <a:moveTo>
                  <a:pt x="165463" y="197393"/>
                </a:moveTo>
                <a:lnTo>
                  <a:pt x="207452" y="197393"/>
                </a:lnTo>
                <a:lnTo>
                  <a:pt x="207452" y="145594"/>
                </a:lnTo>
                <a:lnTo>
                  <a:pt x="165463" y="145594"/>
                </a:lnTo>
                <a:lnTo>
                  <a:pt x="165463" y="197393"/>
                </a:lnTo>
                <a:close/>
                <a:moveTo>
                  <a:pt x="33950" y="95807"/>
                </a:moveTo>
                <a:lnTo>
                  <a:pt x="75939" y="95807"/>
                </a:lnTo>
                <a:lnTo>
                  <a:pt x="75939" y="44008"/>
                </a:lnTo>
                <a:lnTo>
                  <a:pt x="33950" y="44008"/>
                </a:lnTo>
                <a:lnTo>
                  <a:pt x="33950" y="9580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219938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600" dirty="0"/>
          </a:p>
        </p:txBody>
      </p:sp>
      <p:sp>
        <p:nvSpPr>
          <p:cNvPr id="15" name="圖示 工程師"/>
          <p:cNvSpPr/>
          <p:nvPr/>
        </p:nvSpPr>
        <p:spPr>
          <a:xfrm>
            <a:off x="275898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4835" y="199910"/>
                </a:moveTo>
                <a:lnTo>
                  <a:pt x="14835" y="188593"/>
                </a:lnTo>
                <a:cubicBezTo>
                  <a:pt x="14835" y="183399"/>
                  <a:pt x="16093" y="179120"/>
                  <a:pt x="18610" y="175770"/>
                </a:cubicBezTo>
                <a:cubicBezTo>
                  <a:pt x="21126" y="172419"/>
                  <a:pt x="24645" y="169654"/>
                  <a:pt x="29173" y="167474"/>
                </a:cubicBezTo>
                <a:cubicBezTo>
                  <a:pt x="37885" y="163283"/>
                  <a:pt x="47278" y="159844"/>
                  <a:pt x="57337" y="157160"/>
                </a:cubicBezTo>
                <a:cubicBezTo>
                  <a:pt x="67395" y="154482"/>
                  <a:pt x="78119" y="153136"/>
                  <a:pt x="89523" y="153136"/>
                </a:cubicBezTo>
                <a:cubicBezTo>
                  <a:pt x="101089" y="153136"/>
                  <a:pt x="111901" y="154482"/>
                  <a:pt x="121959" y="157160"/>
                </a:cubicBezTo>
                <a:cubicBezTo>
                  <a:pt x="132017" y="159844"/>
                  <a:pt x="141403" y="163283"/>
                  <a:pt x="150123" y="167474"/>
                </a:cubicBezTo>
                <a:cubicBezTo>
                  <a:pt x="154651" y="169654"/>
                  <a:pt x="158169" y="172419"/>
                  <a:pt x="160686" y="175770"/>
                </a:cubicBezTo>
                <a:cubicBezTo>
                  <a:pt x="163195" y="179120"/>
                  <a:pt x="164453" y="183399"/>
                  <a:pt x="164453" y="188593"/>
                </a:cubicBezTo>
                <a:lnTo>
                  <a:pt x="164453" y="199910"/>
                </a:lnTo>
                <a:cubicBezTo>
                  <a:pt x="164453" y="202090"/>
                  <a:pt x="163700" y="203853"/>
                  <a:pt x="162193" y="205191"/>
                </a:cubicBezTo>
                <a:cubicBezTo>
                  <a:pt x="160854" y="206530"/>
                  <a:pt x="159171" y="207203"/>
                  <a:pt x="157160" y="207203"/>
                </a:cubicBezTo>
                <a:lnTo>
                  <a:pt x="22128" y="207203"/>
                </a:lnTo>
                <a:cubicBezTo>
                  <a:pt x="20117" y="207203"/>
                  <a:pt x="18354" y="206530"/>
                  <a:pt x="16847" y="205191"/>
                </a:cubicBezTo>
                <a:cubicBezTo>
                  <a:pt x="15508" y="203853"/>
                  <a:pt x="14835" y="202090"/>
                  <a:pt x="14835" y="199910"/>
                </a:cubicBezTo>
                <a:close/>
                <a:moveTo>
                  <a:pt x="26401" y="195638"/>
                </a:moveTo>
                <a:lnTo>
                  <a:pt x="152888" y="195638"/>
                </a:lnTo>
                <a:lnTo>
                  <a:pt x="152888" y="188593"/>
                </a:lnTo>
                <a:cubicBezTo>
                  <a:pt x="152888" y="185748"/>
                  <a:pt x="152134" y="183480"/>
                  <a:pt x="150627" y="181805"/>
                </a:cubicBezTo>
                <a:cubicBezTo>
                  <a:pt x="148945" y="179961"/>
                  <a:pt x="146933" y="178535"/>
                  <a:pt x="144592" y="177533"/>
                </a:cubicBezTo>
                <a:cubicBezTo>
                  <a:pt x="137716" y="174343"/>
                  <a:pt x="129757" y="171410"/>
                  <a:pt x="120701" y="168732"/>
                </a:cubicBezTo>
                <a:cubicBezTo>
                  <a:pt x="111652" y="166048"/>
                  <a:pt x="101257" y="164709"/>
                  <a:pt x="89523" y="164709"/>
                </a:cubicBezTo>
                <a:cubicBezTo>
                  <a:pt x="77951" y="164709"/>
                  <a:pt x="67644" y="166048"/>
                  <a:pt x="58587" y="168732"/>
                </a:cubicBezTo>
                <a:cubicBezTo>
                  <a:pt x="49539" y="171410"/>
                  <a:pt x="41572" y="174343"/>
                  <a:pt x="34703" y="177533"/>
                </a:cubicBezTo>
                <a:cubicBezTo>
                  <a:pt x="32355" y="178535"/>
                  <a:pt x="30343" y="179961"/>
                  <a:pt x="28668" y="181805"/>
                </a:cubicBezTo>
                <a:cubicBezTo>
                  <a:pt x="27161" y="183480"/>
                  <a:pt x="26401" y="185748"/>
                  <a:pt x="26401" y="188593"/>
                </a:cubicBezTo>
                <a:lnTo>
                  <a:pt x="26401" y="195638"/>
                </a:lnTo>
                <a:close/>
                <a:moveTo>
                  <a:pt x="65632" y="123722"/>
                </a:moveTo>
                <a:cubicBezTo>
                  <a:pt x="59429" y="117519"/>
                  <a:pt x="56327" y="109384"/>
                  <a:pt x="56327" y="99326"/>
                </a:cubicBezTo>
                <a:lnTo>
                  <a:pt x="54067" y="99326"/>
                </a:lnTo>
                <a:cubicBezTo>
                  <a:pt x="52721" y="99326"/>
                  <a:pt x="51631" y="98909"/>
                  <a:pt x="50797" y="98068"/>
                </a:cubicBezTo>
                <a:cubicBezTo>
                  <a:pt x="49956" y="97234"/>
                  <a:pt x="49539" y="96224"/>
                  <a:pt x="49539" y="95054"/>
                </a:cubicBezTo>
                <a:cubicBezTo>
                  <a:pt x="49539" y="93708"/>
                  <a:pt x="49956" y="92618"/>
                  <a:pt x="50797" y="91784"/>
                </a:cubicBezTo>
                <a:cubicBezTo>
                  <a:pt x="51631" y="90943"/>
                  <a:pt x="52721" y="90526"/>
                  <a:pt x="54067" y="90526"/>
                </a:cubicBezTo>
                <a:lnTo>
                  <a:pt x="56327" y="90526"/>
                </a:lnTo>
                <a:cubicBezTo>
                  <a:pt x="56327" y="84827"/>
                  <a:pt x="57666" y="79626"/>
                  <a:pt x="60350" y="74937"/>
                </a:cubicBezTo>
                <a:cubicBezTo>
                  <a:pt x="62867" y="70409"/>
                  <a:pt x="66385" y="66385"/>
                  <a:pt x="70914" y="62867"/>
                </a:cubicBezTo>
                <a:lnTo>
                  <a:pt x="70914" y="72420"/>
                </a:lnTo>
                <a:cubicBezTo>
                  <a:pt x="70914" y="73430"/>
                  <a:pt x="71331" y="74264"/>
                  <a:pt x="72172" y="74937"/>
                </a:cubicBezTo>
                <a:cubicBezTo>
                  <a:pt x="72837" y="75603"/>
                  <a:pt x="73679" y="75939"/>
                  <a:pt x="74681" y="75939"/>
                </a:cubicBezTo>
                <a:cubicBezTo>
                  <a:pt x="75690" y="75939"/>
                  <a:pt x="76524" y="75603"/>
                  <a:pt x="77197" y="74937"/>
                </a:cubicBezTo>
                <a:cubicBezTo>
                  <a:pt x="77702" y="74264"/>
                  <a:pt x="77951" y="73430"/>
                  <a:pt x="77951" y="72420"/>
                </a:cubicBezTo>
                <a:lnTo>
                  <a:pt x="77951" y="59597"/>
                </a:lnTo>
                <a:cubicBezTo>
                  <a:pt x="79297" y="59092"/>
                  <a:pt x="81140" y="58756"/>
                  <a:pt x="83488" y="58587"/>
                </a:cubicBezTo>
                <a:cubicBezTo>
                  <a:pt x="85661" y="58258"/>
                  <a:pt x="87760" y="58090"/>
                  <a:pt x="89772" y="58090"/>
                </a:cubicBezTo>
                <a:cubicBezTo>
                  <a:pt x="91784" y="58090"/>
                  <a:pt x="93964" y="58258"/>
                  <a:pt x="96312" y="58587"/>
                </a:cubicBezTo>
                <a:cubicBezTo>
                  <a:pt x="98492" y="58756"/>
                  <a:pt x="100248" y="59092"/>
                  <a:pt x="101593" y="59597"/>
                </a:cubicBezTo>
                <a:lnTo>
                  <a:pt x="101593" y="72420"/>
                </a:lnTo>
                <a:cubicBezTo>
                  <a:pt x="101593" y="73430"/>
                  <a:pt x="101923" y="74264"/>
                  <a:pt x="102596" y="74937"/>
                </a:cubicBezTo>
                <a:cubicBezTo>
                  <a:pt x="103100" y="75603"/>
                  <a:pt x="103934" y="75939"/>
                  <a:pt x="105112" y="75939"/>
                </a:cubicBezTo>
                <a:cubicBezTo>
                  <a:pt x="105946" y="75939"/>
                  <a:pt x="106787" y="75603"/>
                  <a:pt x="107629" y="74937"/>
                </a:cubicBezTo>
                <a:cubicBezTo>
                  <a:pt x="108294" y="74264"/>
                  <a:pt x="108631" y="73430"/>
                  <a:pt x="108631" y="72420"/>
                </a:cubicBezTo>
                <a:lnTo>
                  <a:pt x="108631" y="62867"/>
                </a:lnTo>
                <a:cubicBezTo>
                  <a:pt x="113327" y="66385"/>
                  <a:pt x="116846" y="70409"/>
                  <a:pt x="119194" y="74937"/>
                </a:cubicBezTo>
                <a:cubicBezTo>
                  <a:pt x="121542" y="79626"/>
                  <a:pt x="122793" y="84827"/>
                  <a:pt x="122961" y="90526"/>
                </a:cubicBezTo>
                <a:lnTo>
                  <a:pt x="125229" y="90526"/>
                </a:lnTo>
                <a:cubicBezTo>
                  <a:pt x="126568" y="90526"/>
                  <a:pt x="127658" y="90943"/>
                  <a:pt x="128499" y="91784"/>
                </a:cubicBezTo>
                <a:cubicBezTo>
                  <a:pt x="129333" y="92618"/>
                  <a:pt x="129757" y="93708"/>
                  <a:pt x="129757" y="95054"/>
                </a:cubicBezTo>
                <a:cubicBezTo>
                  <a:pt x="129757" y="96224"/>
                  <a:pt x="129333" y="97234"/>
                  <a:pt x="128499" y="98068"/>
                </a:cubicBezTo>
                <a:cubicBezTo>
                  <a:pt x="127658" y="98909"/>
                  <a:pt x="126568" y="99326"/>
                  <a:pt x="125229" y="99326"/>
                </a:cubicBezTo>
                <a:lnTo>
                  <a:pt x="122961" y="99326"/>
                </a:lnTo>
                <a:cubicBezTo>
                  <a:pt x="122961" y="109384"/>
                  <a:pt x="119860" y="117519"/>
                  <a:pt x="113664" y="123722"/>
                </a:cubicBezTo>
                <a:cubicBezTo>
                  <a:pt x="107460" y="130086"/>
                  <a:pt x="99414" y="133276"/>
                  <a:pt x="89523" y="133276"/>
                </a:cubicBezTo>
                <a:cubicBezTo>
                  <a:pt x="79794" y="133276"/>
                  <a:pt x="71835" y="130086"/>
                  <a:pt x="65632" y="123722"/>
                </a:cubicBezTo>
                <a:close/>
                <a:moveTo>
                  <a:pt x="105617" y="115675"/>
                </a:moveTo>
                <a:cubicBezTo>
                  <a:pt x="109640" y="111652"/>
                  <a:pt x="111652" y="106370"/>
                  <a:pt x="111652" y="99831"/>
                </a:cubicBezTo>
                <a:lnTo>
                  <a:pt x="67644" y="99831"/>
                </a:lnTo>
                <a:cubicBezTo>
                  <a:pt x="67644" y="106370"/>
                  <a:pt x="69655" y="111652"/>
                  <a:pt x="73679" y="115675"/>
                </a:cubicBezTo>
                <a:cubicBezTo>
                  <a:pt x="77534" y="119860"/>
                  <a:pt x="82815" y="121959"/>
                  <a:pt x="89523" y="121959"/>
                </a:cubicBezTo>
                <a:cubicBezTo>
                  <a:pt x="96392" y="121959"/>
                  <a:pt x="101754" y="119860"/>
                  <a:pt x="105617" y="115675"/>
                </a:cubicBezTo>
                <a:close/>
                <a:moveTo>
                  <a:pt x="165463" y="145594"/>
                </a:moveTo>
                <a:lnTo>
                  <a:pt x="165206" y="142829"/>
                </a:lnTo>
                <a:cubicBezTo>
                  <a:pt x="164036" y="142156"/>
                  <a:pt x="162697" y="141403"/>
                  <a:pt x="161183" y="140569"/>
                </a:cubicBezTo>
                <a:cubicBezTo>
                  <a:pt x="159844" y="139728"/>
                  <a:pt x="158674" y="138806"/>
                  <a:pt x="157665" y="137804"/>
                </a:cubicBezTo>
                <a:lnTo>
                  <a:pt x="154395" y="139559"/>
                </a:lnTo>
                <a:cubicBezTo>
                  <a:pt x="153561" y="140064"/>
                  <a:pt x="152639" y="140232"/>
                  <a:pt x="151629" y="140064"/>
                </a:cubicBezTo>
                <a:cubicBezTo>
                  <a:pt x="150627" y="139728"/>
                  <a:pt x="149706" y="139055"/>
                  <a:pt x="148864" y="138052"/>
                </a:cubicBezTo>
                <a:lnTo>
                  <a:pt x="148864" y="137804"/>
                </a:lnTo>
                <a:cubicBezTo>
                  <a:pt x="148023" y="136794"/>
                  <a:pt x="147774" y="135704"/>
                  <a:pt x="148111" y="134534"/>
                </a:cubicBezTo>
                <a:cubicBezTo>
                  <a:pt x="148279" y="133356"/>
                  <a:pt x="148864" y="132434"/>
                  <a:pt x="149874" y="131769"/>
                </a:cubicBezTo>
                <a:lnTo>
                  <a:pt x="152888" y="129757"/>
                </a:lnTo>
                <a:cubicBezTo>
                  <a:pt x="152551" y="129084"/>
                  <a:pt x="152302" y="128331"/>
                  <a:pt x="152134" y="127489"/>
                </a:cubicBezTo>
                <a:cubicBezTo>
                  <a:pt x="152134" y="126816"/>
                  <a:pt x="152134" y="126151"/>
                  <a:pt x="152134" y="125478"/>
                </a:cubicBezTo>
                <a:cubicBezTo>
                  <a:pt x="152134" y="124805"/>
                  <a:pt x="152134" y="124139"/>
                  <a:pt x="152134" y="123466"/>
                </a:cubicBezTo>
                <a:cubicBezTo>
                  <a:pt x="152302" y="122961"/>
                  <a:pt x="152551" y="122296"/>
                  <a:pt x="152888" y="121454"/>
                </a:cubicBezTo>
                <a:lnTo>
                  <a:pt x="149874" y="119194"/>
                </a:lnTo>
                <a:cubicBezTo>
                  <a:pt x="148864" y="118521"/>
                  <a:pt x="148279" y="117687"/>
                  <a:pt x="148111" y="116677"/>
                </a:cubicBezTo>
                <a:cubicBezTo>
                  <a:pt x="147774" y="115675"/>
                  <a:pt x="148023" y="114666"/>
                  <a:pt x="148864" y="113664"/>
                </a:cubicBezTo>
                <a:lnTo>
                  <a:pt x="148864" y="112903"/>
                </a:lnTo>
                <a:cubicBezTo>
                  <a:pt x="149706" y="112069"/>
                  <a:pt x="150627" y="111484"/>
                  <a:pt x="151629" y="111147"/>
                </a:cubicBezTo>
                <a:cubicBezTo>
                  <a:pt x="152639" y="110811"/>
                  <a:pt x="153561" y="110979"/>
                  <a:pt x="154395" y="111652"/>
                </a:cubicBezTo>
                <a:lnTo>
                  <a:pt x="157665" y="113159"/>
                </a:lnTo>
                <a:cubicBezTo>
                  <a:pt x="158842" y="112318"/>
                  <a:pt x="160093" y="111484"/>
                  <a:pt x="161439" y="110642"/>
                </a:cubicBezTo>
                <a:cubicBezTo>
                  <a:pt x="162778" y="109640"/>
                  <a:pt x="164036" y="108879"/>
                  <a:pt x="165206" y="108382"/>
                </a:cubicBezTo>
                <a:lnTo>
                  <a:pt x="165463" y="105361"/>
                </a:lnTo>
                <a:cubicBezTo>
                  <a:pt x="165631" y="104190"/>
                  <a:pt x="166128" y="103181"/>
                  <a:pt x="166969" y="102347"/>
                </a:cubicBezTo>
                <a:cubicBezTo>
                  <a:pt x="167811" y="101506"/>
                  <a:pt x="168813" y="101089"/>
                  <a:pt x="169991" y="101089"/>
                </a:cubicBezTo>
                <a:lnTo>
                  <a:pt x="170239" y="101089"/>
                </a:lnTo>
                <a:cubicBezTo>
                  <a:pt x="171410" y="101089"/>
                  <a:pt x="172419" y="101506"/>
                  <a:pt x="173253" y="102347"/>
                </a:cubicBezTo>
                <a:cubicBezTo>
                  <a:pt x="174094" y="103181"/>
                  <a:pt x="174599" y="104271"/>
                  <a:pt x="174767" y="105617"/>
                </a:cubicBezTo>
                <a:lnTo>
                  <a:pt x="174767" y="108382"/>
                </a:lnTo>
                <a:cubicBezTo>
                  <a:pt x="176106" y="108879"/>
                  <a:pt x="177445" y="109552"/>
                  <a:pt x="178791" y="110394"/>
                </a:cubicBezTo>
                <a:cubicBezTo>
                  <a:pt x="180129" y="111396"/>
                  <a:pt x="181388" y="112318"/>
                  <a:pt x="182558" y="113159"/>
                </a:cubicBezTo>
                <a:lnTo>
                  <a:pt x="185579" y="111652"/>
                </a:lnTo>
                <a:cubicBezTo>
                  <a:pt x="186581" y="110979"/>
                  <a:pt x="187591" y="110811"/>
                  <a:pt x="188593" y="111147"/>
                </a:cubicBezTo>
                <a:cubicBezTo>
                  <a:pt x="189603" y="111484"/>
                  <a:pt x="190437" y="112069"/>
                  <a:pt x="191110" y="112903"/>
                </a:cubicBezTo>
                <a:lnTo>
                  <a:pt x="191358" y="113408"/>
                </a:lnTo>
                <a:cubicBezTo>
                  <a:pt x="192031" y="114417"/>
                  <a:pt x="192280" y="115419"/>
                  <a:pt x="192119" y="116429"/>
                </a:cubicBezTo>
                <a:cubicBezTo>
                  <a:pt x="191783" y="117599"/>
                  <a:pt x="191190" y="118521"/>
                  <a:pt x="190356" y="119194"/>
                </a:cubicBezTo>
                <a:lnTo>
                  <a:pt x="187335" y="121454"/>
                </a:lnTo>
                <a:cubicBezTo>
                  <a:pt x="187671" y="122296"/>
                  <a:pt x="187840" y="122961"/>
                  <a:pt x="187840" y="123466"/>
                </a:cubicBezTo>
                <a:lnTo>
                  <a:pt x="187840" y="127489"/>
                </a:lnTo>
                <a:cubicBezTo>
                  <a:pt x="187840" y="128331"/>
                  <a:pt x="187671" y="129084"/>
                  <a:pt x="187335" y="129757"/>
                </a:cubicBezTo>
                <a:lnTo>
                  <a:pt x="190356" y="131769"/>
                </a:lnTo>
                <a:cubicBezTo>
                  <a:pt x="191190" y="132434"/>
                  <a:pt x="191783" y="133356"/>
                  <a:pt x="192119" y="134534"/>
                </a:cubicBezTo>
                <a:cubicBezTo>
                  <a:pt x="192280" y="135536"/>
                  <a:pt x="192031" y="136546"/>
                  <a:pt x="191358" y="137548"/>
                </a:cubicBezTo>
                <a:lnTo>
                  <a:pt x="191110" y="138052"/>
                </a:lnTo>
                <a:cubicBezTo>
                  <a:pt x="190437" y="139055"/>
                  <a:pt x="189603" y="139647"/>
                  <a:pt x="188593" y="139815"/>
                </a:cubicBezTo>
                <a:cubicBezTo>
                  <a:pt x="187591" y="140145"/>
                  <a:pt x="186581" y="140064"/>
                  <a:pt x="185579" y="139559"/>
                </a:cubicBezTo>
                <a:lnTo>
                  <a:pt x="182558" y="137804"/>
                </a:lnTo>
                <a:cubicBezTo>
                  <a:pt x="181556" y="138806"/>
                  <a:pt x="180298" y="139728"/>
                  <a:pt x="178791" y="140569"/>
                </a:cubicBezTo>
                <a:cubicBezTo>
                  <a:pt x="177445" y="141403"/>
                  <a:pt x="176106" y="142156"/>
                  <a:pt x="174767" y="142829"/>
                </a:cubicBezTo>
                <a:lnTo>
                  <a:pt x="174767" y="145850"/>
                </a:lnTo>
                <a:cubicBezTo>
                  <a:pt x="174599" y="147021"/>
                  <a:pt x="174094" y="148023"/>
                  <a:pt x="173253" y="148864"/>
                </a:cubicBezTo>
                <a:cubicBezTo>
                  <a:pt x="172419" y="149537"/>
                  <a:pt x="171410" y="149874"/>
                  <a:pt x="170239" y="149874"/>
                </a:cubicBezTo>
                <a:lnTo>
                  <a:pt x="169991" y="149874"/>
                </a:lnTo>
                <a:cubicBezTo>
                  <a:pt x="168813" y="149874"/>
                  <a:pt x="167811" y="149450"/>
                  <a:pt x="166969" y="148616"/>
                </a:cubicBezTo>
                <a:cubicBezTo>
                  <a:pt x="166128" y="147774"/>
                  <a:pt x="165631" y="146772"/>
                  <a:pt x="165463" y="145594"/>
                </a:cubicBezTo>
                <a:close/>
                <a:moveTo>
                  <a:pt x="177028" y="132522"/>
                </a:moveTo>
                <a:cubicBezTo>
                  <a:pt x="178871" y="130679"/>
                  <a:pt x="179793" y="128331"/>
                  <a:pt x="179793" y="125478"/>
                </a:cubicBezTo>
                <a:cubicBezTo>
                  <a:pt x="179793" y="122793"/>
                  <a:pt x="178871" y="120533"/>
                  <a:pt x="177028" y="118689"/>
                </a:cubicBezTo>
                <a:cubicBezTo>
                  <a:pt x="175184" y="116677"/>
                  <a:pt x="172836" y="115675"/>
                  <a:pt x="169991" y="115675"/>
                </a:cubicBezTo>
                <a:cubicBezTo>
                  <a:pt x="167306" y="115675"/>
                  <a:pt x="165038" y="116677"/>
                  <a:pt x="163195" y="118689"/>
                </a:cubicBezTo>
                <a:cubicBezTo>
                  <a:pt x="161183" y="120533"/>
                  <a:pt x="160181" y="122793"/>
                  <a:pt x="160181" y="125478"/>
                </a:cubicBezTo>
                <a:cubicBezTo>
                  <a:pt x="160181" y="128331"/>
                  <a:pt x="161183" y="130679"/>
                  <a:pt x="163195" y="132522"/>
                </a:cubicBezTo>
                <a:cubicBezTo>
                  <a:pt x="165038" y="134366"/>
                  <a:pt x="167306" y="135287"/>
                  <a:pt x="169991" y="135287"/>
                </a:cubicBezTo>
                <a:cubicBezTo>
                  <a:pt x="172836" y="135287"/>
                  <a:pt x="175184" y="134366"/>
                  <a:pt x="177028" y="132522"/>
                </a:cubicBezTo>
                <a:close/>
                <a:moveTo>
                  <a:pt x="191614" y="91279"/>
                </a:moveTo>
                <a:lnTo>
                  <a:pt x="190605" y="86502"/>
                </a:lnTo>
                <a:cubicBezTo>
                  <a:pt x="188761" y="85997"/>
                  <a:pt x="186838" y="85076"/>
                  <a:pt x="184826" y="83737"/>
                </a:cubicBezTo>
                <a:cubicBezTo>
                  <a:pt x="182814" y="82398"/>
                  <a:pt x="181219" y="80972"/>
                  <a:pt x="180049" y="79465"/>
                </a:cubicBezTo>
                <a:lnTo>
                  <a:pt x="173758" y="81725"/>
                </a:lnTo>
                <a:cubicBezTo>
                  <a:pt x="172924" y="82062"/>
                  <a:pt x="172002" y="82062"/>
                  <a:pt x="170993" y="81725"/>
                </a:cubicBezTo>
                <a:cubicBezTo>
                  <a:pt x="170152" y="81557"/>
                  <a:pt x="169398" y="80972"/>
                  <a:pt x="168732" y="79962"/>
                </a:cubicBezTo>
                <a:lnTo>
                  <a:pt x="167979" y="79209"/>
                </a:lnTo>
                <a:cubicBezTo>
                  <a:pt x="167474" y="78207"/>
                  <a:pt x="167386" y="77197"/>
                  <a:pt x="167723" y="76195"/>
                </a:cubicBezTo>
                <a:cubicBezTo>
                  <a:pt x="167891" y="75017"/>
                  <a:pt x="168396" y="74183"/>
                  <a:pt x="169230" y="73679"/>
                </a:cubicBezTo>
                <a:lnTo>
                  <a:pt x="174014" y="69904"/>
                </a:lnTo>
                <a:cubicBezTo>
                  <a:pt x="173677" y="69070"/>
                  <a:pt x="173421" y="68061"/>
                  <a:pt x="173253" y="66890"/>
                </a:cubicBezTo>
                <a:cubicBezTo>
                  <a:pt x="172924" y="65881"/>
                  <a:pt x="172756" y="64879"/>
                  <a:pt x="172756" y="63869"/>
                </a:cubicBezTo>
                <a:cubicBezTo>
                  <a:pt x="172756" y="62699"/>
                  <a:pt x="172924" y="61609"/>
                  <a:pt x="173253" y="60599"/>
                </a:cubicBezTo>
                <a:cubicBezTo>
                  <a:pt x="173421" y="59429"/>
                  <a:pt x="173677" y="58339"/>
                  <a:pt x="174014" y="57337"/>
                </a:cubicBezTo>
                <a:lnTo>
                  <a:pt x="169230" y="53811"/>
                </a:lnTo>
                <a:cubicBezTo>
                  <a:pt x="168396" y="53145"/>
                  <a:pt x="167891" y="52304"/>
                  <a:pt x="167723" y="51301"/>
                </a:cubicBezTo>
                <a:cubicBezTo>
                  <a:pt x="167386" y="50292"/>
                  <a:pt x="167474" y="49290"/>
                  <a:pt x="167979" y="48280"/>
                </a:cubicBezTo>
                <a:lnTo>
                  <a:pt x="168732" y="47527"/>
                </a:lnTo>
                <a:cubicBezTo>
                  <a:pt x="169398" y="46686"/>
                  <a:pt x="170152" y="46100"/>
                  <a:pt x="170993" y="45764"/>
                </a:cubicBezTo>
                <a:cubicBezTo>
                  <a:pt x="172002" y="45266"/>
                  <a:pt x="172924" y="45179"/>
                  <a:pt x="173758" y="45515"/>
                </a:cubicBezTo>
                <a:lnTo>
                  <a:pt x="180049" y="48032"/>
                </a:lnTo>
                <a:cubicBezTo>
                  <a:pt x="181219" y="46349"/>
                  <a:pt x="182814" y="44842"/>
                  <a:pt x="184826" y="43503"/>
                </a:cubicBezTo>
                <a:cubicBezTo>
                  <a:pt x="186838" y="42165"/>
                  <a:pt x="188761" y="41324"/>
                  <a:pt x="190605" y="40987"/>
                </a:cubicBezTo>
                <a:lnTo>
                  <a:pt x="191614" y="36210"/>
                </a:lnTo>
                <a:cubicBezTo>
                  <a:pt x="191783" y="35369"/>
                  <a:pt x="192280" y="34616"/>
                  <a:pt x="193121" y="33950"/>
                </a:cubicBezTo>
                <a:cubicBezTo>
                  <a:pt x="193794" y="33445"/>
                  <a:pt x="194548" y="33196"/>
                  <a:pt x="195382" y="33196"/>
                </a:cubicBezTo>
                <a:lnTo>
                  <a:pt x="197145" y="33196"/>
                </a:lnTo>
                <a:cubicBezTo>
                  <a:pt x="198154" y="33196"/>
                  <a:pt x="198988" y="33445"/>
                  <a:pt x="199661" y="33950"/>
                </a:cubicBezTo>
                <a:cubicBezTo>
                  <a:pt x="200327" y="34616"/>
                  <a:pt x="200832" y="35369"/>
                  <a:pt x="201168" y="36210"/>
                </a:cubicBezTo>
                <a:lnTo>
                  <a:pt x="201921" y="40987"/>
                </a:lnTo>
                <a:cubicBezTo>
                  <a:pt x="203765" y="41324"/>
                  <a:pt x="205696" y="42165"/>
                  <a:pt x="207708" y="43503"/>
                </a:cubicBezTo>
                <a:cubicBezTo>
                  <a:pt x="209888" y="44842"/>
                  <a:pt x="211563" y="46349"/>
                  <a:pt x="212733" y="48032"/>
                </a:cubicBezTo>
                <a:lnTo>
                  <a:pt x="218768" y="45515"/>
                </a:lnTo>
                <a:cubicBezTo>
                  <a:pt x="219610" y="45179"/>
                  <a:pt x="220531" y="45179"/>
                  <a:pt x="221534" y="45515"/>
                </a:cubicBezTo>
                <a:cubicBezTo>
                  <a:pt x="222375" y="45852"/>
                  <a:pt x="223128" y="46437"/>
                  <a:pt x="223801" y="47278"/>
                </a:cubicBezTo>
                <a:lnTo>
                  <a:pt x="224555" y="48280"/>
                </a:lnTo>
                <a:cubicBezTo>
                  <a:pt x="225059" y="49290"/>
                  <a:pt x="225228" y="50292"/>
                  <a:pt x="225059" y="51301"/>
                </a:cubicBezTo>
                <a:cubicBezTo>
                  <a:pt x="224723" y="52304"/>
                  <a:pt x="224138" y="53145"/>
                  <a:pt x="223296" y="53811"/>
                </a:cubicBezTo>
                <a:lnTo>
                  <a:pt x="218520" y="57337"/>
                </a:lnTo>
                <a:cubicBezTo>
                  <a:pt x="218856" y="58339"/>
                  <a:pt x="219105" y="59429"/>
                  <a:pt x="219273" y="60599"/>
                </a:cubicBezTo>
                <a:cubicBezTo>
                  <a:pt x="219610" y="61609"/>
                  <a:pt x="219778" y="62611"/>
                  <a:pt x="219778" y="63620"/>
                </a:cubicBezTo>
                <a:cubicBezTo>
                  <a:pt x="219778" y="64791"/>
                  <a:pt x="219610" y="65881"/>
                  <a:pt x="219273" y="66890"/>
                </a:cubicBezTo>
                <a:cubicBezTo>
                  <a:pt x="219105" y="68061"/>
                  <a:pt x="218856" y="69070"/>
                  <a:pt x="218520" y="69904"/>
                </a:cubicBezTo>
                <a:lnTo>
                  <a:pt x="223296" y="73679"/>
                </a:lnTo>
                <a:cubicBezTo>
                  <a:pt x="224138" y="74183"/>
                  <a:pt x="224723" y="75017"/>
                  <a:pt x="225059" y="76195"/>
                </a:cubicBezTo>
                <a:cubicBezTo>
                  <a:pt x="225228" y="77197"/>
                  <a:pt x="225059" y="78207"/>
                  <a:pt x="224555" y="79209"/>
                </a:cubicBezTo>
                <a:lnTo>
                  <a:pt x="223801" y="79962"/>
                </a:lnTo>
                <a:cubicBezTo>
                  <a:pt x="223128" y="80804"/>
                  <a:pt x="222375" y="81389"/>
                  <a:pt x="221534" y="81725"/>
                </a:cubicBezTo>
                <a:cubicBezTo>
                  <a:pt x="220531" y="82062"/>
                  <a:pt x="219610" y="82062"/>
                  <a:pt x="218768" y="81725"/>
                </a:cubicBezTo>
                <a:lnTo>
                  <a:pt x="212733" y="79465"/>
                </a:lnTo>
                <a:cubicBezTo>
                  <a:pt x="211563" y="80972"/>
                  <a:pt x="209888" y="82398"/>
                  <a:pt x="207708" y="83737"/>
                </a:cubicBezTo>
                <a:cubicBezTo>
                  <a:pt x="205696" y="85076"/>
                  <a:pt x="203765" y="85997"/>
                  <a:pt x="201921" y="86502"/>
                </a:cubicBezTo>
                <a:lnTo>
                  <a:pt x="201168" y="91279"/>
                </a:lnTo>
                <a:cubicBezTo>
                  <a:pt x="200832" y="92120"/>
                  <a:pt x="200327" y="92874"/>
                  <a:pt x="199661" y="93547"/>
                </a:cubicBezTo>
                <a:cubicBezTo>
                  <a:pt x="198988" y="94044"/>
                  <a:pt x="198154" y="94300"/>
                  <a:pt x="197145" y="94300"/>
                </a:cubicBezTo>
                <a:lnTo>
                  <a:pt x="195382" y="94300"/>
                </a:lnTo>
                <a:cubicBezTo>
                  <a:pt x="194548" y="94300"/>
                  <a:pt x="193794" y="94044"/>
                  <a:pt x="193121" y="93547"/>
                </a:cubicBezTo>
                <a:cubicBezTo>
                  <a:pt x="192280" y="92874"/>
                  <a:pt x="191783" y="92120"/>
                  <a:pt x="191614" y="91279"/>
                </a:cubicBezTo>
                <a:close/>
                <a:moveTo>
                  <a:pt x="206698" y="74183"/>
                </a:moveTo>
                <a:cubicBezTo>
                  <a:pt x="209551" y="71499"/>
                  <a:pt x="210978" y="68061"/>
                  <a:pt x="210978" y="63869"/>
                </a:cubicBezTo>
                <a:cubicBezTo>
                  <a:pt x="210978" y="59509"/>
                  <a:pt x="209551" y="55991"/>
                  <a:pt x="206698" y="53313"/>
                </a:cubicBezTo>
                <a:cubicBezTo>
                  <a:pt x="204021" y="50460"/>
                  <a:pt x="200583" y="49034"/>
                  <a:pt x="196391" y="49034"/>
                </a:cubicBezTo>
                <a:cubicBezTo>
                  <a:pt x="192031" y="49034"/>
                  <a:pt x="188513" y="50460"/>
                  <a:pt x="185828" y="53313"/>
                </a:cubicBezTo>
                <a:cubicBezTo>
                  <a:pt x="182982" y="55991"/>
                  <a:pt x="181556" y="59509"/>
                  <a:pt x="181556" y="63869"/>
                </a:cubicBezTo>
                <a:cubicBezTo>
                  <a:pt x="181556" y="68061"/>
                  <a:pt x="182982" y="71499"/>
                  <a:pt x="185828" y="74183"/>
                </a:cubicBezTo>
                <a:cubicBezTo>
                  <a:pt x="188513" y="77029"/>
                  <a:pt x="192031" y="78456"/>
                  <a:pt x="196391" y="78456"/>
                </a:cubicBezTo>
                <a:cubicBezTo>
                  <a:pt x="200583" y="78456"/>
                  <a:pt x="204021" y="77029"/>
                  <a:pt x="206698" y="74183"/>
                </a:cubicBezTo>
                <a:close/>
                <a:moveTo>
                  <a:pt x="89523" y="19563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264316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600" dirty="0"/>
          </a:p>
        </p:txBody>
      </p:sp>
      <p:sp>
        <p:nvSpPr>
          <p:cNvPr id="17" name="圖示 客服"/>
          <p:cNvSpPr/>
          <p:nvPr/>
        </p:nvSpPr>
        <p:spPr>
          <a:xfrm>
            <a:off x="320275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196" y="206201"/>
                </a:moveTo>
                <a:cubicBezTo>
                  <a:pt x="118521" y="206201"/>
                  <a:pt x="117182" y="205608"/>
                  <a:pt x="116173" y="204438"/>
                </a:cubicBezTo>
                <a:cubicBezTo>
                  <a:pt x="115002" y="203428"/>
                  <a:pt x="114417" y="202090"/>
                  <a:pt x="114417" y="200415"/>
                </a:cubicBezTo>
                <a:cubicBezTo>
                  <a:pt x="114417" y="198739"/>
                  <a:pt x="115002" y="197393"/>
                  <a:pt x="116173" y="196391"/>
                </a:cubicBezTo>
                <a:cubicBezTo>
                  <a:pt x="117182" y="195382"/>
                  <a:pt x="118521" y="194884"/>
                  <a:pt x="120196" y="194884"/>
                </a:cubicBezTo>
                <a:lnTo>
                  <a:pt x="191614" y="194884"/>
                </a:lnTo>
                <a:cubicBezTo>
                  <a:pt x="192448" y="194884"/>
                  <a:pt x="193202" y="194628"/>
                  <a:pt x="193875" y="194131"/>
                </a:cubicBezTo>
                <a:cubicBezTo>
                  <a:pt x="194548" y="193458"/>
                  <a:pt x="194884" y="192704"/>
                  <a:pt x="194884" y="191863"/>
                </a:cubicBezTo>
                <a:lnTo>
                  <a:pt x="194884" y="117936"/>
                </a:lnTo>
                <a:cubicBezTo>
                  <a:pt x="194884" y="97819"/>
                  <a:pt x="187591" y="80972"/>
                  <a:pt x="173004" y="67395"/>
                </a:cubicBezTo>
                <a:cubicBezTo>
                  <a:pt x="158586" y="53642"/>
                  <a:pt x="141154" y="46773"/>
                  <a:pt x="120701" y="46773"/>
                </a:cubicBezTo>
                <a:cubicBezTo>
                  <a:pt x="100248" y="46773"/>
                  <a:pt x="82815" y="53642"/>
                  <a:pt x="68397" y="67395"/>
                </a:cubicBezTo>
                <a:cubicBezTo>
                  <a:pt x="53811" y="80972"/>
                  <a:pt x="46517" y="97819"/>
                  <a:pt x="46517" y="117936"/>
                </a:cubicBezTo>
                <a:lnTo>
                  <a:pt x="46517" y="173253"/>
                </a:lnTo>
                <a:cubicBezTo>
                  <a:pt x="46517" y="174431"/>
                  <a:pt x="46188" y="175353"/>
                  <a:pt x="45515" y="176026"/>
                </a:cubicBezTo>
                <a:cubicBezTo>
                  <a:pt x="44842" y="176860"/>
                  <a:pt x="43920" y="177277"/>
                  <a:pt x="42750" y="177277"/>
                </a:cubicBezTo>
                <a:cubicBezTo>
                  <a:pt x="37885" y="177277"/>
                  <a:pt x="33782" y="175601"/>
                  <a:pt x="30424" y="172251"/>
                </a:cubicBezTo>
                <a:cubicBezTo>
                  <a:pt x="26905" y="168901"/>
                  <a:pt x="25150" y="164790"/>
                  <a:pt x="25150" y="159932"/>
                </a:cubicBezTo>
                <a:lnTo>
                  <a:pt x="25150" y="140313"/>
                </a:lnTo>
                <a:cubicBezTo>
                  <a:pt x="25150" y="137131"/>
                  <a:pt x="26071" y="134110"/>
                  <a:pt x="27915" y="131264"/>
                </a:cubicBezTo>
                <a:cubicBezTo>
                  <a:pt x="29758" y="128579"/>
                  <a:pt x="32187" y="126399"/>
                  <a:pt x="35208" y="124724"/>
                </a:cubicBezTo>
                <a:lnTo>
                  <a:pt x="35705" y="111901"/>
                </a:lnTo>
                <a:cubicBezTo>
                  <a:pt x="36547" y="101001"/>
                  <a:pt x="39392" y="90862"/>
                  <a:pt x="44257" y="81477"/>
                </a:cubicBezTo>
                <a:cubicBezTo>
                  <a:pt x="49122" y="72252"/>
                  <a:pt x="55325" y="64125"/>
                  <a:pt x="62867" y="57081"/>
                </a:cubicBezTo>
                <a:cubicBezTo>
                  <a:pt x="70577" y="50212"/>
                  <a:pt x="79377" y="44842"/>
                  <a:pt x="89267" y="40987"/>
                </a:cubicBezTo>
                <a:cubicBezTo>
                  <a:pt x="99158" y="37132"/>
                  <a:pt x="109640" y="35208"/>
                  <a:pt x="120701" y="35208"/>
                </a:cubicBezTo>
                <a:cubicBezTo>
                  <a:pt x="131769" y="35208"/>
                  <a:pt x="142244" y="37132"/>
                  <a:pt x="152134" y="40987"/>
                </a:cubicBezTo>
                <a:cubicBezTo>
                  <a:pt x="162024" y="44842"/>
                  <a:pt x="170825" y="50212"/>
                  <a:pt x="178535" y="57081"/>
                </a:cubicBezTo>
                <a:cubicBezTo>
                  <a:pt x="186084" y="63957"/>
                  <a:pt x="192280" y="72084"/>
                  <a:pt x="197145" y="81477"/>
                </a:cubicBezTo>
                <a:cubicBezTo>
                  <a:pt x="202009" y="90694"/>
                  <a:pt x="204855" y="100833"/>
                  <a:pt x="205696" y="111901"/>
                </a:cubicBezTo>
                <a:lnTo>
                  <a:pt x="206201" y="124475"/>
                </a:lnTo>
                <a:cubicBezTo>
                  <a:pt x="209046" y="125814"/>
                  <a:pt x="211475" y="127745"/>
                  <a:pt x="213487" y="130254"/>
                </a:cubicBezTo>
                <a:cubicBezTo>
                  <a:pt x="215330" y="132939"/>
                  <a:pt x="216259" y="135792"/>
                  <a:pt x="216259" y="138806"/>
                </a:cubicBezTo>
                <a:lnTo>
                  <a:pt x="216259" y="161439"/>
                </a:lnTo>
                <a:cubicBezTo>
                  <a:pt x="216259" y="164621"/>
                  <a:pt x="215330" y="167474"/>
                  <a:pt x="213487" y="169991"/>
                </a:cubicBezTo>
                <a:cubicBezTo>
                  <a:pt x="211475" y="172500"/>
                  <a:pt x="209046" y="174431"/>
                  <a:pt x="206201" y="175770"/>
                </a:cubicBezTo>
                <a:lnTo>
                  <a:pt x="206201" y="191863"/>
                </a:lnTo>
                <a:cubicBezTo>
                  <a:pt x="206201" y="195886"/>
                  <a:pt x="204774" y="199237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120196" y="206201"/>
                </a:lnTo>
                <a:close/>
                <a:moveTo>
                  <a:pt x="87512" y="134783"/>
                </a:moveTo>
                <a:cubicBezTo>
                  <a:pt x="86166" y="133444"/>
                  <a:pt x="85500" y="131769"/>
                  <a:pt x="85500" y="129757"/>
                </a:cubicBezTo>
                <a:cubicBezTo>
                  <a:pt x="85500" y="127745"/>
                  <a:pt x="86166" y="126063"/>
                  <a:pt x="87512" y="124724"/>
                </a:cubicBezTo>
                <a:cubicBezTo>
                  <a:pt x="88850" y="123385"/>
                  <a:pt x="90526" y="122712"/>
                  <a:pt x="92537" y="122712"/>
                </a:cubicBezTo>
                <a:cubicBezTo>
                  <a:pt x="94549" y="122712"/>
                  <a:pt x="96224" y="123466"/>
                  <a:pt x="97570" y="124973"/>
                </a:cubicBezTo>
                <a:cubicBezTo>
                  <a:pt x="98909" y="126319"/>
                  <a:pt x="99582" y="127906"/>
                  <a:pt x="99582" y="129757"/>
                </a:cubicBezTo>
                <a:cubicBezTo>
                  <a:pt x="99582" y="131769"/>
                  <a:pt x="98821" y="133444"/>
                  <a:pt x="97314" y="134783"/>
                </a:cubicBezTo>
                <a:cubicBezTo>
                  <a:pt x="95975" y="135953"/>
                  <a:pt x="94381" y="136546"/>
                  <a:pt x="92537" y="136546"/>
                </a:cubicBezTo>
                <a:cubicBezTo>
                  <a:pt x="90526" y="136546"/>
                  <a:pt x="88850" y="135953"/>
                  <a:pt x="87512" y="134783"/>
                </a:cubicBezTo>
                <a:close/>
                <a:moveTo>
                  <a:pt x="143839" y="134783"/>
                </a:moveTo>
                <a:cubicBezTo>
                  <a:pt x="142493" y="133444"/>
                  <a:pt x="141827" y="131769"/>
                  <a:pt x="141827" y="129757"/>
                </a:cubicBezTo>
                <a:cubicBezTo>
                  <a:pt x="141827" y="127745"/>
                  <a:pt x="142581" y="126063"/>
                  <a:pt x="144087" y="124724"/>
                </a:cubicBezTo>
                <a:cubicBezTo>
                  <a:pt x="145426" y="123385"/>
                  <a:pt x="147021" y="122712"/>
                  <a:pt x="148864" y="122712"/>
                </a:cubicBezTo>
                <a:cubicBezTo>
                  <a:pt x="150876" y="122712"/>
                  <a:pt x="152551" y="123466"/>
                  <a:pt x="153897" y="124973"/>
                </a:cubicBezTo>
                <a:cubicBezTo>
                  <a:pt x="155236" y="126319"/>
                  <a:pt x="155909" y="127906"/>
                  <a:pt x="155909" y="129757"/>
                </a:cubicBezTo>
                <a:cubicBezTo>
                  <a:pt x="155909" y="131769"/>
                  <a:pt x="155236" y="133444"/>
                  <a:pt x="153897" y="134783"/>
                </a:cubicBezTo>
                <a:cubicBezTo>
                  <a:pt x="152551" y="135953"/>
                  <a:pt x="150876" y="136546"/>
                  <a:pt x="148864" y="136546"/>
                </a:cubicBezTo>
                <a:cubicBezTo>
                  <a:pt x="146853" y="136546"/>
                  <a:pt x="145177" y="135953"/>
                  <a:pt x="143839" y="134783"/>
                </a:cubicBezTo>
                <a:close/>
                <a:moveTo>
                  <a:pt x="64125" y="122712"/>
                </a:moveTo>
                <a:cubicBezTo>
                  <a:pt x="63116" y="106283"/>
                  <a:pt x="68229" y="92201"/>
                  <a:pt x="79465" y="80467"/>
                </a:cubicBezTo>
                <a:cubicBezTo>
                  <a:pt x="90694" y="68902"/>
                  <a:pt x="104607" y="63116"/>
                  <a:pt x="121206" y="63116"/>
                </a:cubicBezTo>
                <a:cubicBezTo>
                  <a:pt x="134951" y="63116"/>
                  <a:pt x="146933" y="67475"/>
                  <a:pt x="157160" y="76195"/>
                </a:cubicBezTo>
                <a:cubicBezTo>
                  <a:pt x="167386" y="84908"/>
                  <a:pt x="173590" y="96056"/>
                  <a:pt x="175770" y="109640"/>
                </a:cubicBezTo>
                <a:cubicBezTo>
                  <a:pt x="161856" y="109472"/>
                  <a:pt x="149033" y="105617"/>
                  <a:pt x="137299" y="98068"/>
                </a:cubicBezTo>
                <a:cubicBezTo>
                  <a:pt x="125565" y="90526"/>
                  <a:pt x="116509" y="80548"/>
                  <a:pt x="110138" y="68148"/>
                </a:cubicBezTo>
                <a:cubicBezTo>
                  <a:pt x="107460" y="80548"/>
                  <a:pt x="102091" y="91616"/>
                  <a:pt x="94044" y="101337"/>
                </a:cubicBezTo>
                <a:cubicBezTo>
                  <a:pt x="85829" y="110891"/>
                  <a:pt x="75859" y="118016"/>
                  <a:pt x="64125" y="12271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308694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600" dirty="0"/>
          </a:p>
        </p:txBody>
      </p:sp>
      <p:sp>
        <p:nvSpPr>
          <p:cNvPr id="19" name="圖示 訓練"/>
          <p:cNvSpPr/>
          <p:nvPr/>
        </p:nvSpPr>
        <p:spPr>
          <a:xfrm>
            <a:off x="364653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855" y="166969"/>
                </a:moveTo>
                <a:cubicBezTo>
                  <a:pt x="58507" y="165631"/>
                  <a:pt x="56664" y="163868"/>
                  <a:pt x="55325" y="161688"/>
                </a:cubicBezTo>
                <a:cubicBezTo>
                  <a:pt x="53979" y="159340"/>
                  <a:pt x="53313" y="156831"/>
                  <a:pt x="53313" y="154146"/>
                </a:cubicBezTo>
                <a:lnTo>
                  <a:pt x="53313" y="108382"/>
                </a:lnTo>
                <a:lnTo>
                  <a:pt x="32436" y="96809"/>
                </a:lnTo>
                <a:cubicBezTo>
                  <a:pt x="31265" y="95975"/>
                  <a:pt x="30343" y="95054"/>
                  <a:pt x="29670" y="94044"/>
                </a:cubicBezTo>
                <a:cubicBezTo>
                  <a:pt x="29005" y="93042"/>
                  <a:pt x="28668" y="91864"/>
                  <a:pt x="28668" y="90526"/>
                </a:cubicBezTo>
                <a:cubicBezTo>
                  <a:pt x="28668" y="89187"/>
                  <a:pt x="29005" y="88009"/>
                  <a:pt x="29670" y="87007"/>
                </a:cubicBezTo>
                <a:cubicBezTo>
                  <a:pt x="30343" y="85997"/>
                  <a:pt x="31265" y="85076"/>
                  <a:pt x="32436" y="84242"/>
                </a:cubicBezTo>
                <a:lnTo>
                  <a:pt x="113408" y="39729"/>
                </a:lnTo>
                <a:cubicBezTo>
                  <a:pt x="114585" y="39231"/>
                  <a:pt x="115756" y="38807"/>
                  <a:pt x="116926" y="38471"/>
                </a:cubicBezTo>
                <a:cubicBezTo>
                  <a:pt x="118104" y="38302"/>
                  <a:pt x="119274" y="38222"/>
                  <a:pt x="120452" y="38222"/>
                </a:cubicBezTo>
                <a:cubicBezTo>
                  <a:pt x="121791" y="38222"/>
                  <a:pt x="123049" y="38302"/>
                  <a:pt x="124219" y="38471"/>
                </a:cubicBezTo>
                <a:cubicBezTo>
                  <a:pt x="125397" y="38807"/>
                  <a:pt x="126487" y="39231"/>
                  <a:pt x="127489" y="39729"/>
                </a:cubicBezTo>
                <a:lnTo>
                  <a:pt x="217013" y="88265"/>
                </a:lnTo>
                <a:cubicBezTo>
                  <a:pt x="218183" y="89099"/>
                  <a:pt x="219105" y="90109"/>
                  <a:pt x="219778" y="91279"/>
                </a:cubicBezTo>
                <a:cubicBezTo>
                  <a:pt x="220444" y="92289"/>
                  <a:pt x="220780" y="93459"/>
                  <a:pt x="220780" y="94798"/>
                </a:cubicBezTo>
                <a:lnTo>
                  <a:pt x="220780" y="156662"/>
                </a:lnTo>
                <a:cubicBezTo>
                  <a:pt x="220780" y="158169"/>
                  <a:pt x="220283" y="159508"/>
                  <a:pt x="219273" y="160686"/>
                </a:cubicBezTo>
                <a:cubicBezTo>
                  <a:pt x="218103" y="161688"/>
                  <a:pt x="216757" y="162193"/>
                  <a:pt x="215250" y="162193"/>
                </a:cubicBezTo>
                <a:cubicBezTo>
                  <a:pt x="213575" y="162193"/>
                  <a:pt x="212148" y="161688"/>
                  <a:pt x="210978" y="160686"/>
                </a:cubicBezTo>
                <a:cubicBezTo>
                  <a:pt x="209968" y="159508"/>
                  <a:pt x="209463" y="158169"/>
                  <a:pt x="209463" y="156662"/>
                </a:cubicBezTo>
                <a:lnTo>
                  <a:pt x="209463" y="97314"/>
                </a:lnTo>
                <a:lnTo>
                  <a:pt x="187840" y="108382"/>
                </a:lnTo>
                <a:lnTo>
                  <a:pt x="187840" y="154146"/>
                </a:lnTo>
                <a:cubicBezTo>
                  <a:pt x="187840" y="156831"/>
                  <a:pt x="187167" y="159340"/>
                  <a:pt x="185828" y="161688"/>
                </a:cubicBezTo>
                <a:cubicBezTo>
                  <a:pt x="184321" y="163868"/>
                  <a:pt x="182478" y="165631"/>
                  <a:pt x="180298" y="166969"/>
                </a:cubicBezTo>
                <a:lnTo>
                  <a:pt x="127489" y="195638"/>
                </a:lnTo>
                <a:cubicBezTo>
                  <a:pt x="126487" y="196303"/>
                  <a:pt x="125397" y="196808"/>
                  <a:pt x="124219" y="197145"/>
                </a:cubicBezTo>
                <a:cubicBezTo>
                  <a:pt x="123049" y="197313"/>
                  <a:pt x="121791" y="197393"/>
                  <a:pt x="120452" y="197393"/>
                </a:cubicBezTo>
                <a:cubicBezTo>
                  <a:pt x="119274" y="197393"/>
                  <a:pt x="118104" y="197313"/>
                  <a:pt x="116926" y="197145"/>
                </a:cubicBezTo>
                <a:cubicBezTo>
                  <a:pt x="115756" y="196808"/>
                  <a:pt x="114585" y="196303"/>
                  <a:pt x="113408" y="195638"/>
                </a:cubicBezTo>
                <a:lnTo>
                  <a:pt x="60855" y="166969"/>
                </a:lnTo>
                <a:close/>
                <a:moveTo>
                  <a:pt x="119443" y="131513"/>
                </a:moveTo>
                <a:cubicBezTo>
                  <a:pt x="119779" y="131849"/>
                  <a:pt x="120116" y="132017"/>
                  <a:pt x="120452" y="132017"/>
                </a:cubicBezTo>
                <a:cubicBezTo>
                  <a:pt x="120950" y="132017"/>
                  <a:pt x="121374" y="131849"/>
                  <a:pt x="121710" y="131513"/>
                </a:cubicBezTo>
                <a:lnTo>
                  <a:pt x="196896" y="90526"/>
                </a:lnTo>
                <a:lnTo>
                  <a:pt x="121710" y="50043"/>
                </a:lnTo>
                <a:cubicBezTo>
                  <a:pt x="121374" y="49875"/>
                  <a:pt x="120950" y="49787"/>
                  <a:pt x="120452" y="49787"/>
                </a:cubicBezTo>
                <a:cubicBezTo>
                  <a:pt x="120116" y="49787"/>
                  <a:pt x="119779" y="49875"/>
                  <a:pt x="119443" y="50043"/>
                </a:cubicBezTo>
                <a:lnTo>
                  <a:pt x="44506" y="90526"/>
                </a:lnTo>
                <a:lnTo>
                  <a:pt x="119443" y="131513"/>
                </a:lnTo>
                <a:close/>
                <a:moveTo>
                  <a:pt x="119194" y="186084"/>
                </a:moveTo>
                <a:cubicBezTo>
                  <a:pt x="119699" y="186245"/>
                  <a:pt x="120116" y="186333"/>
                  <a:pt x="120452" y="186333"/>
                </a:cubicBezTo>
                <a:cubicBezTo>
                  <a:pt x="120950" y="186333"/>
                  <a:pt x="121374" y="186245"/>
                  <a:pt x="121710" y="186084"/>
                </a:cubicBezTo>
                <a:lnTo>
                  <a:pt x="175016" y="156662"/>
                </a:lnTo>
                <a:cubicBezTo>
                  <a:pt x="175521" y="156494"/>
                  <a:pt x="175857" y="156158"/>
                  <a:pt x="176026" y="155653"/>
                </a:cubicBezTo>
                <a:cubicBezTo>
                  <a:pt x="176187" y="155316"/>
                  <a:pt x="176274" y="154819"/>
                  <a:pt x="176274" y="154146"/>
                </a:cubicBezTo>
                <a:lnTo>
                  <a:pt x="176274" y="115171"/>
                </a:lnTo>
                <a:lnTo>
                  <a:pt x="127489" y="141571"/>
                </a:lnTo>
                <a:cubicBezTo>
                  <a:pt x="126487" y="142076"/>
                  <a:pt x="125397" y="142493"/>
                  <a:pt x="124219" y="142829"/>
                </a:cubicBezTo>
                <a:cubicBezTo>
                  <a:pt x="123049" y="142998"/>
                  <a:pt x="121791" y="143078"/>
                  <a:pt x="120452" y="143078"/>
                </a:cubicBezTo>
                <a:cubicBezTo>
                  <a:pt x="119274" y="143078"/>
                  <a:pt x="118104" y="142998"/>
                  <a:pt x="116926" y="142829"/>
                </a:cubicBezTo>
                <a:cubicBezTo>
                  <a:pt x="115924" y="142493"/>
                  <a:pt x="114834" y="142076"/>
                  <a:pt x="113664" y="141571"/>
                </a:cubicBezTo>
                <a:lnTo>
                  <a:pt x="64622" y="114914"/>
                </a:lnTo>
                <a:lnTo>
                  <a:pt x="64622" y="154146"/>
                </a:lnTo>
                <a:cubicBezTo>
                  <a:pt x="64622" y="154651"/>
                  <a:pt x="64791" y="155148"/>
                  <a:pt x="65127" y="155653"/>
                </a:cubicBezTo>
                <a:cubicBezTo>
                  <a:pt x="65295" y="156158"/>
                  <a:pt x="65632" y="156494"/>
                  <a:pt x="66137" y="156662"/>
                </a:cubicBezTo>
                <a:lnTo>
                  <a:pt x="119194" y="186084"/>
                </a:lnTo>
                <a:close/>
                <a:moveTo>
                  <a:pt x="120701" y="132017"/>
                </a:moveTo>
                <a:close/>
                <a:moveTo>
                  <a:pt x="120452" y="150123"/>
                </a:moveTo>
                <a:close/>
                <a:moveTo>
                  <a:pt x="120452" y="15012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353071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600" dirty="0"/>
          </a:p>
        </p:txBody>
      </p:sp>
      <p:sp>
        <p:nvSpPr>
          <p:cNvPr id="21" name="圖示 合作"/>
          <p:cNvSpPr/>
          <p:nvPr/>
        </p:nvSpPr>
        <p:spPr>
          <a:xfrm>
            <a:off x="409031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689" y="204438"/>
                </a:moveTo>
                <a:cubicBezTo>
                  <a:pt x="119699" y="204438"/>
                  <a:pt x="120869" y="204189"/>
                  <a:pt x="122208" y="203684"/>
                </a:cubicBezTo>
                <a:cubicBezTo>
                  <a:pt x="123554" y="203180"/>
                  <a:pt x="124644" y="202507"/>
                  <a:pt x="125478" y="201673"/>
                </a:cubicBezTo>
                <a:lnTo>
                  <a:pt x="207708" y="119443"/>
                </a:lnTo>
                <a:cubicBezTo>
                  <a:pt x="210056" y="117094"/>
                  <a:pt x="211812" y="114498"/>
                  <a:pt x="212989" y="111652"/>
                </a:cubicBezTo>
                <a:cubicBezTo>
                  <a:pt x="214328" y="108967"/>
                  <a:pt x="215001" y="106034"/>
                  <a:pt x="215001" y="102844"/>
                </a:cubicBezTo>
                <a:cubicBezTo>
                  <a:pt x="215001" y="99831"/>
                  <a:pt x="214328" y="96809"/>
                  <a:pt x="212989" y="93795"/>
                </a:cubicBezTo>
                <a:cubicBezTo>
                  <a:pt x="211812" y="90774"/>
                  <a:pt x="210056" y="88097"/>
                  <a:pt x="207708" y="85749"/>
                </a:cubicBezTo>
                <a:lnTo>
                  <a:pt x="165463" y="43503"/>
                </a:lnTo>
                <a:cubicBezTo>
                  <a:pt x="163114" y="41155"/>
                  <a:pt x="160517" y="39392"/>
                  <a:pt x="157665" y="38222"/>
                </a:cubicBezTo>
                <a:cubicBezTo>
                  <a:pt x="154819" y="37051"/>
                  <a:pt x="151885" y="36459"/>
                  <a:pt x="148864" y="36459"/>
                </a:cubicBezTo>
                <a:cubicBezTo>
                  <a:pt x="145682" y="36459"/>
                  <a:pt x="142749" y="37051"/>
                  <a:pt x="140064" y="38222"/>
                </a:cubicBezTo>
                <a:cubicBezTo>
                  <a:pt x="137211" y="39392"/>
                  <a:pt x="134614" y="41155"/>
                  <a:pt x="132266" y="43503"/>
                </a:cubicBezTo>
                <a:lnTo>
                  <a:pt x="125229" y="50541"/>
                </a:lnTo>
                <a:lnTo>
                  <a:pt x="145090" y="70658"/>
                </a:lnTo>
                <a:cubicBezTo>
                  <a:pt x="147101" y="72669"/>
                  <a:pt x="148864" y="75105"/>
                  <a:pt x="150371" y="77951"/>
                </a:cubicBezTo>
                <a:cubicBezTo>
                  <a:pt x="151717" y="80804"/>
                  <a:pt x="152383" y="83905"/>
                  <a:pt x="152383" y="87256"/>
                </a:cubicBezTo>
                <a:cubicBezTo>
                  <a:pt x="152383" y="92786"/>
                  <a:pt x="150291" y="97651"/>
                  <a:pt x="146099" y="101842"/>
                </a:cubicBezTo>
                <a:cubicBezTo>
                  <a:pt x="141908" y="106034"/>
                  <a:pt x="137043" y="108126"/>
                  <a:pt x="131513" y="108126"/>
                </a:cubicBezTo>
                <a:cubicBezTo>
                  <a:pt x="127826" y="108126"/>
                  <a:pt x="124724" y="107629"/>
                  <a:pt x="122208" y="106619"/>
                </a:cubicBezTo>
                <a:cubicBezTo>
                  <a:pt x="119699" y="105449"/>
                  <a:pt x="117350" y="103854"/>
                  <a:pt x="115171" y="101842"/>
                </a:cubicBezTo>
                <a:lnTo>
                  <a:pt x="98821" y="85244"/>
                </a:lnTo>
                <a:cubicBezTo>
                  <a:pt x="98155" y="84739"/>
                  <a:pt x="97402" y="84491"/>
                  <a:pt x="96561" y="84491"/>
                </a:cubicBezTo>
                <a:cubicBezTo>
                  <a:pt x="95558" y="84491"/>
                  <a:pt x="94798" y="84739"/>
                  <a:pt x="94300" y="85244"/>
                </a:cubicBezTo>
                <a:lnTo>
                  <a:pt x="51550" y="127994"/>
                </a:lnTo>
                <a:cubicBezTo>
                  <a:pt x="50709" y="128828"/>
                  <a:pt x="50043" y="129918"/>
                  <a:pt x="49539" y="131264"/>
                </a:cubicBezTo>
                <a:cubicBezTo>
                  <a:pt x="49034" y="132434"/>
                  <a:pt x="48785" y="133612"/>
                  <a:pt x="48785" y="134783"/>
                </a:cubicBezTo>
                <a:cubicBezTo>
                  <a:pt x="48785" y="137299"/>
                  <a:pt x="49619" y="139311"/>
                  <a:pt x="51301" y="140818"/>
                </a:cubicBezTo>
                <a:cubicBezTo>
                  <a:pt x="52808" y="142325"/>
                  <a:pt x="54820" y="143078"/>
                  <a:pt x="57337" y="143078"/>
                </a:cubicBezTo>
                <a:cubicBezTo>
                  <a:pt x="58507" y="143078"/>
                  <a:pt x="59677" y="142829"/>
                  <a:pt x="60855" y="142325"/>
                </a:cubicBezTo>
                <a:cubicBezTo>
                  <a:pt x="62194" y="141659"/>
                  <a:pt x="63203" y="140986"/>
                  <a:pt x="63869" y="140313"/>
                </a:cubicBezTo>
                <a:lnTo>
                  <a:pt x="93291" y="110891"/>
                </a:lnTo>
                <a:cubicBezTo>
                  <a:pt x="94468" y="109721"/>
                  <a:pt x="95807" y="109135"/>
                  <a:pt x="97314" y="109135"/>
                </a:cubicBezTo>
                <a:cubicBezTo>
                  <a:pt x="98821" y="108967"/>
                  <a:pt x="100167" y="109552"/>
                  <a:pt x="101337" y="110891"/>
                </a:cubicBezTo>
                <a:cubicBezTo>
                  <a:pt x="102515" y="112069"/>
                  <a:pt x="103100" y="113408"/>
                  <a:pt x="103100" y="114914"/>
                </a:cubicBezTo>
                <a:cubicBezTo>
                  <a:pt x="103100" y="116260"/>
                  <a:pt x="102515" y="117599"/>
                  <a:pt x="101337" y="118938"/>
                </a:cubicBezTo>
                <a:lnTo>
                  <a:pt x="72172" y="148111"/>
                </a:lnTo>
                <a:cubicBezTo>
                  <a:pt x="71162" y="149113"/>
                  <a:pt x="70409" y="150203"/>
                  <a:pt x="69904" y="151381"/>
                </a:cubicBezTo>
                <a:cubicBezTo>
                  <a:pt x="69568" y="152551"/>
                  <a:pt x="69407" y="153809"/>
                  <a:pt x="69407" y="155148"/>
                </a:cubicBezTo>
                <a:cubicBezTo>
                  <a:pt x="69407" y="157328"/>
                  <a:pt x="70241" y="159259"/>
                  <a:pt x="71916" y="160934"/>
                </a:cubicBezTo>
                <a:cubicBezTo>
                  <a:pt x="73591" y="162610"/>
                  <a:pt x="75522" y="163451"/>
                  <a:pt x="77702" y="163451"/>
                </a:cubicBezTo>
                <a:cubicBezTo>
                  <a:pt x="79041" y="163451"/>
                  <a:pt x="80299" y="163195"/>
                  <a:pt x="81477" y="162697"/>
                </a:cubicBezTo>
                <a:cubicBezTo>
                  <a:pt x="82647" y="162193"/>
                  <a:pt x="83649" y="161520"/>
                  <a:pt x="84491" y="160686"/>
                </a:cubicBezTo>
                <a:lnTo>
                  <a:pt x="114914" y="130006"/>
                </a:lnTo>
                <a:cubicBezTo>
                  <a:pt x="116092" y="128996"/>
                  <a:pt x="117431" y="128499"/>
                  <a:pt x="118938" y="128499"/>
                </a:cubicBezTo>
                <a:cubicBezTo>
                  <a:pt x="120452" y="128331"/>
                  <a:pt x="121791" y="128828"/>
                  <a:pt x="122961" y="130006"/>
                </a:cubicBezTo>
                <a:cubicBezTo>
                  <a:pt x="124307" y="131344"/>
                  <a:pt x="124973" y="132690"/>
                  <a:pt x="124973" y="134029"/>
                </a:cubicBezTo>
                <a:cubicBezTo>
                  <a:pt x="124973" y="135536"/>
                  <a:pt x="124307" y="136875"/>
                  <a:pt x="122961" y="138052"/>
                </a:cubicBezTo>
                <a:lnTo>
                  <a:pt x="92537" y="168476"/>
                </a:lnTo>
                <a:cubicBezTo>
                  <a:pt x="91864" y="169318"/>
                  <a:pt x="91199" y="170408"/>
                  <a:pt x="90526" y="171746"/>
                </a:cubicBezTo>
                <a:cubicBezTo>
                  <a:pt x="90021" y="173085"/>
                  <a:pt x="89772" y="174343"/>
                  <a:pt x="89772" y="175521"/>
                </a:cubicBezTo>
                <a:cubicBezTo>
                  <a:pt x="89772" y="177869"/>
                  <a:pt x="90606" y="179881"/>
                  <a:pt x="92289" y="181556"/>
                </a:cubicBezTo>
                <a:cubicBezTo>
                  <a:pt x="93964" y="183231"/>
                  <a:pt x="95975" y="184072"/>
                  <a:pt x="98324" y="184072"/>
                </a:cubicBezTo>
                <a:cubicBezTo>
                  <a:pt x="99494" y="184072"/>
                  <a:pt x="100664" y="183816"/>
                  <a:pt x="101842" y="183312"/>
                </a:cubicBezTo>
                <a:cubicBezTo>
                  <a:pt x="103013" y="182814"/>
                  <a:pt x="104022" y="182141"/>
                  <a:pt x="104856" y="181300"/>
                </a:cubicBezTo>
                <a:lnTo>
                  <a:pt x="135536" y="150627"/>
                </a:lnTo>
                <a:cubicBezTo>
                  <a:pt x="136714" y="149450"/>
                  <a:pt x="138052" y="148864"/>
                  <a:pt x="139559" y="148864"/>
                </a:cubicBezTo>
                <a:cubicBezTo>
                  <a:pt x="141066" y="148864"/>
                  <a:pt x="142412" y="149450"/>
                  <a:pt x="143583" y="150627"/>
                </a:cubicBezTo>
                <a:cubicBezTo>
                  <a:pt x="144760" y="151798"/>
                  <a:pt x="145346" y="153136"/>
                  <a:pt x="145346" y="154651"/>
                </a:cubicBezTo>
                <a:cubicBezTo>
                  <a:pt x="145346" y="156158"/>
                  <a:pt x="144760" y="157496"/>
                  <a:pt x="143583" y="158674"/>
                </a:cubicBezTo>
                <a:lnTo>
                  <a:pt x="112903" y="189347"/>
                </a:lnTo>
                <a:cubicBezTo>
                  <a:pt x="112069" y="190188"/>
                  <a:pt x="111396" y="191278"/>
                  <a:pt x="110891" y="192617"/>
                </a:cubicBezTo>
                <a:cubicBezTo>
                  <a:pt x="110394" y="193963"/>
                  <a:pt x="110138" y="195133"/>
                  <a:pt x="110138" y="196142"/>
                </a:cubicBezTo>
                <a:cubicBezTo>
                  <a:pt x="110138" y="198820"/>
                  <a:pt x="110891" y="200919"/>
                  <a:pt x="112405" y="202426"/>
                </a:cubicBezTo>
                <a:cubicBezTo>
                  <a:pt x="114081" y="203765"/>
                  <a:pt x="116173" y="204438"/>
                  <a:pt x="118689" y="204438"/>
                </a:cubicBezTo>
                <a:close/>
                <a:moveTo>
                  <a:pt x="118689" y="216003"/>
                </a:moveTo>
                <a:cubicBezTo>
                  <a:pt x="113327" y="216003"/>
                  <a:pt x="108711" y="214079"/>
                  <a:pt x="104856" y="210224"/>
                </a:cubicBezTo>
                <a:cubicBezTo>
                  <a:pt x="101001" y="206201"/>
                  <a:pt x="98989" y="201248"/>
                  <a:pt x="98821" y="195382"/>
                </a:cubicBezTo>
                <a:cubicBezTo>
                  <a:pt x="93122" y="195052"/>
                  <a:pt x="88346" y="193121"/>
                  <a:pt x="84491" y="189603"/>
                </a:cubicBezTo>
                <a:cubicBezTo>
                  <a:pt x="80635" y="185916"/>
                  <a:pt x="78536" y="181051"/>
                  <a:pt x="78207" y="175016"/>
                </a:cubicBezTo>
                <a:cubicBezTo>
                  <a:pt x="72340" y="174511"/>
                  <a:pt x="67556" y="172419"/>
                  <a:pt x="63869" y="168732"/>
                </a:cubicBezTo>
                <a:cubicBezTo>
                  <a:pt x="60182" y="165038"/>
                  <a:pt x="58170" y="160261"/>
                  <a:pt x="57834" y="154395"/>
                </a:cubicBezTo>
                <a:cubicBezTo>
                  <a:pt x="52135" y="154058"/>
                  <a:pt x="47278" y="152134"/>
                  <a:pt x="43255" y="148616"/>
                </a:cubicBezTo>
                <a:cubicBezTo>
                  <a:pt x="39392" y="144921"/>
                  <a:pt x="37468" y="140232"/>
                  <a:pt x="37468" y="134534"/>
                </a:cubicBezTo>
                <a:cubicBezTo>
                  <a:pt x="37468" y="132017"/>
                  <a:pt x="37973" y="129421"/>
                  <a:pt x="38975" y="126736"/>
                </a:cubicBezTo>
                <a:cubicBezTo>
                  <a:pt x="39985" y="124051"/>
                  <a:pt x="41492" y="121710"/>
                  <a:pt x="43503" y="119699"/>
                </a:cubicBezTo>
                <a:lnTo>
                  <a:pt x="86502" y="76949"/>
                </a:lnTo>
                <a:cubicBezTo>
                  <a:pt x="89187" y="74096"/>
                  <a:pt x="92537" y="72669"/>
                  <a:pt x="96561" y="72669"/>
                </a:cubicBezTo>
                <a:cubicBezTo>
                  <a:pt x="100584" y="72669"/>
                  <a:pt x="103934" y="74096"/>
                  <a:pt x="106619" y="76949"/>
                </a:cubicBezTo>
                <a:lnTo>
                  <a:pt x="122208" y="92289"/>
                </a:lnTo>
                <a:cubicBezTo>
                  <a:pt x="123385" y="93627"/>
                  <a:pt x="124805" y="94629"/>
                  <a:pt x="126487" y="95302"/>
                </a:cubicBezTo>
                <a:cubicBezTo>
                  <a:pt x="128162" y="96144"/>
                  <a:pt x="129837" y="96561"/>
                  <a:pt x="131513" y="96561"/>
                </a:cubicBezTo>
                <a:cubicBezTo>
                  <a:pt x="133861" y="96561"/>
                  <a:pt x="136041" y="95558"/>
                  <a:pt x="138052" y="93547"/>
                </a:cubicBezTo>
                <a:cubicBezTo>
                  <a:pt x="140064" y="91696"/>
                  <a:pt x="141066" y="89523"/>
                  <a:pt x="141066" y="87007"/>
                </a:cubicBezTo>
                <a:cubicBezTo>
                  <a:pt x="141066" y="85661"/>
                  <a:pt x="140737" y="84322"/>
                  <a:pt x="140064" y="82984"/>
                </a:cubicBezTo>
                <a:cubicBezTo>
                  <a:pt x="139391" y="81638"/>
                  <a:pt x="138389" y="80299"/>
                  <a:pt x="137043" y="78960"/>
                </a:cubicBezTo>
                <a:lnTo>
                  <a:pt x="101842" y="43503"/>
                </a:lnTo>
                <a:cubicBezTo>
                  <a:pt x="99494" y="41155"/>
                  <a:pt x="96897" y="39392"/>
                  <a:pt x="94044" y="38222"/>
                </a:cubicBezTo>
                <a:cubicBezTo>
                  <a:pt x="91199" y="37051"/>
                  <a:pt x="88177" y="36459"/>
                  <a:pt x="84995" y="36459"/>
                </a:cubicBezTo>
                <a:cubicBezTo>
                  <a:pt x="81974" y="36459"/>
                  <a:pt x="79041" y="37051"/>
                  <a:pt x="76195" y="38222"/>
                </a:cubicBezTo>
                <a:cubicBezTo>
                  <a:pt x="73510" y="39392"/>
                  <a:pt x="70994" y="41155"/>
                  <a:pt x="68646" y="43503"/>
                </a:cubicBezTo>
                <a:lnTo>
                  <a:pt x="33694" y="78704"/>
                </a:lnTo>
                <a:cubicBezTo>
                  <a:pt x="29839" y="82398"/>
                  <a:pt x="27578" y="86839"/>
                  <a:pt x="26905" y="92033"/>
                </a:cubicBezTo>
                <a:cubicBezTo>
                  <a:pt x="26071" y="97234"/>
                  <a:pt x="26737" y="102259"/>
                  <a:pt x="28917" y="107124"/>
                </a:cubicBezTo>
                <a:cubicBezTo>
                  <a:pt x="29590" y="108462"/>
                  <a:pt x="29670" y="109889"/>
                  <a:pt x="29173" y="111396"/>
                </a:cubicBezTo>
                <a:cubicBezTo>
                  <a:pt x="28500" y="112903"/>
                  <a:pt x="27491" y="113993"/>
                  <a:pt x="26152" y="114666"/>
                </a:cubicBezTo>
                <a:cubicBezTo>
                  <a:pt x="24813" y="115339"/>
                  <a:pt x="23387" y="115419"/>
                  <a:pt x="21880" y="114914"/>
                </a:cubicBezTo>
                <a:cubicBezTo>
                  <a:pt x="20197" y="114249"/>
                  <a:pt x="19027" y="113239"/>
                  <a:pt x="18354" y="111901"/>
                </a:cubicBezTo>
                <a:cubicBezTo>
                  <a:pt x="15340" y="104688"/>
                  <a:pt x="14330" y="97402"/>
                  <a:pt x="15340" y="90021"/>
                </a:cubicBezTo>
                <a:cubicBezTo>
                  <a:pt x="16342" y="82647"/>
                  <a:pt x="19780" y="76107"/>
                  <a:pt x="25647" y="70409"/>
                </a:cubicBezTo>
                <a:lnTo>
                  <a:pt x="60350" y="35457"/>
                </a:lnTo>
                <a:cubicBezTo>
                  <a:pt x="63869" y="31938"/>
                  <a:pt x="67724" y="29334"/>
                  <a:pt x="71916" y="27659"/>
                </a:cubicBezTo>
                <a:cubicBezTo>
                  <a:pt x="76276" y="25984"/>
                  <a:pt x="80716" y="25150"/>
                  <a:pt x="85244" y="25150"/>
                </a:cubicBezTo>
                <a:cubicBezTo>
                  <a:pt x="89940" y="25150"/>
                  <a:pt x="94381" y="25984"/>
                  <a:pt x="98572" y="27659"/>
                </a:cubicBezTo>
                <a:cubicBezTo>
                  <a:pt x="102764" y="29334"/>
                  <a:pt x="106619" y="31938"/>
                  <a:pt x="110138" y="35457"/>
                </a:cubicBezTo>
                <a:lnTo>
                  <a:pt x="117182" y="42494"/>
                </a:lnTo>
                <a:lnTo>
                  <a:pt x="124219" y="35457"/>
                </a:lnTo>
                <a:cubicBezTo>
                  <a:pt x="127577" y="31938"/>
                  <a:pt x="131432" y="29334"/>
                  <a:pt x="135792" y="27659"/>
                </a:cubicBezTo>
                <a:cubicBezTo>
                  <a:pt x="139976" y="25984"/>
                  <a:pt x="144424" y="25150"/>
                  <a:pt x="149113" y="25150"/>
                </a:cubicBezTo>
                <a:cubicBezTo>
                  <a:pt x="153641" y="25150"/>
                  <a:pt x="158001" y="25984"/>
                  <a:pt x="162193" y="27659"/>
                </a:cubicBezTo>
                <a:cubicBezTo>
                  <a:pt x="166384" y="29334"/>
                  <a:pt x="170239" y="31938"/>
                  <a:pt x="173758" y="35457"/>
                </a:cubicBezTo>
                <a:lnTo>
                  <a:pt x="215755" y="77453"/>
                </a:lnTo>
                <a:cubicBezTo>
                  <a:pt x="219105" y="80804"/>
                  <a:pt x="221702" y="84739"/>
                  <a:pt x="223545" y="89267"/>
                </a:cubicBezTo>
                <a:cubicBezTo>
                  <a:pt x="225389" y="93795"/>
                  <a:pt x="226318" y="98324"/>
                  <a:pt x="226318" y="102844"/>
                </a:cubicBezTo>
                <a:cubicBezTo>
                  <a:pt x="226318" y="107541"/>
                  <a:pt x="225389" y="111981"/>
                  <a:pt x="223545" y="116173"/>
                </a:cubicBezTo>
                <a:cubicBezTo>
                  <a:pt x="221702" y="120364"/>
                  <a:pt x="219105" y="124219"/>
                  <a:pt x="215755" y="127745"/>
                </a:cubicBezTo>
                <a:lnTo>
                  <a:pt x="133524" y="209719"/>
                </a:lnTo>
                <a:cubicBezTo>
                  <a:pt x="131513" y="211899"/>
                  <a:pt x="129252" y="213487"/>
                  <a:pt x="126736" y="214496"/>
                </a:cubicBezTo>
                <a:cubicBezTo>
                  <a:pt x="124051" y="215498"/>
                  <a:pt x="121374" y="216003"/>
                  <a:pt x="118689" y="216003"/>
                </a:cubicBezTo>
                <a:close/>
                <a:moveTo>
                  <a:pt x="90526" y="8473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397449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00" dirty="0"/>
          </a:p>
        </p:txBody>
      </p:sp>
      <p:sp>
        <p:nvSpPr>
          <p:cNvPr id="23" name="圖示 思考"/>
          <p:cNvSpPr/>
          <p:nvPr/>
        </p:nvSpPr>
        <p:spPr>
          <a:xfrm>
            <a:off x="453408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912" y="136289"/>
                </a:moveTo>
                <a:lnTo>
                  <a:pt x="114417" y="142829"/>
                </a:lnTo>
                <a:cubicBezTo>
                  <a:pt x="114417" y="143839"/>
                  <a:pt x="114746" y="144673"/>
                  <a:pt x="115419" y="145346"/>
                </a:cubicBezTo>
                <a:cubicBezTo>
                  <a:pt x="116092" y="145850"/>
                  <a:pt x="116926" y="146099"/>
                  <a:pt x="117936" y="146099"/>
                </a:cubicBezTo>
                <a:lnTo>
                  <a:pt x="123217" y="146099"/>
                </a:lnTo>
                <a:cubicBezTo>
                  <a:pt x="124051" y="146099"/>
                  <a:pt x="124805" y="145850"/>
                  <a:pt x="125478" y="145346"/>
                </a:cubicBezTo>
                <a:cubicBezTo>
                  <a:pt x="126151" y="144673"/>
                  <a:pt x="126568" y="143839"/>
                  <a:pt x="126736" y="142829"/>
                </a:cubicBezTo>
                <a:lnTo>
                  <a:pt x="126985" y="136289"/>
                </a:lnTo>
                <a:cubicBezTo>
                  <a:pt x="129501" y="135953"/>
                  <a:pt x="131849" y="135119"/>
                  <a:pt x="134029" y="133780"/>
                </a:cubicBezTo>
                <a:cubicBezTo>
                  <a:pt x="136377" y="132603"/>
                  <a:pt x="138301" y="131096"/>
                  <a:pt x="139815" y="129252"/>
                </a:cubicBezTo>
                <a:lnTo>
                  <a:pt x="145850" y="131513"/>
                </a:lnTo>
                <a:cubicBezTo>
                  <a:pt x="146684" y="131849"/>
                  <a:pt x="147526" y="131930"/>
                  <a:pt x="148360" y="131769"/>
                </a:cubicBezTo>
                <a:cubicBezTo>
                  <a:pt x="149201" y="131432"/>
                  <a:pt x="149874" y="130840"/>
                  <a:pt x="150371" y="130006"/>
                </a:cubicBezTo>
                <a:lnTo>
                  <a:pt x="152888" y="125734"/>
                </a:lnTo>
                <a:cubicBezTo>
                  <a:pt x="153392" y="125061"/>
                  <a:pt x="153561" y="124307"/>
                  <a:pt x="153392" y="123466"/>
                </a:cubicBezTo>
                <a:cubicBezTo>
                  <a:pt x="153224" y="122632"/>
                  <a:pt x="152807" y="121871"/>
                  <a:pt x="152134" y="121206"/>
                </a:cubicBezTo>
                <a:lnTo>
                  <a:pt x="147862" y="117687"/>
                </a:lnTo>
                <a:cubicBezTo>
                  <a:pt x="148864" y="114834"/>
                  <a:pt x="149369" y="111981"/>
                  <a:pt x="149369" y="109135"/>
                </a:cubicBezTo>
                <a:cubicBezTo>
                  <a:pt x="149369" y="106283"/>
                  <a:pt x="148864" y="103437"/>
                  <a:pt x="147862" y="100584"/>
                </a:cubicBezTo>
                <a:lnTo>
                  <a:pt x="152134" y="97314"/>
                </a:lnTo>
                <a:cubicBezTo>
                  <a:pt x="152807" y="96641"/>
                  <a:pt x="153224" y="95888"/>
                  <a:pt x="153392" y="95054"/>
                </a:cubicBezTo>
                <a:cubicBezTo>
                  <a:pt x="153561" y="94212"/>
                  <a:pt x="153392" y="93379"/>
                  <a:pt x="152888" y="92537"/>
                </a:cubicBezTo>
                <a:lnTo>
                  <a:pt x="150371" y="88265"/>
                </a:lnTo>
                <a:cubicBezTo>
                  <a:pt x="149874" y="87592"/>
                  <a:pt x="149201" y="87087"/>
                  <a:pt x="148360" y="86751"/>
                </a:cubicBezTo>
                <a:cubicBezTo>
                  <a:pt x="147526" y="86422"/>
                  <a:pt x="146684" y="86422"/>
                  <a:pt x="145850" y="86751"/>
                </a:cubicBezTo>
                <a:lnTo>
                  <a:pt x="139815" y="89019"/>
                </a:lnTo>
                <a:cubicBezTo>
                  <a:pt x="138133" y="87343"/>
                  <a:pt x="136209" y="85917"/>
                  <a:pt x="134029" y="84739"/>
                </a:cubicBezTo>
                <a:cubicBezTo>
                  <a:pt x="131849" y="83401"/>
                  <a:pt x="129501" y="82479"/>
                  <a:pt x="126985" y="81974"/>
                </a:cubicBezTo>
                <a:lnTo>
                  <a:pt x="126736" y="75442"/>
                </a:lnTo>
                <a:cubicBezTo>
                  <a:pt x="126568" y="74600"/>
                  <a:pt x="126151" y="73847"/>
                  <a:pt x="125478" y="73174"/>
                </a:cubicBezTo>
                <a:cubicBezTo>
                  <a:pt x="124805" y="72501"/>
                  <a:pt x="124051" y="72172"/>
                  <a:pt x="123217" y="72172"/>
                </a:cubicBezTo>
                <a:lnTo>
                  <a:pt x="117936" y="72172"/>
                </a:lnTo>
                <a:cubicBezTo>
                  <a:pt x="116926" y="72172"/>
                  <a:pt x="116092" y="72501"/>
                  <a:pt x="115419" y="73174"/>
                </a:cubicBezTo>
                <a:cubicBezTo>
                  <a:pt x="114746" y="73847"/>
                  <a:pt x="114417" y="74600"/>
                  <a:pt x="114417" y="75442"/>
                </a:cubicBezTo>
                <a:lnTo>
                  <a:pt x="113912" y="81974"/>
                </a:lnTo>
                <a:cubicBezTo>
                  <a:pt x="111564" y="82479"/>
                  <a:pt x="109304" y="83401"/>
                  <a:pt x="107124" y="84739"/>
                </a:cubicBezTo>
                <a:cubicBezTo>
                  <a:pt x="104776" y="85917"/>
                  <a:pt x="102764" y="87343"/>
                  <a:pt x="101089" y="89019"/>
                </a:cubicBezTo>
                <a:lnTo>
                  <a:pt x="95054" y="86751"/>
                </a:lnTo>
                <a:cubicBezTo>
                  <a:pt x="94212" y="86422"/>
                  <a:pt x="93379" y="86422"/>
                  <a:pt x="92537" y="86751"/>
                </a:cubicBezTo>
                <a:cubicBezTo>
                  <a:pt x="91696" y="87087"/>
                  <a:pt x="91030" y="87592"/>
                  <a:pt x="90526" y="88265"/>
                </a:cubicBezTo>
                <a:lnTo>
                  <a:pt x="88009" y="92537"/>
                </a:lnTo>
                <a:cubicBezTo>
                  <a:pt x="87673" y="93379"/>
                  <a:pt x="87592" y="94212"/>
                  <a:pt x="87760" y="95054"/>
                </a:cubicBezTo>
                <a:cubicBezTo>
                  <a:pt x="87760" y="95888"/>
                  <a:pt x="88177" y="96641"/>
                  <a:pt x="89019" y="97314"/>
                </a:cubicBezTo>
                <a:lnTo>
                  <a:pt x="93291" y="100584"/>
                </a:lnTo>
                <a:cubicBezTo>
                  <a:pt x="92289" y="103437"/>
                  <a:pt x="91784" y="106283"/>
                  <a:pt x="91784" y="109135"/>
                </a:cubicBezTo>
                <a:cubicBezTo>
                  <a:pt x="91784" y="112149"/>
                  <a:pt x="92289" y="115002"/>
                  <a:pt x="93291" y="117687"/>
                </a:cubicBezTo>
                <a:lnTo>
                  <a:pt x="89019" y="121206"/>
                </a:lnTo>
                <a:cubicBezTo>
                  <a:pt x="88177" y="121871"/>
                  <a:pt x="87760" y="122632"/>
                  <a:pt x="87760" y="123466"/>
                </a:cubicBezTo>
                <a:cubicBezTo>
                  <a:pt x="87592" y="124307"/>
                  <a:pt x="87673" y="125061"/>
                  <a:pt x="88009" y="125734"/>
                </a:cubicBezTo>
                <a:lnTo>
                  <a:pt x="90526" y="130006"/>
                </a:lnTo>
                <a:cubicBezTo>
                  <a:pt x="91030" y="130840"/>
                  <a:pt x="91696" y="131432"/>
                  <a:pt x="92537" y="131769"/>
                </a:cubicBezTo>
                <a:cubicBezTo>
                  <a:pt x="93379" y="131930"/>
                  <a:pt x="94212" y="131849"/>
                  <a:pt x="95054" y="131513"/>
                </a:cubicBezTo>
                <a:lnTo>
                  <a:pt x="101089" y="129252"/>
                </a:lnTo>
                <a:cubicBezTo>
                  <a:pt x="102764" y="131096"/>
                  <a:pt x="104688" y="132603"/>
                  <a:pt x="106868" y="133780"/>
                </a:cubicBezTo>
                <a:cubicBezTo>
                  <a:pt x="109048" y="135119"/>
                  <a:pt x="111396" y="135953"/>
                  <a:pt x="113912" y="136289"/>
                </a:cubicBezTo>
                <a:close/>
                <a:moveTo>
                  <a:pt x="107124" y="122464"/>
                </a:moveTo>
                <a:cubicBezTo>
                  <a:pt x="103605" y="118770"/>
                  <a:pt x="101842" y="114329"/>
                  <a:pt x="101842" y="109135"/>
                </a:cubicBezTo>
                <a:cubicBezTo>
                  <a:pt x="101842" y="103934"/>
                  <a:pt x="103605" y="99494"/>
                  <a:pt x="107124" y="95807"/>
                </a:cubicBezTo>
                <a:cubicBezTo>
                  <a:pt x="110811" y="92289"/>
                  <a:pt x="115251" y="90526"/>
                  <a:pt x="120452" y="90526"/>
                </a:cubicBezTo>
                <a:cubicBezTo>
                  <a:pt x="125646" y="90526"/>
                  <a:pt x="130086" y="92289"/>
                  <a:pt x="133780" y="95807"/>
                </a:cubicBezTo>
                <a:cubicBezTo>
                  <a:pt x="137467" y="99494"/>
                  <a:pt x="139311" y="103934"/>
                  <a:pt x="139311" y="109135"/>
                </a:cubicBezTo>
                <a:cubicBezTo>
                  <a:pt x="139311" y="114329"/>
                  <a:pt x="137467" y="118770"/>
                  <a:pt x="133780" y="122464"/>
                </a:cubicBezTo>
                <a:cubicBezTo>
                  <a:pt x="130086" y="126151"/>
                  <a:pt x="125646" y="127994"/>
                  <a:pt x="120452" y="127994"/>
                </a:cubicBezTo>
                <a:cubicBezTo>
                  <a:pt x="115251" y="127994"/>
                  <a:pt x="110811" y="126151"/>
                  <a:pt x="107124" y="122464"/>
                </a:cubicBezTo>
                <a:close/>
                <a:moveTo>
                  <a:pt x="65383" y="175770"/>
                </a:moveTo>
                <a:cubicBezTo>
                  <a:pt x="55822" y="167050"/>
                  <a:pt x="48449" y="157079"/>
                  <a:pt x="43255" y="145850"/>
                </a:cubicBezTo>
                <a:cubicBezTo>
                  <a:pt x="37885" y="134446"/>
                  <a:pt x="35208" y="122712"/>
                  <a:pt x="35208" y="110642"/>
                </a:cubicBezTo>
                <a:cubicBezTo>
                  <a:pt x="35208" y="86839"/>
                  <a:pt x="43503" y="66634"/>
                  <a:pt x="60102" y="50043"/>
                </a:cubicBezTo>
                <a:cubicBezTo>
                  <a:pt x="76693" y="33445"/>
                  <a:pt x="96897" y="25150"/>
                  <a:pt x="120701" y="25150"/>
                </a:cubicBezTo>
                <a:cubicBezTo>
                  <a:pt x="140313" y="25150"/>
                  <a:pt x="157752" y="31016"/>
                  <a:pt x="173004" y="42750"/>
                </a:cubicBezTo>
                <a:cubicBezTo>
                  <a:pt x="188425" y="54315"/>
                  <a:pt x="198483" y="69407"/>
                  <a:pt x="203180" y="88009"/>
                </a:cubicBezTo>
                <a:lnTo>
                  <a:pt x="215498" y="137043"/>
                </a:lnTo>
                <a:cubicBezTo>
                  <a:pt x="216003" y="139223"/>
                  <a:pt x="215586" y="141235"/>
                  <a:pt x="214248" y="143078"/>
                </a:cubicBezTo>
                <a:cubicBezTo>
                  <a:pt x="212733" y="144921"/>
                  <a:pt x="210809" y="145850"/>
                  <a:pt x="208461" y="145850"/>
                </a:cubicBezTo>
                <a:lnTo>
                  <a:pt x="186084" y="145850"/>
                </a:lnTo>
                <a:lnTo>
                  <a:pt x="186084" y="181556"/>
                </a:lnTo>
                <a:cubicBezTo>
                  <a:pt x="186084" y="185579"/>
                  <a:pt x="184658" y="189017"/>
                  <a:pt x="181805" y="191863"/>
                </a:cubicBezTo>
                <a:cubicBezTo>
                  <a:pt x="178959" y="194716"/>
                  <a:pt x="175521" y="196142"/>
                  <a:pt x="171498" y="196142"/>
                </a:cubicBezTo>
                <a:lnTo>
                  <a:pt x="145850" y="196142"/>
                </a:lnTo>
                <a:lnTo>
                  <a:pt x="145850" y="210473"/>
                </a:lnTo>
                <a:cubicBezTo>
                  <a:pt x="145850" y="212148"/>
                  <a:pt x="145258" y="213487"/>
                  <a:pt x="144087" y="214496"/>
                </a:cubicBezTo>
                <a:cubicBezTo>
                  <a:pt x="143078" y="215667"/>
                  <a:pt x="141739" y="216259"/>
                  <a:pt x="140064" y="216259"/>
                </a:cubicBezTo>
                <a:cubicBezTo>
                  <a:pt x="138389" y="216259"/>
                  <a:pt x="137043" y="215667"/>
                  <a:pt x="136041" y="214496"/>
                </a:cubicBezTo>
                <a:cubicBezTo>
                  <a:pt x="135031" y="213487"/>
                  <a:pt x="134534" y="212148"/>
                  <a:pt x="134534" y="210473"/>
                </a:cubicBezTo>
                <a:lnTo>
                  <a:pt x="134534" y="192119"/>
                </a:lnTo>
                <a:cubicBezTo>
                  <a:pt x="134534" y="189939"/>
                  <a:pt x="135200" y="188176"/>
                  <a:pt x="136546" y="186838"/>
                </a:cubicBezTo>
                <a:cubicBezTo>
                  <a:pt x="137884" y="185492"/>
                  <a:pt x="139559" y="184826"/>
                  <a:pt x="141571" y="184826"/>
                </a:cubicBezTo>
                <a:lnTo>
                  <a:pt x="171498" y="184826"/>
                </a:lnTo>
                <a:cubicBezTo>
                  <a:pt x="172500" y="184826"/>
                  <a:pt x="173253" y="184489"/>
                  <a:pt x="173758" y="183816"/>
                </a:cubicBezTo>
                <a:cubicBezTo>
                  <a:pt x="174431" y="183312"/>
                  <a:pt x="174767" y="182558"/>
                  <a:pt x="174767" y="181556"/>
                </a:cubicBezTo>
                <a:lnTo>
                  <a:pt x="174767" y="141571"/>
                </a:lnTo>
                <a:cubicBezTo>
                  <a:pt x="174767" y="139559"/>
                  <a:pt x="175433" y="137884"/>
                  <a:pt x="176779" y="136546"/>
                </a:cubicBezTo>
                <a:cubicBezTo>
                  <a:pt x="178118" y="135200"/>
                  <a:pt x="179793" y="134534"/>
                  <a:pt x="181805" y="134534"/>
                </a:cubicBezTo>
                <a:lnTo>
                  <a:pt x="202931" y="134534"/>
                </a:lnTo>
                <a:lnTo>
                  <a:pt x="192119" y="90774"/>
                </a:lnTo>
                <a:cubicBezTo>
                  <a:pt x="188096" y="74681"/>
                  <a:pt x="179456" y="61609"/>
                  <a:pt x="166216" y="51550"/>
                </a:cubicBezTo>
                <a:cubicBezTo>
                  <a:pt x="152807" y="41492"/>
                  <a:pt x="137635" y="36459"/>
                  <a:pt x="120701" y="36459"/>
                </a:cubicBezTo>
                <a:cubicBezTo>
                  <a:pt x="100079" y="36459"/>
                  <a:pt x="82559" y="43584"/>
                  <a:pt x="68148" y="57834"/>
                </a:cubicBezTo>
                <a:cubicBezTo>
                  <a:pt x="53730" y="72084"/>
                  <a:pt x="46517" y="89523"/>
                  <a:pt x="46517" y="110138"/>
                </a:cubicBezTo>
                <a:cubicBezTo>
                  <a:pt x="46517" y="120701"/>
                  <a:pt x="48697" y="130759"/>
                  <a:pt x="53057" y="140313"/>
                </a:cubicBezTo>
                <a:cubicBezTo>
                  <a:pt x="57417" y="149874"/>
                  <a:pt x="63533" y="158338"/>
                  <a:pt x="71418" y="165711"/>
                </a:cubicBezTo>
                <a:lnTo>
                  <a:pt x="76693" y="170744"/>
                </a:lnTo>
                <a:lnTo>
                  <a:pt x="76693" y="210473"/>
                </a:lnTo>
                <a:cubicBezTo>
                  <a:pt x="76693" y="212148"/>
                  <a:pt x="76195" y="213487"/>
                  <a:pt x="75186" y="214496"/>
                </a:cubicBezTo>
                <a:cubicBezTo>
                  <a:pt x="74015" y="215667"/>
                  <a:pt x="72669" y="216259"/>
                  <a:pt x="71162" y="216259"/>
                </a:cubicBezTo>
                <a:cubicBezTo>
                  <a:pt x="69487" y="216259"/>
                  <a:pt x="68061" y="215667"/>
                  <a:pt x="66890" y="214496"/>
                </a:cubicBezTo>
                <a:cubicBezTo>
                  <a:pt x="65881" y="213487"/>
                  <a:pt x="65383" y="212148"/>
                  <a:pt x="65383" y="210473"/>
                </a:cubicBezTo>
                <a:lnTo>
                  <a:pt x="65383" y="175770"/>
                </a:lnTo>
                <a:close/>
                <a:moveTo>
                  <a:pt x="124724" y="12648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441827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600" dirty="0"/>
          </a:p>
        </p:txBody>
      </p:sp>
      <p:sp>
        <p:nvSpPr>
          <p:cNvPr id="25" name="圖示 工廠"/>
          <p:cNvSpPr/>
          <p:nvPr/>
        </p:nvSpPr>
        <p:spPr>
          <a:xfrm>
            <a:off x="497786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216259"/>
                </a:moveTo>
                <a:cubicBezTo>
                  <a:pt x="35705" y="216259"/>
                  <a:pt x="32267" y="214833"/>
                  <a:pt x="29422" y="211980"/>
                </a:cubicBezTo>
                <a:cubicBezTo>
                  <a:pt x="26569" y="209134"/>
                  <a:pt x="25150" y="205696"/>
                  <a:pt x="25150" y="201673"/>
                </a:cubicBezTo>
                <a:lnTo>
                  <a:pt x="25150" y="113408"/>
                </a:lnTo>
                <a:cubicBezTo>
                  <a:pt x="25150" y="110394"/>
                  <a:pt x="25984" y="107629"/>
                  <a:pt x="27659" y="105112"/>
                </a:cubicBezTo>
                <a:cubicBezTo>
                  <a:pt x="29173" y="102596"/>
                  <a:pt x="31265" y="100833"/>
                  <a:pt x="33950" y="99831"/>
                </a:cubicBezTo>
                <a:lnTo>
                  <a:pt x="75442" y="82479"/>
                </a:lnTo>
                <a:cubicBezTo>
                  <a:pt x="77783" y="81477"/>
                  <a:pt x="80050" y="81638"/>
                  <a:pt x="82230" y="82984"/>
                </a:cubicBezTo>
                <a:cubicBezTo>
                  <a:pt x="84410" y="84322"/>
                  <a:pt x="85500" y="86254"/>
                  <a:pt x="85500" y="88763"/>
                </a:cubicBezTo>
                <a:lnTo>
                  <a:pt x="85500" y="98068"/>
                </a:lnTo>
                <a:lnTo>
                  <a:pt x="125982" y="81725"/>
                </a:lnTo>
                <a:cubicBezTo>
                  <a:pt x="128331" y="80716"/>
                  <a:pt x="130591" y="80972"/>
                  <a:pt x="132771" y="82479"/>
                </a:cubicBezTo>
                <a:cubicBezTo>
                  <a:pt x="134783" y="83818"/>
                  <a:pt x="135792" y="85829"/>
                  <a:pt x="135792" y="88514"/>
                </a:cubicBezTo>
                <a:lnTo>
                  <a:pt x="135792" y="105617"/>
                </a:lnTo>
                <a:lnTo>
                  <a:pt x="216259" y="105617"/>
                </a:lnTo>
                <a:lnTo>
                  <a:pt x="216259" y="201673"/>
                </a:lnTo>
                <a:cubicBezTo>
                  <a:pt x="216259" y="205696"/>
                  <a:pt x="214833" y="209134"/>
                  <a:pt x="211980" y="211980"/>
                </a:cubicBezTo>
                <a:cubicBezTo>
                  <a:pt x="209134" y="214833"/>
                  <a:pt x="205696" y="216259"/>
                  <a:pt x="201673" y="216259"/>
                </a:cubicBezTo>
                <a:lnTo>
                  <a:pt x="39729" y="216259"/>
                </a:lnTo>
                <a:close/>
                <a:moveTo>
                  <a:pt x="39729" y="204943"/>
                </a:moveTo>
                <a:lnTo>
                  <a:pt x="201673" y="204943"/>
                </a:lnTo>
                <a:cubicBezTo>
                  <a:pt x="202675" y="204943"/>
                  <a:pt x="203428" y="204606"/>
                  <a:pt x="203933" y="203933"/>
                </a:cubicBezTo>
                <a:cubicBezTo>
                  <a:pt x="204606" y="203428"/>
                  <a:pt x="204943" y="202675"/>
                  <a:pt x="204943" y="201673"/>
                </a:cubicBezTo>
                <a:lnTo>
                  <a:pt x="204943" y="117182"/>
                </a:lnTo>
                <a:lnTo>
                  <a:pt x="124475" y="117182"/>
                </a:lnTo>
                <a:lnTo>
                  <a:pt x="124475" y="94549"/>
                </a:lnTo>
                <a:lnTo>
                  <a:pt x="74183" y="114666"/>
                </a:lnTo>
                <a:lnTo>
                  <a:pt x="74183" y="94798"/>
                </a:lnTo>
                <a:lnTo>
                  <a:pt x="38471" y="110642"/>
                </a:lnTo>
                <a:cubicBezTo>
                  <a:pt x="37805" y="110979"/>
                  <a:pt x="37300" y="111396"/>
                  <a:pt x="36964" y="111901"/>
                </a:cubicBezTo>
                <a:cubicBezTo>
                  <a:pt x="36627" y="112405"/>
                  <a:pt x="36459" y="112991"/>
                  <a:pt x="36459" y="113664"/>
                </a:cubicBezTo>
                <a:lnTo>
                  <a:pt x="36459" y="201673"/>
                </a:lnTo>
                <a:cubicBezTo>
                  <a:pt x="36459" y="202675"/>
                  <a:pt x="36795" y="203428"/>
                  <a:pt x="37468" y="203933"/>
                </a:cubicBezTo>
                <a:cubicBezTo>
                  <a:pt x="37973" y="204606"/>
                  <a:pt x="38727" y="204943"/>
                  <a:pt x="39729" y="204943"/>
                </a:cubicBezTo>
                <a:close/>
                <a:moveTo>
                  <a:pt x="113664" y="178791"/>
                </a:moveTo>
                <a:lnTo>
                  <a:pt x="127745" y="178791"/>
                </a:lnTo>
                <a:lnTo>
                  <a:pt x="127745" y="143078"/>
                </a:lnTo>
                <a:lnTo>
                  <a:pt x="113664" y="143078"/>
                </a:lnTo>
                <a:lnTo>
                  <a:pt x="113664" y="178791"/>
                </a:lnTo>
                <a:close/>
                <a:moveTo>
                  <a:pt x="73430" y="178791"/>
                </a:moveTo>
                <a:lnTo>
                  <a:pt x="87512" y="178791"/>
                </a:lnTo>
                <a:lnTo>
                  <a:pt x="87512" y="143078"/>
                </a:lnTo>
                <a:lnTo>
                  <a:pt x="73430" y="143078"/>
                </a:lnTo>
                <a:lnTo>
                  <a:pt x="73430" y="178791"/>
                </a:lnTo>
                <a:close/>
                <a:moveTo>
                  <a:pt x="153897" y="178791"/>
                </a:moveTo>
                <a:lnTo>
                  <a:pt x="167979" y="178791"/>
                </a:lnTo>
                <a:lnTo>
                  <a:pt x="167979" y="143078"/>
                </a:lnTo>
                <a:lnTo>
                  <a:pt x="153897" y="143078"/>
                </a:lnTo>
                <a:lnTo>
                  <a:pt x="153897" y="178791"/>
                </a:lnTo>
                <a:close/>
                <a:moveTo>
                  <a:pt x="216259" y="105617"/>
                </a:moveTo>
                <a:lnTo>
                  <a:pt x="179040" y="105617"/>
                </a:lnTo>
                <a:lnTo>
                  <a:pt x="188593" y="34199"/>
                </a:lnTo>
                <a:cubicBezTo>
                  <a:pt x="188761" y="32692"/>
                  <a:pt x="189434" y="31433"/>
                  <a:pt x="190605" y="30424"/>
                </a:cubicBezTo>
                <a:cubicBezTo>
                  <a:pt x="191783" y="29422"/>
                  <a:pt x="193041" y="28917"/>
                  <a:pt x="194379" y="28917"/>
                </a:cubicBezTo>
                <a:lnTo>
                  <a:pt x="201921" y="28917"/>
                </a:lnTo>
                <a:cubicBezTo>
                  <a:pt x="203260" y="28917"/>
                  <a:pt x="204438" y="29422"/>
                  <a:pt x="205440" y="30424"/>
                </a:cubicBezTo>
                <a:cubicBezTo>
                  <a:pt x="206450" y="31433"/>
                  <a:pt x="207123" y="32604"/>
                  <a:pt x="207452" y="33950"/>
                </a:cubicBezTo>
                <a:lnTo>
                  <a:pt x="216259" y="105617"/>
                </a:lnTo>
                <a:close/>
                <a:moveTo>
                  <a:pt x="39729" y="204943"/>
                </a:moveTo>
                <a:lnTo>
                  <a:pt x="36459" y="204943"/>
                </a:lnTo>
                <a:lnTo>
                  <a:pt x="204943" y="204943"/>
                </a:lnTo>
                <a:lnTo>
                  <a:pt x="39729" y="20494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486204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00" dirty="0"/>
          </a:p>
        </p:txBody>
      </p:sp>
      <p:sp>
        <p:nvSpPr>
          <p:cNvPr id="27" name="圖示 晶圓"/>
          <p:cNvSpPr/>
          <p:nvPr/>
        </p:nvSpPr>
        <p:spPr>
          <a:xfrm>
            <a:off x="542164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737" y="214248"/>
                </a:moveTo>
                <a:cubicBezTo>
                  <a:pt x="38822" y="196494"/>
                  <a:pt x="12860" y="149325"/>
                  <a:pt x="21894" y="101886"/>
                </a:cubicBezTo>
                <a:cubicBezTo>
                  <a:pt x="30929" y="54440"/>
                  <a:pt x="72406" y="20117"/>
                  <a:pt x="120701" y="20117"/>
                </a:cubicBezTo>
                <a:cubicBezTo>
                  <a:pt x="168996" y="20117"/>
                  <a:pt x="210473" y="54440"/>
                  <a:pt x="219507" y="101886"/>
                </a:cubicBezTo>
                <a:cubicBezTo>
                  <a:pt x="228541" y="149325"/>
                  <a:pt x="202580" y="196494"/>
                  <a:pt x="157665" y="214248"/>
                </a:cubicBezTo>
                <a:close/>
                <a:moveTo>
                  <a:pt x="155704" y="204189"/>
                </a:moveTo>
                <a:cubicBezTo>
                  <a:pt x="195462" y="187518"/>
                  <a:pt x="217949" y="145119"/>
                  <a:pt x="209449" y="102852"/>
                </a:cubicBezTo>
                <a:cubicBezTo>
                  <a:pt x="200949" y="60584"/>
                  <a:pt x="163817" y="30175"/>
                  <a:pt x="120701" y="30175"/>
                </a:cubicBezTo>
                <a:cubicBezTo>
                  <a:pt x="77585" y="30175"/>
                  <a:pt x="40453" y="60584"/>
                  <a:pt x="31953" y="102852"/>
                </a:cubicBezTo>
                <a:cubicBezTo>
                  <a:pt x="23453" y="145119"/>
                  <a:pt x="45939" y="187518"/>
                  <a:pt x="85698" y="204189"/>
                </a:cubicBezTo>
                <a:close/>
                <a:moveTo>
                  <a:pt x="82984" y="77951"/>
                </a:moveTo>
                <a:lnTo>
                  <a:pt x="108126" y="77951"/>
                </a:lnTo>
                <a:cubicBezTo>
                  <a:pt x="110906" y="77951"/>
                  <a:pt x="113159" y="80204"/>
                  <a:pt x="113159" y="82984"/>
                </a:cubicBezTo>
                <a:lnTo>
                  <a:pt x="113159" y="108126"/>
                </a:lnTo>
                <a:cubicBezTo>
                  <a:pt x="113159" y="110906"/>
                  <a:pt x="110906" y="113159"/>
                  <a:pt x="108126" y="113159"/>
                </a:cubicBezTo>
                <a:lnTo>
                  <a:pt x="82984" y="113159"/>
                </a:lnTo>
                <a:cubicBezTo>
                  <a:pt x="80204" y="113159"/>
                  <a:pt x="77951" y="110906"/>
                  <a:pt x="77951" y="108126"/>
                </a:cubicBezTo>
                <a:lnTo>
                  <a:pt x="77951" y="82984"/>
                </a:lnTo>
                <a:cubicBezTo>
                  <a:pt x="77951" y="80204"/>
                  <a:pt x="80204" y="77951"/>
                  <a:pt x="82984" y="77951"/>
                </a:cubicBezTo>
                <a:close/>
                <a:moveTo>
                  <a:pt x="133276" y="77951"/>
                </a:moveTo>
                <a:lnTo>
                  <a:pt x="158418" y="77951"/>
                </a:lnTo>
                <a:cubicBezTo>
                  <a:pt x="161198" y="77951"/>
                  <a:pt x="163451" y="80204"/>
                  <a:pt x="163451" y="82984"/>
                </a:cubicBezTo>
                <a:lnTo>
                  <a:pt x="163451" y="108126"/>
                </a:lnTo>
                <a:cubicBezTo>
                  <a:pt x="163451" y="110906"/>
                  <a:pt x="161198" y="113159"/>
                  <a:pt x="158418" y="113159"/>
                </a:cubicBezTo>
                <a:lnTo>
                  <a:pt x="133276" y="113159"/>
                </a:lnTo>
                <a:cubicBezTo>
                  <a:pt x="130496" y="113159"/>
                  <a:pt x="128243" y="110906"/>
                  <a:pt x="128243" y="108126"/>
                </a:cubicBezTo>
                <a:lnTo>
                  <a:pt x="128243" y="82984"/>
                </a:lnTo>
                <a:cubicBezTo>
                  <a:pt x="128243" y="80204"/>
                  <a:pt x="130496" y="77951"/>
                  <a:pt x="133276" y="77951"/>
                </a:cubicBezTo>
                <a:close/>
                <a:moveTo>
                  <a:pt x="82984" y="128243"/>
                </a:moveTo>
                <a:lnTo>
                  <a:pt x="108126" y="128243"/>
                </a:lnTo>
                <a:cubicBezTo>
                  <a:pt x="110906" y="128243"/>
                  <a:pt x="113159" y="130496"/>
                  <a:pt x="113159" y="133276"/>
                </a:cubicBezTo>
                <a:lnTo>
                  <a:pt x="113159" y="158418"/>
                </a:lnTo>
                <a:cubicBezTo>
                  <a:pt x="113159" y="161198"/>
                  <a:pt x="110906" y="163451"/>
                  <a:pt x="108126" y="163451"/>
                </a:cubicBezTo>
                <a:lnTo>
                  <a:pt x="82984" y="163451"/>
                </a:lnTo>
                <a:cubicBezTo>
                  <a:pt x="80204" y="163451"/>
                  <a:pt x="77951" y="161198"/>
                  <a:pt x="77951" y="158418"/>
                </a:cubicBezTo>
                <a:lnTo>
                  <a:pt x="77951" y="133276"/>
                </a:lnTo>
                <a:cubicBezTo>
                  <a:pt x="77951" y="130496"/>
                  <a:pt x="80204" y="128243"/>
                  <a:pt x="82984" y="128243"/>
                </a:cubicBezTo>
                <a:close/>
                <a:moveTo>
                  <a:pt x="133276" y="128243"/>
                </a:moveTo>
                <a:lnTo>
                  <a:pt x="158418" y="128243"/>
                </a:lnTo>
                <a:cubicBezTo>
                  <a:pt x="161198" y="128243"/>
                  <a:pt x="163451" y="130496"/>
                  <a:pt x="163451" y="133276"/>
                </a:cubicBezTo>
                <a:lnTo>
                  <a:pt x="163451" y="158418"/>
                </a:lnTo>
                <a:cubicBezTo>
                  <a:pt x="163451" y="161198"/>
                  <a:pt x="161198" y="163451"/>
                  <a:pt x="158418" y="163451"/>
                </a:cubicBezTo>
                <a:lnTo>
                  <a:pt x="133276" y="163451"/>
                </a:lnTo>
                <a:cubicBezTo>
                  <a:pt x="130496" y="163451"/>
                  <a:pt x="128243" y="161198"/>
                  <a:pt x="128243" y="158418"/>
                </a:cubicBezTo>
                <a:lnTo>
                  <a:pt x="128243" y="133276"/>
                </a:lnTo>
                <a:cubicBezTo>
                  <a:pt x="128243" y="130496"/>
                  <a:pt x="130496" y="128243"/>
                  <a:pt x="133276" y="12824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530582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00" dirty="0"/>
          </a:p>
        </p:txBody>
      </p:sp>
      <p:sp>
        <p:nvSpPr>
          <p:cNvPr id="29" name="圖示 晶片"/>
          <p:cNvSpPr/>
          <p:nvPr/>
        </p:nvSpPr>
        <p:spPr>
          <a:xfrm>
            <a:off x="586541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572" y="135536"/>
                </a:moveTo>
                <a:lnTo>
                  <a:pt x="98572" y="106114"/>
                </a:lnTo>
                <a:cubicBezTo>
                  <a:pt x="98572" y="104103"/>
                  <a:pt x="99326" y="102347"/>
                  <a:pt x="100833" y="100833"/>
                </a:cubicBezTo>
                <a:cubicBezTo>
                  <a:pt x="102179" y="99494"/>
                  <a:pt x="103854" y="98821"/>
                  <a:pt x="105866" y="98821"/>
                </a:cubicBezTo>
                <a:lnTo>
                  <a:pt x="135287" y="98821"/>
                </a:lnTo>
                <a:cubicBezTo>
                  <a:pt x="137299" y="98821"/>
                  <a:pt x="139055" y="99494"/>
                  <a:pt x="140569" y="100833"/>
                </a:cubicBezTo>
                <a:cubicBezTo>
                  <a:pt x="141908" y="102347"/>
                  <a:pt x="142581" y="104103"/>
                  <a:pt x="142581" y="106114"/>
                </a:cubicBezTo>
                <a:lnTo>
                  <a:pt x="142581" y="135536"/>
                </a:lnTo>
                <a:cubicBezTo>
                  <a:pt x="142581" y="137548"/>
                  <a:pt x="141908" y="139223"/>
                  <a:pt x="140569" y="140569"/>
                </a:cubicBezTo>
                <a:cubicBezTo>
                  <a:pt x="139055" y="142076"/>
                  <a:pt x="137299" y="142829"/>
                  <a:pt x="135287" y="142829"/>
                </a:cubicBezTo>
                <a:lnTo>
                  <a:pt x="105866" y="142829"/>
                </a:lnTo>
                <a:cubicBezTo>
                  <a:pt x="103854" y="142829"/>
                  <a:pt x="102179" y="142076"/>
                  <a:pt x="100833" y="140569"/>
                </a:cubicBezTo>
                <a:cubicBezTo>
                  <a:pt x="99326" y="139223"/>
                  <a:pt x="98572" y="137548"/>
                  <a:pt x="98572" y="135536"/>
                </a:cubicBezTo>
                <a:close/>
                <a:moveTo>
                  <a:pt x="110138" y="131264"/>
                </a:moveTo>
                <a:lnTo>
                  <a:pt x="131264" y="131264"/>
                </a:lnTo>
                <a:lnTo>
                  <a:pt x="131264" y="110138"/>
                </a:lnTo>
                <a:lnTo>
                  <a:pt x="110138" y="110138"/>
                </a:lnTo>
                <a:lnTo>
                  <a:pt x="110138" y="131264"/>
                </a:lnTo>
                <a:close/>
                <a:moveTo>
                  <a:pt x="93042" y="198154"/>
                </a:moveTo>
                <a:lnTo>
                  <a:pt x="93042" y="186084"/>
                </a:lnTo>
                <a:lnTo>
                  <a:pt x="69904" y="186084"/>
                </a:lnTo>
                <a:cubicBezTo>
                  <a:pt x="65881" y="186084"/>
                  <a:pt x="62443" y="184658"/>
                  <a:pt x="59597" y="181805"/>
                </a:cubicBezTo>
                <a:cubicBezTo>
                  <a:pt x="56744" y="178959"/>
                  <a:pt x="55325" y="175521"/>
                  <a:pt x="55325" y="171498"/>
                </a:cubicBezTo>
                <a:lnTo>
                  <a:pt x="55325" y="148360"/>
                </a:lnTo>
                <a:lnTo>
                  <a:pt x="43255" y="148360"/>
                </a:lnTo>
                <a:cubicBezTo>
                  <a:pt x="41572" y="148360"/>
                  <a:pt x="40234" y="147774"/>
                  <a:pt x="39231" y="146604"/>
                </a:cubicBezTo>
                <a:cubicBezTo>
                  <a:pt x="38054" y="145594"/>
                  <a:pt x="37468" y="144256"/>
                  <a:pt x="37468" y="142581"/>
                </a:cubicBezTo>
                <a:cubicBezTo>
                  <a:pt x="37468" y="140898"/>
                  <a:pt x="38054" y="139559"/>
                  <a:pt x="39231" y="138557"/>
                </a:cubicBezTo>
                <a:cubicBezTo>
                  <a:pt x="40234" y="137548"/>
                  <a:pt x="41572" y="137043"/>
                  <a:pt x="43255" y="137043"/>
                </a:cubicBezTo>
                <a:lnTo>
                  <a:pt x="55325" y="137043"/>
                </a:lnTo>
                <a:lnTo>
                  <a:pt x="55325" y="103854"/>
                </a:lnTo>
                <a:lnTo>
                  <a:pt x="43255" y="103854"/>
                </a:lnTo>
                <a:cubicBezTo>
                  <a:pt x="41572" y="103854"/>
                  <a:pt x="40234" y="103269"/>
                  <a:pt x="39231" y="102091"/>
                </a:cubicBezTo>
                <a:cubicBezTo>
                  <a:pt x="38054" y="100920"/>
                  <a:pt x="37468" y="99582"/>
                  <a:pt x="37468" y="98068"/>
                </a:cubicBezTo>
                <a:cubicBezTo>
                  <a:pt x="37468" y="96392"/>
                  <a:pt x="38054" y="95054"/>
                  <a:pt x="39231" y="94044"/>
                </a:cubicBezTo>
                <a:cubicBezTo>
                  <a:pt x="40234" y="92874"/>
                  <a:pt x="41572" y="92289"/>
                  <a:pt x="43255" y="92289"/>
                </a:cubicBezTo>
                <a:lnTo>
                  <a:pt x="55325" y="92289"/>
                </a:lnTo>
                <a:lnTo>
                  <a:pt x="55325" y="69151"/>
                </a:lnTo>
                <a:cubicBezTo>
                  <a:pt x="55325" y="65127"/>
                  <a:pt x="56744" y="61689"/>
                  <a:pt x="59597" y="58843"/>
                </a:cubicBezTo>
                <a:cubicBezTo>
                  <a:pt x="62443" y="55991"/>
                  <a:pt x="65881" y="54564"/>
                  <a:pt x="69904" y="54564"/>
                </a:cubicBezTo>
                <a:lnTo>
                  <a:pt x="93042" y="54564"/>
                </a:lnTo>
                <a:lnTo>
                  <a:pt x="93042" y="43255"/>
                </a:lnTo>
                <a:cubicBezTo>
                  <a:pt x="93042" y="41572"/>
                  <a:pt x="93627" y="40234"/>
                  <a:pt x="94798" y="39231"/>
                </a:cubicBezTo>
                <a:cubicBezTo>
                  <a:pt x="95807" y="38054"/>
                  <a:pt x="97146" y="37468"/>
                  <a:pt x="98821" y="37468"/>
                </a:cubicBezTo>
                <a:cubicBezTo>
                  <a:pt x="100504" y="37468"/>
                  <a:pt x="101842" y="38054"/>
                  <a:pt x="102844" y="39231"/>
                </a:cubicBezTo>
                <a:cubicBezTo>
                  <a:pt x="103854" y="40234"/>
                  <a:pt x="104359" y="41572"/>
                  <a:pt x="104359" y="43255"/>
                </a:cubicBezTo>
                <a:lnTo>
                  <a:pt x="104359" y="54564"/>
                </a:lnTo>
                <a:lnTo>
                  <a:pt x="137548" y="54564"/>
                </a:lnTo>
                <a:lnTo>
                  <a:pt x="137548" y="43255"/>
                </a:lnTo>
                <a:cubicBezTo>
                  <a:pt x="137548" y="41572"/>
                  <a:pt x="138133" y="40234"/>
                  <a:pt x="139311" y="39231"/>
                </a:cubicBezTo>
                <a:cubicBezTo>
                  <a:pt x="140481" y="38054"/>
                  <a:pt x="141827" y="37468"/>
                  <a:pt x="143334" y="37468"/>
                </a:cubicBezTo>
                <a:cubicBezTo>
                  <a:pt x="145009" y="37468"/>
                  <a:pt x="146348" y="38054"/>
                  <a:pt x="147357" y="39231"/>
                </a:cubicBezTo>
                <a:cubicBezTo>
                  <a:pt x="148528" y="40234"/>
                  <a:pt x="149113" y="41572"/>
                  <a:pt x="149113" y="43255"/>
                </a:cubicBezTo>
                <a:lnTo>
                  <a:pt x="149113" y="54564"/>
                </a:lnTo>
                <a:lnTo>
                  <a:pt x="172251" y="54564"/>
                </a:lnTo>
                <a:cubicBezTo>
                  <a:pt x="176274" y="54564"/>
                  <a:pt x="179713" y="55991"/>
                  <a:pt x="182558" y="58843"/>
                </a:cubicBezTo>
                <a:cubicBezTo>
                  <a:pt x="185411" y="61689"/>
                  <a:pt x="186838" y="65127"/>
                  <a:pt x="186838" y="69151"/>
                </a:cubicBezTo>
                <a:lnTo>
                  <a:pt x="186838" y="92289"/>
                </a:lnTo>
                <a:lnTo>
                  <a:pt x="198154" y="92289"/>
                </a:lnTo>
                <a:cubicBezTo>
                  <a:pt x="199829" y="92289"/>
                  <a:pt x="201168" y="92874"/>
                  <a:pt x="202177" y="94044"/>
                </a:cubicBezTo>
                <a:cubicBezTo>
                  <a:pt x="203348" y="95054"/>
                  <a:pt x="203933" y="96392"/>
                  <a:pt x="203933" y="98068"/>
                </a:cubicBezTo>
                <a:cubicBezTo>
                  <a:pt x="203933" y="99743"/>
                  <a:pt x="203348" y="101089"/>
                  <a:pt x="202177" y="102091"/>
                </a:cubicBezTo>
                <a:cubicBezTo>
                  <a:pt x="201168" y="103269"/>
                  <a:pt x="199829" y="103854"/>
                  <a:pt x="198154" y="103854"/>
                </a:cubicBezTo>
                <a:lnTo>
                  <a:pt x="186838" y="103854"/>
                </a:lnTo>
                <a:lnTo>
                  <a:pt x="186838" y="137043"/>
                </a:lnTo>
                <a:lnTo>
                  <a:pt x="198154" y="137043"/>
                </a:lnTo>
                <a:cubicBezTo>
                  <a:pt x="199829" y="137043"/>
                  <a:pt x="201168" y="137548"/>
                  <a:pt x="202177" y="138557"/>
                </a:cubicBezTo>
                <a:cubicBezTo>
                  <a:pt x="203348" y="139728"/>
                  <a:pt x="203933" y="141154"/>
                  <a:pt x="203933" y="142829"/>
                </a:cubicBezTo>
                <a:cubicBezTo>
                  <a:pt x="203933" y="144336"/>
                  <a:pt x="203348" y="145682"/>
                  <a:pt x="202177" y="146853"/>
                </a:cubicBezTo>
                <a:cubicBezTo>
                  <a:pt x="201168" y="147862"/>
                  <a:pt x="199829" y="148360"/>
                  <a:pt x="198154" y="148360"/>
                </a:cubicBezTo>
                <a:lnTo>
                  <a:pt x="186838" y="148360"/>
                </a:lnTo>
                <a:lnTo>
                  <a:pt x="186838" y="171498"/>
                </a:lnTo>
                <a:cubicBezTo>
                  <a:pt x="186838" y="175521"/>
                  <a:pt x="185411" y="178959"/>
                  <a:pt x="182558" y="181805"/>
                </a:cubicBezTo>
                <a:cubicBezTo>
                  <a:pt x="179713" y="184658"/>
                  <a:pt x="176274" y="186084"/>
                  <a:pt x="172251" y="186084"/>
                </a:cubicBezTo>
                <a:lnTo>
                  <a:pt x="149113" y="186084"/>
                </a:lnTo>
                <a:lnTo>
                  <a:pt x="149113" y="198154"/>
                </a:lnTo>
                <a:cubicBezTo>
                  <a:pt x="149113" y="199829"/>
                  <a:pt x="148528" y="201168"/>
                  <a:pt x="147357" y="202177"/>
                </a:cubicBezTo>
                <a:cubicBezTo>
                  <a:pt x="146348" y="203348"/>
                  <a:pt x="145009" y="203933"/>
                  <a:pt x="143334" y="203933"/>
                </a:cubicBezTo>
                <a:cubicBezTo>
                  <a:pt x="141659" y="203933"/>
                  <a:pt x="140313" y="203348"/>
                  <a:pt x="139311" y="202177"/>
                </a:cubicBezTo>
                <a:cubicBezTo>
                  <a:pt x="138133" y="201168"/>
                  <a:pt x="137548" y="199829"/>
                  <a:pt x="137548" y="198154"/>
                </a:cubicBezTo>
                <a:lnTo>
                  <a:pt x="137548" y="186084"/>
                </a:lnTo>
                <a:lnTo>
                  <a:pt x="104359" y="186084"/>
                </a:lnTo>
                <a:lnTo>
                  <a:pt x="104359" y="198154"/>
                </a:lnTo>
                <a:cubicBezTo>
                  <a:pt x="104359" y="199829"/>
                  <a:pt x="103854" y="201168"/>
                  <a:pt x="102844" y="202177"/>
                </a:cubicBezTo>
                <a:cubicBezTo>
                  <a:pt x="101674" y="203348"/>
                  <a:pt x="100335" y="203933"/>
                  <a:pt x="98821" y="203933"/>
                </a:cubicBezTo>
                <a:cubicBezTo>
                  <a:pt x="97146" y="203933"/>
                  <a:pt x="95719" y="203348"/>
                  <a:pt x="94549" y="202177"/>
                </a:cubicBezTo>
                <a:cubicBezTo>
                  <a:pt x="93547" y="201168"/>
                  <a:pt x="93042" y="199829"/>
                  <a:pt x="93042" y="198154"/>
                </a:cubicBezTo>
                <a:close/>
                <a:moveTo>
                  <a:pt x="172251" y="174767"/>
                </a:moveTo>
                <a:cubicBezTo>
                  <a:pt x="173085" y="174767"/>
                  <a:pt x="173846" y="174431"/>
                  <a:pt x="174511" y="173758"/>
                </a:cubicBezTo>
                <a:cubicBezTo>
                  <a:pt x="175016" y="173085"/>
                  <a:pt x="175265" y="172331"/>
                  <a:pt x="175265" y="171498"/>
                </a:cubicBezTo>
                <a:lnTo>
                  <a:pt x="175265" y="69151"/>
                </a:lnTo>
                <a:cubicBezTo>
                  <a:pt x="175265" y="68317"/>
                  <a:pt x="175016" y="67556"/>
                  <a:pt x="174511" y="66890"/>
                </a:cubicBezTo>
                <a:cubicBezTo>
                  <a:pt x="173846" y="66385"/>
                  <a:pt x="173085" y="66137"/>
                  <a:pt x="172251" y="66137"/>
                </a:cubicBezTo>
                <a:lnTo>
                  <a:pt x="69904" y="66137"/>
                </a:lnTo>
                <a:cubicBezTo>
                  <a:pt x="69070" y="66137"/>
                  <a:pt x="68317" y="66385"/>
                  <a:pt x="67644" y="66890"/>
                </a:cubicBezTo>
                <a:cubicBezTo>
                  <a:pt x="66971" y="67556"/>
                  <a:pt x="66634" y="68317"/>
                  <a:pt x="66634" y="69151"/>
                </a:cubicBezTo>
                <a:lnTo>
                  <a:pt x="66634" y="171498"/>
                </a:lnTo>
                <a:cubicBezTo>
                  <a:pt x="66634" y="172331"/>
                  <a:pt x="66971" y="173085"/>
                  <a:pt x="67644" y="173758"/>
                </a:cubicBezTo>
                <a:cubicBezTo>
                  <a:pt x="68317" y="174431"/>
                  <a:pt x="69070" y="174767"/>
                  <a:pt x="69904" y="174767"/>
                </a:cubicBezTo>
                <a:lnTo>
                  <a:pt x="172251" y="174767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574960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00" dirty="0"/>
          </a:p>
        </p:txBody>
      </p:sp>
      <p:sp>
        <p:nvSpPr>
          <p:cNvPr id="31" name="圖示 電路板"/>
          <p:cNvSpPr/>
          <p:nvPr/>
        </p:nvSpPr>
        <p:spPr>
          <a:xfrm>
            <a:off x="630919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750" y="206201"/>
                </a:moveTo>
                <a:cubicBezTo>
                  <a:pt x="38727" y="206201"/>
                  <a:pt x="35289" y="204774"/>
                  <a:pt x="32436" y="201921"/>
                </a:cubicBezTo>
                <a:cubicBezTo>
                  <a:pt x="29590" y="199076"/>
                  <a:pt x="28164" y="195638"/>
                  <a:pt x="28164" y="191614"/>
                </a:cubicBezTo>
                <a:lnTo>
                  <a:pt x="28164" y="49787"/>
                </a:lnTo>
                <a:cubicBezTo>
                  <a:pt x="28164" y="45764"/>
                  <a:pt x="29590" y="42326"/>
                  <a:pt x="32436" y="39480"/>
                </a:cubicBezTo>
                <a:cubicBezTo>
                  <a:pt x="35289" y="36627"/>
                  <a:pt x="38727" y="35208"/>
                  <a:pt x="42750" y="35208"/>
                </a:cubicBezTo>
                <a:lnTo>
                  <a:pt x="184570" y="35208"/>
                </a:lnTo>
                <a:cubicBezTo>
                  <a:pt x="188593" y="35208"/>
                  <a:pt x="192031" y="36627"/>
                  <a:pt x="194884" y="39480"/>
                </a:cubicBezTo>
                <a:cubicBezTo>
                  <a:pt x="197730" y="42326"/>
                  <a:pt x="199156" y="45764"/>
                  <a:pt x="199156" y="49787"/>
                </a:cubicBezTo>
                <a:lnTo>
                  <a:pt x="199156" y="66890"/>
                </a:lnTo>
                <a:lnTo>
                  <a:pt x="207452" y="66890"/>
                </a:lnTo>
                <a:cubicBezTo>
                  <a:pt x="209134" y="66890"/>
                  <a:pt x="210553" y="67475"/>
                  <a:pt x="211731" y="68646"/>
                </a:cubicBezTo>
                <a:cubicBezTo>
                  <a:pt x="212733" y="69655"/>
                  <a:pt x="213238" y="70994"/>
                  <a:pt x="213238" y="72669"/>
                </a:cubicBezTo>
                <a:cubicBezTo>
                  <a:pt x="213238" y="74352"/>
                  <a:pt x="212733" y="75690"/>
                  <a:pt x="211731" y="76693"/>
                </a:cubicBezTo>
                <a:cubicBezTo>
                  <a:pt x="210553" y="77870"/>
                  <a:pt x="209134" y="78456"/>
                  <a:pt x="207452" y="78456"/>
                </a:cubicBezTo>
                <a:lnTo>
                  <a:pt x="199156" y="78456"/>
                </a:lnTo>
                <a:lnTo>
                  <a:pt x="199156" y="114914"/>
                </a:lnTo>
                <a:lnTo>
                  <a:pt x="207708" y="114914"/>
                </a:lnTo>
                <a:cubicBezTo>
                  <a:pt x="209215" y="114914"/>
                  <a:pt x="210553" y="115507"/>
                  <a:pt x="211731" y="116677"/>
                </a:cubicBezTo>
                <a:cubicBezTo>
                  <a:pt x="212733" y="117687"/>
                  <a:pt x="213238" y="119026"/>
                  <a:pt x="213238" y="120701"/>
                </a:cubicBezTo>
                <a:cubicBezTo>
                  <a:pt x="213238" y="122376"/>
                  <a:pt x="212733" y="123722"/>
                  <a:pt x="211731" y="124724"/>
                </a:cubicBezTo>
                <a:cubicBezTo>
                  <a:pt x="210553" y="125895"/>
                  <a:pt x="209134" y="126487"/>
                  <a:pt x="207452" y="126487"/>
                </a:cubicBezTo>
                <a:lnTo>
                  <a:pt x="199156" y="126487"/>
                </a:lnTo>
                <a:lnTo>
                  <a:pt x="199156" y="162946"/>
                </a:lnTo>
                <a:lnTo>
                  <a:pt x="207708" y="162946"/>
                </a:lnTo>
                <a:cubicBezTo>
                  <a:pt x="209215" y="162946"/>
                  <a:pt x="210553" y="163531"/>
                  <a:pt x="211731" y="164709"/>
                </a:cubicBezTo>
                <a:cubicBezTo>
                  <a:pt x="212733" y="165879"/>
                  <a:pt x="213238" y="167218"/>
                  <a:pt x="213238" y="168732"/>
                </a:cubicBezTo>
                <a:cubicBezTo>
                  <a:pt x="213238" y="170408"/>
                  <a:pt x="212733" y="171834"/>
                  <a:pt x="211731" y="173004"/>
                </a:cubicBezTo>
                <a:cubicBezTo>
                  <a:pt x="210553" y="174014"/>
                  <a:pt x="209134" y="174511"/>
                  <a:pt x="207452" y="174511"/>
                </a:cubicBezTo>
                <a:lnTo>
                  <a:pt x="199156" y="174511"/>
                </a:lnTo>
                <a:lnTo>
                  <a:pt x="199156" y="191614"/>
                </a:lnTo>
                <a:cubicBezTo>
                  <a:pt x="199156" y="195638"/>
                  <a:pt x="197730" y="199076"/>
                  <a:pt x="194884" y="201921"/>
                </a:cubicBezTo>
                <a:cubicBezTo>
                  <a:pt x="192031" y="204774"/>
                  <a:pt x="188593" y="206201"/>
                  <a:pt x="184570" y="206201"/>
                </a:cubicBezTo>
                <a:lnTo>
                  <a:pt x="42750" y="206201"/>
                </a:lnTo>
                <a:close/>
                <a:moveTo>
                  <a:pt x="42750" y="194884"/>
                </a:moveTo>
                <a:lnTo>
                  <a:pt x="184570" y="194884"/>
                </a:lnTo>
                <a:cubicBezTo>
                  <a:pt x="185411" y="194884"/>
                  <a:pt x="186165" y="194548"/>
                  <a:pt x="186838" y="193875"/>
                </a:cubicBezTo>
                <a:cubicBezTo>
                  <a:pt x="187503" y="193202"/>
                  <a:pt x="187840" y="192448"/>
                  <a:pt x="187840" y="191614"/>
                </a:cubicBezTo>
                <a:lnTo>
                  <a:pt x="187840" y="49787"/>
                </a:lnTo>
                <a:cubicBezTo>
                  <a:pt x="187840" y="48953"/>
                  <a:pt x="187503" y="48200"/>
                  <a:pt x="186838" y="47527"/>
                </a:cubicBezTo>
                <a:cubicBezTo>
                  <a:pt x="186165" y="46854"/>
                  <a:pt x="185411" y="46517"/>
                  <a:pt x="184570" y="46517"/>
                </a:cubicBezTo>
                <a:lnTo>
                  <a:pt x="42750" y="46517"/>
                </a:lnTo>
                <a:cubicBezTo>
                  <a:pt x="41909" y="46517"/>
                  <a:pt x="41155" y="46854"/>
                  <a:pt x="40482" y="47527"/>
                </a:cubicBezTo>
                <a:cubicBezTo>
                  <a:pt x="39817" y="48200"/>
                  <a:pt x="39480" y="48953"/>
                  <a:pt x="39480" y="49787"/>
                </a:cubicBezTo>
                <a:lnTo>
                  <a:pt x="39480" y="191614"/>
                </a:lnTo>
                <a:cubicBezTo>
                  <a:pt x="39480" y="192448"/>
                  <a:pt x="39817" y="193202"/>
                  <a:pt x="40482" y="193875"/>
                </a:cubicBezTo>
                <a:cubicBezTo>
                  <a:pt x="41155" y="194548"/>
                  <a:pt x="41909" y="194884"/>
                  <a:pt x="42750" y="194884"/>
                </a:cubicBezTo>
                <a:close/>
                <a:moveTo>
                  <a:pt x="67139" y="174511"/>
                </a:moveTo>
                <a:lnTo>
                  <a:pt x="107877" y="174511"/>
                </a:lnTo>
                <a:cubicBezTo>
                  <a:pt x="109889" y="174511"/>
                  <a:pt x="111564" y="173846"/>
                  <a:pt x="112903" y="172500"/>
                </a:cubicBezTo>
                <a:cubicBezTo>
                  <a:pt x="114417" y="170993"/>
                  <a:pt x="115171" y="169230"/>
                  <a:pt x="115171" y="167218"/>
                </a:cubicBezTo>
                <a:lnTo>
                  <a:pt x="115171" y="139055"/>
                </a:lnTo>
                <a:cubicBezTo>
                  <a:pt x="115171" y="136875"/>
                  <a:pt x="114417" y="135119"/>
                  <a:pt x="112903" y="133780"/>
                </a:cubicBezTo>
                <a:cubicBezTo>
                  <a:pt x="111564" y="132434"/>
                  <a:pt x="109889" y="131769"/>
                  <a:pt x="107877" y="131769"/>
                </a:cubicBezTo>
                <a:lnTo>
                  <a:pt x="67139" y="131769"/>
                </a:lnTo>
                <a:cubicBezTo>
                  <a:pt x="65127" y="131769"/>
                  <a:pt x="63372" y="132434"/>
                  <a:pt x="61857" y="133780"/>
                </a:cubicBezTo>
                <a:cubicBezTo>
                  <a:pt x="60519" y="135119"/>
                  <a:pt x="59846" y="136875"/>
                  <a:pt x="59846" y="139055"/>
                </a:cubicBezTo>
                <a:lnTo>
                  <a:pt x="59846" y="167218"/>
                </a:lnTo>
                <a:cubicBezTo>
                  <a:pt x="59846" y="169230"/>
                  <a:pt x="60519" y="170993"/>
                  <a:pt x="61857" y="172500"/>
                </a:cubicBezTo>
                <a:cubicBezTo>
                  <a:pt x="63372" y="173846"/>
                  <a:pt x="65127" y="174511"/>
                  <a:pt x="67139" y="174511"/>
                </a:cubicBezTo>
                <a:close/>
                <a:moveTo>
                  <a:pt x="132522" y="96561"/>
                </a:moveTo>
                <a:lnTo>
                  <a:pt x="160181" y="96561"/>
                </a:lnTo>
                <a:cubicBezTo>
                  <a:pt x="162193" y="96561"/>
                  <a:pt x="163868" y="95888"/>
                  <a:pt x="165206" y="94549"/>
                </a:cubicBezTo>
                <a:cubicBezTo>
                  <a:pt x="166721" y="93210"/>
                  <a:pt x="167474" y="91535"/>
                  <a:pt x="167474" y="89523"/>
                </a:cubicBezTo>
                <a:lnTo>
                  <a:pt x="167474" y="74183"/>
                </a:lnTo>
                <a:cubicBezTo>
                  <a:pt x="167474" y="72172"/>
                  <a:pt x="166721" y="70409"/>
                  <a:pt x="165206" y="68902"/>
                </a:cubicBezTo>
                <a:cubicBezTo>
                  <a:pt x="163868" y="67556"/>
                  <a:pt x="162193" y="66890"/>
                  <a:pt x="160181" y="66890"/>
                </a:cubicBezTo>
                <a:lnTo>
                  <a:pt x="132522" y="66890"/>
                </a:lnTo>
                <a:cubicBezTo>
                  <a:pt x="130510" y="66890"/>
                  <a:pt x="128748" y="67556"/>
                  <a:pt x="127241" y="68902"/>
                </a:cubicBezTo>
                <a:cubicBezTo>
                  <a:pt x="125895" y="70409"/>
                  <a:pt x="125229" y="72172"/>
                  <a:pt x="125229" y="74183"/>
                </a:cubicBezTo>
                <a:lnTo>
                  <a:pt x="125229" y="89523"/>
                </a:lnTo>
                <a:cubicBezTo>
                  <a:pt x="125229" y="91535"/>
                  <a:pt x="125895" y="93210"/>
                  <a:pt x="127241" y="94549"/>
                </a:cubicBezTo>
                <a:cubicBezTo>
                  <a:pt x="128748" y="95888"/>
                  <a:pt x="130510" y="96561"/>
                  <a:pt x="132522" y="96561"/>
                </a:cubicBezTo>
                <a:close/>
                <a:moveTo>
                  <a:pt x="67139" y="121454"/>
                </a:moveTo>
                <a:lnTo>
                  <a:pt x="107877" y="121454"/>
                </a:lnTo>
                <a:cubicBezTo>
                  <a:pt x="109889" y="121454"/>
                  <a:pt x="111564" y="120781"/>
                  <a:pt x="112903" y="119443"/>
                </a:cubicBezTo>
                <a:cubicBezTo>
                  <a:pt x="114417" y="118104"/>
                  <a:pt x="115171" y="116429"/>
                  <a:pt x="115171" y="114417"/>
                </a:cubicBezTo>
                <a:lnTo>
                  <a:pt x="115171" y="74183"/>
                </a:lnTo>
                <a:cubicBezTo>
                  <a:pt x="115171" y="72172"/>
                  <a:pt x="114417" y="70409"/>
                  <a:pt x="112903" y="68902"/>
                </a:cubicBezTo>
                <a:cubicBezTo>
                  <a:pt x="111564" y="67556"/>
                  <a:pt x="109889" y="66890"/>
                  <a:pt x="107877" y="66890"/>
                </a:cubicBezTo>
                <a:lnTo>
                  <a:pt x="67139" y="66890"/>
                </a:lnTo>
                <a:cubicBezTo>
                  <a:pt x="65127" y="66890"/>
                  <a:pt x="63372" y="67556"/>
                  <a:pt x="61857" y="68902"/>
                </a:cubicBezTo>
                <a:cubicBezTo>
                  <a:pt x="60519" y="70409"/>
                  <a:pt x="59846" y="72172"/>
                  <a:pt x="59846" y="74183"/>
                </a:cubicBezTo>
                <a:lnTo>
                  <a:pt x="59846" y="114417"/>
                </a:lnTo>
                <a:cubicBezTo>
                  <a:pt x="59846" y="116429"/>
                  <a:pt x="60519" y="118104"/>
                  <a:pt x="61857" y="119443"/>
                </a:cubicBezTo>
                <a:cubicBezTo>
                  <a:pt x="63372" y="120781"/>
                  <a:pt x="65127" y="121454"/>
                  <a:pt x="67139" y="121454"/>
                </a:cubicBezTo>
                <a:close/>
                <a:moveTo>
                  <a:pt x="132522" y="174511"/>
                </a:moveTo>
                <a:lnTo>
                  <a:pt x="160181" y="174511"/>
                </a:lnTo>
                <a:cubicBezTo>
                  <a:pt x="162193" y="174511"/>
                  <a:pt x="163868" y="173846"/>
                  <a:pt x="165206" y="172500"/>
                </a:cubicBezTo>
                <a:cubicBezTo>
                  <a:pt x="166721" y="170993"/>
                  <a:pt x="167474" y="169230"/>
                  <a:pt x="167474" y="167218"/>
                </a:cubicBezTo>
                <a:lnTo>
                  <a:pt x="167474" y="114161"/>
                </a:lnTo>
                <a:cubicBezTo>
                  <a:pt x="167474" y="112149"/>
                  <a:pt x="166721" y="110394"/>
                  <a:pt x="165206" y="108879"/>
                </a:cubicBezTo>
                <a:cubicBezTo>
                  <a:pt x="163868" y="107541"/>
                  <a:pt x="162193" y="106868"/>
                  <a:pt x="160181" y="106868"/>
                </a:cubicBezTo>
                <a:lnTo>
                  <a:pt x="132522" y="106868"/>
                </a:lnTo>
                <a:cubicBezTo>
                  <a:pt x="130510" y="106868"/>
                  <a:pt x="128748" y="107541"/>
                  <a:pt x="127241" y="108879"/>
                </a:cubicBezTo>
                <a:cubicBezTo>
                  <a:pt x="125895" y="110394"/>
                  <a:pt x="125229" y="112149"/>
                  <a:pt x="125229" y="114161"/>
                </a:cubicBezTo>
                <a:lnTo>
                  <a:pt x="125229" y="167218"/>
                </a:lnTo>
                <a:cubicBezTo>
                  <a:pt x="125229" y="169230"/>
                  <a:pt x="125895" y="170993"/>
                  <a:pt x="127241" y="172500"/>
                </a:cubicBezTo>
                <a:cubicBezTo>
                  <a:pt x="128748" y="173846"/>
                  <a:pt x="130510" y="174511"/>
                  <a:pt x="132522" y="174511"/>
                </a:cubicBezTo>
                <a:close/>
                <a:moveTo>
                  <a:pt x="39480" y="46517"/>
                </a:moveTo>
                <a:lnTo>
                  <a:pt x="39480" y="194884"/>
                </a:lnTo>
                <a:lnTo>
                  <a:pt x="39480" y="4651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619337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600" dirty="0"/>
          </a:p>
        </p:txBody>
      </p:sp>
      <p:sp>
        <p:nvSpPr>
          <p:cNvPr id="33" name="圖示 機台"/>
          <p:cNvSpPr/>
          <p:nvPr/>
        </p:nvSpPr>
        <p:spPr>
          <a:xfrm>
            <a:off x="675297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315" y="203428"/>
                </a:moveTo>
                <a:cubicBezTo>
                  <a:pt x="51799" y="203428"/>
                  <a:pt x="49619" y="202594"/>
                  <a:pt x="47776" y="200919"/>
                </a:cubicBezTo>
                <a:cubicBezTo>
                  <a:pt x="46100" y="199076"/>
                  <a:pt x="45266" y="196896"/>
                  <a:pt x="45266" y="194379"/>
                </a:cubicBezTo>
                <a:cubicBezTo>
                  <a:pt x="45266" y="191695"/>
                  <a:pt x="46100" y="189515"/>
                  <a:pt x="47776" y="187840"/>
                </a:cubicBezTo>
                <a:cubicBezTo>
                  <a:pt x="49619" y="185996"/>
                  <a:pt x="51799" y="185075"/>
                  <a:pt x="54315" y="185075"/>
                </a:cubicBezTo>
                <a:lnTo>
                  <a:pt x="76693" y="185075"/>
                </a:lnTo>
                <a:lnTo>
                  <a:pt x="50043" y="95302"/>
                </a:lnTo>
                <a:cubicBezTo>
                  <a:pt x="45010" y="92954"/>
                  <a:pt x="41075" y="89772"/>
                  <a:pt x="38222" y="85749"/>
                </a:cubicBezTo>
                <a:cubicBezTo>
                  <a:pt x="35369" y="81894"/>
                  <a:pt x="33950" y="76693"/>
                  <a:pt x="33950" y="70160"/>
                </a:cubicBezTo>
                <a:cubicBezTo>
                  <a:pt x="33950" y="62947"/>
                  <a:pt x="36547" y="56664"/>
                  <a:pt x="41741" y="51301"/>
                </a:cubicBezTo>
                <a:cubicBezTo>
                  <a:pt x="47110" y="45932"/>
                  <a:pt x="53474" y="43255"/>
                  <a:pt x="60855" y="43255"/>
                </a:cubicBezTo>
                <a:cubicBezTo>
                  <a:pt x="67724" y="43255"/>
                  <a:pt x="73510" y="45266"/>
                  <a:pt x="78207" y="49290"/>
                </a:cubicBezTo>
                <a:cubicBezTo>
                  <a:pt x="82728" y="53145"/>
                  <a:pt x="85749" y="58258"/>
                  <a:pt x="87256" y="64622"/>
                </a:cubicBezTo>
                <a:lnTo>
                  <a:pt x="124973" y="64622"/>
                </a:lnTo>
                <a:lnTo>
                  <a:pt x="124973" y="48529"/>
                </a:lnTo>
                <a:cubicBezTo>
                  <a:pt x="124973" y="46854"/>
                  <a:pt x="125565" y="45515"/>
                  <a:pt x="126736" y="44506"/>
                </a:cubicBezTo>
                <a:cubicBezTo>
                  <a:pt x="127906" y="43335"/>
                  <a:pt x="129252" y="42750"/>
                  <a:pt x="130759" y="42750"/>
                </a:cubicBezTo>
                <a:cubicBezTo>
                  <a:pt x="132266" y="42750"/>
                  <a:pt x="133524" y="43335"/>
                  <a:pt x="134534" y="44506"/>
                </a:cubicBezTo>
                <a:cubicBezTo>
                  <a:pt x="135536" y="45852"/>
                  <a:pt x="136041" y="47278"/>
                  <a:pt x="136041" y="48785"/>
                </a:cubicBezTo>
                <a:lnTo>
                  <a:pt x="136041" y="50292"/>
                </a:lnTo>
                <a:lnTo>
                  <a:pt x="154899" y="32187"/>
                </a:lnTo>
                <a:cubicBezTo>
                  <a:pt x="156238" y="30848"/>
                  <a:pt x="157833" y="30007"/>
                  <a:pt x="159676" y="29670"/>
                </a:cubicBezTo>
                <a:cubicBezTo>
                  <a:pt x="161688" y="29334"/>
                  <a:pt x="163619" y="29670"/>
                  <a:pt x="165463" y="30680"/>
                </a:cubicBezTo>
                <a:lnTo>
                  <a:pt x="204438" y="49290"/>
                </a:lnTo>
                <a:cubicBezTo>
                  <a:pt x="205777" y="49956"/>
                  <a:pt x="206698" y="50877"/>
                  <a:pt x="207203" y="52055"/>
                </a:cubicBezTo>
                <a:cubicBezTo>
                  <a:pt x="207876" y="53394"/>
                  <a:pt x="207876" y="54732"/>
                  <a:pt x="207203" y="56078"/>
                </a:cubicBezTo>
                <a:cubicBezTo>
                  <a:pt x="206362" y="57417"/>
                  <a:pt x="205360" y="58258"/>
                  <a:pt x="204189" y="58587"/>
                </a:cubicBezTo>
                <a:cubicBezTo>
                  <a:pt x="202843" y="58756"/>
                  <a:pt x="201504" y="58507"/>
                  <a:pt x="200166" y="57834"/>
                </a:cubicBezTo>
                <a:lnTo>
                  <a:pt x="160934" y="38975"/>
                </a:lnTo>
                <a:lnTo>
                  <a:pt x="136546" y="63116"/>
                </a:lnTo>
                <a:lnTo>
                  <a:pt x="136546" y="76693"/>
                </a:lnTo>
                <a:lnTo>
                  <a:pt x="160934" y="101337"/>
                </a:lnTo>
                <a:lnTo>
                  <a:pt x="200166" y="82230"/>
                </a:lnTo>
                <a:cubicBezTo>
                  <a:pt x="201673" y="81557"/>
                  <a:pt x="203011" y="81389"/>
                  <a:pt x="204189" y="81725"/>
                </a:cubicBezTo>
                <a:cubicBezTo>
                  <a:pt x="205360" y="82062"/>
                  <a:pt x="206362" y="82896"/>
                  <a:pt x="207203" y="84242"/>
                </a:cubicBezTo>
                <a:cubicBezTo>
                  <a:pt x="207708" y="85749"/>
                  <a:pt x="207708" y="87175"/>
                  <a:pt x="207203" y="88514"/>
                </a:cubicBezTo>
                <a:cubicBezTo>
                  <a:pt x="206698" y="89853"/>
                  <a:pt x="205777" y="90862"/>
                  <a:pt x="204438" y="91535"/>
                </a:cubicBezTo>
                <a:lnTo>
                  <a:pt x="166216" y="109384"/>
                </a:lnTo>
                <a:cubicBezTo>
                  <a:pt x="164204" y="110394"/>
                  <a:pt x="162193" y="110811"/>
                  <a:pt x="160181" y="110642"/>
                </a:cubicBezTo>
                <a:cubicBezTo>
                  <a:pt x="158338" y="110642"/>
                  <a:pt x="156575" y="109889"/>
                  <a:pt x="154899" y="108382"/>
                </a:cubicBezTo>
                <a:lnTo>
                  <a:pt x="136041" y="90526"/>
                </a:lnTo>
                <a:lnTo>
                  <a:pt x="136041" y="91784"/>
                </a:lnTo>
                <a:cubicBezTo>
                  <a:pt x="136041" y="93795"/>
                  <a:pt x="135536" y="95302"/>
                  <a:pt x="134534" y="96312"/>
                </a:cubicBezTo>
                <a:cubicBezTo>
                  <a:pt x="133524" y="97314"/>
                  <a:pt x="132266" y="97819"/>
                  <a:pt x="130759" y="97819"/>
                </a:cubicBezTo>
                <a:cubicBezTo>
                  <a:pt x="129252" y="97819"/>
                  <a:pt x="127906" y="97314"/>
                  <a:pt x="126736" y="96312"/>
                </a:cubicBezTo>
                <a:cubicBezTo>
                  <a:pt x="125565" y="95134"/>
                  <a:pt x="124973" y="93795"/>
                  <a:pt x="124973" y="92289"/>
                </a:cubicBezTo>
                <a:lnTo>
                  <a:pt x="124973" y="75939"/>
                </a:lnTo>
                <a:lnTo>
                  <a:pt x="86751" y="75939"/>
                </a:lnTo>
                <a:cubicBezTo>
                  <a:pt x="86751" y="78287"/>
                  <a:pt x="86085" y="80635"/>
                  <a:pt x="84739" y="82984"/>
                </a:cubicBezTo>
                <a:cubicBezTo>
                  <a:pt x="83569" y="85332"/>
                  <a:pt x="82142" y="87175"/>
                  <a:pt x="80467" y="88514"/>
                </a:cubicBezTo>
                <a:lnTo>
                  <a:pt x="131008" y="185075"/>
                </a:lnTo>
                <a:lnTo>
                  <a:pt x="161688" y="185075"/>
                </a:lnTo>
                <a:cubicBezTo>
                  <a:pt x="164373" y="185075"/>
                  <a:pt x="166552" y="185996"/>
                  <a:pt x="168228" y="187840"/>
                </a:cubicBezTo>
                <a:cubicBezTo>
                  <a:pt x="170071" y="189515"/>
                  <a:pt x="170993" y="191695"/>
                  <a:pt x="170993" y="194379"/>
                </a:cubicBezTo>
                <a:cubicBezTo>
                  <a:pt x="170993" y="196896"/>
                  <a:pt x="170071" y="199076"/>
                  <a:pt x="168228" y="200919"/>
                </a:cubicBezTo>
                <a:cubicBezTo>
                  <a:pt x="166552" y="202594"/>
                  <a:pt x="164373" y="203428"/>
                  <a:pt x="161688" y="203428"/>
                </a:cubicBezTo>
                <a:lnTo>
                  <a:pt x="54315" y="203428"/>
                </a:lnTo>
                <a:close/>
                <a:moveTo>
                  <a:pt x="71916" y="81221"/>
                </a:moveTo>
                <a:cubicBezTo>
                  <a:pt x="74937" y="78207"/>
                  <a:pt x="76444" y="74513"/>
                  <a:pt x="76444" y="70160"/>
                </a:cubicBezTo>
                <a:cubicBezTo>
                  <a:pt x="76444" y="65800"/>
                  <a:pt x="74937" y="62113"/>
                  <a:pt x="71916" y="59092"/>
                </a:cubicBezTo>
                <a:cubicBezTo>
                  <a:pt x="68902" y="56247"/>
                  <a:pt x="65215" y="54820"/>
                  <a:pt x="60855" y="54820"/>
                </a:cubicBezTo>
                <a:cubicBezTo>
                  <a:pt x="56495" y="54820"/>
                  <a:pt x="52808" y="56247"/>
                  <a:pt x="49787" y="59092"/>
                </a:cubicBezTo>
                <a:cubicBezTo>
                  <a:pt x="46773" y="62113"/>
                  <a:pt x="45266" y="65800"/>
                  <a:pt x="45266" y="70160"/>
                </a:cubicBezTo>
                <a:cubicBezTo>
                  <a:pt x="45266" y="74513"/>
                  <a:pt x="46773" y="78207"/>
                  <a:pt x="49787" y="81221"/>
                </a:cubicBezTo>
                <a:cubicBezTo>
                  <a:pt x="52808" y="84242"/>
                  <a:pt x="56495" y="85749"/>
                  <a:pt x="60855" y="85749"/>
                </a:cubicBezTo>
                <a:cubicBezTo>
                  <a:pt x="65215" y="85749"/>
                  <a:pt x="68902" y="84242"/>
                  <a:pt x="71916" y="81221"/>
                </a:cubicBezTo>
                <a:close/>
                <a:moveTo>
                  <a:pt x="89267" y="185075"/>
                </a:moveTo>
                <a:lnTo>
                  <a:pt x="118184" y="185075"/>
                </a:lnTo>
                <a:lnTo>
                  <a:pt x="70658" y="93795"/>
                </a:lnTo>
                <a:cubicBezTo>
                  <a:pt x="69824" y="94300"/>
                  <a:pt x="68565" y="94798"/>
                  <a:pt x="66890" y="95302"/>
                </a:cubicBezTo>
                <a:cubicBezTo>
                  <a:pt x="65047" y="95807"/>
                  <a:pt x="63533" y="96056"/>
                  <a:pt x="62362" y="96056"/>
                </a:cubicBezTo>
                <a:lnTo>
                  <a:pt x="89267" y="185075"/>
                </a:lnTo>
                <a:close/>
                <a:moveTo>
                  <a:pt x="118184" y="18507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663715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00" dirty="0"/>
          </a:p>
        </p:txBody>
      </p:sp>
      <p:sp>
        <p:nvSpPr>
          <p:cNvPr id="35" name="圖示 產線"/>
          <p:cNvSpPr/>
          <p:nvPr/>
        </p:nvSpPr>
        <p:spPr>
          <a:xfrm>
            <a:off x="719674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0541" y="201168"/>
                </a:moveTo>
                <a:cubicBezTo>
                  <a:pt x="43503" y="201168"/>
                  <a:pt x="37549" y="198739"/>
                  <a:pt x="32692" y="193875"/>
                </a:cubicBezTo>
                <a:cubicBezTo>
                  <a:pt x="27827" y="189017"/>
                  <a:pt x="25398" y="183063"/>
                  <a:pt x="25398" y="176026"/>
                </a:cubicBezTo>
                <a:cubicBezTo>
                  <a:pt x="25398" y="168981"/>
                  <a:pt x="27827" y="163027"/>
                  <a:pt x="32692" y="158169"/>
                </a:cubicBezTo>
                <a:cubicBezTo>
                  <a:pt x="37549" y="153305"/>
                  <a:pt x="43503" y="150876"/>
                  <a:pt x="50541" y="150876"/>
                </a:cubicBezTo>
                <a:lnTo>
                  <a:pt x="191358" y="150876"/>
                </a:lnTo>
                <a:cubicBezTo>
                  <a:pt x="198403" y="150876"/>
                  <a:pt x="204350" y="153305"/>
                  <a:pt x="209215" y="158169"/>
                </a:cubicBezTo>
                <a:cubicBezTo>
                  <a:pt x="214079" y="163027"/>
                  <a:pt x="216508" y="168981"/>
                  <a:pt x="216508" y="176026"/>
                </a:cubicBezTo>
                <a:cubicBezTo>
                  <a:pt x="216508" y="183063"/>
                  <a:pt x="214079" y="189017"/>
                  <a:pt x="209215" y="193875"/>
                </a:cubicBezTo>
                <a:cubicBezTo>
                  <a:pt x="204350" y="198739"/>
                  <a:pt x="198403" y="201168"/>
                  <a:pt x="191358" y="201168"/>
                </a:cubicBezTo>
                <a:lnTo>
                  <a:pt x="50541" y="201168"/>
                </a:lnTo>
                <a:close/>
                <a:moveTo>
                  <a:pt x="50541" y="189851"/>
                </a:moveTo>
                <a:lnTo>
                  <a:pt x="191358" y="189851"/>
                </a:lnTo>
                <a:cubicBezTo>
                  <a:pt x="195213" y="189851"/>
                  <a:pt x="198483" y="188513"/>
                  <a:pt x="201168" y="185828"/>
                </a:cubicBezTo>
                <a:cubicBezTo>
                  <a:pt x="203684" y="183143"/>
                  <a:pt x="204943" y="179881"/>
                  <a:pt x="204943" y="176026"/>
                </a:cubicBezTo>
                <a:cubicBezTo>
                  <a:pt x="204943" y="172163"/>
                  <a:pt x="203684" y="168901"/>
                  <a:pt x="201168" y="166216"/>
                </a:cubicBezTo>
                <a:cubicBezTo>
                  <a:pt x="198483" y="163531"/>
                  <a:pt x="195213" y="162193"/>
                  <a:pt x="191358" y="162193"/>
                </a:cubicBezTo>
                <a:lnTo>
                  <a:pt x="50541" y="162193"/>
                </a:lnTo>
                <a:cubicBezTo>
                  <a:pt x="46517" y="162193"/>
                  <a:pt x="43255" y="163531"/>
                  <a:pt x="40738" y="166216"/>
                </a:cubicBezTo>
                <a:cubicBezTo>
                  <a:pt x="38054" y="168901"/>
                  <a:pt x="36715" y="172163"/>
                  <a:pt x="36715" y="176026"/>
                </a:cubicBezTo>
                <a:cubicBezTo>
                  <a:pt x="36715" y="179881"/>
                  <a:pt x="38054" y="183143"/>
                  <a:pt x="40738" y="185828"/>
                </a:cubicBezTo>
                <a:cubicBezTo>
                  <a:pt x="43255" y="188513"/>
                  <a:pt x="46517" y="189851"/>
                  <a:pt x="50541" y="189851"/>
                </a:cubicBezTo>
                <a:close/>
                <a:moveTo>
                  <a:pt x="107877" y="130759"/>
                </a:moveTo>
                <a:cubicBezTo>
                  <a:pt x="105866" y="130759"/>
                  <a:pt x="104103" y="130086"/>
                  <a:pt x="102596" y="128748"/>
                </a:cubicBezTo>
                <a:cubicBezTo>
                  <a:pt x="101257" y="127409"/>
                  <a:pt x="100584" y="125646"/>
                  <a:pt x="100584" y="123466"/>
                </a:cubicBezTo>
                <a:lnTo>
                  <a:pt x="100584" y="47527"/>
                </a:lnTo>
                <a:cubicBezTo>
                  <a:pt x="100584" y="45347"/>
                  <a:pt x="101257" y="43584"/>
                  <a:pt x="102596" y="42245"/>
                </a:cubicBezTo>
                <a:cubicBezTo>
                  <a:pt x="104103" y="40907"/>
                  <a:pt x="105866" y="40234"/>
                  <a:pt x="107877" y="40234"/>
                </a:cubicBezTo>
                <a:lnTo>
                  <a:pt x="183816" y="40234"/>
                </a:lnTo>
                <a:cubicBezTo>
                  <a:pt x="185828" y="40234"/>
                  <a:pt x="187591" y="40907"/>
                  <a:pt x="189098" y="42245"/>
                </a:cubicBezTo>
                <a:cubicBezTo>
                  <a:pt x="190437" y="43752"/>
                  <a:pt x="191110" y="45515"/>
                  <a:pt x="191110" y="47527"/>
                </a:cubicBezTo>
                <a:lnTo>
                  <a:pt x="191110" y="123466"/>
                </a:lnTo>
                <a:cubicBezTo>
                  <a:pt x="191110" y="125646"/>
                  <a:pt x="190437" y="127409"/>
                  <a:pt x="189098" y="128748"/>
                </a:cubicBezTo>
                <a:cubicBezTo>
                  <a:pt x="187591" y="130086"/>
                  <a:pt x="185828" y="130759"/>
                  <a:pt x="183816" y="130759"/>
                </a:cubicBezTo>
                <a:lnTo>
                  <a:pt x="107877" y="130759"/>
                </a:lnTo>
                <a:close/>
                <a:moveTo>
                  <a:pt x="111901" y="119443"/>
                </a:moveTo>
                <a:lnTo>
                  <a:pt x="179544" y="119443"/>
                </a:lnTo>
                <a:lnTo>
                  <a:pt x="179544" y="51550"/>
                </a:lnTo>
                <a:lnTo>
                  <a:pt x="111901" y="51550"/>
                </a:lnTo>
                <a:lnTo>
                  <a:pt x="111901" y="119443"/>
                </a:lnTo>
                <a:close/>
                <a:moveTo>
                  <a:pt x="30680" y="111396"/>
                </a:moveTo>
                <a:cubicBezTo>
                  <a:pt x="29173" y="111396"/>
                  <a:pt x="27827" y="110811"/>
                  <a:pt x="26657" y="109640"/>
                </a:cubicBezTo>
                <a:cubicBezTo>
                  <a:pt x="25479" y="108631"/>
                  <a:pt x="24894" y="107292"/>
                  <a:pt x="24894" y="105617"/>
                </a:cubicBezTo>
                <a:cubicBezTo>
                  <a:pt x="24894" y="103934"/>
                  <a:pt x="25479" y="102596"/>
                  <a:pt x="26657" y="101593"/>
                </a:cubicBezTo>
                <a:cubicBezTo>
                  <a:pt x="27659" y="100416"/>
                  <a:pt x="29005" y="99831"/>
                  <a:pt x="30680" y="99831"/>
                </a:cubicBezTo>
                <a:lnTo>
                  <a:pt x="78207" y="99831"/>
                </a:lnTo>
                <a:cubicBezTo>
                  <a:pt x="79882" y="99831"/>
                  <a:pt x="81221" y="100416"/>
                  <a:pt x="82230" y="101593"/>
                </a:cubicBezTo>
                <a:cubicBezTo>
                  <a:pt x="83401" y="102596"/>
                  <a:pt x="83986" y="103934"/>
                  <a:pt x="83986" y="105617"/>
                </a:cubicBezTo>
                <a:cubicBezTo>
                  <a:pt x="83986" y="107292"/>
                  <a:pt x="83401" y="108711"/>
                  <a:pt x="82230" y="109889"/>
                </a:cubicBezTo>
                <a:cubicBezTo>
                  <a:pt x="81221" y="110891"/>
                  <a:pt x="79882" y="111396"/>
                  <a:pt x="78207" y="111396"/>
                </a:cubicBezTo>
                <a:lnTo>
                  <a:pt x="30680" y="111396"/>
                </a:lnTo>
                <a:close/>
                <a:moveTo>
                  <a:pt x="131264" y="81221"/>
                </a:moveTo>
                <a:lnTo>
                  <a:pt x="160430" y="81221"/>
                </a:lnTo>
                <a:cubicBezTo>
                  <a:pt x="162105" y="81221"/>
                  <a:pt x="163451" y="80635"/>
                  <a:pt x="164453" y="79465"/>
                </a:cubicBezTo>
                <a:cubicBezTo>
                  <a:pt x="165631" y="78456"/>
                  <a:pt x="166216" y="77117"/>
                  <a:pt x="166216" y="75442"/>
                </a:cubicBezTo>
                <a:cubicBezTo>
                  <a:pt x="166216" y="73759"/>
                  <a:pt x="165631" y="72420"/>
                  <a:pt x="164453" y="71418"/>
                </a:cubicBezTo>
                <a:cubicBezTo>
                  <a:pt x="163451" y="70241"/>
                  <a:pt x="162105" y="69655"/>
                  <a:pt x="160430" y="69655"/>
                </a:cubicBezTo>
                <a:lnTo>
                  <a:pt x="131264" y="69655"/>
                </a:lnTo>
                <a:cubicBezTo>
                  <a:pt x="129589" y="69655"/>
                  <a:pt x="128243" y="70241"/>
                  <a:pt x="127241" y="71418"/>
                </a:cubicBezTo>
                <a:cubicBezTo>
                  <a:pt x="126063" y="72420"/>
                  <a:pt x="125478" y="73759"/>
                  <a:pt x="125478" y="75442"/>
                </a:cubicBezTo>
                <a:cubicBezTo>
                  <a:pt x="125478" y="77117"/>
                  <a:pt x="126063" y="78456"/>
                  <a:pt x="127241" y="79465"/>
                </a:cubicBezTo>
                <a:cubicBezTo>
                  <a:pt x="128243" y="80635"/>
                  <a:pt x="129589" y="81221"/>
                  <a:pt x="131264" y="81221"/>
                </a:cubicBezTo>
                <a:close/>
                <a:moveTo>
                  <a:pt x="51301" y="81221"/>
                </a:moveTo>
                <a:cubicBezTo>
                  <a:pt x="49619" y="81221"/>
                  <a:pt x="48200" y="80635"/>
                  <a:pt x="47022" y="79465"/>
                </a:cubicBezTo>
                <a:cubicBezTo>
                  <a:pt x="46020" y="78456"/>
                  <a:pt x="45515" y="77117"/>
                  <a:pt x="45515" y="75442"/>
                </a:cubicBezTo>
                <a:cubicBezTo>
                  <a:pt x="45515" y="73759"/>
                  <a:pt x="46020" y="72420"/>
                  <a:pt x="47022" y="71418"/>
                </a:cubicBezTo>
                <a:cubicBezTo>
                  <a:pt x="48200" y="70241"/>
                  <a:pt x="49539" y="69655"/>
                  <a:pt x="51045" y="69655"/>
                </a:cubicBezTo>
                <a:lnTo>
                  <a:pt x="79714" y="69655"/>
                </a:lnTo>
                <a:cubicBezTo>
                  <a:pt x="81389" y="69655"/>
                  <a:pt x="82815" y="70241"/>
                  <a:pt x="83986" y="71418"/>
                </a:cubicBezTo>
                <a:cubicBezTo>
                  <a:pt x="84995" y="72420"/>
                  <a:pt x="85500" y="73759"/>
                  <a:pt x="85500" y="75442"/>
                </a:cubicBezTo>
                <a:cubicBezTo>
                  <a:pt x="85500" y="77117"/>
                  <a:pt x="84995" y="78456"/>
                  <a:pt x="83986" y="79465"/>
                </a:cubicBezTo>
                <a:cubicBezTo>
                  <a:pt x="82815" y="80635"/>
                  <a:pt x="81389" y="81221"/>
                  <a:pt x="79714" y="81221"/>
                </a:cubicBezTo>
                <a:lnTo>
                  <a:pt x="51301" y="81221"/>
                </a:lnTo>
                <a:close/>
                <a:moveTo>
                  <a:pt x="111901" y="119443"/>
                </a:moveTo>
                <a:lnTo>
                  <a:pt x="111901" y="51550"/>
                </a:lnTo>
                <a:lnTo>
                  <a:pt x="111901" y="11944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708093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600" dirty="0"/>
          </a:p>
        </p:txBody>
      </p:sp>
      <p:sp>
        <p:nvSpPr>
          <p:cNvPr id="37" name="圖示 維修"/>
          <p:cNvSpPr/>
          <p:nvPr/>
        </p:nvSpPr>
        <p:spPr>
          <a:xfrm>
            <a:off x="764052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763" y="146604"/>
                </a:moveTo>
                <a:cubicBezTo>
                  <a:pt x="73006" y="146604"/>
                  <a:pt x="59677" y="141066"/>
                  <a:pt x="48785" y="130006"/>
                </a:cubicBezTo>
                <a:cubicBezTo>
                  <a:pt x="37717" y="119106"/>
                  <a:pt x="32187" y="105866"/>
                  <a:pt x="32187" y="90277"/>
                </a:cubicBezTo>
                <a:cubicBezTo>
                  <a:pt x="32187" y="87424"/>
                  <a:pt x="32436" y="84739"/>
                  <a:pt x="32940" y="82230"/>
                </a:cubicBezTo>
                <a:cubicBezTo>
                  <a:pt x="33277" y="79714"/>
                  <a:pt x="33950" y="77117"/>
                  <a:pt x="34952" y="74432"/>
                </a:cubicBezTo>
                <a:cubicBezTo>
                  <a:pt x="35289" y="73262"/>
                  <a:pt x="35962" y="72340"/>
                  <a:pt x="36964" y="71667"/>
                </a:cubicBezTo>
                <a:cubicBezTo>
                  <a:pt x="37805" y="70994"/>
                  <a:pt x="38807" y="70489"/>
                  <a:pt x="39985" y="70160"/>
                </a:cubicBezTo>
                <a:cubicBezTo>
                  <a:pt x="40987" y="69824"/>
                  <a:pt x="42077" y="69824"/>
                  <a:pt x="43255" y="70160"/>
                </a:cubicBezTo>
                <a:cubicBezTo>
                  <a:pt x="44425" y="70489"/>
                  <a:pt x="45427" y="71082"/>
                  <a:pt x="46269" y="71916"/>
                </a:cubicBezTo>
                <a:lnTo>
                  <a:pt x="74681" y="100079"/>
                </a:lnTo>
                <a:lnTo>
                  <a:pt x="99831" y="75939"/>
                </a:lnTo>
                <a:lnTo>
                  <a:pt x="70914" y="46773"/>
                </a:lnTo>
                <a:cubicBezTo>
                  <a:pt x="69904" y="45932"/>
                  <a:pt x="69319" y="44930"/>
                  <a:pt x="69151" y="43752"/>
                </a:cubicBezTo>
                <a:cubicBezTo>
                  <a:pt x="68814" y="42582"/>
                  <a:pt x="68814" y="41492"/>
                  <a:pt x="69151" y="40482"/>
                </a:cubicBezTo>
                <a:cubicBezTo>
                  <a:pt x="69487" y="39312"/>
                  <a:pt x="69992" y="38390"/>
                  <a:pt x="70658" y="37717"/>
                </a:cubicBezTo>
                <a:cubicBezTo>
                  <a:pt x="71331" y="36883"/>
                  <a:pt x="72252" y="36210"/>
                  <a:pt x="73430" y="35705"/>
                </a:cubicBezTo>
                <a:cubicBezTo>
                  <a:pt x="76107" y="34703"/>
                  <a:pt x="78624" y="33950"/>
                  <a:pt x="80972" y="33445"/>
                </a:cubicBezTo>
                <a:cubicBezTo>
                  <a:pt x="83488" y="32940"/>
                  <a:pt x="86085" y="32692"/>
                  <a:pt x="88763" y="32692"/>
                </a:cubicBezTo>
                <a:cubicBezTo>
                  <a:pt x="104688" y="32692"/>
                  <a:pt x="118272" y="38302"/>
                  <a:pt x="129501" y="49539"/>
                </a:cubicBezTo>
                <a:cubicBezTo>
                  <a:pt x="140737" y="60599"/>
                  <a:pt x="146348" y="74096"/>
                  <a:pt x="146348" y="90021"/>
                </a:cubicBezTo>
                <a:cubicBezTo>
                  <a:pt x="146348" y="94549"/>
                  <a:pt x="145850" y="98741"/>
                  <a:pt x="144841" y="102596"/>
                </a:cubicBezTo>
                <a:cubicBezTo>
                  <a:pt x="144000" y="106619"/>
                  <a:pt x="142749" y="110562"/>
                  <a:pt x="141066" y="114417"/>
                </a:cubicBezTo>
                <a:lnTo>
                  <a:pt x="199405" y="172500"/>
                </a:lnTo>
                <a:cubicBezTo>
                  <a:pt x="203260" y="176355"/>
                  <a:pt x="205191" y="181051"/>
                  <a:pt x="205191" y="186581"/>
                </a:cubicBezTo>
                <a:cubicBezTo>
                  <a:pt x="205191" y="192119"/>
                  <a:pt x="203099" y="196808"/>
                  <a:pt x="198908" y="200663"/>
                </a:cubicBezTo>
                <a:cubicBezTo>
                  <a:pt x="195052" y="204189"/>
                  <a:pt x="190524" y="205945"/>
                  <a:pt x="185323" y="205945"/>
                </a:cubicBezTo>
                <a:cubicBezTo>
                  <a:pt x="179961" y="205945"/>
                  <a:pt x="175353" y="204021"/>
                  <a:pt x="171498" y="200166"/>
                </a:cubicBezTo>
                <a:lnTo>
                  <a:pt x="112903" y="141322"/>
                </a:lnTo>
                <a:cubicBezTo>
                  <a:pt x="109048" y="142829"/>
                  <a:pt x="105112" y="144087"/>
                  <a:pt x="101089" y="145090"/>
                </a:cubicBezTo>
                <a:cubicBezTo>
                  <a:pt x="97234" y="146099"/>
                  <a:pt x="93122" y="146604"/>
                  <a:pt x="88763" y="146604"/>
                </a:cubicBezTo>
                <a:close/>
                <a:moveTo>
                  <a:pt x="88763" y="135031"/>
                </a:moveTo>
                <a:cubicBezTo>
                  <a:pt x="93122" y="135031"/>
                  <a:pt x="97651" y="134446"/>
                  <a:pt x="102347" y="133276"/>
                </a:cubicBezTo>
                <a:cubicBezTo>
                  <a:pt x="106868" y="131930"/>
                  <a:pt x="110979" y="129918"/>
                  <a:pt x="114666" y="127241"/>
                </a:cubicBezTo>
                <a:lnTo>
                  <a:pt x="179793" y="192119"/>
                </a:lnTo>
                <a:cubicBezTo>
                  <a:pt x="181300" y="193794"/>
                  <a:pt x="183231" y="194628"/>
                  <a:pt x="185579" y="194628"/>
                </a:cubicBezTo>
                <a:cubicBezTo>
                  <a:pt x="187927" y="194628"/>
                  <a:pt x="189851" y="193875"/>
                  <a:pt x="191358" y="192368"/>
                </a:cubicBezTo>
                <a:cubicBezTo>
                  <a:pt x="192873" y="190693"/>
                  <a:pt x="193626" y="188681"/>
                  <a:pt x="193626" y="186333"/>
                </a:cubicBezTo>
                <a:cubicBezTo>
                  <a:pt x="193626" y="184153"/>
                  <a:pt x="192873" y="182222"/>
                  <a:pt x="191358" y="180546"/>
                </a:cubicBezTo>
                <a:lnTo>
                  <a:pt x="126985" y="116429"/>
                </a:lnTo>
                <a:cubicBezTo>
                  <a:pt x="129669" y="112735"/>
                  <a:pt x="131681" y="108550"/>
                  <a:pt x="133020" y="103854"/>
                </a:cubicBezTo>
                <a:cubicBezTo>
                  <a:pt x="134366" y="99158"/>
                  <a:pt x="135031" y="94549"/>
                  <a:pt x="135031" y="90021"/>
                </a:cubicBezTo>
                <a:cubicBezTo>
                  <a:pt x="135031" y="77117"/>
                  <a:pt x="130006" y="65881"/>
                  <a:pt x="119947" y="56327"/>
                </a:cubicBezTo>
                <a:cubicBezTo>
                  <a:pt x="109721" y="46942"/>
                  <a:pt x="97651" y="42830"/>
                  <a:pt x="83737" y="44008"/>
                </a:cubicBezTo>
                <a:lnTo>
                  <a:pt x="110891" y="71162"/>
                </a:lnTo>
                <a:cubicBezTo>
                  <a:pt x="112237" y="72669"/>
                  <a:pt x="112903" y="74432"/>
                  <a:pt x="112903" y="76444"/>
                </a:cubicBezTo>
                <a:cubicBezTo>
                  <a:pt x="112735" y="78456"/>
                  <a:pt x="111981" y="80131"/>
                  <a:pt x="110642" y="81477"/>
                </a:cubicBezTo>
                <a:lnTo>
                  <a:pt x="79714" y="111147"/>
                </a:lnTo>
                <a:cubicBezTo>
                  <a:pt x="78207" y="112486"/>
                  <a:pt x="76444" y="113159"/>
                  <a:pt x="74432" y="113159"/>
                </a:cubicBezTo>
                <a:cubicBezTo>
                  <a:pt x="72420" y="113159"/>
                  <a:pt x="70745" y="112486"/>
                  <a:pt x="69407" y="111147"/>
                </a:cubicBezTo>
                <a:lnTo>
                  <a:pt x="43255" y="84995"/>
                </a:lnTo>
                <a:cubicBezTo>
                  <a:pt x="42582" y="100416"/>
                  <a:pt x="47022" y="112574"/>
                  <a:pt x="56576" y="121454"/>
                </a:cubicBezTo>
                <a:cubicBezTo>
                  <a:pt x="66137" y="130510"/>
                  <a:pt x="76861" y="135031"/>
                  <a:pt x="88763" y="135031"/>
                </a:cubicBezTo>
                <a:close/>
                <a:moveTo>
                  <a:pt x="117936" y="11868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752470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00" dirty="0"/>
          </a:p>
        </p:txBody>
      </p:sp>
      <p:sp>
        <p:nvSpPr>
          <p:cNvPr id="39" name="圖示 溫度"/>
          <p:cNvSpPr/>
          <p:nvPr/>
        </p:nvSpPr>
        <p:spPr>
          <a:xfrm>
            <a:off x="808430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2266" y="97065"/>
                </a:moveTo>
                <a:cubicBezTo>
                  <a:pt x="130759" y="97065"/>
                  <a:pt x="129421" y="96561"/>
                  <a:pt x="128243" y="95558"/>
                </a:cubicBezTo>
                <a:cubicBezTo>
                  <a:pt x="127241" y="94381"/>
                  <a:pt x="126736" y="92954"/>
                  <a:pt x="126736" y="91279"/>
                </a:cubicBezTo>
                <a:cubicBezTo>
                  <a:pt x="126736" y="89772"/>
                  <a:pt x="127241" y="88433"/>
                  <a:pt x="128243" y="87256"/>
                </a:cubicBezTo>
                <a:cubicBezTo>
                  <a:pt x="129421" y="86254"/>
                  <a:pt x="130759" y="85749"/>
                  <a:pt x="132266" y="85749"/>
                </a:cubicBezTo>
                <a:lnTo>
                  <a:pt x="176026" y="85749"/>
                </a:lnTo>
                <a:cubicBezTo>
                  <a:pt x="177701" y="85749"/>
                  <a:pt x="179040" y="86254"/>
                  <a:pt x="180049" y="87256"/>
                </a:cubicBezTo>
                <a:cubicBezTo>
                  <a:pt x="181219" y="88433"/>
                  <a:pt x="181805" y="89853"/>
                  <a:pt x="181805" y="91535"/>
                </a:cubicBezTo>
                <a:cubicBezTo>
                  <a:pt x="181805" y="93042"/>
                  <a:pt x="181219" y="94381"/>
                  <a:pt x="180049" y="95558"/>
                </a:cubicBezTo>
                <a:cubicBezTo>
                  <a:pt x="179040" y="96561"/>
                  <a:pt x="177701" y="97065"/>
                  <a:pt x="176026" y="97065"/>
                </a:cubicBezTo>
                <a:lnTo>
                  <a:pt x="132266" y="97065"/>
                </a:lnTo>
                <a:close/>
                <a:moveTo>
                  <a:pt x="132266" y="65383"/>
                </a:moveTo>
                <a:cubicBezTo>
                  <a:pt x="130759" y="65383"/>
                  <a:pt x="129421" y="64791"/>
                  <a:pt x="128243" y="63620"/>
                </a:cubicBezTo>
                <a:cubicBezTo>
                  <a:pt x="127241" y="62611"/>
                  <a:pt x="126736" y="61272"/>
                  <a:pt x="126736" y="59597"/>
                </a:cubicBezTo>
                <a:cubicBezTo>
                  <a:pt x="126736" y="57922"/>
                  <a:pt x="127241" y="56576"/>
                  <a:pt x="128243" y="55574"/>
                </a:cubicBezTo>
                <a:cubicBezTo>
                  <a:pt x="129421" y="54564"/>
                  <a:pt x="130759" y="54067"/>
                  <a:pt x="132266" y="54067"/>
                </a:cubicBezTo>
                <a:lnTo>
                  <a:pt x="200663" y="54067"/>
                </a:lnTo>
                <a:cubicBezTo>
                  <a:pt x="202338" y="54067"/>
                  <a:pt x="203684" y="54564"/>
                  <a:pt x="204687" y="55574"/>
                </a:cubicBezTo>
                <a:cubicBezTo>
                  <a:pt x="205864" y="56744"/>
                  <a:pt x="206450" y="58170"/>
                  <a:pt x="206450" y="59846"/>
                </a:cubicBezTo>
                <a:cubicBezTo>
                  <a:pt x="206450" y="61360"/>
                  <a:pt x="205864" y="62699"/>
                  <a:pt x="204687" y="63869"/>
                </a:cubicBezTo>
                <a:cubicBezTo>
                  <a:pt x="203684" y="64879"/>
                  <a:pt x="202338" y="65383"/>
                  <a:pt x="200663" y="65383"/>
                </a:cubicBezTo>
                <a:lnTo>
                  <a:pt x="132266" y="65383"/>
                </a:lnTo>
                <a:close/>
                <a:moveTo>
                  <a:pt x="47022" y="193875"/>
                </a:moveTo>
                <a:cubicBezTo>
                  <a:pt x="38975" y="185660"/>
                  <a:pt x="34952" y="175689"/>
                  <a:pt x="34952" y="163956"/>
                </a:cubicBezTo>
                <a:cubicBezTo>
                  <a:pt x="34952" y="156406"/>
                  <a:pt x="36883" y="149369"/>
                  <a:pt x="40738" y="142829"/>
                </a:cubicBezTo>
                <a:cubicBezTo>
                  <a:pt x="44593" y="136121"/>
                  <a:pt x="49956" y="130759"/>
                  <a:pt x="56832" y="126736"/>
                </a:cubicBezTo>
                <a:lnTo>
                  <a:pt x="56832" y="55325"/>
                </a:lnTo>
                <a:cubicBezTo>
                  <a:pt x="56832" y="49619"/>
                  <a:pt x="58756" y="44842"/>
                  <a:pt x="62611" y="40987"/>
                </a:cubicBezTo>
                <a:cubicBezTo>
                  <a:pt x="66466" y="37132"/>
                  <a:pt x="71162" y="35208"/>
                  <a:pt x="76693" y="35208"/>
                </a:cubicBezTo>
                <a:cubicBezTo>
                  <a:pt x="82398" y="35208"/>
                  <a:pt x="87175" y="37132"/>
                  <a:pt x="91030" y="40987"/>
                </a:cubicBezTo>
                <a:cubicBezTo>
                  <a:pt x="94885" y="44842"/>
                  <a:pt x="96809" y="49619"/>
                  <a:pt x="96809" y="55325"/>
                </a:cubicBezTo>
                <a:lnTo>
                  <a:pt x="96809" y="126736"/>
                </a:lnTo>
                <a:cubicBezTo>
                  <a:pt x="103686" y="130759"/>
                  <a:pt x="109048" y="136121"/>
                  <a:pt x="112903" y="142829"/>
                </a:cubicBezTo>
                <a:cubicBezTo>
                  <a:pt x="116758" y="149369"/>
                  <a:pt x="118689" y="156406"/>
                  <a:pt x="118689" y="163956"/>
                </a:cubicBezTo>
                <a:cubicBezTo>
                  <a:pt x="118689" y="175689"/>
                  <a:pt x="114666" y="185660"/>
                  <a:pt x="106619" y="193875"/>
                </a:cubicBezTo>
                <a:cubicBezTo>
                  <a:pt x="98404" y="201921"/>
                  <a:pt x="88514" y="205945"/>
                  <a:pt x="76949" y="205945"/>
                </a:cubicBezTo>
                <a:cubicBezTo>
                  <a:pt x="65215" y="205945"/>
                  <a:pt x="55237" y="201921"/>
                  <a:pt x="47022" y="193875"/>
                </a:cubicBezTo>
                <a:close/>
                <a:moveTo>
                  <a:pt x="46269" y="163956"/>
                </a:moveTo>
                <a:lnTo>
                  <a:pt x="107373" y="163956"/>
                </a:lnTo>
                <a:cubicBezTo>
                  <a:pt x="107373" y="157752"/>
                  <a:pt x="105778" y="152046"/>
                  <a:pt x="102596" y="146853"/>
                </a:cubicBezTo>
                <a:cubicBezTo>
                  <a:pt x="99414" y="141659"/>
                  <a:pt x="95054" y="137635"/>
                  <a:pt x="89523" y="134783"/>
                </a:cubicBezTo>
                <a:lnTo>
                  <a:pt x="85500" y="132771"/>
                </a:lnTo>
                <a:lnTo>
                  <a:pt x="85500" y="55325"/>
                </a:lnTo>
                <a:cubicBezTo>
                  <a:pt x="85500" y="52808"/>
                  <a:pt x="84659" y="50709"/>
                  <a:pt x="82984" y="49034"/>
                </a:cubicBezTo>
                <a:cubicBezTo>
                  <a:pt x="81308" y="47359"/>
                  <a:pt x="79297" y="46517"/>
                  <a:pt x="76949" y="46517"/>
                </a:cubicBezTo>
                <a:cubicBezTo>
                  <a:pt x="74432" y="46517"/>
                  <a:pt x="72340" y="47359"/>
                  <a:pt x="70658" y="49034"/>
                </a:cubicBezTo>
                <a:cubicBezTo>
                  <a:pt x="68982" y="50709"/>
                  <a:pt x="68148" y="52808"/>
                  <a:pt x="68148" y="55325"/>
                </a:cubicBezTo>
                <a:lnTo>
                  <a:pt x="68148" y="132771"/>
                </a:lnTo>
                <a:lnTo>
                  <a:pt x="64125" y="134783"/>
                </a:lnTo>
                <a:cubicBezTo>
                  <a:pt x="58587" y="137635"/>
                  <a:pt x="54235" y="141659"/>
                  <a:pt x="51045" y="146853"/>
                </a:cubicBezTo>
                <a:cubicBezTo>
                  <a:pt x="47863" y="152215"/>
                  <a:pt x="46269" y="157921"/>
                  <a:pt x="46269" y="16395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796848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00" dirty="0"/>
          </a:p>
        </p:txBody>
      </p:sp>
      <p:sp>
        <p:nvSpPr>
          <p:cNvPr id="41" name="圖示 用水"/>
          <p:cNvSpPr/>
          <p:nvPr/>
        </p:nvSpPr>
        <p:spPr>
          <a:xfrm>
            <a:off x="8528078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6890" y="194131"/>
                </a:moveTo>
                <a:cubicBezTo>
                  <a:pt x="52472" y="179208"/>
                  <a:pt x="45266" y="160766"/>
                  <a:pt x="45266" y="138806"/>
                </a:cubicBezTo>
                <a:cubicBezTo>
                  <a:pt x="45266" y="128916"/>
                  <a:pt x="47527" y="118938"/>
                  <a:pt x="52055" y="108879"/>
                </a:cubicBezTo>
                <a:cubicBezTo>
                  <a:pt x="56576" y="98989"/>
                  <a:pt x="62282" y="89436"/>
                  <a:pt x="69151" y="80218"/>
                </a:cubicBezTo>
                <a:cubicBezTo>
                  <a:pt x="76027" y="70994"/>
                  <a:pt x="83401" y="62443"/>
                  <a:pt x="91279" y="54564"/>
                </a:cubicBezTo>
                <a:cubicBezTo>
                  <a:pt x="99158" y="46517"/>
                  <a:pt x="106539" y="39392"/>
                  <a:pt x="113408" y="33196"/>
                </a:cubicBezTo>
                <a:cubicBezTo>
                  <a:pt x="114417" y="32355"/>
                  <a:pt x="115587" y="31682"/>
                  <a:pt x="116926" y="31185"/>
                </a:cubicBezTo>
                <a:cubicBezTo>
                  <a:pt x="118104" y="30680"/>
                  <a:pt x="119362" y="30424"/>
                  <a:pt x="120701" y="30424"/>
                </a:cubicBezTo>
                <a:cubicBezTo>
                  <a:pt x="122039" y="30424"/>
                  <a:pt x="123298" y="30680"/>
                  <a:pt x="124475" y="31185"/>
                </a:cubicBezTo>
                <a:cubicBezTo>
                  <a:pt x="125814" y="31682"/>
                  <a:pt x="126985" y="32355"/>
                  <a:pt x="127994" y="33196"/>
                </a:cubicBezTo>
                <a:cubicBezTo>
                  <a:pt x="134863" y="39392"/>
                  <a:pt x="142244" y="46517"/>
                  <a:pt x="150123" y="54564"/>
                </a:cubicBezTo>
                <a:cubicBezTo>
                  <a:pt x="158001" y="62443"/>
                  <a:pt x="165375" y="70994"/>
                  <a:pt x="172251" y="80218"/>
                </a:cubicBezTo>
                <a:cubicBezTo>
                  <a:pt x="179120" y="89436"/>
                  <a:pt x="184826" y="98989"/>
                  <a:pt x="189347" y="108879"/>
                </a:cubicBezTo>
                <a:cubicBezTo>
                  <a:pt x="193875" y="118938"/>
                  <a:pt x="196142" y="128916"/>
                  <a:pt x="196142" y="138806"/>
                </a:cubicBezTo>
                <a:cubicBezTo>
                  <a:pt x="196142" y="160766"/>
                  <a:pt x="188930" y="179208"/>
                  <a:pt x="174511" y="194131"/>
                </a:cubicBezTo>
                <a:cubicBezTo>
                  <a:pt x="160093" y="208878"/>
                  <a:pt x="142156" y="216259"/>
                  <a:pt x="120701" y="216259"/>
                </a:cubicBezTo>
                <a:cubicBezTo>
                  <a:pt x="99077" y="216259"/>
                  <a:pt x="81140" y="208878"/>
                  <a:pt x="66890" y="194131"/>
                </a:cubicBezTo>
                <a:close/>
                <a:moveTo>
                  <a:pt x="166465" y="186084"/>
                </a:moveTo>
                <a:cubicBezTo>
                  <a:pt x="178703" y="173509"/>
                  <a:pt x="184826" y="157752"/>
                  <a:pt x="184826" y="138806"/>
                </a:cubicBezTo>
                <a:cubicBezTo>
                  <a:pt x="184826" y="125895"/>
                  <a:pt x="179376" y="111147"/>
                  <a:pt x="168476" y="94549"/>
                </a:cubicBezTo>
                <a:cubicBezTo>
                  <a:pt x="157584" y="78119"/>
                  <a:pt x="141659" y="60599"/>
                  <a:pt x="120701" y="41997"/>
                </a:cubicBezTo>
                <a:cubicBezTo>
                  <a:pt x="99743" y="60599"/>
                  <a:pt x="83818" y="78119"/>
                  <a:pt x="72925" y="94549"/>
                </a:cubicBezTo>
                <a:cubicBezTo>
                  <a:pt x="62026" y="111147"/>
                  <a:pt x="56576" y="125895"/>
                  <a:pt x="56576" y="138806"/>
                </a:cubicBezTo>
                <a:cubicBezTo>
                  <a:pt x="56576" y="157752"/>
                  <a:pt x="62699" y="173509"/>
                  <a:pt x="74937" y="186084"/>
                </a:cubicBezTo>
                <a:cubicBezTo>
                  <a:pt x="87007" y="198652"/>
                  <a:pt x="102259" y="204943"/>
                  <a:pt x="120701" y="204943"/>
                </a:cubicBezTo>
                <a:cubicBezTo>
                  <a:pt x="139142" y="204943"/>
                  <a:pt x="154395" y="198652"/>
                  <a:pt x="166465" y="186084"/>
                </a:cubicBezTo>
                <a:close/>
                <a:moveTo>
                  <a:pt x="120701" y="121454"/>
                </a:moveTo>
                <a:close/>
                <a:moveTo>
                  <a:pt x="120950" y="188096"/>
                </a:moveTo>
                <a:cubicBezTo>
                  <a:pt x="123129" y="188096"/>
                  <a:pt x="124805" y="187671"/>
                  <a:pt x="125982" y="186838"/>
                </a:cubicBezTo>
                <a:cubicBezTo>
                  <a:pt x="127153" y="186165"/>
                  <a:pt x="127745" y="185075"/>
                  <a:pt x="127745" y="183568"/>
                </a:cubicBezTo>
                <a:cubicBezTo>
                  <a:pt x="127745" y="182061"/>
                  <a:pt x="127153" y="180883"/>
                  <a:pt x="125982" y="180049"/>
                </a:cubicBezTo>
                <a:cubicBezTo>
                  <a:pt x="124805" y="179208"/>
                  <a:pt x="123049" y="178791"/>
                  <a:pt x="120701" y="178791"/>
                </a:cubicBezTo>
                <a:cubicBezTo>
                  <a:pt x="113825" y="178959"/>
                  <a:pt x="106451" y="176691"/>
                  <a:pt x="98572" y="172002"/>
                </a:cubicBezTo>
                <a:cubicBezTo>
                  <a:pt x="90862" y="167474"/>
                  <a:pt x="85997" y="159596"/>
                  <a:pt x="83986" y="148360"/>
                </a:cubicBezTo>
                <a:cubicBezTo>
                  <a:pt x="83649" y="146853"/>
                  <a:pt x="82984" y="145682"/>
                  <a:pt x="81974" y="144841"/>
                </a:cubicBezTo>
                <a:cubicBezTo>
                  <a:pt x="81140" y="144000"/>
                  <a:pt x="80131" y="143583"/>
                  <a:pt x="78960" y="143583"/>
                </a:cubicBezTo>
                <a:cubicBezTo>
                  <a:pt x="77453" y="143583"/>
                  <a:pt x="76276" y="144168"/>
                  <a:pt x="75442" y="145346"/>
                </a:cubicBezTo>
                <a:cubicBezTo>
                  <a:pt x="74600" y="146516"/>
                  <a:pt x="74352" y="147862"/>
                  <a:pt x="74681" y="149369"/>
                </a:cubicBezTo>
                <a:cubicBezTo>
                  <a:pt x="77197" y="163114"/>
                  <a:pt x="83232" y="173004"/>
                  <a:pt x="92786" y="179040"/>
                </a:cubicBezTo>
                <a:cubicBezTo>
                  <a:pt x="102347" y="185243"/>
                  <a:pt x="111732" y="188257"/>
                  <a:pt x="120950" y="18809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841226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600" dirty="0"/>
          </a:p>
        </p:txBody>
      </p:sp>
      <p:sp>
        <p:nvSpPr>
          <p:cNvPr id="43" name="圖示 庫存"/>
          <p:cNvSpPr/>
          <p:nvPr/>
        </p:nvSpPr>
        <p:spPr>
          <a:xfrm>
            <a:off x="897185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83232"/>
                </a:lnTo>
                <a:cubicBezTo>
                  <a:pt x="32355" y="82398"/>
                  <a:pt x="30007" y="80635"/>
                  <a:pt x="28164" y="77951"/>
                </a:cubicBezTo>
                <a:cubicBezTo>
                  <a:pt x="26152" y="75442"/>
                  <a:pt x="25150" y="72501"/>
                  <a:pt x="25150" y="69151"/>
                </a:cubicBezTo>
                <a:lnTo>
                  <a:pt x="25150" y="39729"/>
                </a:lnTo>
                <a:cubicBezTo>
                  <a:pt x="25150" y="35705"/>
                  <a:pt x="26569" y="32267"/>
                  <a:pt x="29422" y="29422"/>
                </a:cubicBezTo>
                <a:cubicBezTo>
                  <a:pt x="32267" y="26569"/>
                  <a:pt x="35705" y="25150"/>
                  <a:pt x="39729" y="25150"/>
                </a:cubicBezTo>
                <a:lnTo>
                  <a:pt x="201673" y="25150"/>
                </a:lnTo>
                <a:cubicBezTo>
                  <a:pt x="205696" y="25150"/>
                  <a:pt x="209134" y="26569"/>
                  <a:pt x="211980" y="29422"/>
                </a:cubicBezTo>
                <a:cubicBezTo>
                  <a:pt x="214833" y="32267"/>
                  <a:pt x="216259" y="35705"/>
                  <a:pt x="216259" y="39729"/>
                </a:cubicBezTo>
                <a:lnTo>
                  <a:pt x="216259" y="69151"/>
                </a:lnTo>
                <a:cubicBezTo>
                  <a:pt x="216259" y="72501"/>
                  <a:pt x="215330" y="75442"/>
                  <a:pt x="213487" y="77951"/>
                </a:cubicBezTo>
                <a:cubicBezTo>
                  <a:pt x="211475" y="80635"/>
                  <a:pt x="209046" y="82398"/>
                  <a:pt x="206201" y="83232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6517" y="83737"/>
                </a:moveTo>
                <a:lnTo>
                  <a:pt x="46517" y="201168"/>
                </a:lnTo>
                <a:cubicBezTo>
                  <a:pt x="46517" y="202338"/>
                  <a:pt x="46942" y="203260"/>
                  <a:pt x="47776" y="203933"/>
                </a:cubicBezTo>
                <a:cubicBezTo>
                  <a:pt x="48449" y="204606"/>
                  <a:pt x="49370" y="204943"/>
                  <a:pt x="50541" y="204943"/>
                </a:cubicBezTo>
                <a:lnTo>
                  <a:pt x="191614" y="204943"/>
                </a:lnTo>
                <a:cubicBezTo>
                  <a:pt x="192617" y="204943"/>
                  <a:pt x="193370" y="204606"/>
                  <a:pt x="193875" y="203933"/>
                </a:cubicBezTo>
                <a:cubicBezTo>
                  <a:pt x="194548" y="203428"/>
                  <a:pt x="194884" y="202675"/>
                  <a:pt x="194884" y="201673"/>
                </a:cubicBezTo>
                <a:lnTo>
                  <a:pt x="194884" y="83737"/>
                </a:lnTo>
                <a:lnTo>
                  <a:pt x="46517" y="83737"/>
                </a:lnTo>
                <a:close/>
                <a:moveTo>
                  <a:pt x="39729" y="72420"/>
                </a:moveTo>
                <a:lnTo>
                  <a:pt x="201673" y="72420"/>
                </a:lnTo>
                <a:cubicBezTo>
                  <a:pt x="202675" y="72420"/>
                  <a:pt x="203428" y="72084"/>
                  <a:pt x="203933" y="71418"/>
                </a:cubicBezTo>
                <a:cubicBezTo>
                  <a:pt x="204606" y="70914"/>
                  <a:pt x="204943" y="70160"/>
                  <a:pt x="204943" y="69151"/>
                </a:cubicBezTo>
                <a:lnTo>
                  <a:pt x="204943" y="39729"/>
                </a:lnTo>
                <a:cubicBezTo>
                  <a:pt x="204943" y="38727"/>
                  <a:pt x="204606" y="37973"/>
                  <a:pt x="203933" y="37468"/>
                </a:cubicBezTo>
                <a:cubicBezTo>
                  <a:pt x="203428" y="36795"/>
                  <a:pt x="202675" y="36459"/>
                  <a:pt x="201673" y="36459"/>
                </a:cubicBezTo>
                <a:lnTo>
                  <a:pt x="39729" y="36459"/>
                </a:lnTo>
                <a:cubicBezTo>
                  <a:pt x="38727" y="36459"/>
                  <a:pt x="37973" y="36795"/>
                  <a:pt x="37468" y="37468"/>
                </a:cubicBezTo>
                <a:cubicBezTo>
                  <a:pt x="36795" y="37973"/>
                  <a:pt x="36459" y="38727"/>
                  <a:pt x="36459" y="39729"/>
                </a:cubicBezTo>
                <a:lnTo>
                  <a:pt x="36459" y="69151"/>
                </a:lnTo>
                <a:cubicBezTo>
                  <a:pt x="36459" y="70160"/>
                  <a:pt x="36795" y="70914"/>
                  <a:pt x="37468" y="71418"/>
                </a:cubicBezTo>
                <a:cubicBezTo>
                  <a:pt x="37973" y="72084"/>
                  <a:pt x="38727" y="72420"/>
                  <a:pt x="39729" y="72420"/>
                </a:cubicBezTo>
                <a:close/>
                <a:moveTo>
                  <a:pt x="97819" y="131513"/>
                </a:moveTo>
                <a:lnTo>
                  <a:pt x="143583" y="131513"/>
                </a:lnTo>
                <a:cubicBezTo>
                  <a:pt x="145090" y="131513"/>
                  <a:pt x="146348" y="130927"/>
                  <a:pt x="147357" y="129757"/>
                </a:cubicBezTo>
                <a:cubicBezTo>
                  <a:pt x="148360" y="128748"/>
                  <a:pt x="148864" y="127489"/>
                  <a:pt x="148864" y="125982"/>
                </a:cubicBezTo>
                <a:cubicBezTo>
                  <a:pt x="148864" y="124475"/>
                  <a:pt x="148360" y="123217"/>
                  <a:pt x="147357" y="122208"/>
                </a:cubicBezTo>
                <a:cubicBezTo>
                  <a:pt x="146348" y="121206"/>
                  <a:pt x="145090" y="120701"/>
                  <a:pt x="143583" y="120701"/>
                </a:cubicBezTo>
                <a:lnTo>
                  <a:pt x="97819" y="120701"/>
                </a:lnTo>
                <a:cubicBezTo>
                  <a:pt x="96312" y="120701"/>
                  <a:pt x="95054" y="121206"/>
                  <a:pt x="94044" y="122208"/>
                </a:cubicBezTo>
                <a:cubicBezTo>
                  <a:pt x="93042" y="123217"/>
                  <a:pt x="92537" y="124475"/>
                  <a:pt x="92537" y="125982"/>
                </a:cubicBezTo>
                <a:cubicBezTo>
                  <a:pt x="92537" y="127489"/>
                  <a:pt x="93042" y="128828"/>
                  <a:pt x="94044" y="130006"/>
                </a:cubicBezTo>
                <a:cubicBezTo>
                  <a:pt x="95054" y="131008"/>
                  <a:pt x="96312" y="131513"/>
                  <a:pt x="97819" y="131513"/>
                </a:cubicBezTo>
                <a:close/>
                <a:moveTo>
                  <a:pt x="120701" y="14433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885603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600" dirty="0"/>
          </a:p>
        </p:txBody>
      </p:sp>
      <p:sp>
        <p:nvSpPr>
          <p:cNvPr id="45" name="圖示 包裝"/>
          <p:cNvSpPr/>
          <p:nvPr/>
        </p:nvSpPr>
        <p:spPr>
          <a:xfrm>
            <a:off x="540100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02177"/>
                </a:moveTo>
                <a:lnTo>
                  <a:pt x="114914" y="123971"/>
                </a:lnTo>
                <a:lnTo>
                  <a:pt x="46517" y="84491"/>
                </a:lnTo>
                <a:lnTo>
                  <a:pt x="46517" y="160934"/>
                </a:lnTo>
                <a:cubicBezTo>
                  <a:pt x="46517" y="161439"/>
                  <a:pt x="46686" y="161944"/>
                  <a:pt x="47022" y="162441"/>
                </a:cubicBezTo>
                <a:cubicBezTo>
                  <a:pt x="47190" y="162778"/>
                  <a:pt x="47607" y="163114"/>
                  <a:pt x="48280" y="163451"/>
                </a:cubicBezTo>
                <a:lnTo>
                  <a:pt x="114914" y="202177"/>
                </a:lnTo>
                <a:close/>
                <a:moveTo>
                  <a:pt x="126487" y="202177"/>
                </a:moveTo>
                <a:lnTo>
                  <a:pt x="193121" y="163451"/>
                </a:lnTo>
                <a:cubicBezTo>
                  <a:pt x="193794" y="163114"/>
                  <a:pt x="194211" y="162778"/>
                  <a:pt x="194379" y="162441"/>
                </a:cubicBezTo>
                <a:cubicBezTo>
                  <a:pt x="194716" y="161944"/>
                  <a:pt x="194884" y="161439"/>
                  <a:pt x="194884" y="160934"/>
                </a:cubicBezTo>
                <a:lnTo>
                  <a:pt x="194884" y="84242"/>
                </a:lnTo>
                <a:lnTo>
                  <a:pt x="126487" y="123971"/>
                </a:lnTo>
                <a:lnTo>
                  <a:pt x="126487" y="202177"/>
                </a:lnTo>
                <a:close/>
                <a:moveTo>
                  <a:pt x="113408" y="214496"/>
                </a:moveTo>
                <a:lnTo>
                  <a:pt x="42494" y="173509"/>
                </a:lnTo>
                <a:cubicBezTo>
                  <a:pt x="40153" y="172163"/>
                  <a:pt x="38390" y="170320"/>
                  <a:pt x="37220" y="167979"/>
                </a:cubicBezTo>
                <a:cubicBezTo>
                  <a:pt x="35874" y="165799"/>
                  <a:pt x="35208" y="163451"/>
                  <a:pt x="35208" y="160934"/>
                </a:cubicBezTo>
                <a:lnTo>
                  <a:pt x="35208" y="80467"/>
                </a:lnTo>
                <a:cubicBezTo>
                  <a:pt x="35208" y="77951"/>
                  <a:pt x="35874" y="75603"/>
                  <a:pt x="37220" y="73430"/>
                </a:cubicBezTo>
                <a:cubicBezTo>
                  <a:pt x="38390" y="71082"/>
                  <a:pt x="40153" y="69238"/>
                  <a:pt x="42494" y="67892"/>
                </a:cubicBezTo>
                <a:lnTo>
                  <a:pt x="113408" y="26905"/>
                </a:lnTo>
                <a:cubicBezTo>
                  <a:pt x="115756" y="25735"/>
                  <a:pt x="118184" y="25150"/>
                  <a:pt x="120701" y="25150"/>
                </a:cubicBezTo>
                <a:cubicBezTo>
                  <a:pt x="123217" y="25150"/>
                  <a:pt x="125646" y="25735"/>
                  <a:pt x="127994" y="26905"/>
                </a:cubicBezTo>
                <a:lnTo>
                  <a:pt x="198908" y="67892"/>
                </a:lnTo>
                <a:cubicBezTo>
                  <a:pt x="201248" y="69238"/>
                  <a:pt x="203011" y="71082"/>
                  <a:pt x="204189" y="73430"/>
                </a:cubicBezTo>
                <a:cubicBezTo>
                  <a:pt x="205528" y="75603"/>
                  <a:pt x="206201" y="77951"/>
                  <a:pt x="206201" y="80467"/>
                </a:cubicBezTo>
                <a:lnTo>
                  <a:pt x="206201" y="160934"/>
                </a:lnTo>
                <a:cubicBezTo>
                  <a:pt x="206201" y="163451"/>
                  <a:pt x="205528" y="165799"/>
                  <a:pt x="204189" y="167979"/>
                </a:cubicBezTo>
                <a:cubicBezTo>
                  <a:pt x="203011" y="170320"/>
                  <a:pt x="201248" y="172163"/>
                  <a:pt x="198908" y="173509"/>
                </a:cubicBezTo>
                <a:lnTo>
                  <a:pt x="127994" y="214496"/>
                </a:lnTo>
                <a:cubicBezTo>
                  <a:pt x="125646" y="215667"/>
                  <a:pt x="123217" y="216259"/>
                  <a:pt x="120701" y="216259"/>
                </a:cubicBezTo>
                <a:cubicBezTo>
                  <a:pt x="118184" y="216259"/>
                  <a:pt x="115756" y="215667"/>
                  <a:pt x="113408" y="214496"/>
                </a:cubicBezTo>
                <a:close/>
                <a:moveTo>
                  <a:pt x="160181" y="91279"/>
                </a:moveTo>
                <a:lnTo>
                  <a:pt x="188096" y="74937"/>
                </a:lnTo>
                <a:lnTo>
                  <a:pt x="122208" y="36964"/>
                </a:lnTo>
                <a:cubicBezTo>
                  <a:pt x="121710" y="36627"/>
                  <a:pt x="121206" y="36459"/>
                  <a:pt x="120701" y="36459"/>
                </a:cubicBezTo>
                <a:cubicBezTo>
                  <a:pt x="120196" y="36459"/>
                  <a:pt x="119699" y="36627"/>
                  <a:pt x="119194" y="36964"/>
                </a:cubicBezTo>
                <a:lnTo>
                  <a:pt x="93042" y="52055"/>
                </a:lnTo>
                <a:lnTo>
                  <a:pt x="160181" y="91279"/>
                </a:lnTo>
                <a:close/>
                <a:moveTo>
                  <a:pt x="120701" y="114161"/>
                </a:moveTo>
                <a:lnTo>
                  <a:pt x="148864" y="97819"/>
                </a:lnTo>
                <a:lnTo>
                  <a:pt x="81221" y="58843"/>
                </a:lnTo>
                <a:lnTo>
                  <a:pt x="53057" y="74937"/>
                </a:lnTo>
                <a:lnTo>
                  <a:pt x="120701" y="11416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424282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600" dirty="0"/>
          </a:p>
        </p:txBody>
      </p:sp>
      <p:sp>
        <p:nvSpPr>
          <p:cNvPr id="47" name="圖示 模組"/>
          <p:cNvSpPr/>
          <p:nvPr/>
        </p:nvSpPr>
        <p:spPr>
          <a:xfrm>
            <a:off x="98387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02177"/>
                </a:moveTo>
                <a:lnTo>
                  <a:pt x="114914" y="123971"/>
                </a:lnTo>
                <a:lnTo>
                  <a:pt x="46517" y="84491"/>
                </a:lnTo>
                <a:lnTo>
                  <a:pt x="46517" y="160934"/>
                </a:lnTo>
                <a:cubicBezTo>
                  <a:pt x="46517" y="161439"/>
                  <a:pt x="46686" y="161944"/>
                  <a:pt x="47022" y="162441"/>
                </a:cubicBezTo>
                <a:cubicBezTo>
                  <a:pt x="47190" y="162778"/>
                  <a:pt x="47607" y="163114"/>
                  <a:pt x="48280" y="163451"/>
                </a:cubicBezTo>
                <a:lnTo>
                  <a:pt x="114914" y="202177"/>
                </a:lnTo>
                <a:close/>
                <a:moveTo>
                  <a:pt x="126487" y="202177"/>
                </a:moveTo>
                <a:lnTo>
                  <a:pt x="193121" y="163451"/>
                </a:lnTo>
                <a:cubicBezTo>
                  <a:pt x="193794" y="163114"/>
                  <a:pt x="194211" y="162778"/>
                  <a:pt x="194379" y="162441"/>
                </a:cubicBezTo>
                <a:cubicBezTo>
                  <a:pt x="194716" y="161944"/>
                  <a:pt x="194884" y="161439"/>
                  <a:pt x="194884" y="160934"/>
                </a:cubicBezTo>
                <a:lnTo>
                  <a:pt x="194884" y="84242"/>
                </a:lnTo>
                <a:lnTo>
                  <a:pt x="126487" y="123971"/>
                </a:lnTo>
                <a:lnTo>
                  <a:pt x="126487" y="202177"/>
                </a:lnTo>
                <a:close/>
                <a:moveTo>
                  <a:pt x="120701" y="114161"/>
                </a:moveTo>
                <a:lnTo>
                  <a:pt x="188096" y="74937"/>
                </a:lnTo>
                <a:lnTo>
                  <a:pt x="122208" y="36964"/>
                </a:lnTo>
                <a:cubicBezTo>
                  <a:pt x="121710" y="36627"/>
                  <a:pt x="121206" y="36459"/>
                  <a:pt x="120701" y="36459"/>
                </a:cubicBezTo>
                <a:cubicBezTo>
                  <a:pt x="120196" y="36459"/>
                  <a:pt x="119699" y="36627"/>
                  <a:pt x="119194" y="36964"/>
                </a:cubicBezTo>
                <a:lnTo>
                  <a:pt x="53057" y="74937"/>
                </a:lnTo>
                <a:lnTo>
                  <a:pt x="120701" y="114161"/>
                </a:lnTo>
                <a:close/>
                <a:moveTo>
                  <a:pt x="42494" y="173509"/>
                </a:moveTo>
                <a:cubicBezTo>
                  <a:pt x="40153" y="172163"/>
                  <a:pt x="38302" y="170320"/>
                  <a:pt x="36964" y="167979"/>
                </a:cubicBezTo>
                <a:cubicBezTo>
                  <a:pt x="35793" y="165799"/>
                  <a:pt x="35208" y="163451"/>
                  <a:pt x="35208" y="160934"/>
                </a:cubicBezTo>
                <a:lnTo>
                  <a:pt x="35208" y="80467"/>
                </a:lnTo>
                <a:cubicBezTo>
                  <a:pt x="35208" y="77951"/>
                  <a:pt x="35793" y="75603"/>
                  <a:pt x="36964" y="73430"/>
                </a:cubicBezTo>
                <a:cubicBezTo>
                  <a:pt x="38302" y="71082"/>
                  <a:pt x="40153" y="69238"/>
                  <a:pt x="42494" y="67892"/>
                </a:cubicBezTo>
                <a:lnTo>
                  <a:pt x="113408" y="26905"/>
                </a:lnTo>
                <a:cubicBezTo>
                  <a:pt x="115756" y="25735"/>
                  <a:pt x="118184" y="25150"/>
                  <a:pt x="120701" y="25150"/>
                </a:cubicBezTo>
                <a:cubicBezTo>
                  <a:pt x="123217" y="25150"/>
                  <a:pt x="125646" y="25735"/>
                  <a:pt x="127994" y="26905"/>
                </a:cubicBezTo>
                <a:lnTo>
                  <a:pt x="198908" y="67892"/>
                </a:lnTo>
                <a:cubicBezTo>
                  <a:pt x="201248" y="69238"/>
                  <a:pt x="203099" y="71082"/>
                  <a:pt x="204438" y="73430"/>
                </a:cubicBezTo>
                <a:cubicBezTo>
                  <a:pt x="205608" y="75603"/>
                  <a:pt x="206201" y="77951"/>
                  <a:pt x="206201" y="80467"/>
                </a:cubicBezTo>
                <a:lnTo>
                  <a:pt x="206201" y="160934"/>
                </a:lnTo>
                <a:cubicBezTo>
                  <a:pt x="206201" y="163451"/>
                  <a:pt x="205608" y="165799"/>
                  <a:pt x="204438" y="167979"/>
                </a:cubicBezTo>
                <a:cubicBezTo>
                  <a:pt x="203099" y="170320"/>
                  <a:pt x="201248" y="172163"/>
                  <a:pt x="198908" y="173509"/>
                </a:cubicBezTo>
                <a:lnTo>
                  <a:pt x="127994" y="214496"/>
                </a:lnTo>
                <a:cubicBezTo>
                  <a:pt x="125646" y="215667"/>
                  <a:pt x="123217" y="216259"/>
                  <a:pt x="120701" y="216259"/>
                </a:cubicBezTo>
                <a:cubicBezTo>
                  <a:pt x="118184" y="216259"/>
                  <a:pt x="115756" y="215667"/>
                  <a:pt x="113408" y="214496"/>
                </a:cubicBezTo>
                <a:lnTo>
                  <a:pt x="42494" y="173509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86805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600" dirty="0"/>
          </a:p>
        </p:txBody>
      </p:sp>
      <p:sp>
        <p:nvSpPr>
          <p:cNvPr id="49" name="圖示 已驗證"/>
          <p:cNvSpPr/>
          <p:nvPr/>
        </p:nvSpPr>
        <p:spPr>
          <a:xfrm>
            <a:off x="142765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889" y="135031"/>
                </a:moveTo>
                <a:lnTo>
                  <a:pt x="90774" y="115171"/>
                </a:lnTo>
                <a:cubicBezTo>
                  <a:pt x="89772" y="113993"/>
                  <a:pt x="88433" y="113408"/>
                  <a:pt x="86751" y="113408"/>
                </a:cubicBezTo>
                <a:cubicBezTo>
                  <a:pt x="85076" y="113408"/>
                  <a:pt x="83569" y="113912"/>
                  <a:pt x="82230" y="114914"/>
                </a:cubicBezTo>
                <a:cubicBezTo>
                  <a:pt x="80884" y="116260"/>
                  <a:pt x="80218" y="117767"/>
                  <a:pt x="80218" y="119443"/>
                </a:cubicBezTo>
                <a:cubicBezTo>
                  <a:pt x="80218" y="120950"/>
                  <a:pt x="80884" y="122376"/>
                  <a:pt x="82230" y="123722"/>
                </a:cubicBezTo>
                <a:lnTo>
                  <a:pt x="104856" y="146099"/>
                </a:lnTo>
                <a:cubicBezTo>
                  <a:pt x="106370" y="147606"/>
                  <a:pt x="108046" y="148360"/>
                  <a:pt x="109889" y="148360"/>
                </a:cubicBezTo>
                <a:cubicBezTo>
                  <a:pt x="111901" y="148360"/>
                  <a:pt x="113664" y="147606"/>
                  <a:pt x="115171" y="146099"/>
                </a:cubicBezTo>
                <a:lnTo>
                  <a:pt x="159171" y="102347"/>
                </a:lnTo>
                <a:cubicBezTo>
                  <a:pt x="160181" y="101169"/>
                  <a:pt x="160686" y="99743"/>
                  <a:pt x="160686" y="98068"/>
                </a:cubicBezTo>
                <a:cubicBezTo>
                  <a:pt x="160854" y="96392"/>
                  <a:pt x="160261" y="94966"/>
                  <a:pt x="158923" y="93795"/>
                </a:cubicBezTo>
                <a:cubicBezTo>
                  <a:pt x="157752" y="92786"/>
                  <a:pt x="156406" y="92369"/>
                  <a:pt x="154899" y="92537"/>
                </a:cubicBezTo>
                <a:cubicBezTo>
                  <a:pt x="153224" y="92537"/>
                  <a:pt x="151885" y="93042"/>
                  <a:pt x="150876" y="94044"/>
                </a:cubicBezTo>
                <a:lnTo>
                  <a:pt x="109889" y="135031"/>
                </a:lnTo>
                <a:close/>
                <a:moveTo>
                  <a:pt x="85749" y="214248"/>
                </a:moveTo>
                <a:lnTo>
                  <a:pt x="71162" y="189347"/>
                </a:lnTo>
                <a:lnTo>
                  <a:pt x="42245" y="183568"/>
                </a:lnTo>
                <a:cubicBezTo>
                  <a:pt x="40402" y="183231"/>
                  <a:pt x="38895" y="182222"/>
                  <a:pt x="37717" y="180546"/>
                </a:cubicBezTo>
                <a:cubicBezTo>
                  <a:pt x="36547" y="178871"/>
                  <a:pt x="36130" y="177196"/>
                  <a:pt x="36459" y="175521"/>
                </a:cubicBezTo>
                <a:lnTo>
                  <a:pt x="39480" y="147101"/>
                </a:lnTo>
                <a:lnTo>
                  <a:pt x="20870" y="125478"/>
                </a:lnTo>
                <a:cubicBezTo>
                  <a:pt x="19700" y="124307"/>
                  <a:pt x="19115" y="122712"/>
                  <a:pt x="19115" y="120701"/>
                </a:cubicBezTo>
                <a:cubicBezTo>
                  <a:pt x="19115" y="118689"/>
                  <a:pt x="19700" y="117094"/>
                  <a:pt x="20870" y="115924"/>
                </a:cubicBezTo>
                <a:lnTo>
                  <a:pt x="39480" y="94549"/>
                </a:lnTo>
                <a:lnTo>
                  <a:pt x="36459" y="66137"/>
                </a:lnTo>
                <a:cubicBezTo>
                  <a:pt x="36130" y="64293"/>
                  <a:pt x="36547" y="62611"/>
                  <a:pt x="37717" y="61104"/>
                </a:cubicBezTo>
                <a:cubicBezTo>
                  <a:pt x="38895" y="59429"/>
                  <a:pt x="40402" y="58419"/>
                  <a:pt x="42245" y="58090"/>
                </a:cubicBezTo>
                <a:lnTo>
                  <a:pt x="71162" y="52304"/>
                </a:lnTo>
                <a:lnTo>
                  <a:pt x="85749" y="27161"/>
                </a:lnTo>
                <a:cubicBezTo>
                  <a:pt x="86583" y="25647"/>
                  <a:pt x="87929" y="24557"/>
                  <a:pt x="89772" y="23891"/>
                </a:cubicBezTo>
                <a:cubicBezTo>
                  <a:pt x="91447" y="23218"/>
                  <a:pt x="93210" y="23299"/>
                  <a:pt x="95054" y="24140"/>
                </a:cubicBezTo>
                <a:lnTo>
                  <a:pt x="120701" y="35705"/>
                </a:lnTo>
                <a:lnTo>
                  <a:pt x="146348" y="24140"/>
                </a:lnTo>
                <a:cubicBezTo>
                  <a:pt x="148191" y="23299"/>
                  <a:pt x="149954" y="23218"/>
                  <a:pt x="151629" y="23891"/>
                </a:cubicBezTo>
                <a:cubicBezTo>
                  <a:pt x="153473" y="24389"/>
                  <a:pt x="154819" y="25479"/>
                  <a:pt x="155653" y="27161"/>
                </a:cubicBezTo>
                <a:lnTo>
                  <a:pt x="170488" y="52304"/>
                </a:lnTo>
                <a:lnTo>
                  <a:pt x="199156" y="58090"/>
                </a:lnTo>
                <a:cubicBezTo>
                  <a:pt x="201000" y="58419"/>
                  <a:pt x="202507" y="59429"/>
                  <a:pt x="203684" y="61104"/>
                </a:cubicBezTo>
                <a:cubicBezTo>
                  <a:pt x="204855" y="62611"/>
                  <a:pt x="205272" y="64293"/>
                  <a:pt x="204943" y="66137"/>
                </a:cubicBezTo>
                <a:lnTo>
                  <a:pt x="201921" y="94549"/>
                </a:lnTo>
                <a:lnTo>
                  <a:pt x="220531" y="115924"/>
                </a:lnTo>
                <a:cubicBezTo>
                  <a:pt x="221702" y="117094"/>
                  <a:pt x="222294" y="118689"/>
                  <a:pt x="222294" y="120701"/>
                </a:cubicBezTo>
                <a:cubicBezTo>
                  <a:pt x="222294" y="122712"/>
                  <a:pt x="221702" y="124307"/>
                  <a:pt x="220531" y="125478"/>
                </a:cubicBezTo>
                <a:lnTo>
                  <a:pt x="201921" y="147101"/>
                </a:lnTo>
                <a:lnTo>
                  <a:pt x="204943" y="175521"/>
                </a:lnTo>
                <a:cubicBezTo>
                  <a:pt x="205272" y="177196"/>
                  <a:pt x="204855" y="178871"/>
                  <a:pt x="203684" y="180546"/>
                </a:cubicBezTo>
                <a:cubicBezTo>
                  <a:pt x="202507" y="182222"/>
                  <a:pt x="201000" y="183231"/>
                  <a:pt x="199156" y="183568"/>
                </a:cubicBezTo>
                <a:lnTo>
                  <a:pt x="170488" y="189347"/>
                </a:lnTo>
                <a:lnTo>
                  <a:pt x="155653" y="214248"/>
                </a:lnTo>
                <a:cubicBezTo>
                  <a:pt x="154819" y="215923"/>
                  <a:pt x="153473" y="217093"/>
                  <a:pt x="151629" y="217766"/>
                </a:cubicBezTo>
                <a:cubicBezTo>
                  <a:pt x="149954" y="218271"/>
                  <a:pt x="148191" y="218103"/>
                  <a:pt x="146348" y="217261"/>
                </a:cubicBezTo>
                <a:lnTo>
                  <a:pt x="120701" y="205696"/>
                </a:lnTo>
                <a:lnTo>
                  <a:pt x="95054" y="217261"/>
                </a:lnTo>
                <a:cubicBezTo>
                  <a:pt x="93210" y="218103"/>
                  <a:pt x="91447" y="218183"/>
                  <a:pt x="89772" y="217510"/>
                </a:cubicBezTo>
                <a:cubicBezTo>
                  <a:pt x="87929" y="216844"/>
                  <a:pt x="86583" y="215755"/>
                  <a:pt x="85749" y="214248"/>
                </a:cubicBezTo>
                <a:close/>
                <a:moveTo>
                  <a:pt x="94300" y="204943"/>
                </a:moveTo>
                <a:lnTo>
                  <a:pt x="120701" y="193875"/>
                </a:lnTo>
                <a:lnTo>
                  <a:pt x="147862" y="204943"/>
                </a:lnTo>
                <a:lnTo>
                  <a:pt x="163956" y="180049"/>
                </a:lnTo>
                <a:lnTo>
                  <a:pt x="192873" y="173004"/>
                </a:lnTo>
                <a:lnTo>
                  <a:pt x="190107" y="143334"/>
                </a:lnTo>
                <a:lnTo>
                  <a:pt x="209968" y="120701"/>
                </a:lnTo>
                <a:lnTo>
                  <a:pt x="190107" y="97819"/>
                </a:lnTo>
                <a:lnTo>
                  <a:pt x="192873" y="68148"/>
                </a:lnTo>
                <a:lnTo>
                  <a:pt x="163956" y="61360"/>
                </a:lnTo>
                <a:lnTo>
                  <a:pt x="147357" y="36459"/>
                </a:lnTo>
                <a:lnTo>
                  <a:pt x="120701" y="47527"/>
                </a:lnTo>
                <a:lnTo>
                  <a:pt x="93547" y="36459"/>
                </a:lnTo>
                <a:lnTo>
                  <a:pt x="77453" y="61360"/>
                </a:lnTo>
                <a:lnTo>
                  <a:pt x="48529" y="68148"/>
                </a:lnTo>
                <a:lnTo>
                  <a:pt x="51301" y="97819"/>
                </a:lnTo>
                <a:lnTo>
                  <a:pt x="31433" y="120701"/>
                </a:lnTo>
                <a:lnTo>
                  <a:pt x="51301" y="143334"/>
                </a:lnTo>
                <a:lnTo>
                  <a:pt x="48529" y="173253"/>
                </a:lnTo>
                <a:lnTo>
                  <a:pt x="77453" y="180049"/>
                </a:lnTo>
                <a:lnTo>
                  <a:pt x="94300" y="204943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131183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600" dirty="0"/>
          </a:p>
        </p:txBody>
      </p:sp>
      <p:sp>
        <p:nvSpPr>
          <p:cNvPr id="51" name="圖示 達成"/>
          <p:cNvSpPr/>
          <p:nvPr/>
        </p:nvSpPr>
        <p:spPr>
          <a:xfrm>
            <a:off x="187142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6259"/>
                </a:moveTo>
                <a:cubicBezTo>
                  <a:pt x="107292" y="216259"/>
                  <a:pt x="94798" y="213823"/>
                  <a:pt x="83232" y="208966"/>
                </a:cubicBezTo>
                <a:cubicBezTo>
                  <a:pt x="71499" y="204101"/>
                  <a:pt x="61360" y="197313"/>
                  <a:pt x="52808" y="188593"/>
                </a:cubicBezTo>
                <a:cubicBezTo>
                  <a:pt x="44089" y="180049"/>
                  <a:pt x="37300" y="169903"/>
                  <a:pt x="32436" y="158169"/>
                </a:cubicBezTo>
                <a:cubicBezTo>
                  <a:pt x="27578" y="146604"/>
                  <a:pt x="25150" y="134110"/>
                  <a:pt x="25150" y="120701"/>
                </a:cubicBezTo>
                <a:cubicBezTo>
                  <a:pt x="25150" y="107460"/>
                  <a:pt x="27578" y="94966"/>
                  <a:pt x="32436" y="83232"/>
                </a:cubicBezTo>
                <a:cubicBezTo>
                  <a:pt x="37300" y="71667"/>
                  <a:pt x="44089" y="61521"/>
                  <a:pt x="52808" y="52808"/>
                </a:cubicBezTo>
                <a:cubicBezTo>
                  <a:pt x="61360" y="44257"/>
                  <a:pt x="71499" y="37468"/>
                  <a:pt x="83232" y="32436"/>
                </a:cubicBezTo>
                <a:cubicBezTo>
                  <a:pt x="94798" y="27578"/>
                  <a:pt x="107292" y="25150"/>
                  <a:pt x="120701" y="25150"/>
                </a:cubicBezTo>
                <a:cubicBezTo>
                  <a:pt x="130591" y="25150"/>
                  <a:pt x="140145" y="26657"/>
                  <a:pt x="149369" y="29670"/>
                </a:cubicBezTo>
                <a:cubicBezTo>
                  <a:pt x="158586" y="32523"/>
                  <a:pt x="167306" y="36795"/>
                  <a:pt x="175521" y="42494"/>
                </a:cubicBezTo>
                <a:cubicBezTo>
                  <a:pt x="177028" y="43335"/>
                  <a:pt x="177869" y="44506"/>
                  <a:pt x="178037" y="46020"/>
                </a:cubicBezTo>
                <a:cubicBezTo>
                  <a:pt x="178367" y="47695"/>
                  <a:pt x="178037" y="49122"/>
                  <a:pt x="177028" y="50292"/>
                </a:cubicBezTo>
                <a:cubicBezTo>
                  <a:pt x="176026" y="51631"/>
                  <a:pt x="174767" y="52384"/>
                  <a:pt x="173253" y="52552"/>
                </a:cubicBezTo>
                <a:cubicBezTo>
                  <a:pt x="171746" y="52552"/>
                  <a:pt x="170239" y="52055"/>
                  <a:pt x="168732" y="51045"/>
                </a:cubicBezTo>
                <a:cubicBezTo>
                  <a:pt x="161688" y="46349"/>
                  <a:pt x="154058" y="42750"/>
                  <a:pt x="145850" y="40234"/>
                </a:cubicBezTo>
                <a:cubicBezTo>
                  <a:pt x="137804" y="37717"/>
                  <a:pt x="129421" y="36459"/>
                  <a:pt x="120701" y="36459"/>
                </a:cubicBezTo>
                <a:cubicBezTo>
                  <a:pt x="96897" y="36459"/>
                  <a:pt x="76949" y="44593"/>
                  <a:pt x="60855" y="60855"/>
                </a:cubicBezTo>
                <a:cubicBezTo>
                  <a:pt x="44593" y="76949"/>
                  <a:pt x="36459" y="96897"/>
                  <a:pt x="36459" y="120701"/>
                </a:cubicBezTo>
                <a:cubicBezTo>
                  <a:pt x="36459" y="144504"/>
                  <a:pt x="44593" y="164453"/>
                  <a:pt x="60855" y="180546"/>
                </a:cubicBezTo>
                <a:cubicBezTo>
                  <a:pt x="76949" y="196808"/>
                  <a:pt x="96897" y="204943"/>
                  <a:pt x="120701" y="204943"/>
                </a:cubicBezTo>
                <a:cubicBezTo>
                  <a:pt x="144504" y="204943"/>
                  <a:pt x="164453" y="196808"/>
                  <a:pt x="180546" y="180546"/>
                </a:cubicBezTo>
                <a:cubicBezTo>
                  <a:pt x="196808" y="164453"/>
                  <a:pt x="204943" y="144504"/>
                  <a:pt x="204943" y="120701"/>
                </a:cubicBezTo>
                <a:cubicBezTo>
                  <a:pt x="204943" y="117350"/>
                  <a:pt x="204774" y="114161"/>
                  <a:pt x="204438" y="111147"/>
                </a:cubicBezTo>
                <a:cubicBezTo>
                  <a:pt x="204101" y="107958"/>
                  <a:pt x="203597" y="104856"/>
                  <a:pt x="202931" y="101842"/>
                </a:cubicBezTo>
                <a:cubicBezTo>
                  <a:pt x="202594" y="100167"/>
                  <a:pt x="202843" y="98653"/>
                  <a:pt x="203684" y="97314"/>
                </a:cubicBezTo>
                <a:cubicBezTo>
                  <a:pt x="204350" y="95807"/>
                  <a:pt x="205440" y="94966"/>
                  <a:pt x="206954" y="94798"/>
                </a:cubicBezTo>
                <a:cubicBezTo>
                  <a:pt x="208630" y="94468"/>
                  <a:pt x="210136" y="94798"/>
                  <a:pt x="211475" y="95807"/>
                </a:cubicBezTo>
                <a:cubicBezTo>
                  <a:pt x="212989" y="96978"/>
                  <a:pt x="213911" y="98404"/>
                  <a:pt x="214248" y="100079"/>
                </a:cubicBezTo>
                <a:cubicBezTo>
                  <a:pt x="214913" y="103269"/>
                  <a:pt x="215418" y="106619"/>
                  <a:pt x="215755" y="110138"/>
                </a:cubicBezTo>
                <a:cubicBezTo>
                  <a:pt x="216091" y="113495"/>
                  <a:pt x="216259" y="117014"/>
                  <a:pt x="216259" y="120701"/>
                </a:cubicBezTo>
                <a:cubicBezTo>
                  <a:pt x="216259" y="134110"/>
                  <a:pt x="213823" y="146604"/>
                  <a:pt x="208966" y="158169"/>
                </a:cubicBezTo>
                <a:cubicBezTo>
                  <a:pt x="203933" y="169903"/>
                  <a:pt x="197145" y="180049"/>
                  <a:pt x="188593" y="188593"/>
                </a:cubicBezTo>
                <a:cubicBezTo>
                  <a:pt x="179881" y="197313"/>
                  <a:pt x="169735" y="204101"/>
                  <a:pt x="158169" y="208966"/>
                </a:cubicBezTo>
                <a:cubicBezTo>
                  <a:pt x="146436" y="213823"/>
                  <a:pt x="133941" y="216259"/>
                  <a:pt x="120701" y="216259"/>
                </a:cubicBezTo>
                <a:close/>
                <a:moveTo>
                  <a:pt x="105866" y="145850"/>
                </a:moveTo>
                <a:lnTo>
                  <a:pt x="203428" y="48280"/>
                </a:lnTo>
                <a:cubicBezTo>
                  <a:pt x="204606" y="47110"/>
                  <a:pt x="206033" y="46517"/>
                  <a:pt x="207708" y="46517"/>
                </a:cubicBezTo>
                <a:cubicBezTo>
                  <a:pt x="209383" y="46517"/>
                  <a:pt x="210809" y="47110"/>
                  <a:pt x="211980" y="48280"/>
                </a:cubicBezTo>
                <a:cubicBezTo>
                  <a:pt x="213319" y="49451"/>
                  <a:pt x="213992" y="50877"/>
                  <a:pt x="213992" y="52552"/>
                </a:cubicBezTo>
                <a:cubicBezTo>
                  <a:pt x="213992" y="54235"/>
                  <a:pt x="213319" y="55742"/>
                  <a:pt x="211980" y="57081"/>
                </a:cubicBezTo>
                <a:lnTo>
                  <a:pt x="110891" y="157921"/>
                </a:lnTo>
                <a:cubicBezTo>
                  <a:pt x="109552" y="159427"/>
                  <a:pt x="107877" y="160181"/>
                  <a:pt x="105866" y="160181"/>
                </a:cubicBezTo>
                <a:cubicBezTo>
                  <a:pt x="103854" y="160181"/>
                  <a:pt x="102179" y="159427"/>
                  <a:pt x="100833" y="157921"/>
                </a:cubicBezTo>
                <a:lnTo>
                  <a:pt x="71667" y="128748"/>
                </a:lnTo>
                <a:cubicBezTo>
                  <a:pt x="70658" y="127745"/>
                  <a:pt x="70160" y="126319"/>
                  <a:pt x="70160" y="124475"/>
                </a:cubicBezTo>
                <a:cubicBezTo>
                  <a:pt x="70160" y="122793"/>
                  <a:pt x="70745" y="121374"/>
                  <a:pt x="71916" y="120196"/>
                </a:cubicBezTo>
                <a:cubicBezTo>
                  <a:pt x="73093" y="119026"/>
                  <a:pt x="74513" y="118440"/>
                  <a:pt x="76195" y="118440"/>
                </a:cubicBezTo>
                <a:cubicBezTo>
                  <a:pt x="77870" y="118440"/>
                  <a:pt x="79297" y="119026"/>
                  <a:pt x="80467" y="120196"/>
                </a:cubicBezTo>
                <a:lnTo>
                  <a:pt x="105866" y="14585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175561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600" dirty="0"/>
          </a:p>
        </p:txBody>
      </p:sp>
      <p:sp>
        <p:nvSpPr>
          <p:cNvPr id="53" name="圖示 查核"/>
          <p:cNvSpPr/>
          <p:nvPr/>
        </p:nvSpPr>
        <p:spPr>
          <a:xfrm>
            <a:off x="231520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8222" y="206201"/>
                </a:moveTo>
                <a:cubicBezTo>
                  <a:pt x="34199" y="206201"/>
                  <a:pt x="30760" y="204774"/>
                  <a:pt x="27915" y="201921"/>
                </a:cubicBezTo>
                <a:cubicBezTo>
                  <a:pt x="25062" y="199076"/>
                  <a:pt x="23635" y="195638"/>
                  <a:pt x="23635" y="191614"/>
                </a:cubicBezTo>
                <a:lnTo>
                  <a:pt x="23635" y="49787"/>
                </a:lnTo>
                <a:cubicBezTo>
                  <a:pt x="23635" y="45764"/>
                  <a:pt x="25062" y="42326"/>
                  <a:pt x="27915" y="39480"/>
                </a:cubicBezTo>
                <a:cubicBezTo>
                  <a:pt x="30760" y="36627"/>
                  <a:pt x="34199" y="35208"/>
                  <a:pt x="38222" y="35208"/>
                </a:cubicBezTo>
                <a:lnTo>
                  <a:pt x="203180" y="35208"/>
                </a:lnTo>
                <a:cubicBezTo>
                  <a:pt x="207203" y="35208"/>
                  <a:pt x="210641" y="36627"/>
                  <a:pt x="213487" y="39480"/>
                </a:cubicBezTo>
                <a:cubicBezTo>
                  <a:pt x="216340" y="42326"/>
                  <a:pt x="217766" y="45764"/>
                  <a:pt x="217766" y="49787"/>
                </a:cubicBezTo>
                <a:lnTo>
                  <a:pt x="217766" y="191614"/>
                </a:lnTo>
                <a:cubicBezTo>
                  <a:pt x="217766" y="195638"/>
                  <a:pt x="216340" y="199076"/>
                  <a:pt x="213487" y="201921"/>
                </a:cubicBezTo>
                <a:cubicBezTo>
                  <a:pt x="210641" y="204774"/>
                  <a:pt x="207203" y="206201"/>
                  <a:pt x="203180" y="206201"/>
                </a:cubicBezTo>
                <a:lnTo>
                  <a:pt x="38222" y="206201"/>
                </a:lnTo>
                <a:close/>
                <a:moveTo>
                  <a:pt x="38222" y="194884"/>
                </a:moveTo>
                <a:lnTo>
                  <a:pt x="203180" y="194884"/>
                </a:lnTo>
                <a:cubicBezTo>
                  <a:pt x="204021" y="194884"/>
                  <a:pt x="204687" y="194548"/>
                  <a:pt x="205191" y="193875"/>
                </a:cubicBezTo>
                <a:cubicBezTo>
                  <a:pt x="205864" y="193202"/>
                  <a:pt x="206201" y="192448"/>
                  <a:pt x="206201" y="191614"/>
                </a:cubicBezTo>
                <a:lnTo>
                  <a:pt x="206201" y="49787"/>
                </a:lnTo>
                <a:cubicBezTo>
                  <a:pt x="206201" y="48953"/>
                  <a:pt x="205864" y="48200"/>
                  <a:pt x="205191" y="47527"/>
                </a:cubicBezTo>
                <a:cubicBezTo>
                  <a:pt x="204687" y="46854"/>
                  <a:pt x="204021" y="46517"/>
                  <a:pt x="203180" y="46517"/>
                </a:cubicBezTo>
                <a:lnTo>
                  <a:pt x="38222" y="46517"/>
                </a:lnTo>
                <a:cubicBezTo>
                  <a:pt x="37381" y="46517"/>
                  <a:pt x="36715" y="46854"/>
                  <a:pt x="36210" y="47527"/>
                </a:cubicBezTo>
                <a:cubicBezTo>
                  <a:pt x="35537" y="48200"/>
                  <a:pt x="35208" y="48953"/>
                  <a:pt x="35208" y="49787"/>
                </a:cubicBezTo>
                <a:lnTo>
                  <a:pt x="35208" y="191614"/>
                </a:lnTo>
                <a:cubicBezTo>
                  <a:pt x="35208" y="192448"/>
                  <a:pt x="35537" y="193202"/>
                  <a:pt x="36210" y="193875"/>
                </a:cubicBezTo>
                <a:cubicBezTo>
                  <a:pt x="36715" y="194548"/>
                  <a:pt x="37381" y="194884"/>
                  <a:pt x="38222" y="194884"/>
                </a:cubicBezTo>
                <a:close/>
                <a:moveTo>
                  <a:pt x="90526" y="168476"/>
                </a:moveTo>
                <a:cubicBezTo>
                  <a:pt x="92706" y="168476"/>
                  <a:pt x="94468" y="167723"/>
                  <a:pt x="95807" y="166216"/>
                </a:cubicBezTo>
                <a:cubicBezTo>
                  <a:pt x="97314" y="164877"/>
                  <a:pt x="98068" y="163114"/>
                  <a:pt x="98068" y="160934"/>
                </a:cubicBezTo>
                <a:cubicBezTo>
                  <a:pt x="98068" y="158754"/>
                  <a:pt x="97314" y="156992"/>
                  <a:pt x="95807" y="155653"/>
                </a:cubicBezTo>
                <a:cubicBezTo>
                  <a:pt x="94468" y="154146"/>
                  <a:pt x="92706" y="153392"/>
                  <a:pt x="90526" y="153392"/>
                </a:cubicBezTo>
                <a:lnTo>
                  <a:pt x="60350" y="153392"/>
                </a:lnTo>
                <a:cubicBezTo>
                  <a:pt x="58170" y="153392"/>
                  <a:pt x="56408" y="154146"/>
                  <a:pt x="55069" y="155653"/>
                </a:cubicBezTo>
                <a:cubicBezTo>
                  <a:pt x="53562" y="156992"/>
                  <a:pt x="52808" y="158754"/>
                  <a:pt x="52808" y="160934"/>
                </a:cubicBezTo>
                <a:cubicBezTo>
                  <a:pt x="52808" y="163114"/>
                  <a:pt x="53562" y="164877"/>
                  <a:pt x="55069" y="166216"/>
                </a:cubicBezTo>
                <a:cubicBezTo>
                  <a:pt x="56408" y="167723"/>
                  <a:pt x="58170" y="168476"/>
                  <a:pt x="60350" y="168476"/>
                </a:cubicBezTo>
                <a:lnTo>
                  <a:pt x="90526" y="168476"/>
                </a:lnTo>
                <a:close/>
                <a:moveTo>
                  <a:pt x="146348" y="125982"/>
                </a:moveTo>
                <a:lnTo>
                  <a:pt x="137299" y="116926"/>
                </a:lnTo>
                <a:cubicBezTo>
                  <a:pt x="135792" y="115419"/>
                  <a:pt x="134029" y="114746"/>
                  <a:pt x="132017" y="114914"/>
                </a:cubicBezTo>
                <a:cubicBezTo>
                  <a:pt x="130006" y="114914"/>
                  <a:pt x="128243" y="115675"/>
                  <a:pt x="126736" y="117182"/>
                </a:cubicBezTo>
                <a:cubicBezTo>
                  <a:pt x="125397" y="118689"/>
                  <a:pt x="124724" y="120452"/>
                  <a:pt x="124724" y="122464"/>
                </a:cubicBezTo>
                <a:cubicBezTo>
                  <a:pt x="124556" y="124475"/>
                  <a:pt x="125229" y="126231"/>
                  <a:pt x="126736" y="127745"/>
                </a:cubicBezTo>
                <a:lnTo>
                  <a:pt x="141322" y="142325"/>
                </a:lnTo>
                <a:cubicBezTo>
                  <a:pt x="142661" y="143671"/>
                  <a:pt x="144336" y="144336"/>
                  <a:pt x="146348" y="144336"/>
                </a:cubicBezTo>
                <a:cubicBezTo>
                  <a:pt x="148360" y="144336"/>
                  <a:pt x="150035" y="143671"/>
                  <a:pt x="151381" y="142325"/>
                </a:cubicBezTo>
                <a:lnTo>
                  <a:pt x="187335" y="106370"/>
                </a:lnTo>
                <a:cubicBezTo>
                  <a:pt x="188849" y="104856"/>
                  <a:pt x="189603" y="103100"/>
                  <a:pt x="189603" y="101089"/>
                </a:cubicBezTo>
                <a:cubicBezTo>
                  <a:pt x="189603" y="99077"/>
                  <a:pt x="188849" y="97314"/>
                  <a:pt x="187335" y="95807"/>
                </a:cubicBezTo>
                <a:cubicBezTo>
                  <a:pt x="185660" y="94300"/>
                  <a:pt x="183816" y="93547"/>
                  <a:pt x="181805" y="93547"/>
                </a:cubicBezTo>
                <a:cubicBezTo>
                  <a:pt x="179793" y="93547"/>
                  <a:pt x="178037" y="94300"/>
                  <a:pt x="176523" y="95807"/>
                </a:cubicBezTo>
                <a:lnTo>
                  <a:pt x="146348" y="125982"/>
                </a:lnTo>
                <a:close/>
                <a:moveTo>
                  <a:pt x="90526" y="128243"/>
                </a:moveTo>
                <a:cubicBezTo>
                  <a:pt x="92706" y="128243"/>
                  <a:pt x="94468" y="127489"/>
                  <a:pt x="95807" y="125982"/>
                </a:cubicBezTo>
                <a:cubicBezTo>
                  <a:pt x="97314" y="124644"/>
                  <a:pt x="98068" y="122881"/>
                  <a:pt x="98068" y="120701"/>
                </a:cubicBezTo>
                <a:cubicBezTo>
                  <a:pt x="98068" y="118521"/>
                  <a:pt x="97314" y="116758"/>
                  <a:pt x="95807" y="115419"/>
                </a:cubicBezTo>
                <a:cubicBezTo>
                  <a:pt x="94468" y="113912"/>
                  <a:pt x="92706" y="113159"/>
                  <a:pt x="90526" y="113159"/>
                </a:cubicBezTo>
                <a:lnTo>
                  <a:pt x="60350" y="113159"/>
                </a:lnTo>
                <a:cubicBezTo>
                  <a:pt x="58170" y="113159"/>
                  <a:pt x="56408" y="113912"/>
                  <a:pt x="55069" y="115419"/>
                </a:cubicBezTo>
                <a:cubicBezTo>
                  <a:pt x="53562" y="116758"/>
                  <a:pt x="52808" y="118521"/>
                  <a:pt x="52808" y="120701"/>
                </a:cubicBezTo>
                <a:cubicBezTo>
                  <a:pt x="52808" y="122881"/>
                  <a:pt x="53562" y="124644"/>
                  <a:pt x="55069" y="125982"/>
                </a:cubicBezTo>
                <a:cubicBezTo>
                  <a:pt x="56408" y="127489"/>
                  <a:pt x="58170" y="128243"/>
                  <a:pt x="60350" y="128243"/>
                </a:cubicBezTo>
                <a:lnTo>
                  <a:pt x="90526" y="128243"/>
                </a:lnTo>
                <a:close/>
                <a:moveTo>
                  <a:pt x="90526" y="88009"/>
                </a:moveTo>
                <a:cubicBezTo>
                  <a:pt x="92706" y="88009"/>
                  <a:pt x="94468" y="87256"/>
                  <a:pt x="95807" y="85749"/>
                </a:cubicBezTo>
                <a:cubicBezTo>
                  <a:pt x="97314" y="84410"/>
                  <a:pt x="98068" y="82647"/>
                  <a:pt x="98068" y="80467"/>
                </a:cubicBezTo>
                <a:cubicBezTo>
                  <a:pt x="98068" y="78287"/>
                  <a:pt x="97314" y="76524"/>
                  <a:pt x="95807" y="75186"/>
                </a:cubicBezTo>
                <a:cubicBezTo>
                  <a:pt x="94468" y="73679"/>
                  <a:pt x="92706" y="72925"/>
                  <a:pt x="90526" y="72925"/>
                </a:cubicBezTo>
                <a:lnTo>
                  <a:pt x="60350" y="72925"/>
                </a:lnTo>
                <a:cubicBezTo>
                  <a:pt x="58170" y="72925"/>
                  <a:pt x="56408" y="73679"/>
                  <a:pt x="55069" y="75186"/>
                </a:cubicBezTo>
                <a:cubicBezTo>
                  <a:pt x="53562" y="76524"/>
                  <a:pt x="52808" y="78287"/>
                  <a:pt x="52808" y="80467"/>
                </a:cubicBezTo>
                <a:cubicBezTo>
                  <a:pt x="52808" y="82647"/>
                  <a:pt x="53562" y="84410"/>
                  <a:pt x="55069" y="85749"/>
                </a:cubicBezTo>
                <a:cubicBezTo>
                  <a:pt x="56408" y="87256"/>
                  <a:pt x="58170" y="88009"/>
                  <a:pt x="60350" y="88009"/>
                </a:cubicBezTo>
                <a:lnTo>
                  <a:pt x="90526" y="88009"/>
                </a:lnTo>
                <a:close/>
                <a:moveTo>
                  <a:pt x="35208" y="194884"/>
                </a:moveTo>
                <a:lnTo>
                  <a:pt x="35208" y="46517"/>
                </a:lnTo>
                <a:lnTo>
                  <a:pt x="35208" y="19488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219938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600" dirty="0"/>
          </a:p>
        </p:txBody>
      </p:sp>
      <p:sp>
        <p:nvSpPr>
          <p:cNvPr id="55" name="圖示 檢核表"/>
          <p:cNvSpPr/>
          <p:nvPr/>
        </p:nvSpPr>
        <p:spPr>
          <a:xfrm>
            <a:off x="275898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081" y="166969"/>
                </a:moveTo>
                <a:lnTo>
                  <a:pt x="97570" y="126487"/>
                </a:lnTo>
                <a:cubicBezTo>
                  <a:pt x="98741" y="125478"/>
                  <a:pt x="100079" y="124973"/>
                  <a:pt x="101593" y="124973"/>
                </a:cubicBezTo>
                <a:cubicBezTo>
                  <a:pt x="103100" y="124973"/>
                  <a:pt x="104439" y="125565"/>
                  <a:pt x="105617" y="126736"/>
                </a:cubicBezTo>
                <a:cubicBezTo>
                  <a:pt x="106787" y="127745"/>
                  <a:pt x="107373" y="129084"/>
                  <a:pt x="107373" y="130759"/>
                </a:cubicBezTo>
                <a:cubicBezTo>
                  <a:pt x="107373" y="132266"/>
                  <a:pt x="106787" y="133612"/>
                  <a:pt x="105617" y="134783"/>
                </a:cubicBezTo>
                <a:lnTo>
                  <a:pt x="62362" y="178037"/>
                </a:lnTo>
                <a:cubicBezTo>
                  <a:pt x="60855" y="179376"/>
                  <a:pt x="59180" y="180049"/>
                  <a:pt x="57337" y="180049"/>
                </a:cubicBezTo>
                <a:cubicBezTo>
                  <a:pt x="55325" y="180049"/>
                  <a:pt x="53642" y="179376"/>
                  <a:pt x="52304" y="178037"/>
                </a:cubicBezTo>
                <a:lnTo>
                  <a:pt x="29173" y="154899"/>
                </a:lnTo>
                <a:cubicBezTo>
                  <a:pt x="27995" y="153729"/>
                  <a:pt x="27410" y="152383"/>
                  <a:pt x="27410" y="150876"/>
                </a:cubicBezTo>
                <a:cubicBezTo>
                  <a:pt x="27410" y="149369"/>
                  <a:pt x="27995" y="148023"/>
                  <a:pt x="29173" y="146853"/>
                </a:cubicBezTo>
                <a:cubicBezTo>
                  <a:pt x="30343" y="145682"/>
                  <a:pt x="31682" y="145177"/>
                  <a:pt x="33196" y="145346"/>
                </a:cubicBezTo>
                <a:cubicBezTo>
                  <a:pt x="34703" y="145346"/>
                  <a:pt x="36042" y="145850"/>
                  <a:pt x="37220" y="146853"/>
                </a:cubicBezTo>
                <a:lnTo>
                  <a:pt x="57081" y="166969"/>
                </a:lnTo>
                <a:close/>
                <a:moveTo>
                  <a:pt x="57081" y="90277"/>
                </a:moveTo>
                <a:lnTo>
                  <a:pt x="97570" y="49787"/>
                </a:lnTo>
                <a:cubicBezTo>
                  <a:pt x="98741" y="48785"/>
                  <a:pt x="100079" y="48280"/>
                  <a:pt x="101593" y="48280"/>
                </a:cubicBezTo>
                <a:cubicBezTo>
                  <a:pt x="103100" y="48280"/>
                  <a:pt x="104439" y="48866"/>
                  <a:pt x="105617" y="50043"/>
                </a:cubicBezTo>
                <a:cubicBezTo>
                  <a:pt x="106787" y="51214"/>
                  <a:pt x="107373" y="52552"/>
                  <a:pt x="107373" y="54067"/>
                </a:cubicBezTo>
                <a:cubicBezTo>
                  <a:pt x="107373" y="55574"/>
                  <a:pt x="106787" y="56912"/>
                  <a:pt x="105617" y="58090"/>
                </a:cubicBezTo>
                <a:lnTo>
                  <a:pt x="62362" y="101337"/>
                </a:lnTo>
                <a:cubicBezTo>
                  <a:pt x="60855" y="102844"/>
                  <a:pt x="59180" y="103605"/>
                  <a:pt x="57337" y="103605"/>
                </a:cubicBezTo>
                <a:cubicBezTo>
                  <a:pt x="55325" y="103605"/>
                  <a:pt x="53642" y="102844"/>
                  <a:pt x="52304" y="101337"/>
                </a:cubicBezTo>
                <a:lnTo>
                  <a:pt x="29173" y="78207"/>
                </a:lnTo>
                <a:cubicBezTo>
                  <a:pt x="27995" y="77029"/>
                  <a:pt x="27410" y="75690"/>
                  <a:pt x="27410" y="74183"/>
                </a:cubicBezTo>
                <a:cubicBezTo>
                  <a:pt x="27410" y="72669"/>
                  <a:pt x="27995" y="71418"/>
                  <a:pt x="29173" y="70409"/>
                </a:cubicBezTo>
                <a:cubicBezTo>
                  <a:pt x="30343" y="69238"/>
                  <a:pt x="31682" y="68646"/>
                  <a:pt x="33196" y="68646"/>
                </a:cubicBezTo>
                <a:cubicBezTo>
                  <a:pt x="34703" y="68646"/>
                  <a:pt x="36042" y="69238"/>
                  <a:pt x="37220" y="70409"/>
                </a:cubicBezTo>
                <a:lnTo>
                  <a:pt x="57081" y="90277"/>
                </a:lnTo>
                <a:close/>
                <a:moveTo>
                  <a:pt x="136546" y="164709"/>
                </a:moveTo>
                <a:cubicBezTo>
                  <a:pt x="134863" y="164709"/>
                  <a:pt x="133524" y="164117"/>
                  <a:pt x="132522" y="162946"/>
                </a:cubicBezTo>
                <a:cubicBezTo>
                  <a:pt x="131344" y="161944"/>
                  <a:pt x="130759" y="160598"/>
                  <a:pt x="130759" y="158923"/>
                </a:cubicBezTo>
                <a:cubicBezTo>
                  <a:pt x="130759" y="157248"/>
                  <a:pt x="131344" y="155909"/>
                  <a:pt x="132522" y="154899"/>
                </a:cubicBezTo>
                <a:cubicBezTo>
                  <a:pt x="133524" y="153897"/>
                  <a:pt x="134863" y="153392"/>
                  <a:pt x="136546" y="153392"/>
                </a:cubicBezTo>
                <a:lnTo>
                  <a:pt x="210722" y="153392"/>
                </a:lnTo>
                <a:cubicBezTo>
                  <a:pt x="212236" y="153392"/>
                  <a:pt x="213575" y="153897"/>
                  <a:pt x="214745" y="154899"/>
                </a:cubicBezTo>
                <a:cubicBezTo>
                  <a:pt x="215755" y="156070"/>
                  <a:pt x="216259" y="157416"/>
                  <a:pt x="216259" y="158923"/>
                </a:cubicBezTo>
                <a:cubicBezTo>
                  <a:pt x="216259" y="160598"/>
                  <a:pt x="215755" y="162024"/>
                  <a:pt x="214745" y="163195"/>
                </a:cubicBezTo>
                <a:cubicBezTo>
                  <a:pt x="213575" y="164204"/>
                  <a:pt x="212236" y="164709"/>
                  <a:pt x="210722" y="164709"/>
                </a:cubicBezTo>
                <a:lnTo>
                  <a:pt x="136546" y="164709"/>
                </a:lnTo>
                <a:close/>
                <a:moveTo>
                  <a:pt x="136546" y="88009"/>
                </a:moveTo>
                <a:cubicBezTo>
                  <a:pt x="134863" y="88009"/>
                  <a:pt x="133524" y="87512"/>
                  <a:pt x="132522" y="86502"/>
                </a:cubicBezTo>
                <a:cubicBezTo>
                  <a:pt x="131344" y="85332"/>
                  <a:pt x="130759" y="83986"/>
                  <a:pt x="130759" y="82479"/>
                </a:cubicBezTo>
                <a:cubicBezTo>
                  <a:pt x="130759" y="80804"/>
                  <a:pt x="131344" y="79377"/>
                  <a:pt x="132522" y="78207"/>
                </a:cubicBezTo>
                <a:cubicBezTo>
                  <a:pt x="133524" y="77197"/>
                  <a:pt x="134863" y="76693"/>
                  <a:pt x="136546" y="76693"/>
                </a:cubicBezTo>
                <a:lnTo>
                  <a:pt x="210722" y="76693"/>
                </a:lnTo>
                <a:cubicBezTo>
                  <a:pt x="212236" y="76693"/>
                  <a:pt x="213575" y="77285"/>
                  <a:pt x="214745" y="78456"/>
                </a:cubicBezTo>
                <a:cubicBezTo>
                  <a:pt x="215755" y="79465"/>
                  <a:pt x="216259" y="80804"/>
                  <a:pt x="216259" y="82479"/>
                </a:cubicBezTo>
                <a:cubicBezTo>
                  <a:pt x="216259" y="84154"/>
                  <a:pt x="215755" y="85500"/>
                  <a:pt x="214745" y="86502"/>
                </a:cubicBezTo>
                <a:cubicBezTo>
                  <a:pt x="213575" y="87512"/>
                  <a:pt x="212236" y="88009"/>
                  <a:pt x="210722" y="88009"/>
                </a:cubicBezTo>
                <a:lnTo>
                  <a:pt x="136546" y="8800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264316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00" dirty="0"/>
          </a:p>
        </p:txBody>
      </p:sp>
      <p:sp>
        <p:nvSpPr>
          <p:cNvPr id="57" name="圖示 檢測"/>
          <p:cNvSpPr/>
          <p:nvPr/>
        </p:nvSpPr>
        <p:spPr>
          <a:xfrm>
            <a:off x="320275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264" y="131264"/>
                </a:moveTo>
                <a:cubicBezTo>
                  <a:pt x="136458" y="126063"/>
                  <a:pt x="139055" y="119699"/>
                  <a:pt x="139055" y="112149"/>
                </a:cubicBezTo>
                <a:cubicBezTo>
                  <a:pt x="139055" y="104607"/>
                  <a:pt x="136458" y="98236"/>
                  <a:pt x="131264" y="93042"/>
                </a:cubicBezTo>
                <a:cubicBezTo>
                  <a:pt x="126063" y="87841"/>
                  <a:pt x="119699" y="85244"/>
                  <a:pt x="112149" y="85244"/>
                </a:cubicBezTo>
                <a:cubicBezTo>
                  <a:pt x="104607" y="85244"/>
                  <a:pt x="98236" y="87841"/>
                  <a:pt x="93042" y="93042"/>
                </a:cubicBezTo>
                <a:cubicBezTo>
                  <a:pt x="87841" y="98236"/>
                  <a:pt x="85244" y="104607"/>
                  <a:pt x="85244" y="112149"/>
                </a:cubicBezTo>
                <a:cubicBezTo>
                  <a:pt x="85244" y="119699"/>
                  <a:pt x="87841" y="126063"/>
                  <a:pt x="93042" y="131264"/>
                </a:cubicBezTo>
                <a:cubicBezTo>
                  <a:pt x="98236" y="136458"/>
                  <a:pt x="104607" y="139055"/>
                  <a:pt x="112149" y="139055"/>
                </a:cubicBezTo>
                <a:cubicBezTo>
                  <a:pt x="119699" y="139055"/>
                  <a:pt x="126063" y="136458"/>
                  <a:pt x="131264" y="131264"/>
                </a:cubicBezTo>
                <a:close/>
                <a:moveTo>
                  <a:pt x="112405" y="150627"/>
                </a:moveTo>
                <a:cubicBezTo>
                  <a:pt x="101674" y="150627"/>
                  <a:pt x="92537" y="146853"/>
                  <a:pt x="84995" y="139311"/>
                </a:cubicBezTo>
                <a:cubicBezTo>
                  <a:pt x="77453" y="131769"/>
                  <a:pt x="73679" y="122712"/>
                  <a:pt x="73679" y="112149"/>
                </a:cubicBezTo>
                <a:cubicBezTo>
                  <a:pt x="73679" y="101593"/>
                  <a:pt x="77453" y="92537"/>
                  <a:pt x="84995" y="84995"/>
                </a:cubicBezTo>
                <a:cubicBezTo>
                  <a:pt x="92537" y="77453"/>
                  <a:pt x="101593" y="73679"/>
                  <a:pt x="112149" y="73679"/>
                </a:cubicBezTo>
                <a:cubicBezTo>
                  <a:pt x="122712" y="73679"/>
                  <a:pt x="131769" y="77453"/>
                  <a:pt x="139311" y="84995"/>
                </a:cubicBezTo>
                <a:cubicBezTo>
                  <a:pt x="146853" y="92537"/>
                  <a:pt x="150627" y="101674"/>
                  <a:pt x="150627" y="112405"/>
                </a:cubicBezTo>
                <a:cubicBezTo>
                  <a:pt x="150627" y="116092"/>
                  <a:pt x="149954" y="119860"/>
                  <a:pt x="148616" y="123722"/>
                </a:cubicBezTo>
                <a:cubicBezTo>
                  <a:pt x="147270" y="127577"/>
                  <a:pt x="145346" y="131264"/>
                  <a:pt x="142829" y="134783"/>
                </a:cubicBezTo>
                <a:lnTo>
                  <a:pt x="165967" y="157921"/>
                </a:lnTo>
                <a:cubicBezTo>
                  <a:pt x="167138" y="159091"/>
                  <a:pt x="167723" y="160430"/>
                  <a:pt x="167723" y="161944"/>
                </a:cubicBezTo>
                <a:cubicBezTo>
                  <a:pt x="167555" y="163451"/>
                  <a:pt x="166889" y="164790"/>
                  <a:pt x="165711" y="165967"/>
                </a:cubicBezTo>
                <a:cubicBezTo>
                  <a:pt x="164541" y="167138"/>
                  <a:pt x="163195" y="167723"/>
                  <a:pt x="161688" y="167723"/>
                </a:cubicBezTo>
                <a:cubicBezTo>
                  <a:pt x="160181" y="167723"/>
                  <a:pt x="158842" y="167138"/>
                  <a:pt x="157665" y="165967"/>
                </a:cubicBezTo>
                <a:lnTo>
                  <a:pt x="134783" y="143078"/>
                </a:lnTo>
                <a:cubicBezTo>
                  <a:pt x="131264" y="145426"/>
                  <a:pt x="127577" y="147270"/>
                  <a:pt x="123722" y="148616"/>
                </a:cubicBezTo>
                <a:cubicBezTo>
                  <a:pt x="119860" y="149954"/>
                  <a:pt x="116092" y="150627"/>
                  <a:pt x="112405" y="150627"/>
                </a:cubicBez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157921"/>
                </a:lnTo>
                <a:cubicBezTo>
                  <a:pt x="35208" y="156406"/>
                  <a:pt x="35793" y="155068"/>
                  <a:pt x="36964" y="153897"/>
                </a:cubicBezTo>
                <a:cubicBezTo>
                  <a:pt x="37973" y="152888"/>
                  <a:pt x="39312" y="152383"/>
                  <a:pt x="40987" y="152383"/>
                </a:cubicBezTo>
                <a:cubicBezTo>
                  <a:pt x="42662" y="152383"/>
                  <a:pt x="44008" y="152888"/>
                  <a:pt x="45010" y="153897"/>
                </a:cubicBezTo>
                <a:cubicBezTo>
                  <a:pt x="46020" y="155068"/>
                  <a:pt x="46517" y="156406"/>
                  <a:pt x="46517" y="157921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lnTo>
                  <a:pt x="83488" y="194884"/>
                </a:lnTo>
                <a:cubicBezTo>
                  <a:pt x="84995" y="194884"/>
                  <a:pt x="86334" y="195382"/>
                  <a:pt x="87512" y="196391"/>
                </a:cubicBezTo>
                <a:cubicBezTo>
                  <a:pt x="88514" y="197562"/>
                  <a:pt x="89019" y="198908"/>
                  <a:pt x="89019" y="200415"/>
                </a:cubicBezTo>
                <a:cubicBezTo>
                  <a:pt x="89019" y="202090"/>
                  <a:pt x="88514" y="203516"/>
                  <a:pt x="87512" y="204687"/>
                </a:cubicBezTo>
                <a:cubicBezTo>
                  <a:pt x="86334" y="205696"/>
                  <a:pt x="84995" y="206201"/>
                  <a:pt x="83488" y="206201"/>
                </a:cubicBezTo>
                <a:lnTo>
                  <a:pt x="49787" y="206201"/>
                </a:lnTo>
                <a:close/>
                <a:moveTo>
                  <a:pt x="191614" y="206201"/>
                </a:moveTo>
                <a:lnTo>
                  <a:pt x="157921" y="206201"/>
                </a:lnTo>
                <a:cubicBezTo>
                  <a:pt x="156406" y="206201"/>
                  <a:pt x="155068" y="205608"/>
                  <a:pt x="153897" y="204438"/>
                </a:cubicBezTo>
                <a:cubicBezTo>
                  <a:pt x="152888" y="203428"/>
                  <a:pt x="152383" y="202090"/>
                  <a:pt x="152383" y="200415"/>
                </a:cubicBezTo>
                <a:cubicBezTo>
                  <a:pt x="152383" y="198739"/>
                  <a:pt x="152888" y="197393"/>
                  <a:pt x="153897" y="196391"/>
                </a:cubicBezTo>
                <a:cubicBezTo>
                  <a:pt x="155068" y="195382"/>
                  <a:pt x="156406" y="194884"/>
                  <a:pt x="157921" y="194884"/>
                </a:cubicBez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157921"/>
                </a:lnTo>
                <a:cubicBezTo>
                  <a:pt x="194884" y="156406"/>
                  <a:pt x="195382" y="155068"/>
                  <a:pt x="196391" y="153897"/>
                </a:cubicBezTo>
                <a:cubicBezTo>
                  <a:pt x="197562" y="152888"/>
                  <a:pt x="198908" y="152383"/>
                  <a:pt x="200415" y="152383"/>
                </a:cubicBezTo>
                <a:cubicBezTo>
                  <a:pt x="202090" y="152383"/>
                  <a:pt x="203516" y="152888"/>
                  <a:pt x="204687" y="153897"/>
                </a:cubicBezTo>
                <a:cubicBezTo>
                  <a:pt x="205696" y="155068"/>
                  <a:pt x="206201" y="156406"/>
                  <a:pt x="206201" y="157921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close/>
                <a:moveTo>
                  <a:pt x="35208" y="83488"/>
                </a:move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83488" y="35208"/>
                </a:lnTo>
                <a:cubicBezTo>
                  <a:pt x="84995" y="35208"/>
                  <a:pt x="86334" y="35793"/>
                  <a:pt x="87512" y="36964"/>
                </a:cubicBezTo>
                <a:cubicBezTo>
                  <a:pt x="88514" y="37973"/>
                  <a:pt x="89019" y="39312"/>
                  <a:pt x="89019" y="40987"/>
                </a:cubicBezTo>
                <a:cubicBezTo>
                  <a:pt x="89019" y="42662"/>
                  <a:pt x="88514" y="44008"/>
                  <a:pt x="87512" y="45010"/>
                </a:cubicBezTo>
                <a:cubicBezTo>
                  <a:pt x="86334" y="46020"/>
                  <a:pt x="84995" y="46517"/>
                  <a:pt x="83488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83488"/>
                </a:lnTo>
                <a:cubicBezTo>
                  <a:pt x="46517" y="84995"/>
                  <a:pt x="46020" y="86334"/>
                  <a:pt x="45010" y="87512"/>
                </a:cubicBezTo>
                <a:cubicBezTo>
                  <a:pt x="43840" y="88514"/>
                  <a:pt x="42494" y="89019"/>
                  <a:pt x="40987" y="89019"/>
                </a:cubicBezTo>
                <a:cubicBezTo>
                  <a:pt x="39312" y="89019"/>
                  <a:pt x="37885" y="88514"/>
                  <a:pt x="36715" y="87512"/>
                </a:cubicBezTo>
                <a:cubicBezTo>
                  <a:pt x="35705" y="86334"/>
                  <a:pt x="35208" y="84995"/>
                  <a:pt x="35208" y="83488"/>
                </a:cubicBezTo>
                <a:close/>
                <a:moveTo>
                  <a:pt x="194884" y="83488"/>
                </a:move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157921" y="46517"/>
                </a:lnTo>
                <a:cubicBezTo>
                  <a:pt x="156406" y="46517"/>
                  <a:pt x="155068" y="46020"/>
                  <a:pt x="153897" y="45010"/>
                </a:cubicBezTo>
                <a:cubicBezTo>
                  <a:pt x="152888" y="43840"/>
                  <a:pt x="152383" y="42494"/>
                  <a:pt x="152383" y="40987"/>
                </a:cubicBezTo>
                <a:cubicBezTo>
                  <a:pt x="152383" y="39312"/>
                  <a:pt x="152888" y="37885"/>
                  <a:pt x="153897" y="36715"/>
                </a:cubicBezTo>
                <a:cubicBezTo>
                  <a:pt x="155068" y="35705"/>
                  <a:pt x="156406" y="35208"/>
                  <a:pt x="157921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83488"/>
                </a:lnTo>
                <a:cubicBezTo>
                  <a:pt x="206201" y="84995"/>
                  <a:pt x="205608" y="86334"/>
                  <a:pt x="204438" y="87512"/>
                </a:cubicBezTo>
                <a:cubicBezTo>
                  <a:pt x="203428" y="88514"/>
                  <a:pt x="202090" y="89019"/>
                  <a:pt x="200415" y="89019"/>
                </a:cubicBezTo>
                <a:cubicBezTo>
                  <a:pt x="198739" y="89019"/>
                  <a:pt x="197393" y="88514"/>
                  <a:pt x="196391" y="87512"/>
                </a:cubicBezTo>
                <a:cubicBezTo>
                  <a:pt x="195382" y="86334"/>
                  <a:pt x="194884" y="84995"/>
                  <a:pt x="194884" y="8348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308694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600" dirty="0"/>
          </a:p>
        </p:txBody>
      </p:sp>
      <p:sp>
        <p:nvSpPr>
          <p:cNvPr id="59" name="圖示 顯微分析"/>
          <p:cNvSpPr/>
          <p:nvPr/>
        </p:nvSpPr>
        <p:spPr>
          <a:xfrm>
            <a:off x="364653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97393"/>
                </a:moveTo>
                <a:lnTo>
                  <a:pt x="106370" y="167723"/>
                </a:lnTo>
                <a:lnTo>
                  <a:pt x="101337" y="167723"/>
                </a:lnTo>
                <a:cubicBezTo>
                  <a:pt x="88265" y="167723"/>
                  <a:pt x="77197" y="163283"/>
                  <a:pt x="68148" y="154395"/>
                </a:cubicBezTo>
                <a:cubicBezTo>
                  <a:pt x="59260" y="145346"/>
                  <a:pt x="54820" y="134278"/>
                  <a:pt x="54820" y="121206"/>
                </a:cubicBezTo>
                <a:cubicBezTo>
                  <a:pt x="54820" y="111484"/>
                  <a:pt x="57585" y="102596"/>
                  <a:pt x="63116" y="94549"/>
                </a:cubicBezTo>
                <a:cubicBezTo>
                  <a:pt x="68814" y="86670"/>
                  <a:pt x="76276" y="81052"/>
                  <a:pt x="85500" y="77702"/>
                </a:cubicBezTo>
                <a:cubicBezTo>
                  <a:pt x="85829" y="70658"/>
                  <a:pt x="88763" y="65047"/>
                  <a:pt x="94300" y="60855"/>
                </a:cubicBezTo>
                <a:cubicBezTo>
                  <a:pt x="99831" y="56664"/>
                  <a:pt x="106034" y="55325"/>
                  <a:pt x="112903" y="56832"/>
                </a:cubicBezTo>
                <a:lnTo>
                  <a:pt x="109384" y="47278"/>
                </a:lnTo>
                <a:cubicBezTo>
                  <a:pt x="108550" y="45427"/>
                  <a:pt x="108550" y="43672"/>
                  <a:pt x="109384" y="41997"/>
                </a:cubicBezTo>
                <a:cubicBezTo>
                  <a:pt x="110394" y="40153"/>
                  <a:pt x="111813" y="38895"/>
                  <a:pt x="113664" y="38222"/>
                </a:cubicBezTo>
                <a:lnTo>
                  <a:pt x="116926" y="36715"/>
                </a:lnTo>
                <a:lnTo>
                  <a:pt x="116173" y="34199"/>
                </a:lnTo>
                <a:cubicBezTo>
                  <a:pt x="115507" y="32355"/>
                  <a:pt x="115507" y="30512"/>
                  <a:pt x="116173" y="28668"/>
                </a:cubicBezTo>
                <a:cubicBezTo>
                  <a:pt x="117014" y="26825"/>
                  <a:pt x="118353" y="25567"/>
                  <a:pt x="120196" y="24894"/>
                </a:cubicBezTo>
                <a:cubicBezTo>
                  <a:pt x="122039" y="24221"/>
                  <a:pt x="123883" y="24221"/>
                  <a:pt x="125734" y="24894"/>
                </a:cubicBezTo>
                <a:cubicBezTo>
                  <a:pt x="127577" y="25735"/>
                  <a:pt x="128828" y="27074"/>
                  <a:pt x="129501" y="28917"/>
                </a:cubicBezTo>
                <a:lnTo>
                  <a:pt x="130510" y="31938"/>
                </a:lnTo>
                <a:lnTo>
                  <a:pt x="133276" y="30929"/>
                </a:lnTo>
                <a:cubicBezTo>
                  <a:pt x="135119" y="30256"/>
                  <a:pt x="136962" y="30343"/>
                  <a:pt x="138806" y="31185"/>
                </a:cubicBezTo>
                <a:cubicBezTo>
                  <a:pt x="140481" y="32019"/>
                  <a:pt x="141739" y="33277"/>
                  <a:pt x="142581" y="34952"/>
                </a:cubicBezTo>
                <a:lnTo>
                  <a:pt x="164453" y="92537"/>
                </a:lnTo>
                <a:cubicBezTo>
                  <a:pt x="165294" y="94381"/>
                  <a:pt x="165206" y="96224"/>
                  <a:pt x="164204" y="98068"/>
                </a:cubicBezTo>
                <a:cubicBezTo>
                  <a:pt x="163363" y="99743"/>
                  <a:pt x="162024" y="101001"/>
                  <a:pt x="160181" y="101842"/>
                </a:cubicBezTo>
                <a:lnTo>
                  <a:pt x="156911" y="103100"/>
                </a:lnTo>
                <a:lnTo>
                  <a:pt x="157921" y="105866"/>
                </a:lnTo>
                <a:cubicBezTo>
                  <a:pt x="158586" y="107709"/>
                  <a:pt x="158586" y="109472"/>
                  <a:pt x="157921" y="111147"/>
                </a:cubicBezTo>
                <a:cubicBezTo>
                  <a:pt x="157079" y="112991"/>
                  <a:pt x="155653" y="114249"/>
                  <a:pt x="153641" y="114914"/>
                </a:cubicBezTo>
                <a:cubicBezTo>
                  <a:pt x="151798" y="115587"/>
                  <a:pt x="150035" y="115507"/>
                  <a:pt x="148360" y="114666"/>
                </a:cubicBezTo>
                <a:cubicBezTo>
                  <a:pt x="146684" y="113825"/>
                  <a:pt x="145426" y="112486"/>
                  <a:pt x="144592" y="110642"/>
                </a:cubicBezTo>
                <a:lnTo>
                  <a:pt x="143583" y="107877"/>
                </a:lnTo>
                <a:lnTo>
                  <a:pt x="140064" y="109135"/>
                </a:lnTo>
                <a:cubicBezTo>
                  <a:pt x="138221" y="109969"/>
                  <a:pt x="136377" y="109969"/>
                  <a:pt x="134534" y="109135"/>
                </a:cubicBezTo>
                <a:cubicBezTo>
                  <a:pt x="132690" y="108294"/>
                  <a:pt x="131432" y="106868"/>
                  <a:pt x="130759" y="104856"/>
                </a:cubicBezTo>
                <a:lnTo>
                  <a:pt x="126736" y="94044"/>
                </a:lnTo>
                <a:cubicBezTo>
                  <a:pt x="124388" y="96897"/>
                  <a:pt x="121623" y="99077"/>
                  <a:pt x="118440" y="100584"/>
                </a:cubicBezTo>
                <a:cubicBezTo>
                  <a:pt x="115083" y="102091"/>
                  <a:pt x="111484" y="102764"/>
                  <a:pt x="107629" y="102596"/>
                </a:cubicBezTo>
                <a:cubicBezTo>
                  <a:pt x="103100" y="102596"/>
                  <a:pt x="99077" y="101337"/>
                  <a:pt x="95558" y="98821"/>
                </a:cubicBezTo>
                <a:cubicBezTo>
                  <a:pt x="91864" y="96144"/>
                  <a:pt x="89019" y="92786"/>
                  <a:pt x="87007" y="88763"/>
                </a:cubicBezTo>
                <a:cubicBezTo>
                  <a:pt x="80635" y="91616"/>
                  <a:pt x="75603" y="95975"/>
                  <a:pt x="71916" y="101842"/>
                </a:cubicBezTo>
                <a:cubicBezTo>
                  <a:pt x="68061" y="107709"/>
                  <a:pt x="66137" y="114161"/>
                  <a:pt x="66137" y="121206"/>
                </a:cubicBezTo>
                <a:cubicBezTo>
                  <a:pt x="66137" y="131096"/>
                  <a:pt x="69568" y="139391"/>
                  <a:pt x="76444" y="146099"/>
                </a:cubicBezTo>
                <a:cubicBezTo>
                  <a:pt x="83152" y="152968"/>
                  <a:pt x="91447" y="156406"/>
                  <a:pt x="101337" y="156406"/>
                </a:cubicBezTo>
                <a:lnTo>
                  <a:pt x="178535" y="156406"/>
                </a:lnTo>
                <a:cubicBezTo>
                  <a:pt x="180049" y="156406"/>
                  <a:pt x="181388" y="156911"/>
                  <a:pt x="182558" y="157921"/>
                </a:cubicBezTo>
                <a:cubicBezTo>
                  <a:pt x="183568" y="159091"/>
                  <a:pt x="184072" y="160517"/>
                  <a:pt x="184072" y="162193"/>
                </a:cubicBezTo>
                <a:cubicBezTo>
                  <a:pt x="184072" y="163700"/>
                  <a:pt x="183568" y="165038"/>
                  <a:pt x="182558" y="166216"/>
                </a:cubicBezTo>
                <a:cubicBezTo>
                  <a:pt x="181388" y="167218"/>
                  <a:pt x="180049" y="167723"/>
                  <a:pt x="178535" y="167723"/>
                </a:cubicBezTo>
                <a:lnTo>
                  <a:pt x="123971" y="167723"/>
                </a:lnTo>
                <a:lnTo>
                  <a:pt x="123971" y="197393"/>
                </a:lnTo>
                <a:lnTo>
                  <a:pt x="181051" y="197393"/>
                </a:lnTo>
                <a:cubicBezTo>
                  <a:pt x="182558" y="197393"/>
                  <a:pt x="183904" y="197898"/>
                  <a:pt x="185075" y="198908"/>
                </a:cubicBezTo>
                <a:cubicBezTo>
                  <a:pt x="186084" y="200078"/>
                  <a:pt x="186581" y="201504"/>
                  <a:pt x="186581" y="203180"/>
                </a:cubicBezTo>
                <a:cubicBezTo>
                  <a:pt x="186581" y="204687"/>
                  <a:pt x="186084" y="206033"/>
                  <a:pt x="185075" y="207203"/>
                </a:cubicBezTo>
                <a:cubicBezTo>
                  <a:pt x="183904" y="208213"/>
                  <a:pt x="182558" y="208710"/>
                  <a:pt x="181051" y="208710"/>
                </a:cubicBezTo>
                <a:lnTo>
                  <a:pt x="60350" y="208710"/>
                </a:lnTo>
                <a:cubicBezTo>
                  <a:pt x="58843" y="208710"/>
                  <a:pt x="57497" y="208125"/>
                  <a:pt x="56327" y="206954"/>
                </a:cubicBezTo>
                <a:cubicBezTo>
                  <a:pt x="55325" y="205945"/>
                  <a:pt x="54820" y="204606"/>
                  <a:pt x="54820" y="202931"/>
                </a:cubicBezTo>
                <a:cubicBezTo>
                  <a:pt x="54820" y="201248"/>
                  <a:pt x="55325" y="199910"/>
                  <a:pt x="56327" y="198908"/>
                </a:cubicBezTo>
                <a:cubicBezTo>
                  <a:pt x="57497" y="197898"/>
                  <a:pt x="58843" y="197393"/>
                  <a:pt x="60350" y="197393"/>
                </a:cubicBezTo>
                <a:lnTo>
                  <a:pt x="106370" y="197393"/>
                </a:lnTo>
                <a:close/>
                <a:moveTo>
                  <a:pt x="139815" y="98821"/>
                </a:moveTo>
                <a:lnTo>
                  <a:pt x="153897" y="93547"/>
                </a:lnTo>
                <a:lnTo>
                  <a:pt x="134029" y="40738"/>
                </a:lnTo>
                <a:lnTo>
                  <a:pt x="119699" y="45764"/>
                </a:lnTo>
                <a:lnTo>
                  <a:pt x="139815" y="98821"/>
                </a:lnTo>
                <a:close/>
                <a:moveTo>
                  <a:pt x="117936" y="88763"/>
                </a:moveTo>
                <a:cubicBezTo>
                  <a:pt x="120452" y="86422"/>
                  <a:pt x="121710" y="83401"/>
                  <a:pt x="121710" y="79714"/>
                </a:cubicBezTo>
                <a:cubicBezTo>
                  <a:pt x="121710" y="76027"/>
                  <a:pt x="120452" y="72837"/>
                  <a:pt x="117936" y="70160"/>
                </a:cubicBezTo>
                <a:cubicBezTo>
                  <a:pt x="115419" y="67644"/>
                  <a:pt x="112318" y="66385"/>
                  <a:pt x="108631" y="66385"/>
                </a:cubicBezTo>
                <a:cubicBezTo>
                  <a:pt x="104944" y="66385"/>
                  <a:pt x="101842" y="67644"/>
                  <a:pt x="99326" y="70160"/>
                </a:cubicBezTo>
                <a:cubicBezTo>
                  <a:pt x="96809" y="72669"/>
                  <a:pt x="95558" y="75771"/>
                  <a:pt x="95558" y="79465"/>
                </a:cubicBezTo>
                <a:cubicBezTo>
                  <a:pt x="95558" y="83152"/>
                  <a:pt x="96809" y="86254"/>
                  <a:pt x="99326" y="88763"/>
                </a:cubicBezTo>
                <a:cubicBezTo>
                  <a:pt x="101842" y="91279"/>
                  <a:pt x="104944" y="92537"/>
                  <a:pt x="108631" y="92537"/>
                </a:cubicBezTo>
                <a:cubicBezTo>
                  <a:pt x="112318" y="92537"/>
                  <a:pt x="115419" y="91279"/>
                  <a:pt x="117936" y="88763"/>
                </a:cubicBezTo>
                <a:close/>
                <a:moveTo>
                  <a:pt x="139815" y="98821"/>
                </a:moveTo>
                <a:close/>
                <a:moveTo>
                  <a:pt x="108631" y="79209"/>
                </a:moveTo>
                <a:close/>
                <a:moveTo>
                  <a:pt x="108879" y="7920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353071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600" dirty="0"/>
          </a:p>
        </p:txBody>
      </p:sp>
      <p:sp>
        <p:nvSpPr>
          <p:cNvPr id="61" name="圖示 實驗"/>
          <p:cNvSpPr/>
          <p:nvPr/>
        </p:nvSpPr>
        <p:spPr>
          <a:xfrm>
            <a:off x="409031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06201"/>
                </a:moveTo>
                <a:cubicBezTo>
                  <a:pt x="39897" y="206201"/>
                  <a:pt x="36130" y="203765"/>
                  <a:pt x="33950" y="198908"/>
                </a:cubicBezTo>
                <a:cubicBezTo>
                  <a:pt x="31602" y="193875"/>
                  <a:pt x="32267" y="189347"/>
                  <a:pt x="35962" y="185323"/>
                </a:cubicBezTo>
                <a:lnTo>
                  <a:pt x="97819" y="114161"/>
                </a:lnTo>
                <a:lnTo>
                  <a:pt x="97819" y="46517"/>
                </a:lnTo>
                <a:lnTo>
                  <a:pt x="83488" y="46517"/>
                </a:lnTo>
                <a:cubicBezTo>
                  <a:pt x="81974" y="46517"/>
                  <a:pt x="80635" y="46020"/>
                  <a:pt x="79465" y="45010"/>
                </a:cubicBezTo>
                <a:cubicBezTo>
                  <a:pt x="78456" y="43840"/>
                  <a:pt x="77951" y="42494"/>
                  <a:pt x="77951" y="40987"/>
                </a:cubicBezTo>
                <a:cubicBezTo>
                  <a:pt x="77951" y="39312"/>
                  <a:pt x="78456" y="37885"/>
                  <a:pt x="79465" y="36715"/>
                </a:cubicBezTo>
                <a:cubicBezTo>
                  <a:pt x="80635" y="35705"/>
                  <a:pt x="81974" y="35208"/>
                  <a:pt x="83488" y="35208"/>
                </a:cubicBezTo>
                <a:lnTo>
                  <a:pt x="157921" y="35208"/>
                </a:lnTo>
                <a:cubicBezTo>
                  <a:pt x="159427" y="35208"/>
                  <a:pt x="160766" y="35793"/>
                  <a:pt x="161944" y="36964"/>
                </a:cubicBezTo>
                <a:cubicBezTo>
                  <a:pt x="162946" y="37973"/>
                  <a:pt x="163451" y="39312"/>
                  <a:pt x="163451" y="40987"/>
                </a:cubicBezTo>
                <a:cubicBezTo>
                  <a:pt x="163451" y="42662"/>
                  <a:pt x="162946" y="44008"/>
                  <a:pt x="161944" y="45010"/>
                </a:cubicBezTo>
                <a:cubicBezTo>
                  <a:pt x="160766" y="46020"/>
                  <a:pt x="159427" y="46517"/>
                  <a:pt x="157921" y="46517"/>
                </a:cubicBezTo>
                <a:lnTo>
                  <a:pt x="143583" y="46517"/>
                </a:lnTo>
                <a:lnTo>
                  <a:pt x="143583" y="114161"/>
                </a:lnTo>
                <a:lnTo>
                  <a:pt x="205440" y="185323"/>
                </a:lnTo>
                <a:cubicBezTo>
                  <a:pt x="209134" y="189347"/>
                  <a:pt x="209800" y="193875"/>
                  <a:pt x="207452" y="198908"/>
                </a:cubicBezTo>
                <a:cubicBezTo>
                  <a:pt x="205272" y="203765"/>
                  <a:pt x="201504" y="206201"/>
                  <a:pt x="196142" y="206201"/>
                </a:cubicBezTo>
                <a:lnTo>
                  <a:pt x="45266" y="206201"/>
                </a:lnTo>
                <a:close/>
                <a:moveTo>
                  <a:pt x="42999" y="194884"/>
                </a:moveTo>
                <a:lnTo>
                  <a:pt x="198403" y="194884"/>
                </a:lnTo>
                <a:lnTo>
                  <a:pt x="132266" y="118440"/>
                </a:lnTo>
                <a:lnTo>
                  <a:pt x="132266" y="46517"/>
                </a:lnTo>
                <a:lnTo>
                  <a:pt x="109135" y="46517"/>
                </a:lnTo>
                <a:lnTo>
                  <a:pt x="109135" y="118440"/>
                </a:lnTo>
                <a:lnTo>
                  <a:pt x="42999" y="194884"/>
                </a:lnTo>
                <a:close/>
                <a:moveTo>
                  <a:pt x="120196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397449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600" dirty="0"/>
          </a:p>
        </p:txBody>
      </p:sp>
      <p:sp>
        <p:nvSpPr>
          <p:cNvPr id="63" name="圖示 問題追蹤"/>
          <p:cNvSpPr/>
          <p:nvPr/>
        </p:nvSpPr>
        <p:spPr>
          <a:xfrm>
            <a:off x="453408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6201"/>
                </a:moveTo>
                <a:cubicBezTo>
                  <a:pt x="110642" y="206201"/>
                  <a:pt x="101337" y="203765"/>
                  <a:pt x="92786" y="198908"/>
                </a:cubicBezTo>
                <a:cubicBezTo>
                  <a:pt x="84242" y="194211"/>
                  <a:pt x="77870" y="187423"/>
                  <a:pt x="73679" y="178535"/>
                </a:cubicBezTo>
                <a:lnTo>
                  <a:pt x="51045" y="178535"/>
                </a:lnTo>
                <a:cubicBezTo>
                  <a:pt x="49370" y="178535"/>
                  <a:pt x="48032" y="177950"/>
                  <a:pt x="47022" y="176779"/>
                </a:cubicBezTo>
                <a:cubicBezTo>
                  <a:pt x="45852" y="175770"/>
                  <a:pt x="45266" y="174431"/>
                  <a:pt x="45266" y="172756"/>
                </a:cubicBezTo>
                <a:cubicBezTo>
                  <a:pt x="45266" y="171073"/>
                  <a:pt x="45852" y="169735"/>
                  <a:pt x="47022" y="168732"/>
                </a:cubicBezTo>
                <a:cubicBezTo>
                  <a:pt x="48032" y="167723"/>
                  <a:pt x="49370" y="167218"/>
                  <a:pt x="51045" y="167218"/>
                </a:cubicBezTo>
                <a:lnTo>
                  <a:pt x="68646" y="167218"/>
                </a:lnTo>
                <a:cubicBezTo>
                  <a:pt x="67139" y="162361"/>
                  <a:pt x="66385" y="157416"/>
                  <a:pt x="66385" y="152383"/>
                </a:cubicBezTo>
                <a:cubicBezTo>
                  <a:pt x="66385" y="147357"/>
                  <a:pt x="66385" y="142325"/>
                  <a:pt x="66385" y="137299"/>
                </a:cubicBezTo>
                <a:lnTo>
                  <a:pt x="50797" y="137299"/>
                </a:lnTo>
                <a:cubicBezTo>
                  <a:pt x="49122" y="137299"/>
                  <a:pt x="47776" y="136714"/>
                  <a:pt x="46773" y="135536"/>
                </a:cubicBezTo>
                <a:cubicBezTo>
                  <a:pt x="45596" y="134366"/>
                  <a:pt x="45010" y="133020"/>
                  <a:pt x="45010" y="131513"/>
                </a:cubicBezTo>
                <a:cubicBezTo>
                  <a:pt x="45010" y="129837"/>
                  <a:pt x="45596" y="128499"/>
                  <a:pt x="46773" y="127489"/>
                </a:cubicBezTo>
                <a:cubicBezTo>
                  <a:pt x="47776" y="126319"/>
                  <a:pt x="49122" y="125734"/>
                  <a:pt x="50797" y="125734"/>
                </a:cubicBezTo>
                <a:lnTo>
                  <a:pt x="66385" y="125734"/>
                </a:lnTo>
                <a:cubicBezTo>
                  <a:pt x="66385" y="120364"/>
                  <a:pt x="66385" y="115083"/>
                  <a:pt x="66385" y="109889"/>
                </a:cubicBezTo>
                <a:cubicBezTo>
                  <a:pt x="66385" y="104527"/>
                  <a:pt x="67227" y="99326"/>
                  <a:pt x="68902" y="94300"/>
                </a:cubicBezTo>
                <a:lnTo>
                  <a:pt x="51045" y="94300"/>
                </a:lnTo>
                <a:cubicBezTo>
                  <a:pt x="49370" y="94300"/>
                  <a:pt x="48032" y="93795"/>
                  <a:pt x="47022" y="92786"/>
                </a:cubicBezTo>
                <a:cubicBezTo>
                  <a:pt x="45852" y="91616"/>
                  <a:pt x="45266" y="90277"/>
                  <a:pt x="45266" y="88763"/>
                </a:cubicBezTo>
                <a:cubicBezTo>
                  <a:pt x="45266" y="87087"/>
                  <a:pt x="45852" y="85661"/>
                  <a:pt x="47022" y="84491"/>
                </a:cubicBezTo>
                <a:cubicBezTo>
                  <a:pt x="48032" y="83488"/>
                  <a:pt x="49370" y="82984"/>
                  <a:pt x="51045" y="82984"/>
                </a:cubicBezTo>
                <a:lnTo>
                  <a:pt x="74183" y="82984"/>
                </a:lnTo>
                <a:cubicBezTo>
                  <a:pt x="76693" y="78287"/>
                  <a:pt x="79962" y="74183"/>
                  <a:pt x="83986" y="70658"/>
                </a:cubicBezTo>
                <a:cubicBezTo>
                  <a:pt x="87841" y="67139"/>
                  <a:pt x="92201" y="64293"/>
                  <a:pt x="97065" y="62113"/>
                </a:cubicBezTo>
                <a:lnTo>
                  <a:pt x="81477" y="46517"/>
                </a:lnTo>
                <a:cubicBezTo>
                  <a:pt x="80467" y="45515"/>
                  <a:pt x="79962" y="44337"/>
                  <a:pt x="79962" y="42999"/>
                </a:cubicBezTo>
                <a:cubicBezTo>
                  <a:pt x="79962" y="41492"/>
                  <a:pt x="80467" y="40234"/>
                  <a:pt x="81477" y="39231"/>
                </a:cubicBezTo>
                <a:cubicBezTo>
                  <a:pt x="82479" y="38222"/>
                  <a:pt x="83737" y="37717"/>
                  <a:pt x="85244" y="37717"/>
                </a:cubicBezTo>
                <a:cubicBezTo>
                  <a:pt x="86583" y="37717"/>
                  <a:pt x="87760" y="38222"/>
                  <a:pt x="88763" y="39231"/>
                </a:cubicBezTo>
                <a:lnTo>
                  <a:pt x="108126" y="58339"/>
                </a:lnTo>
                <a:cubicBezTo>
                  <a:pt x="112318" y="56832"/>
                  <a:pt x="116597" y="56078"/>
                  <a:pt x="120950" y="56078"/>
                </a:cubicBezTo>
                <a:cubicBezTo>
                  <a:pt x="125309" y="56078"/>
                  <a:pt x="129669" y="56832"/>
                  <a:pt x="134029" y="58339"/>
                </a:cubicBezTo>
                <a:lnTo>
                  <a:pt x="153392" y="39231"/>
                </a:lnTo>
                <a:cubicBezTo>
                  <a:pt x="154395" y="38222"/>
                  <a:pt x="155572" y="37717"/>
                  <a:pt x="156911" y="37717"/>
                </a:cubicBezTo>
                <a:cubicBezTo>
                  <a:pt x="158418" y="37717"/>
                  <a:pt x="159764" y="38222"/>
                  <a:pt x="160934" y="39231"/>
                </a:cubicBezTo>
                <a:cubicBezTo>
                  <a:pt x="161776" y="40234"/>
                  <a:pt x="162193" y="41404"/>
                  <a:pt x="162193" y="42750"/>
                </a:cubicBezTo>
                <a:cubicBezTo>
                  <a:pt x="162193" y="44257"/>
                  <a:pt x="161688" y="45515"/>
                  <a:pt x="160686" y="46517"/>
                </a:cubicBezTo>
                <a:lnTo>
                  <a:pt x="145346" y="62113"/>
                </a:lnTo>
                <a:cubicBezTo>
                  <a:pt x="150203" y="64293"/>
                  <a:pt x="154482" y="67139"/>
                  <a:pt x="158169" y="70658"/>
                </a:cubicBezTo>
                <a:cubicBezTo>
                  <a:pt x="161856" y="74352"/>
                  <a:pt x="165038" y="78456"/>
                  <a:pt x="167723" y="82984"/>
                </a:cubicBezTo>
                <a:lnTo>
                  <a:pt x="190605" y="82984"/>
                </a:lnTo>
                <a:cubicBezTo>
                  <a:pt x="192280" y="82984"/>
                  <a:pt x="193626" y="83569"/>
                  <a:pt x="194628" y="84739"/>
                </a:cubicBezTo>
                <a:cubicBezTo>
                  <a:pt x="195806" y="85749"/>
                  <a:pt x="196391" y="87087"/>
                  <a:pt x="196391" y="88763"/>
                </a:cubicBezTo>
                <a:cubicBezTo>
                  <a:pt x="196391" y="90445"/>
                  <a:pt x="195806" y="91784"/>
                  <a:pt x="194628" y="92786"/>
                </a:cubicBezTo>
                <a:cubicBezTo>
                  <a:pt x="193626" y="93795"/>
                  <a:pt x="192280" y="94300"/>
                  <a:pt x="190605" y="94300"/>
                </a:cubicBezTo>
                <a:lnTo>
                  <a:pt x="172500" y="94300"/>
                </a:lnTo>
                <a:cubicBezTo>
                  <a:pt x="174343" y="99326"/>
                  <a:pt x="175184" y="104527"/>
                  <a:pt x="175016" y="109889"/>
                </a:cubicBezTo>
                <a:cubicBezTo>
                  <a:pt x="175016" y="115251"/>
                  <a:pt x="175016" y="120533"/>
                  <a:pt x="175016" y="125734"/>
                </a:cubicBezTo>
                <a:lnTo>
                  <a:pt x="190605" y="125734"/>
                </a:lnTo>
                <a:cubicBezTo>
                  <a:pt x="192280" y="125734"/>
                  <a:pt x="193626" y="126319"/>
                  <a:pt x="194628" y="127489"/>
                </a:cubicBezTo>
                <a:cubicBezTo>
                  <a:pt x="195806" y="128499"/>
                  <a:pt x="196391" y="129837"/>
                  <a:pt x="196391" y="131513"/>
                </a:cubicBezTo>
                <a:cubicBezTo>
                  <a:pt x="196391" y="133188"/>
                  <a:pt x="195806" y="134534"/>
                  <a:pt x="194628" y="135536"/>
                </a:cubicBezTo>
                <a:cubicBezTo>
                  <a:pt x="193626" y="136714"/>
                  <a:pt x="192280" y="137299"/>
                  <a:pt x="190605" y="137299"/>
                </a:cubicBezTo>
                <a:lnTo>
                  <a:pt x="175016" y="137299"/>
                </a:lnTo>
                <a:cubicBezTo>
                  <a:pt x="175016" y="142325"/>
                  <a:pt x="175016" y="147357"/>
                  <a:pt x="175016" y="152383"/>
                </a:cubicBezTo>
                <a:cubicBezTo>
                  <a:pt x="175016" y="157416"/>
                  <a:pt x="174263" y="162361"/>
                  <a:pt x="172756" y="167218"/>
                </a:cubicBezTo>
                <a:lnTo>
                  <a:pt x="190605" y="167218"/>
                </a:lnTo>
                <a:cubicBezTo>
                  <a:pt x="192280" y="167218"/>
                  <a:pt x="193626" y="167723"/>
                  <a:pt x="194628" y="168732"/>
                </a:cubicBezTo>
                <a:cubicBezTo>
                  <a:pt x="195806" y="169903"/>
                  <a:pt x="196391" y="171329"/>
                  <a:pt x="196391" y="173004"/>
                </a:cubicBezTo>
                <a:cubicBezTo>
                  <a:pt x="196391" y="174511"/>
                  <a:pt x="195806" y="175857"/>
                  <a:pt x="194628" y="177028"/>
                </a:cubicBezTo>
                <a:cubicBezTo>
                  <a:pt x="193626" y="178037"/>
                  <a:pt x="192280" y="178535"/>
                  <a:pt x="190605" y="178535"/>
                </a:cubicBezTo>
                <a:lnTo>
                  <a:pt x="167979" y="178535"/>
                </a:lnTo>
                <a:cubicBezTo>
                  <a:pt x="163787" y="187591"/>
                  <a:pt x="157416" y="194460"/>
                  <a:pt x="148864" y="199156"/>
                </a:cubicBezTo>
                <a:cubicBezTo>
                  <a:pt x="140145" y="203853"/>
                  <a:pt x="130759" y="206201"/>
                  <a:pt x="120701" y="206201"/>
                </a:cubicBezTo>
                <a:close/>
                <a:moveTo>
                  <a:pt x="120701" y="194884"/>
                </a:moveTo>
                <a:cubicBezTo>
                  <a:pt x="132434" y="194884"/>
                  <a:pt x="142493" y="190693"/>
                  <a:pt x="150876" y="182309"/>
                </a:cubicBezTo>
                <a:cubicBezTo>
                  <a:pt x="159259" y="174094"/>
                  <a:pt x="163451" y="164036"/>
                  <a:pt x="163451" y="152134"/>
                </a:cubicBezTo>
                <a:lnTo>
                  <a:pt x="163451" y="110642"/>
                </a:lnTo>
                <a:cubicBezTo>
                  <a:pt x="163451" y="98741"/>
                  <a:pt x="159259" y="88682"/>
                  <a:pt x="150876" y="80467"/>
                </a:cubicBezTo>
                <a:cubicBezTo>
                  <a:pt x="142493" y="72084"/>
                  <a:pt x="132434" y="67892"/>
                  <a:pt x="120701" y="67892"/>
                </a:cubicBezTo>
                <a:cubicBezTo>
                  <a:pt x="108967" y="67892"/>
                  <a:pt x="98909" y="72084"/>
                  <a:pt x="90526" y="80467"/>
                </a:cubicBezTo>
                <a:cubicBezTo>
                  <a:pt x="82142" y="88682"/>
                  <a:pt x="77951" y="98741"/>
                  <a:pt x="77951" y="110642"/>
                </a:cubicBezTo>
                <a:lnTo>
                  <a:pt x="77951" y="152134"/>
                </a:lnTo>
                <a:cubicBezTo>
                  <a:pt x="77951" y="164036"/>
                  <a:pt x="82142" y="174094"/>
                  <a:pt x="90526" y="182309"/>
                </a:cubicBezTo>
                <a:cubicBezTo>
                  <a:pt x="98909" y="190693"/>
                  <a:pt x="108967" y="194884"/>
                  <a:pt x="120701" y="194884"/>
                </a:cubicBezTo>
                <a:close/>
                <a:moveTo>
                  <a:pt x="107877" y="158418"/>
                </a:moveTo>
                <a:lnTo>
                  <a:pt x="133524" y="158418"/>
                </a:lnTo>
                <a:cubicBezTo>
                  <a:pt x="135200" y="158418"/>
                  <a:pt x="136546" y="157833"/>
                  <a:pt x="137548" y="156662"/>
                </a:cubicBezTo>
                <a:cubicBezTo>
                  <a:pt x="138725" y="155653"/>
                  <a:pt x="139311" y="154314"/>
                  <a:pt x="139311" y="152639"/>
                </a:cubicBezTo>
                <a:cubicBezTo>
                  <a:pt x="139311" y="150956"/>
                  <a:pt x="138725" y="149618"/>
                  <a:pt x="137548" y="148616"/>
                </a:cubicBezTo>
                <a:cubicBezTo>
                  <a:pt x="136546" y="147606"/>
                  <a:pt x="135200" y="147101"/>
                  <a:pt x="133524" y="147101"/>
                </a:cubicBezTo>
                <a:lnTo>
                  <a:pt x="107877" y="147101"/>
                </a:lnTo>
                <a:cubicBezTo>
                  <a:pt x="106202" y="147101"/>
                  <a:pt x="104856" y="147606"/>
                  <a:pt x="103854" y="148616"/>
                </a:cubicBezTo>
                <a:cubicBezTo>
                  <a:pt x="102676" y="149786"/>
                  <a:pt x="102091" y="151212"/>
                  <a:pt x="102091" y="152888"/>
                </a:cubicBezTo>
                <a:cubicBezTo>
                  <a:pt x="102091" y="154395"/>
                  <a:pt x="102676" y="155741"/>
                  <a:pt x="103854" y="156911"/>
                </a:cubicBezTo>
                <a:cubicBezTo>
                  <a:pt x="104856" y="157921"/>
                  <a:pt x="106202" y="158418"/>
                  <a:pt x="107877" y="158418"/>
                </a:cubicBezTo>
                <a:close/>
                <a:moveTo>
                  <a:pt x="107877" y="115675"/>
                </a:moveTo>
                <a:lnTo>
                  <a:pt x="133524" y="115675"/>
                </a:lnTo>
                <a:cubicBezTo>
                  <a:pt x="135200" y="115675"/>
                  <a:pt x="136546" y="115171"/>
                  <a:pt x="137548" y="114161"/>
                </a:cubicBezTo>
                <a:cubicBezTo>
                  <a:pt x="138725" y="112991"/>
                  <a:pt x="139311" y="111652"/>
                  <a:pt x="139311" y="110138"/>
                </a:cubicBezTo>
                <a:cubicBezTo>
                  <a:pt x="139311" y="108462"/>
                  <a:pt x="138725" y="107036"/>
                  <a:pt x="137548" y="105866"/>
                </a:cubicBezTo>
                <a:cubicBezTo>
                  <a:pt x="136546" y="104856"/>
                  <a:pt x="135200" y="104359"/>
                  <a:pt x="133524" y="104359"/>
                </a:cubicBezTo>
                <a:lnTo>
                  <a:pt x="107877" y="104359"/>
                </a:lnTo>
                <a:cubicBezTo>
                  <a:pt x="106202" y="104359"/>
                  <a:pt x="104856" y="104944"/>
                  <a:pt x="103854" y="106114"/>
                </a:cubicBezTo>
                <a:cubicBezTo>
                  <a:pt x="102676" y="107124"/>
                  <a:pt x="102091" y="108462"/>
                  <a:pt x="102091" y="110138"/>
                </a:cubicBezTo>
                <a:cubicBezTo>
                  <a:pt x="102091" y="111813"/>
                  <a:pt x="102676" y="113159"/>
                  <a:pt x="103854" y="114161"/>
                </a:cubicBezTo>
                <a:cubicBezTo>
                  <a:pt x="104856" y="115171"/>
                  <a:pt x="106202" y="115675"/>
                  <a:pt x="107877" y="115675"/>
                </a:cubicBezTo>
                <a:close/>
                <a:moveTo>
                  <a:pt x="120701" y="13151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441827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600" dirty="0"/>
          </a:p>
        </p:txBody>
      </p:sp>
      <p:sp>
        <p:nvSpPr>
          <p:cNvPr id="65" name="圖示 成果"/>
          <p:cNvSpPr/>
          <p:nvPr/>
        </p:nvSpPr>
        <p:spPr>
          <a:xfrm>
            <a:off x="497786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194884"/>
                </a:moveTo>
                <a:lnTo>
                  <a:pt x="114914" y="155909"/>
                </a:lnTo>
                <a:cubicBezTo>
                  <a:pt x="105529" y="154731"/>
                  <a:pt x="97314" y="151044"/>
                  <a:pt x="90277" y="144841"/>
                </a:cubicBezTo>
                <a:cubicBezTo>
                  <a:pt x="83232" y="138469"/>
                  <a:pt x="78624" y="130759"/>
                  <a:pt x="76444" y="121710"/>
                </a:cubicBezTo>
                <a:cubicBezTo>
                  <a:pt x="65047" y="120364"/>
                  <a:pt x="55325" y="115756"/>
                  <a:pt x="47278" y="107877"/>
                </a:cubicBezTo>
                <a:cubicBezTo>
                  <a:pt x="39231" y="99999"/>
                  <a:pt x="35208" y="90357"/>
                  <a:pt x="35208" y="78960"/>
                </a:cubicBezTo>
                <a:lnTo>
                  <a:pt x="35208" y="71162"/>
                </a:lnTo>
                <a:cubicBezTo>
                  <a:pt x="35208" y="67307"/>
                  <a:pt x="36627" y="63957"/>
                  <a:pt x="39480" y="61104"/>
                </a:cubicBezTo>
                <a:cubicBezTo>
                  <a:pt x="42326" y="58258"/>
                  <a:pt x="45764" y="56832"/>
                  <a:pt x="49787" y="56832"/>
                </a:cubicBezTo>
                <a:lnTo>
                  <a:pt x="74432" y="56832"/>
                </a:lnTo>
                <a:lnTo>
                  <a:pt x="74432" y="49787"/>
                </a:lnTo>
                <a:cubicBezTo>
                  <a:pt x="74432" y="45764"/>
                  <a:pt x="75859" y="42326"/>
                  <a:pt x="78704" y="39480"/>
                </a:cubicBezTo>
                <a:cubicBezTo>
                  <a:pt x="81557" y="36627"/>
                  <a:pt x="84995" y="35208"/>
                  <a:pt x="89019" y="35208"/>
                </a:cubicBezTo>
                <a:lnTo>
                  <a:pt x="152383" y="35208"/>
                </a:lnTo>
                <a:cubicBezTo>
                  <a:pt x="156406" y="35208"/>
                  <a:pt x="159844" y="36627"/>
                  <a:pt x="162697" y="39480"/>
                </a:cubicBezTo>
                <a:cubicBezTo>
                  <a:pt x="165543" y="42326"/>
                  <a:pt x="166969" y="45764"/>
                  <a:pt x="166969" y="49787"/>
                </a:cubicBezTo>
                <a:lnTo>
                  <a:pt x="166969" y="56832"/>
                </a:lnTo>
                <a:lnTo>
                  <a:pt x="191614" y="56832"/>
                </a:lnTo>
                <a:cubicBezTo>
                  <a:pt x="195638" y="56832"/>
                  <a:pt x="199076" y="58258"/>
                  <a:pt x="201921" y="61104"/>
                </a:cubicBezTo>
                <a:cubicBezTo>
                  <a:pt x="204774" y="63957"/>
                  <a:pt x="206201" y="67307"/>
                  <a:pt x="206201" y="71162"/>
                </a:cubicBezTo>
                <a:lnTo>
                  <a:pt x="206201" y="78960"/>
                </a:lnTo>
                <a:cubicBezTo>
                  <a:pt x="206201" y="90357"/>
                  <a:pt x="202177" y="99999"/>
                  <a:pt x="194131" y="107877"/>
                </a:cubicBezTo>
                <a:cubicBezTo>
                  <a:pt x="186084" y="115756"/>
                  <a:pt x="176355" y="120364"/>
                  <a:pt x="164958" y="121710"/>
                </a:cubicBezTo>
                <a:cubicBezTo>
                  <a:pt x="162778" y="130759"/>
                  <a:pt x="158169" y="138389"/>
                  <a:pt x="151125" y="144592"/>
                </a:cubicBezTo>
                <a:cubicBezTo>
                  <a:pt x="144087" y="150956"/>
                  <a:pt x="135873" y="154731"/>
                  <a:pt x="126487" y="155909"/>
                </a:cubicBezTo>
                <a:lnTo>
                  <a:pt x="126487" y="194884"/>
                </a:lnTo>
                <a:lnTo>
                  <a:pt x="155148" y="194884"/>
                </a:lnTo>
                <a:cubicBezTo>
                  <a:pt x="156662" y="194884"/>
                  <a:pt x="158001" y="195382"/>
                  <a:pt x="159171" y="196391"/>
                </a:cubicBezTo>
                <a:cubicBezTo>
                  <a:pt x="160181" y="197562"/>
                  <a:pt x="160686" y="198908"/>
                  <a:pt x="160686" y="200415"/>
                </a:cubicBezTo>
                <a:cubicBezTo>
                  <a:pt x="160686" y="202090"/>
                  <a:pt x="160181" y="203516"/>
                  <a:pt x="159171" y="204687"/>
                </a:cubicBezTo>
                <a:cubicBezTo>
                  <a:pt x="158001" y="205696"/>
                  <a:pt x="156662" y="206201"/>
                  <a:pt x="155148" y="206201"/>
                </a:cubicBezTo>
                <a:lnTo>
                  <a:pt x="86254" y="206201"/>
                </a:lnTo>
                <a:cubicBezTo>
                  <a:pt x="84739" y="206201"/>
                  <a:pt x="83401" y="205608"/>
                  <a:pt x="82230" y="204438"/>
                </a:cubicBezTo>
                <a:cubicBezTo>
                  <a:pt x="81221" y="203428"/>
                  <a:pt x="80716" y="202090"/>
                  <a:pt x="80716" y="200415"/>
                </a:cubicBezTo>
                <a:cubicBezTo>
                  <a:pt x="80716" y="198739"/>
                  <a:pt x="81221" y="197393"/>
                  <a:pt x="82230" y="196391"/>
                </a:cubicBezTo>
                <a:cubicBezTo>
                  <a:pt x="83401" y="195382"/>
                  <a:pt x="84739" y="194884"/>
                  <a:pt x="86254" y="194884"/>
                </a:cubicBezTo>
                <a:lnTo>
                  <a:pt x="114914" y="194884"/>
                </a:lnTo>
                <a:close/>
                <a:moveTo>
                  <a:pt x="74432" y="109640"/>
                </a:moveTo>
                <a:lnTo>
                  <a:pt x="74432" y="68148"/>
                </a:lnTo>
                <a:lnTo>
                  <a:pt x="49787" y="68148"/>
                </a:lnTo>
                <a:cubicBezTo>
                  <a:pt x="48785" y="68148"/>
                  <a:pt x="48032" y="68478"/>
                  <a:pt x="47527" y="69151"/>
                </a:cubicBezTo>
                <a:cubicBezTo>
                  <a:pt x="46854" y="69655"/>
                  <a:pt x="46517" y="70328"/>
                  <a:pt x="46517" y="71162"/>
                </a:cubicBezTo>
                <a:lnTo>
                  <a:pt x="46517" y="78960"/>
                </a:lnTo>
                <a:cubicBezTo>
                  <a:pt x="46517" y="86839"/>
                  <a:pt x="49202" y="93627"/>
                  <a:pt x="54564" y="99326"/>
                </a:cubicBezTo>
                <a:cubicBezTo>
                  <a:pt x="59933" y="105024"/>
                  <a:pt x="66554" y="108462"/>
                  <a:pt x="74432" y="109640"/>
                </a:cubicBezTo>
                <a:close/>
                <a:moveTo>
                  <a:pt x="145346" y="134783"/>
                </a:moveTo>
                <a:cubicBezTo>
                  <a:pt x="152046" y="127906"/>
                  <a:pt x="155404" y="119699"/>
                  <a:pt x="155404" y="110138"/>
                </a:cubicBezTo>
                <a:lnTo>
                  <a:pt x="155404" y="49787"/>
                </a:lnTo>
                <a:cubicBezTo>
                  <a:pt x="155404" y="48785"/>
                  <a:pt x="155068" y="48032"/>
                  <a:pt x="154395" y="47527"/>
                </a:cubicBezTo>
                <a:cubicBezTo>
                  <a:pt x="153897" y="46854"/>
                  <a:pt x="153224" y="46517"/>
                  <a:pt x="152383" y="46517"/>
                </a:cubicBezTo>
                <a:lnTo>
                  <a:pt x="89019" y="46517"/>
                </a:lnTo>
                <a:cubicBezTo>
                  <a:pt x="88177" y="46517"/>
                  <a:pt x="87512" y="46854"/>
                  <a:pt x="87007" y="47527"/>
                </a:cubicBezTo>
                <a:cubicBezTo>
                  <a:pt x="86334" y="48032"/>
                  <a:pt x="85997" y="48785"/>
                  <a:pt x="85997" y="49787"/>
                </a:cubicBezTo>
                <a:lnTo>
                  <a:pt x="85997" y="110138"/>
                </a:lnTo>
                <a:cubicBezTo>
                  <a:pt x="85997" y="119699"/>
                  <a:pt x="89355" y="127906"/>
                  <a:pt x="96056" y="134783"/>
                </a:cubicBezTo>
                <a:cubicBezTo>
                  <a:pt x="102932" y="141491"/>
                  <a:pt x="111147" y="144841"/>
                  <a:pt x="120701" y="144841"/>
                </a:cubicBezTo>
                <a:cubicBezTo>
                  <a:pt x="130423" y="144841"/>
                  <a:pt x="138638" y="141491"/>
                  <a:pt x="145346" y="134783"/>
                </a:cubicBezTo>
                <a:close/>
                <a:moveTo>
                  <a:pt x="166969" y="109640"/>
                </a:moveTo>
                <a:cubicBezTo>
                  <a:pt x="174848" y="108462"/>
                  <a:pt x="181468" y="105024"/>
                  <a:pt x="186838" y="99326"/>
                </a:cubicBezTo>
                <a:cubicBezTo>
                  <a:pt x="192200" y="93627"/>
                  <a:pt x="194884" y="86839"/>
                  <a:pt x="194884" y="78960"/>
                </a:cubicBezTo>
                <a:lnTo>
                  <a:pt x="194884" y="71162"/>
                </a:lnTo>
                <a:cubicBezTo>
                  <a:pt x="194884" y="70328"/>
                  <a:pt x="194548" y="69655"/>
                  <a:pt x="193875" y="69151"/>
                </a:cubicBezTo>
                <a:cubicBezTo>
                  <a:pt x="193370" y="68478"/>
                  <a:pt x="192617" y="68148"/>
                  <a:pt x="191614" y="68148"/>
                </a:cubicBezTo>
                <a:lnTo>
                  <a:pt x="166969" y="68148"/>
                </a:lnTo>
                <a:lnTo>
                  <a:pt x="166969" y="109640"/>
                </a:lnTo>
                <a:close/>
                <a:moveTo>
                  <a:pt x="120701" y="9555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486204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600" dirty="0"/>
          </a:p>
        </p:txBody>
      </p:sp>
      <p:sp>
        <p:nvSpPr>
          <p:cNvPr id="67" name="圖示 重點"/>
          <p:cNvSpPr/>
          <p:nvPr/>
        </p:nvSpPr>
        <p:spPr>
          <a:xfrm>
            <a:off x="542164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232" y="177028"/>
                </a:moveTo>
                <a:lnTo>
                  <a:pt x="120701" y="154395"/>
                </a:lnTo>
                <a:lnTo>
                  <a:pt x="158169" y="177277"/>
                </a:lnTo>
                <a:lnTo>
                  <a:pt x="148111" y="134783"/>
                </a:lnTo>
                <a:lnTo>
                  <a:pt x="181051" y="106114"/>
                </a:lnTo>
                <a:lnTo>
                  <a:pt x="137804" y="102347"/>
                </a:lnTo>
                <a:lnTo>
                  <a:pt x="120701" y="62362"/>
                </a:lnTo>
                <a:lnTo>
                  <a:pt x="103605" y="102091"/>
                </a:lnTo>
                <a:lnTo>
                  <a:pt x="60350" y="105866"/>
                </a:lnTo>
                <a:lnTo>
                  <a:pt x="93291" y="134534"/>
                </a:lnTo>
                <a:lnTo>
                  <a:pt x="83232" y="177028"/>
                </a:lnTo>
                <a:close/>
                <a:moveTo>
                  <a:pt x="120701" y="167979"/>
                </a:moveTo>
                <a:lnTo>
                  <a:pt x="77951" y="193626"/>
                </a:lnTo>
                <a:cubicBezTo>
                  <a:pt x="76780" y="194292"/>
                  <a:pt x="75690" y="194548"/>
                  <a:pt x="74681" y="194379"/>
                </a:cubicBezTo>
                <a:cubicBezTo>
                  <a:pt x="73510" y="194379"/>
                  <a:pt x="72420" y="194043"/>
                  <a:pt x="71418" y="193370"/>
                </a:cubicBezTo>
                <a:cubicBezTo>
                  <a:pt x="70577" y="192704"/>
                  <a:pt x="69904" y="191863"/>
                  <a:pt x="69407" y="190861"/>
                </a:cubicBezTo>
                <a:cubicBezTo>
                  <a:pt x="69070" y="189851"/>
                  <a:pt x="69070" y="188681"/>
                  <a:pt x="69407" y="187335"/>
                </a:cubicBezTo>
                <a:lnTo>
                  <a:pt x="80467" y="138806"/>
                </a:lnTo>
                <a:lnTo>
                  <a:pt x="42999" y="105866"/>
                </a:lnTo>
                <a:cubicBezTo>
                  <a:pt x="41828" y="105024"/>
                  <a:pt x="41155" y="104022"/>
                  <a:pt x="40987" y="102844"/>
                </a:cubicBezTo>
                <a:cubicBezTo>
                  <a:pt x="40651" y="101842"/>
                  <a:pt x="40651" y="100833"/>
                  <a:pt x="40987" y="99831"/>
                </a:cubicBezTo>
                <a:cubicBezTo>
                  <a:pt x="41324" y="98653"/>
                  <a:pt x="41909" y="97731"/>
                  <a:pt x="42750" y="97065"/>
                </a:cubicBezTo>
                <a:cubicBezTo>
                  <a:pt x="43752" y="96392"/>
                  <a:pt x="44842" y="95975"/>
                  <a:pt x="46020" y="95807"/>
                </a:cubicBezTo>
                <a:lnTo>
                  <a:pt x="95807" y="91535"/>
                </a:lnTo>
                <a:lnTo>
                  <a:pt x="115419" y="45515"/>
                </a:lnTo>
                <a:cubicBezTo>
                  <a:pt x="115924" y="44337"/>
                  <a:pt x="116677" y="43503"/>
                  <a:pt x="117687" y="42999"/>
                </a:cubicBezTo>
                <a:cubicBezTo>
                  <a:pt x="118689" y="42326"/>
                  <a:pt x="119699" y="41997"/>
                  <a:pt x="120701" y="41997"/>
                </a:cubicBezTo>
                <a:cubicBezTo>
                  <a:pt x="121710" y="41997"/>
                  <a:pt x="122712" y="42326"/>
                  <a:pt x="123722" y="42999"/>
                </a:cubicBezTo>
                <a:cubicBezTo>
                  <a:pt x="124724" y="43503"/>
                  <a:pt x="125478" y="44337"/>
                  <a:pt x="125982" y="45515"/>
                </a:cubicBezTo>
                <a:lnTo>
                  <a:pt x="145594" y="91535"/>
                </a:lnTo>
                <a:lnTo>
                  <a:pt x="195382" y="95807"/>
                </a:lnTo>
                <a:cubicBezTo>
                  <a:pt x="196559" y="95975"/>
                  <a:pt x="197649" y="96392"/>
                  <a:pt x="198652" y="97065"/>
                </a:cubicBezTo>
                <a:cubicBezTo>
                  <a:pt x="199493" y="97731"/>
                  <a:pt x="200078" y="98653"/>
                  <a:pt x="200415" y="99831"/>
                </a:cubicBezTo>
                <a:cubicBezTo>
                  <a:pt x="200751" y="100833"/>
                  <a:pt x="200751" y="101842"/>
                  <a:pt x="200415" y="102844"/>
                </a:cubicBezTo>
                <a:cubicBezTo>
                  <a:pt x="200246" y="104022"/>
                  <a:pt x="199573" y="105024"/>
                  <a:pt x="198403" y="105866"/>
                </a:cubicBezTo>
                <a:lnTo>
                  <a:pt x="160934" y="138806"/>
                </a:lnTo>
                <a:lnTo>
                  <a:pt x="172251" y="187335"/>
                </a:lnTo>
                <a:cubicBezTo>
                  <a:pt x="172419" y="188681"/>
                  <a:pt x="172331" y="189851"/>
                  <a:pt x="172002" y="190861"/>
                </a:cubicBezTo>
                <a:cubicBezTo>
                  <a:pt x="171498" y="191863"/>
                  <a:pt x="170825" y="192704"/>
                  <a:pt x="169991" y="193370"/>
                </a:cubicBezTo>
                <a:cubicBezTo>
                  <a:pt x="168981" y="194043"/>
                  <a:pt x="167891" y="194379"/>
                  <a:pt x="166721" y="194379"/>
                </a:cubicBezTo>
                <a:cubicBezTo>
                  <a:pt x="165711" y="194548"/>
                  <a:pt x="164621" y="194292"/>
                  <a:pt x="163451" y="193626"/>
                </a:cubicBezTo>
                <a:lnTo>
                  <a:pt x="120701" y="167979"/>
                </a:lnTo>
                <a:close/>
                <a:moveTo>
                  <a:pt x="120701" y="12220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530582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00" dirty="0"/>
          </a:p>
        </p:txBody>
      </p:sp>
      <p:sp>
        <p:nvSpPr>
          <p:cNvPr id="69" name="圖示 資料庫"/>
          <p:cNvSpPr/>
          <p:nvPr/>
        </p:nvSpPr>
        <p:spPr>
          <a:xfrm>
            <a:off x="586541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6201"/>
                </a:moveTo>
                <a:cubicBezTo>
                  <a:pt x="96224" y="206201"/>
                  <a:pt x="75859" y="202763"/>
                  <a:pt x="59597" y="195886"/>
                </a:cubicBezTo>
                <a:cubicBezTo>
                  <a:pt x="43335" y="189017"/>
                  <a:pt x="35208" y="180378"/>
                  <a:pt x="35208" y="169991"/>
                </a:cubicBezTo>
                <a:lnTo>
                  <a:pt x="35208" y="70409"/>
                </a:lnTo>
                <a:cubicBezTo>
                  <a:pt x="35208" y="60687"/>
                  <a:pt x="43584" y="52384"/>
                  <a:pt x="60350" y="45515"/>
                </a:cubicBezTo>
                <a:cubicBezTo>
                  <a:pt x="76949" y="38639"/>
                  <a:pt x="97065" y="35208"/>
                  <a:pt x="120701" y="35208"/>
                </a:cubicBezTo>
                <a:cubicBezTo>
                  <a:pt x="144336" y="35208"/>
                  <a:pt x="164453" y="38639"/>
                  <a:pt x="181051" y="45515"/>
                </a:cubicBezTo>
                <a:cubicBezTo>
                  <a:pt x="197818" y="52384"/>
                  <a:pt x="206201" y="60687"/>
                  <a:pt x="206201" y="70409"/>
                </a:cubicBezTo>
                <a:lnTo>
                  <a:pt x="206201" y="169991"/>
                </a:lnTo>
                <a:cubicBezTo>
                  <a:pt x="206201" y="180378"/>
                  <a:pt x="198066" y="189017"/>
                  <a:pt x="181805" y="195886"/>
                </a:cubicBezTo>
                <a:cubicBezTo>
                  <a:pt x="165543" y="202763"/>
                  <a:pt x="145177" y="206201"/>
                  <a:pt x="120701" y="206201"/>
                </a:cubicBezTo>
                <a:close/>
                <a:moveTo>
                  <a:pt x="120701" y="88514"/>
                </a:moveTo>
                <a:cubicBezTo>
                  <a:pt x="134951" y="88514"/>
                  <a:pt x="149537" y="86334"/>
                  <a:pt x="164453" y="81974"/>
                </a:cubicBezTo>
                <a:cubicBezTo>
                  <a:pt x="179544" y="77783"/>
                  <a:pt x="189098" y="73006"/>
                  <a:pt x="193121" y="67644"/>
                </a:cubicBezTo>
                <a:cubicBezTo>
                  <a:pt x="188930" y="62282"/>
                  <a:pt x="179376" y="57417"/>
                  <a:pt x="164453" y="53057"/>
                </a:cubicBezTo>
                <a:cubicBezTo>
                  <a:pt x="149537" y="48697"/>
                  <a:pt x="134951" y="46517"/>
                  <a:pt x="120701" y="46517"/>
                </a:cubicBezTo>
                <a:cubicBezTo>
                  <a:pt x="106114" y="46517"/>
                  <a:pt x="91447" y="48617"/>
                  <a:pt x="76693" y="52808"/>
                </a:cubicBezTo>
                <a:cubicBezTo>
                  <a:pt x="61777" y="57000"/>
                  <a:pt x="52135" y="61857"/>
                  <a:pt x="47776" y="67395"/>
                </a:cubicBezTo>
                <a:cubicBezTo>
                  <a:pt x="52135" y="72925"/>
                  <a:pt x="61609" y="77870"/>
                  <a:pt x="76195" y="82230"/>
                </a:cubicBezTo>
                <a:cubicBezTo>
                  <a:pt x="90774" y="86422"/>
                  <a:pt x="105617" y="88514"/>
                  <a:pt x="120701" y="88514"/>
                </a:cubicBezTo>
                <a:close/>
                <a:moveTo>
                  <a:pt x="120452" y="141571"/>
                </a:moveTo>
                <a:cubicBezTo>
                  <a:pt x="127489" y="141571"/>
                  <a:pt x="134534" y="141154"/>
                  <a:pt x="141571" y="140313"/>
                </a:cubicBezTo>
                <a:cubicBezTo>
                  <a:pt x="148447" y="139647"/>
                  <a:pt x="155068" y="138557"/>
                  <a:pt x="161439" y="137043"/>
                </a:cubicBezTo>
                <a:cubicBezTo>
                  <a:pt x="167811" y="135536"/>
                  <a:pt x="173846" y="133780"/>
                  <a:pt x="179544" y="131769"/>
                </a:cubicBezTo>
                <a:cubicBezTo>
                  <a:pt x="185243" y="129589"/>
                  <a:pt x="190356" y="127153"/>
                  <a:pt x="194884" y="124475"/>
                </a:cubicBezTo>
                <a:lnTo>
                  <a:pt x="194884" y="82230"/>
                </a:lnTo>
                <a:cubicBezTo>
                  <a:pt x="190188" y="84908"/>
                  <a:pt x="184994" y="87343"/>
                  <a:pt x="179288" y="89523"/>
                </a:cubicBezTo>
                <a:cubicBezTo>
                  <a:pt x="173590" y="91696"/>
                  <a:pt x="167555" y="93547"/>
                  <a:pt x="161183" y="95054"/>
                </a:cubicBezTo>
                <a:cubicBezTo>
                  <a:pt x="154819" y="96561"/>
                  <a:pt x="148191" y="97651"/>
                  <a:pt x="141322" y="98324"/>
                </a:cubicBezTo>
                <a:cubicBezTo>
                  <a:pt x="134446" y="99158"/>
                  <a:pt x="127489" y="99582"/>
                  <a:pt x="120452" y="99582"/>
                </a:cubicBezTo>
                <a:cubicBezTo>
                  <a:pt x="113408" y="99582"/>
                  <a:pt x="106370" y="99158"/>
                  <a:pt x="99326" y="98324"/>
                </a:cubicBezTo>
                <a:cubicBezTo>
                  <a:pt x="92289" y="97482"/>
                  <a:pt x="85581" y="96312"/>
                  <a:pt x="79209" y="94798"/>
                </a:cubicBezTo>
                <a:cubicBezTo>
                  <a:pt x="73006" y="93459"/>
                  <a:pt x="67058" y="91696"/>
                  <a:pt x="61360" y="89523"/>
                </a:cubicBezTo>
                <a:cubicBezTo>
                  <a:pt x="55822" y="87343"/>
                  <a:pt x="50877" y="84908"/>
                  <a:pt x="46517" y="82230"/>
                </a:cubicBezTo>
                <a:lnTo>
                  <a:pt x="46517" y="124475"/>
                </a:lnTo>
                <a:cubicBezTo>
                  <a:pt x="50877" y="127153"/>
                  <a:pt x="55822" y="129501"/>
                  <a:pt x="61360" y="131513"/>
                </a:cubicBezTo>
                <a:cubicBezTo>
                  <a:pt x="66890" y="133693"/>
                  <a:pt x="72837" y="135536"/>
                  <a:pt x="79209" y="137043"/>
                </a:cubicBezTo>
                <a:cubicBezTo>
                  <a:pt x="85581" y="138557"/>
                  <a:pt x="92201" y="139647"/>
                  <a:pt x="99077" y="140313"/>
                </a:cubicBezTo>
                <a:cubicBezTo>
                  <a:pt x="106114" y="141154"/>
                  <a:pt x="113239" y="141571"/>
                  <a:pt x="120452" y="141571"/>
                </a:cubicBezTo>
                <a:close/>
                <a:moveTo>
                  <a:pt x="120701" y="194884"/>
                </a:moveTo>
                <a:cubicBezTo>
                  <a:pt x="129084" y="194884"/>
                  <a:pt x="137467" y="194211"/>
                  <a:pt x="145850" y="192873"/>
                </a:cubicBezTo>
                <a:cubicBezTo>
                  <a:pt x="154058" y="191695"/>
                  <a:pt x="161607" y="190020"/>
                  <a:pt x="168476" y="187840"/>
                </a:cubicBezTo>
                <a:cubicBezTo>
                  <a:pt x="175184" y="185660"/>
                  <a:pt x="180883" y="183143"/>
                  <a:pt x="185579" y="180298"/>
                </a:cubicBezTo>
                <a:cubicBezTo>
                  <a:pt x="190268" y="177613"/>
                  <a:pt x="193370" y="174680"/>
                  <a:pt x="194884" y="171498"/>
                </a:cubicBezTo>
                <a:lnTo>
                  <a:pt x="194884" y="136041"/>
                </a:lnTo>
                <a:cubicBezTo>
                  <a:pt x="190356" y="138725"/>
                  <a:pt x="185243" y="141066"/>
                  <a:pt x="179544" y="143078"/>
                </a:cubicBezTo>
                <a:cubicBezTo>
                  <a:pt x="173846" y="145258"/>
                  <a:pt x="167811" y="147101"/>
                  <a:pt x="161439" y="148616"/>
                </a:cubicBezTo>
                <a:cubicBezTo>
                  <a:pt x="155068" y="149954"/>
                  <a:pt x="148447" y="151044"/>
                  <a:pt x="141571" y="151885"/>
                </a:cubicBezTo>
                <a:cubicBezTo>
                  <a:pt x="134702" y="152551"/>
                  <a:pt x="127658" y="152888"/>
                  <a:pt x="120452" y="152888"/>
                </a:cubicBezTo>
                <a:cubicBezTo>
                  <a:pt x="113239" y="152888"/>
                  <a:pt x="106114" y="152551"/>
                  <a:pt x="99077" y="151885"/>
                </a:cubicBezTo>
                <a:cubicBezTo>
                  <a:pt x="92201" y="151044"/>
                  <a:pt x="85581" y="149954"/>
                  <a:pt x="79209" y="148616"/>
                </a:cubicBezTo>
                <a:cubicBezTo>
                  <a:pt x="72837" y="147101"/>
                  <a:pt x="66890" y="145258"/>
                  <a:pt x="61360" y="143078"/>
                </a:cubicBezTo>
                <a:cubicBezTo>
                  <a:pt x="55822" y="141066"/>
                  <a:pt x="50877" y="138725"/>
                  <a:pt x="46517" y="136041"/>
                </a:cubicBezTo>
                <a:lnTo>
                  <a:pt x="46517" y="171746"/>
                </a:lnTo>
                <a:cubicBezTo>
                  <a:pt x="47863" y="174767"/>
                  <a:pt x="50877" y="177701"/>
                  <a:pt x="55574" y="180546"/>
                </a:cubicBezTo>
                <a:cubicBezTo>
                  <a:pt x="60270" y="183231"/>
                  <a:pt x="65968" y="185660"/>
                  <a:pt x="72669" y="187840"/>
                </a:cubicBezTo>
                <a:cubicBezTo>
                  <a:pt x="79545" y="190020"/>
                  <a:pt x="87175" y="191695"/>
                  <a:pt x="95558" y="192873"/>
                </a:cubicBezTo>
                <a:cubicBezTo>
                  <a:pt x="103766" y="194211"/>
                  <a:pt x="112149" y="194884"/>
                  <a:pt x="120701" y="19488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574960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00" dirty="0"/>
          </a:p>
        </p:txBody>
      </p:sp>
      <p:sp>
        <p:nvSpPr>
          <p:cNvPr id="71" name="圖示 伺服器"/>
          <p:cNvSpPr/>
          <p:nvPr/>
        </p:nvSpPr>
        <p:spPr>
          <a:xfrm>
            <a:off x="630919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2925" y="66634"/>
                </a:moveTo>
                <a:cubicBezTo>
                  <a:pt x="70072" y="66634"/>
                  <a:pt x="67556" y="67644"/>
                  <a:pt x="65383" y="69655"/>
                </a:cubicBezTo>
                <a:cubicBezTo>
                  <a:pt x="63372" y="71835"/>
                  <a:pt x="62362" y="74352"/>
                  <a:pt x="62362" y="77197"/>
                </a:cubicBezTo>
                <a:cubicBezTo>
                  <a:pt x="62362" y="80218"/>
                  <a:pt x="63372" y="82815"/>
                  <a:pt x="65383" y="84995"/>
                </a:cubicBezTo>
                <a:cubicBezTo>
                  <a:pt x="67556" y="87007"/>
                  <a:pt x="70160" y="88009"/>
                  <a:pt x="73174" y="88009"/>
                </a:cubicBezTo>
                <a:cubicBezTo>
                  <a:pt x="76027" y="88009"/>
                  <a:pt x="78536" y="86919"/>
                  <a:pt x="80716" y="84739"/>
                </a:cubicBezTo>
                <a:cubicBezTo>
                  <a:pt x="82728" y="82728"/>
                  <a:pt x="83737" y="80218"/>
                  <a:pt x="83737" y="77197"/>
                </a:cubicBezTo>
                <a:cubicBezTo>
                  <a:pt x="83737" y="74183"/>
                  <a:pt x="82728" y="71667"/>
                  <a:pt x="80716" y="69655"/>
                </a:cubicBezTo>
                <a:cubicBezTo>
                  <a:pt x="78536" y="67644"/>
                  <a:pt x="75939" y="66634"/>
                  <a:pt x="72925" y="66634"/>
                </a:cubicBezTo>
                <a:close/>
                <a:moveTo>
                  <a:pt x="72925" y="163451"/>
                </a:moveTo>
                <a:cubicBezTo>
                  <a:pt x="70072" y="163451"/>
                  <a:pt x="67556" y="164541"/>
                  <a:pt x="65383" y="166721"/>
                </a:cubicBezTo>
                <a:cubicBezTo>
                  <a:pt x="63372" y="168732"/>
                  <a:pt x="62362" y="171242"/>
                  <a:pt x="62362" y="174263"/>
                </a:cubicBezTo>
                <a:cubicBezTo>
                  <a:pt x="62362" y="177277"/>
                  <a:pt x="63372" y="179793"/>
                  <a:pt x="65383" y="181805"/>
                </a:cubicBezTo>
                <a:cubicBezTo>
                  <a:pt x="67556" y="183816"/>
                  <a:pt x="70160" y="184826"/>
                  <a:pt x="73174" y="184826"/>
                </a:cubicBezTo>
                <a:cubicBezTo>
                  <a:pt x="76027" y="184826"/>
                  <a:pt x="78536" y="183816"/>
                  <a:pt x="80716" y="181805"/>
                </a:cubicBezTo>
                <a:cubicBezTo>
                  <a:pt x="82728" y="179793"/>
                  <a:pt x="83737" y="177277"/>
                  <a:pt x="83737" y="174263"/>
                </a:cubicBezTo>
                <a:cubicBezTo>
                  <a:pt x="83737" y="171242"/>
                  <a:pt x="82728" y="168645"/>
                  <a:pt x="80716" y="166465"/>
                </a:cubicBezTo>
                <a:cubicBezTo>
                  <a:pt x="78536" y="164453"/>
                  <a:pt x="75939" y="163451"/>
                  <a:pt x="72925" y="163451"/>
                </a:cubicBezTo>
                <a:close/>
                <a:moveTo>
                  <a:pt x="42999" y="38471"/>
                </a:moveTo>
                <a:lnTo>
                  <a:pt x="198403" y="38471"/>
                </a:lnTo>
                <a:cubicBezTo>
                  <a:pt x="200751" y="38471"/>
                  <a:pt x="202594" y="39231"/>
                  <a:pt x="203933" y="40738"/>
                </a:cubicBezTo>
                <a:cubicBezTo>
                  <a:pt x="205440" y="42077"/>
                  <a:pt x="206201" y="44008"/>
                  <a:pt x="206201" y="46517"/>
                </a:cubicBezTo>
                <a:lnTo>
                  <a:pt x="206201" y="106370"/>
                </a:lnTo>
                <a:cubicBezTo>
                  <a:pt x="206201" y="109216"/>
                  <a:pt x="205440" y="111564"/>
                  <a:pt x="203933" y="113408"/>
                </a:cubicBezTo>
                <a:cubicBezTo>
                  <a:pt x="202594" y="115251"/>
                  <a:pt x="200751" y="116173"/>
                  <a:pt x="198403" y="116173"/>
                </a:cubicBezTo>
                <a:lnTo>
                  <a:pt x="42999" y="116173"/>
                </a:lnTo>
                <a:cubicBezTo>
                  <a:pt x="40819" y="116173"/>
                  <a:pt x="38975" y="115251"/>
                  <a:pt x="37468" y="113408"/>
                </a:cubicBezTo>
                <a:cubicBezTo>
                  <a:pt x="35962" y="111732"/>
                  <a:pt x="35208" y="109384"/>
                  <a:pt x="35208" y="106370"/>
                </a:cubicBezTo>
                <a:lnTo>
                  <a:pt x="35208" y="46517"/>
                </a:lnTo>
                <a:cubicBezTo>
                  <a:pt x="35208" y="44008"/>
                  <a:pt x="35962" y="42077"/>
                  <a:pt x="37468" y="40738"/>
                </a:cubicBezTo>
                <a:cubicBezTo>
                  <a:pt x="38975" y="39231"/>
                  <a:pt x="40819" y="38471"/>
                  <a:pt x="42999" y="38471"/>
                </a:cubicBezTo>
                <a:close/>
                <a:moveTo>
                  <a:pt x="46517" y="49787"/>
                </a:moveTo>
                <a:lnTo>
                  <a:pt x="46517" y="104856"/>
                </a:lnTo>
                <a:lnTo>
                  <a:pt x="194884" y="104856"/>
                </a:lnTo>
                <a:lnTo>
                  <a:pt x="194884" y="49787"/>
                </a:lnTo>
                <a:lnTo>
                  <a:pt x="46517" y="49787"/>
                </a:lnTo>
                <a:close/>
                <a:moveTo>
                  <a:pt x="42999" y="135287"/>
                </a:moveTo>
                <a:lnTo>
                  <a:pt x="197145" y="135287"/>
                </a:lnTo>
                <a:cubicBezTo>
                  <a:pt x="199661" y="135287"/>
                  <a:pt x="201753" y="136209"/>
                  <a:pt x="203428" y="138052"/>
                </a:cubicBezTo>
                <a:cubicBezTo>
                  <a:pt x="205272" y="140064"/>
                  <a:pt x="206201" y="142244"/>
                  <a:pt x="206201" y="144592"/>
                </a:cubicBezTo>
                <a:lnTo>
                  <a:pt x="206201" y="203428"/>
                </a:lnTo>
                <a:cubicBezTo>
                  <a:pt x="206201" y="206450"/>
                  <a:pt x="205272" y="208878"/>
                  <a:pt x="203428" y="210722"/>
                </a:cubicBezTo>
                <a:cubicBezTo>
                  <a:pt x="201753" y="212397"/>
                  <a:pt x="199661" y="213238"/>
                  <a:pt x="197145" y="213238"/>
                </a:cubicBezTo>
                <a:lnTo>
                  <a:pt x="44257" y="213238"/>
                </a:lnTo>
                <a:cubicBezTo>
                  <a:pt x="41572" y="213238"/>
                  <a:pt x="39392" y="212397"/>
                  <a:pt x="37717" y="210722"/>
                </a:cubicBezTo>
                <a:cubicBezTo>
                  <a:pt x="36042" y="208878"/>
                  <a:pt x="35208" y="206450"/>
                  <a:pt x="35208" y="203428"/>
                </a:cubicBezTo>
                <a:lnTo>
                  <a:pt x="35208" y="144592"/>
                </a:lnTo>
                <a:cubicBezTo>
                  <a:pt x="35208" y="142244"/>
                  <a:pt x="35874" y="140064"/>
                  <a:pt x="37220" y="138052"/>
                </a:cubicBezTo>
                <a:cubicBezTo>
                  <a:pt x="38727" y="136209"/>
                  <a:pt x="40651" y="135287"/>
                  <a:pt x="42999" y="135287"/>
                </a:cubicBezTo>
                <a:close/>
                <a:moveTo>
                  <a:pt x="46517" y="146604"/>
                </a:moveTo>
                <a:lnTo>
                  <a:pt x="46517" y="201673"/>
                </a:lnTo>
                <a:lnTo>
                  <a:pt x="194884" y="201673"/>
                </a:lnTo>
                <a:lnTo>
                  <a:pt x="194884" y="146604"/>
                </a:lnTo>
                <a:lnTo>
                  <a:pt x="46517" y="146604"/>
                </a:lnTo>
                <a:close/>
                <a:moveTo>
                  <a:pt x="46517" y="49787"/>
                </a:moveTo>
                <a:lnTo>
                  <a:pt x="46517" y="104856"/>
                </a:lnTo>
                <a:lnTo>
                  <a:pt x="46517" y="49787"/>
                </a:lnTo>
                <a:close/>
                <a:moveTo>
                  <a:pt x="46517" y="146604"/>
                </a:moveTo>
                <a:lnTo>
                  <a:pt x="46517" y="201673"/>
                </a:lnTo>
                <a:lnTo>
                  <a:pt x="46517" y="14660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619337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00" dirty="0"/>
          </a:p>
        </p:txBody>
      </p:sp>
      <p:sp>
        <p:nvSpPr>
          <p:cNvPr id="73" name="圖示 雲端"/>
          <p:cNvSpPr/>
          <p:nvPr/>
        </p:nvSpPr>
        <p:spPr>
          <a:xfrm>
            <a:off x="675297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620" y="196142"/>
                </a:moveTo>
                <a:cubicBezTo>
                  <a:pt x="50212" y="196142"/>
                  <a:pt x="38727" y="191446"/>
                  <a:pt x="29173" y="182061"/>
                </a:cubicBezTo>
                <a:cubicBezTo>
                  <a:pt x="19780" y="172500"/>
                  <a:pt x="15091" y="160934"/>
                  <a:pt x="15091" y="147357"/>
                </a:cubicBezTo>
                <a:cubicBezTo>
                  <a:pt x="15091" y="135119"/>
                  <a:pt x="19195" y="124307"/>
                  <a:pt x="27410" y="114914"/>
                </a:cubicBezTo>
                <a:cubicBezTo>
                  <a:pt x="35625" y="105529"/>
                  <a:pt x="45932" y="100248"/>
                  <a:pt x="58339" y="99077"/>
                </a:cubicBezTo>
                <a:cubicBezTo>
                  <a:pt x="60855" y="83488"/>
                  <a:pt x="68061" y="70658"/>
                  <a:pt x="79962" y="60599"/>
                </a:cubicBezTo>
                <a:cubicBezTo>
                  <a:pt x="91696" y="50541"/>
                  <a:pt x="105449" y="45515"/>
                  <a:pt x="121206" y="45515"/>
                </a:cubicBezTo>
                <a:cubicBezTo>
                  <a:pt x="138638" y="45515"/>
                  <a:pt x="153473" y="51799"/>
                  <a:pt x="165711" y="64374"/>
                </a:cubicBezTo>
                <a:cubicBezTo>
                  <a:pt x="177781" y="77117"/>
                  <a:pt x="183816" y="92369"/>
                  <a:pt x="183816" y="110138"/>
                </a:cubicBezTo>
                <a:lnTo>
                  <a:pt x="183816" y="119699"/>
                </a:lnTo>
                <a:lnTo>
                  <a:pt x="186838" y="119699"/>
                </a:lnTo>
                <a:cubicBezTo>
                  <a:pt x="197898" y="119362"/>
                  <a:pt x="207203" y="122881"/>
                  <a:pt x="214745" y="130254"/>
                </a:cubicBezTo>
                <a:cubicBezTo>
                  <a:pt x="222455" y="137467"/>
                  <a:pt x="226318" y="146684"/>
                  <a:pt x="226318" y="157921"/>
                </a:cubicBezTo>
                <a:cubicBezTo>
                  <a:pt x="226318" y="168308"/>
                  <a:pt x="222543" y="177277"/>
                  <a:pt x="215001" y="184826"/>
                </a:cubicBezTo>
                <a:cubicBezTo>
                  <a:pt x="207452" y="192368"/>
                  <a:pt x="198483" y="196142"/>
                  <a:pt x="188096" y="196142"/>
                </a:cubicBezTo>
                <a:lnTo>
                  <a:pt x="63620" y="196142"/>
                </a:lnTo>
                <a:close/>
                <a:moveTo>
                  <a:pt x="63620" y="184826"/>
                </a:moveTo>
                <a:lnTo>
                  <a:pt x="188096" y="184826"/>
                </a:lnTo>
                <a:cubicBezTo>
                  <a:pt x="195469" y="184826"/>
                  <a:pt x="201753" y="182141"/>
                  <a:pt x="206954" y="176779"/>
                </a:cubicBezTo>
                <a:cubicBezTo>
                  <a:pt x="212316" y="171578"/>
                  <a:pt x="215001" y="165294"/>
                  <a:pt x="215001" y="157921"/>
                </a:cubicBezTo>
                <a:cubicBezTo>
                  <a:pt x="215001" y="150540"/>
                  <a:pt x="212316" y="144256"/>
                  <a:pt x="206954" y="139055"/>
                </a:cubicBezTo>
                <a:cubicBezTo>
                  <a:pt x="201753" y="133861"/>
                  <a:pt x="195469" y="131264"/>
                  <a:pt x="188096" y="131264"/>
                </a:cubicBezTo>
                <a:lnTo>
                  <a:pt x="172500" y="131264"/>
                </a:lnTo>
                <a:lnTo>
                  <a:pt x="172500" y="110138"/>
                </a:lnTo>
                <a:cubicBezTo>
                  <a:pt x="172500" y="95390"/>
                  <a:pt x="167386" y="82815"/>
                  <a:pt x="157160" y="72420"/>
                </a:cubicBezTo>
                <a:cubicBezTo>
                  <a:pt x="147101" y="62026"/>
                  <a:pt x="134783" y="56832"/>
                  <a:pt x="120196" y="56832"/>
                </a:cubicBezTo>
                <a:cubicBezTo>
                  <a:pt x="105778" y="56832"/>
                  <a:pt x="93459" y="62026"/>
                  <a:pt x="83232" y="72420"/>
                </a:cubicBezTo>
                <a:cubicBezTo>
                  <a:pt x="73006" y="82815"/>
                  <a:pt x="67892" y="95390"/>
                  <a:pt x="67892" y="110138"/>
                </a:cubicBezTo>
                <a:lnTo>
                  <a:pt x="63116" y="110138"/>
                </a:lnTo>
                <a:cubicBezTo>
                  <a:pt x="52889" y="110138"/>
                  <a:pt x="44257" y="113744"/>
                  <a:pt x="37220" y="120950"/>
                </a:cubicBezTo>
                <a:cubicBezTo>
                  <a:pt x="30007" y="128162"/>
                  <a:pt x="26401" y="137043"/>
                  <a:pt x="26401" y="147606"/>
                </a:cubicBezTo>
                <a:cubicBezTo>
                  <a:pt x="26401" y="157833"/>
                  <a:pt x="30095" y="166552"/>
                  <a:pt x="37468" y="173758"/>
                </a:cubicBezTo>
                <a:cubicBezTo>
                  <a:pt x="44674" y="181132"/>
                  <a:pt x="53394" y="184826"/>
                  <a:pt x="63620" y="18482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663715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00" dirty="0"/>
          </a:p>
        </p:txBody>
      </p:sp>
      <p:sp>
        <p:nvSpPr>
          <p:cNvPr id="75" name="圖示 電腦"/>
          <p:cNvSpPr/>
          <p:nvPr/>
        </p:nvSpPr>
        <p:spPr>
          <a:xfrm>
            <a:off x="719674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2" y="203428"/>
                </a:moveTo>
                <a:cubicBezTo>
                  <a:pt x="17937" y="203428"/>
                  <a:pt x="16598" y="202931"/>
                  <a:pt x="15589" y="201921"/>
                </a:cubicBezTo>
                <a:cubicBezTo>
                  <a:pt x="14418" y="200751"/>
                  <a:pt x="13833" y="199325"/>
                  <a:pt x="13833" y="197649"/>
                </a:cubicBezTo>
                <a:cubicBezTo>
                  <a:pt x="13833" y="196142"/>
                  <a:pt x="14418" y="194796"/>
                  <a:pt x="15589" y="193626"/>
                </a:cubicBezTo>
                <a:cubicBezTo>
                  <a:pt x="16598" y="192617"/>
                  <a:pt x="17937" y="192119"/>
                  <a:pt x="19612" y="192119"/>
                </a:cubicBezTo>
                <a:lnTo>
                  <a:pt x="221790" y="192119"/>
                </a:lnTo>
                <a:cubicBezTo>
                  <a:pt x="223465" y="192119"/>
                  <a:pt x="224803" y="192617"/>
                  <a:pt x="225813" y="193626"/>
                </a:cubicBezTo>
                <a:cubicBezTo>
                  <a:pt x="226983" y="194796"/>
                  <a:pt x="227569" y="196223"/>
                  <a:pt x="227569" y="197898"/>
                </a:cubicBezTo>
                <a:cubicBezTo>
                  <a:pt x="227569" y="199405"/>
                  <a:pt x="226983" y="200751"/>
                  <a:pt x="225813" y="201921"/>
                </a:cubicBezTo>
                <a:cubicBezTo>
                  <a:pt x="224803" y="202931"/>
                  <a:pt x="223465" y="203428"/>
                  <a:pt x="221790" y="203428"/>
                </a:cubicBezTo>
                <a:lnTo>
                  <a:pt x="19612" y="203428"/>
                </a:lnTo>
                <a:close/>
                <a:moveTo>
                  <a:pt x="39729" y="178286"/>
                </a:moveTo>
                <a:cubicBezTo>
                  <a:pt x="35705" y="178286"/>
                  <a:pt x="32267" y="176860"/>
                  <a:pt x="29422" y="174014"/>
                </a:cubicBezTo>
                <a:cubicBezTo>
                  <a:pt x="26569" y="171161"/>
                  <a:pt x="25150" y="167811"/>
                  <a:pt x="25150" y="163956"/>
                </a:cubicBezTo>
                <a:lnTo>
                  <a:pt x="25150" y="52055"/>
                </a:lnTo>
                <a:cubicBezTo>
                  <a:pt x="25150" y="48032"/>
                  <a:pt x="26569" y="44593"/>
                  <a:pt x="29422" y="41741"/>
                </a:cubicBezTo>
                <a:cubicBezTo>
                  <a:pt x="32267" y="38895"/>
                  <a:pt x="35705" y="37468"/>
                  <a:pt x="39729" y="37468"/>
                </a:cubicBezTo>
                <a:lnTo>
                  <a:pt x="201673" y="37468"/>
                </a:lnTo>
                <a:cubicBezTo>
                  <a:pt x="205696" y="37468"/>
                  <a:pt x="209134" y="38895"/>
                  <a:pt x="211980" y="41741"/>
                </a:cubicBezTo>
                <a:cubicBezTo>
                  <a:pt x="214833" y="44593"/>
                  <a:pt x="216259" y="48032"/>
                  <a:pt x="216259" y="52055"/>
                </a:cubicBezTo>
                <a:lnTo>
                  <a:pt x="216259" y="163956"/>
                </a:lnTo>
                <a:cubicBezTo>
                  <a:pt x="216259" y="167811"/>
                  <a:pt x="214833" y="171161"/>
                  <a:pt x="211980" y="174014"/>
                </a:cubicBezTo>
                <a:cubicBezTo>
                  <a:pt x="209134" y="176860"/>
                  <a:pt x="205696" y="178286"/>
                  <a:pt x="201673" y="178286"/>
                </a:cubicBezTo>
                <a:lnTo>
                  <a:pt x="39729" y="178286"/>
                </a:lnTo>
                <a:close/>
                <a:moveTo>
                  <a:pt x="39729" y="166969"/>
                </a:moveTo>
                <a:lnTo>
                  <a:pt x="201673" y="166969"/>
                </a:lnTo>
                <a:cubicBezTo>
                  <a:pt x="202507" y="166969"/>
                  <a:pt x="203260" y="166633"/>
                  <a:pt x="203933" y="165967"/>
                </a:cubicBezTo>
                <a:cubicBezTo>
                  <a:pt x="204606" y="165294"/>
                  <a:pt x="204943" y="164621"/>
                  <a:pt x="204943" y="163956"/>
                </a:cubicBezTo>
                <a:lnTo>
                  <a:pt x="204943" y="52055"/>
                </a:lnTo>
                <a:cubicBezTo>
                  <a:pt x="204943" y="51214"/>
                  <a:pt x="204606" y="50460"/>
                  <a:pt x="203933" y="49787"/>
                </a:cubicBezTo>
                <a:cubicBezTo>
                  <a:pt x="203260" y="49290"/>
                  <a:pt x="202507" y="49034"/>
                  <a:pt x="201673" y="49034"/>
                </a:cubicBezTo>
                <a:lnTo>
                  <a:pt x="39729" y="49034"/>
                </a:lnTo>
                <a:cubicBezTo>
                  <a:pt x="38895" y="49034"/>
                  <a:pt x="38141" y="49290"/>
                  <a:pt x="37468" y="49787"/>
                </a:cubicBezTo>
                <a:cubicBezTo>
                  <a:pt x="36795" y="50460"/>
                  <a:pt x="36459" y="51214"/>
                  <a:pt x="36459" y="52055"/>
                </a:cubicBezTo>
                <a:lnTo>
                  <a:pt x="36459" y="163956"/>
                </a:lnTo>
                <a:cubicBezTo>
                  <a:pt x="36459" y="164621"/>
                  <a:pt x="36795" y="165294"/>
                  <a:pt x="37468" y="165967"/>
                </a:cubicBezTo>
                <a:cubicBezTo>
                  <a:pt x="38141" y="166633"/>
                  <a:pt x="38895" y="166969"/>
                  <a:pt x="39729" y="166969"/>
                </a:cubicBezTo>
                <a:close/>
                <a:moveTo>
                  <a:pt x="36459" y="166969"/>
                </a:moveTo>
                <a:lnTo>
                  <a:pt x="36459" y="49034"/>
                </a:lnTo>
                <a:lnTo>
                  <a:pt x="36459" y="16696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708093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00" dirty="0"/>
          </a:p>
        </p:txBody>
      </p:sp>
      <p:sp>
        <p:nvSpPr>
          <p:cNvPr id="77" name="圖示 程式"/>
          <p:cNvSpPr/>
          <p:nvPr/>
        </p:nvSpPr>
        <p:spPr>
          <a:xfrm>
            <a:off x="764052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985" y="120196"/>
                </a:moveTo>
                <a:lnTo>
                  <a:pt x="84739" y="164958"/>
                </a:lnTo>
                <a:cubicBezTo>
                  <a:pt x="85749" y="166128"/>
                  <a:pt x="86254" y="167474"/>
                  <a:pt x="86254" y="168981"/>
                </a:cubicBezTo>
                <a:cubicBezTo>
                  <a:pt x="86254" y="170488"/>
                  <a:pt x="85661" y="171834"/>
                  <a:pt x="84491" y="173004"/>
                </a:cubicBezTo>
                <a:cubicBezTo>
                  <a:pt x="83320" y="174175"/>
                  <a:pt x="81974" y="174767"/>
                  <a:pt x="80467" y="174767"/>
                </a:cubicBezTo>
                <a:cubicBezTo>
                  <a:pt x="78792" y="174767"/>
                  <a:pt x="77366" y="174175"/>
                  <a:pt x="76195" y="173004"/>
                </a:cubicBezTo>
                <a:lnTo>
                  <a:pt x="28668" y="125478"/>
                </a:lnTo>
                <a:cubicBezTo>
                  <a:pt x="27827" y="124644"/>
                  <a:pt x="27242" y="123802"/>
                  <a:pt x="26905" y="122961"/>
                </a:cubicBezTo>
                <a:cubicBezTo>
                  <a:pt x="26569" y="122127"/>
                  <a:pt x="26401" y="121286"/>
                  <a:pt x="26401" y="120452"/>
                </a:cubicBezTo>
                <a:cubicBezTo>
                  <a:pt x="26401" y="119443"/>
                  <a:pt x="26569" y="118521"/>
                  <a:pt x="26905" y="117687"/>
                </a:cubicBezTo>
                <a:cubicBezTo>
                  <a:pt x="27242" y="116846"/>
                  <a:pt x="27827" y="116004"/>
                  <a:pt x="28668" y="115171"/>
                </a:cubicBezTo>
                <a:lnTo>
                  <a:pt x="76949" y="67139"/>
                </a:lnTo>
                <a:cubicBezTo>
                  <a:pt x="77951" y="65968"/>
                  <a:pt x="79297" y="65383"/>
                  <a:pt x="80972" y="65383"/>
                </a:cubicBezTo>
                <a:cubicBezTo>
                  <a:pt x="82479" y="65383"/>
                  <a:pt x="83818" y="65968"/>
                  <a:pt x="84995" y="67139"/>
                </a:cubicBezTo>
                <a:cubicBezTo>
                  <a:pt x="86166" y="68317"/>
                  <a:pt x="86751" y="69655"/>
                  <a:pt x="86751" y="71162"/>
                </a:cubicBezTo>
                <a:cubicBezTo>
                  <a:pt x="86751" y="72837"/>
                  <a:pt x="86166" y="74183"/>
                  <a:pt x="84995" y="75186"/>
                </a:cubicBezTo>
                <a:lnTo>
                  <a:pt x="39985" y="120196"/>
                </a:lnTo>
                <a:close/>
                <a:moveTo>
                  <a:pt x="201417" y="120452"/>
                </a:moveTo>
                <a:lnTo>
                  <a:pt x="156662" y="75690"/>
                </a:lnTo>
                <a:cubicBezTo>
                  <a:pt x="155653" y="74513"/>
                  <a:pt x="155148" y="73174"/>
                  <a:pt x="155148" y="71667"/>
                </a:cubicBezTo>
                <a:cubicBezTo>
                  <a:pt x="155148" y="70160"/>
                  <a:pt x="155741" y="68814"/>
                  <a:pt x="156911" y="67644"/>
                </a:cubicBezTo>
                <a:cubicBezTo>
                  <a:pt x="158081" y="66466"/>
                  <a:pt x="159427" y="65881"/>
                  <a:pt x="160934" y="65881"/>
                </a:cubicBezTo>
                <a:cubicBezTo>
                  <a:pt x="162610" y="65881"/>
                  <a:pt x="164036" y="66466"/>
                  <a:pt x="165206" y="67644"/>
                </a:cubicBezTo>
                <a:lnTo>
                  <a:pt x="212733" y="115171"/>
                </a:lnTo>
                <a:cubicBezTo>
                  <a:pt x="213575" y="116004"/>
                  <a:pt x="214160" y="116846"/>
                  <a:pt x="214496" y="117687"/>
                </a:cubicBezTo>
                <a:cubicBezTo>
                  <a:pt x="214833" y="118521"/>
                  <a:pt x="215001" y="119443"/>
                  <a:pt x="215001" y="120452"/>
                </a:cubicBezTo>
                <a:cubicBezTo>
                  <a:pt x="215001" y="121286"/>
                  <a:pt x="214833" y="122127"/>
                  <a:pt x="214496" y="122961"/>
                </a:cubicBezTo>
                <a:cubicBezTo>
                  <a:pt x="214160" y="123802"/>
                  <a:pt x="213575" y="124644"/>
                  <a:pt x="212733" y="125478"/>
                </a:cubicBezTo>
                <a:lnTo>
                  <a:pt x="164453" y="173509"/>
                </a:lnTo>
                <a:cubicBezTo>
                  <a:pt x="163451" y="174680"/>
                  <a:pt x="162193" y="175265"/>
                  <a:pt x="160686" y="175265"/>
                </a:cubicBezTo>
                <a:cubicBezTo>
                  <a:pt x="159003" y="175265"/>
                  <a:pt x="157665" y="174680"/>
                  <a:pt x="156662" y="173509"/>
                </a:cubicBezTo>
                <a:cubicBezTo>
                  <a:pt x="155485" y="172163"/>
                  <a:pt x="154899" y="170744"/>
                  <a:pt x="154899" y="169230"/>
                </a:cubicBezTo>
                <a:cubicBezTo>
                  <a:pt x="154899" y="167723"/>
                  <a:pt x="155485" y="166384"/>
                  <a:pt x="156662" y="165206"/>
                </a:cubicBezTo>
                <a:lnTo>
                  <a:pt x="201417" y="12045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752470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600" dirty="0"/>
          </a:p>
        </p:txBody>
      </p:sp>
      <p:sp>
        <p:nvSpPr>
          <p:cNvPr id="79" name="圖示 API"/>
          <p:cNvSpPr/>
          <p:nvPr/>
        </p:nvSpPr>
        <p:spPr>
          <a:xfrm>
            <a:off x="808430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5346"/>
                </a:moveTo>
                <a:lnTo>
                  <a:pt x="96056" y="120701"/>
                </a:lnTo>
                <a:lnTo>
                  <a:pt x="120701" y="96056"/>
                </a:lnTo>
                <a:lnTo>
                  <a:pt x="145346" y="120701"/>
                </a:lnTo>
                <a:lnTo>
                  <a:pt x="120701" y="145346"/>
                </a:lnTo>
                <a:close/>
                <a:moveTo>
                  <a:pt x="99326" y="77197"/>
                </a:moveTo>
                <a:lnTo>
                  <a:pt x="81477" y="59348"/>
                </a:lnTo>
                <a:lnTo>
                  <a:pt x="110642" y="29926"/>
                </a:lnTo>
                <a:cubicBezTo>
                  <a:pt x="112149" y="28580"/>
                  <a:pt x="113744" y="27578"/>
                  <a:pt x="115419" y="26905"/>
                </a:cubicBezTo>
                <a:cubicBezTo>
                  <a:pt x="117094" y="26232"/>
                  <a:pt x="118857" y="25903"/>
                  <a:pt x="120701" y="25903"/>
                </a:cubicBezTo>
                <a:cubicBezTo>
                  <a:pt x="122544" y="25903"/>
                  <a:pt x="124307" y="26232"/>
                  <a:pt x="125982" y="26905"/>
                </a:cubicBezTo>
                <a:cubicBezTo>
                  <a:pt x="127658" y="27578"/>
                  <a:pt x="129252" y="28580"/>
                  <a:pt x="130759" y="29926"/>
                </a:cubicBezTo>
                <a:lnTo>
                  <a:pt x="159932" y="59348"/>
                </a:lnTo>
                <a:lnTo>
                  <a:pt x="142076" y="77197"/>
                </a:lnTo>
                <a:lnTo>
                  <a:pt x="120701" y="55822"/>
                </a:lnTo>
                <a:lnTo>
                  <a:pt x="99326" y="77197"/>
                </a:lnTo>
                <a:close/>
                <a:moveTo>
                  <a:pt x="59348" y="159932"/>
                </a:moveTo>
                <a:lnTo>
                  <a:pt x="30175" y="130759"/>
                </a:lnTo>
                <a:cubicBezTo>
                  <a:pt x="28668" y="129252"/>
                  <a:pt x="27578" y="127658"/>
                  <a:pt x="26905" y="125982"/>
                </a:cubicBezTo>
                <a:cubicBezTo>
                  <a:pt x="26232" y="124307"/>
                  <a:pt x="25903" y="122544"/>
                  <a:pt x="25903" y="120701"/>
                </a:cubicBezTo>
                <a:cubicBezTo>
                  <a:pt x="25903" y="118857"/>
                  <a:pt x="26232" y="117094"/>
                  <a:pt x="26905" y="115419"/>
                </a:cubicBezTo>
                <a:cubicBezTo>
                  <a:pt x="27578" y="113744"/>
                  <a:pt x="28668" y="112149"/>
                  <a:pt x="30175" y="110642"/>
                </a:cubicBezTo>
                <a:lnTo>
                  <a:pt x="59348" y="81477"/>
                </a:lnTo>
                <a:lnTo>
                  <a:pt x="77197" y="99326"/>
                </a:lnTo>
                <a:lnTo>
                  <a:pt x="55822" y="120701"/>
                </a:lnTo>
                <a:lnTo>
                  <a:pt x="77197" y="142076"/>
                </a:lnTo>
                <a:lnTo>
                  <a:pt x="59348" y="159932"/>
                </a:lnTo>
                <a:close/>
                <a:moveTo>
                  <a:pt x="182061" y="159932"/>
                </a:moveTo>
                <a:lnTo>
                  <a:pt x="164204" y="142076"/>
                </a:lnTo>
                <a:lnTo>
                  <a:pt x="185579" y="120701"/>
                </a:lnTo>
                <a:lnTo>
                  <a:pt x="164204" y="99326"/>
                </a:lnTo>
                <a:lnTo>
                  <a:pt x="182061" y="81477"/>
                </a:lnTo>
                <a:lnTo>
                  <a:pt x="211475" y="110642"/>
                </a:lnTo>
                <a:cubicBezTo>
                  <a:pt x="212821" y="112149"/>
                  <a:pt x="213823" y="113744"/>
                  <a:pt x="214496" y="115419"/>
                </a:cubicBezTo>
                <a:cubicBezTo>
                  <a:pt x="215169" y="117094"/>
                  <a:pt x="215498" y="118857"/>
                  <a:pt x="215498" y="120701"/>
                </a:cubicBezTo>
                <a:cubicBezTo>
                  <a:pt x="215498" y="122544"/>
                  <a:pt x="215169" y="124307"/>
                  <a:pt x="214496" y="125982"/>
                </a:cubicBezTo>
                <a:cubicBezTo>
                  <a:pt x="213823" y="127658"/>
                  <a:pt x="212821" y="129252"/>
                  <a:pt x="211475" y="130759"/>
                </a:cubicBezTo>
                <a:lnTo>
                  <a:pt x="182061" y="159932"/>
                </a:lnTo>
                <a:close/>
                <a:moveTo>
                  <a:pt x="110642" y="211226"/>
                </a:moveTo>
                <a:lnTo>
                  <a:pt x="81477" y="182061"/>
                </a:lnTo>
                <a:lnTo>
                  <a:pt x="99326" y="164204"/>
                </a:lnTo>
                <a:lnTo>
                  <a:pt x="120701" y="185579"/>
                </a:lnTo>
                <a:lnTo>
                  <a:pt x="142076" y="164204"/>
                </a:lnTo>
                <a:lnTo>
                  <a:pt x="159932" y="182061"/>
                </a:lnTo>
                <a:lnTo>
                  <a:pt x="130759" y="211226"/>
                </a:lnTo>
                <a:cubicBezTo>
                  <a:pt x="129252" y="212733"/>
                  <a:pt x="127658" y="213823"/>
                  <a:pt x="125982" y="214496"/>
                </a:cubicBezTo>
                <a:cubicBezTo>
                  <a:pt x="124307" y="215169"/>
                  <a:pt x="122544" y="215498"/>
                  <a:pt x="120701" y="215498"/>
                </a:cubicBezTo>
                <a:cubicBezTo>
                  <a:pt x="118857" y="215498"/>
                  <a:pt x="117094" y="215169"/>
                  <a:pt x="115419" y="214496"/>
                </a:cubicBezTo>
                <a:cubicBezTo>
                  <a:pt x="113744" y="213823"/>
                  <a:pt x="112149" y="212733"/>
                  <a:pt x="110642" y="21122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796848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600" dirty="0"/>
          </a:p>
        </p:txBody>
      </p:sp>
      <p:sp>
        <p:nvSpPr>
          <p:cNvPr id="81" name="圖示 AI 機器人"/>
          <p:cNvSpPr/>
          <p:nvPr/>
        </p:nvSpPr>
        <p:spPr>
          <a:xfrm>
            <a:off x="8528078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2750" y="142829"/>
                </a:moveTo>
                <a:cubicBezTo>
                  <a:pt x="36378" y="142829"/>
                  <a:pt x="31016" y="140649"/>
                  <a:pt x="26657" y="136289"/>
                </a:cubicBezTo>
                <a:cubicBezTo>
                  <a:pt x="22297" y="131769"/>
                  <a:pt x="20117" y="126399"/>
                  <a:pt x="20117" y="120196"/>
                </a:cubicBezTo>
                <a:cubicBezTo>
                  <a:pt x="20117" y="113825"/>
                  <a:pt x="22297" y="108462"/>
                  <a:pt x="26657" y="104103"/>
                </a:cubicBezTo>
                <a:cubicBezTo>
                  <a:pt x="31185" y="99582"/>
                  <a:pt x="36547" y="97314"/>
                  <a:pt x="42750" y="97314"/>
                </a:cubicBezTo>
                <a:lnTo>
                  <a:pt x="42750" y="67395"/>
                </a:lnTo>
                <a:cubicBezTo>
                  <a:pt x="42750" y="63533"/>
                  <a:pt x="44257" y="60182"/>
                  <a:pt x="47278" y="57337"/>
                </a:cubicBezTo>
                <a:cubicBezTo>
                  <a:pt x="50124" y="54315"/>
                  <a:pt x="53474" y="52808"/>
                  <a:pt x="57337" y="52808"/>
                </a:cubicBezTo>
                <a:lnTo>
                  <a:pt x="98068" y="52808"/>
                </a:lnTo>
                <a:cubicBezTo>
                  <a:pt x="98068" y="46437"/>
                  <a:pt x="100248" y="41075"/>
                  <a:pt x="104607" y="36715"/>
                </a:cubicBezTo>
                <a:cubicBezTo>
                  <a:pt x="108967" y="32355"/>
                  <a:pt x="114329" y="30175"/>
                  <a:pt x="120701" y="30175"/>
                </a:cubicBezTo>
                <a:cubicBezTo>
                  <a:pt x="127072" y="30175"/>
                  <a:pt x="132434" y="32355"/>
                  <a:pt x="136794" y="36715"/>
                </a:cubicBezTo>
                <a:cubicBezTo>
                  <a:pt x="141154" y="41243"/>
                  <a:pt x="143334" y="46605"/>
                  <a:pt x="143334" y="52808"/>
                </a:cubicBezTo>
                <a:lnTo>
                  <a:pt x="184072" y="52808"/>
                </a:lnTo>
                <a:cubicBezTo>
                  <a:pt x="187927" y="52808"/>
                  <a:pt x="191278" y="54315"/>
                  <a:pt x="194131" y="57337"/>
                </a:cubicBezTo>
                <a:cubicBezTo>
                  <a:pt x="197145" y="60182"/>
                  <a:pt x="198652" y="63533"/>
                  <a:pt x="198652" y="67395"/>
                </a:cubicBezTo>
                <a:lnTo>
                  <a:pt x="198652" y="97314"/>
                </a:lnTo>
                <a:cubicBezTo>
                  <a:pt x="205023" y="97314"/>
                  <a:pt x="210385" y="99582"/>
                  <a:pt x="214745" y="104103"/>
                </a:cubicBezTo>
                <a:cubicBezTo>
                  <a:pt x="219105" y="108462"/>
                  <a:pt x="221285" y="113825"/>
                  <a:pt x="221285" y="120196"/>
                </a:cubicBezTo>
                <a:cubicBezTo>
                  <a:pt x="221285" y="126399"/>
                  <a:pt x="219105" y="131769"/>
                  <a:pt x="214745" y="136289"/>
                </a:cubicBezTo>
                <a:cubicBezTo>
                  <a:pt x="210224" y="140649"/>
                  <a:pt x="204855" y="142829"/>
                  <a:pt x="198652" y="142829"/>
                </a:cubicBezTo>
                <a:lnTo>
                  <a:pt x="198652" y="191614"/>
                </a:lnTo>
                <a:cubicBezTo>
                  <a:pt x="198652" y="195469"/>
                  <a:pt x="197145" y="198908"/>
                  <a:pt x="194131" y="201921"/>
                </a:cubicBezTo>
                <a:cubicBezTo>
                  <a:pt x="191278" y="204774"/>
                  <a:pt x="187927" y="206201"/>
                  <a:pt x="184072" y="206201"/>
                </a:cubicBezTo>
                <a:lnTo>
                  <a:pt x="57337" y="206201"/>
                </a:lnTo>
                <a:cubicBezTo>
                  <a:pt x="53474" y="206201"/>
                  <a:pt x="50124" y="204774"/>
                  <a:pt x="47278" y="201921"/>
                </a:cubicBezTo>
                <a:cubicBezTo>
                  <a:pt x="44257" y="198908"/>
                  <a:pt x="42750" y="195469"/>
                  <a:pt x="42750" y="191614"/>
                </a:cubicBezTo>
                <a:lnTo>
                  <a:pt x="42750" y="142829"/>
                </a:lnTo>
                <a:close/>
                <a:moveTo>
                  <a:pt x="93795" y="118938"/>
                </a:moveTo>
                <a:cubicBezTo>
                  <a:pt x="95471" y="117263"/>
                  <a:pt x="96312" y="115171"/>
                  <a:pt x="96312" y="112654"/>
                </a:cubicBezTo>
                <a:cubicBezTo>
                  <a:pt x="96312" y="110138"/>
                  <a:pt x="95471" y="108046"/>
                  <a:pt x="93795" y="106370"/>
                </a:cubicBezTo>
                <a:cubicBezTo>
                  <a:pt x="91952" y="104688"/>
                  <a:pt x="89772" y="103854"/>
                  <a:pt x="87256" y="103854"/>
                </a:cubicBezTo>
                <a:cubicBezTo>
                  <a:pt x="84908" y="103854"/>
                  <a:pt x="82815" y="104688"/>
                  <a:pt x="80972" y="106370"/>
                </a:cubicBezTo>
                <a:cubicBezTo>
                  <a:pt x="79297" y="108214"/>
                  <a:pt x="78456" y="110306"/>
                  <a:pt x="78456" y="112654"/>
                </a:cubicBezTo>
                <a:cubicBezTo>
                  <a:pt x="78456" y="115171"/>
                  <a:pt x="79377" y="117263"/>
                  <a:pt x="81221" y="118938"/>
                </a:cubicBezTo>
                <a:cubicBezTo>
                  <a:pt x="82896" y="120781"/>
                  <a:pt x="84995" y="121710"/>
                  <a:pt x="87512" y="121710"/>
                </a:cubicBezTo>
                <a:cubicBezTo>
                  <a:pt x="90021" y="121710"/>
                  <a:pt x="92120" y="120781"/>
                  <a:pt x="93795" y="118938"/>
                </a:cubicBezTo>
                <a:close/>
                <a:moveTo>
                  <a:pt x="160430" y="118938"/>
                </a:moveTo>
                <a:cubicBezTo>
                  <a:pt x="162105" y="117263"/>
                  <a:pt x="162946" y="115171"/>
                  <a:pt x="162946" y="112654"/>
                </a:cubicBezTo>
                <a:cubicBezTo>
                  <a:pt x="162946" y="110138"/>
                  <a:pt x="162024" y="108046"/>
                  <a:pt x="160181" y="106370"/>
                </a:cubicBezTo>
                <a:cubicBezTo>
                  <a:pt x="158506" y="104688"/>
                  <a:pt x="156406" y="103854"/>
                  <a:pt x="153897" y="103854"/>
                </a:cubicBezTo>
                <a:cubicBezTo>
                  <a:pt x="151381" y="103854"/>
                  <a:pt x="149281" y="104688"/>
                  <a:pt x="147606" y="106370"/>
                </a:cubicBezTo>
                <a:cubicBezTo>
                  <a:pt x="145931" y="108214"/>
                  <a:pt x="145090" y="110306"/>
                  <a:pt x="145090" y="112654"/>
                </a:cubicBezTo>
                <a:cubicBezTo>
                  <a:pt x="145090" y="115171"/>
                  <a:pt x="145931" y="117263"/>
                  <a:pt x="147606" y="118938"/>
                </a:cubicBezTo>
                <a:cubicBezTo>
                  <a:pt x="149450" y="120781"/>
                  <a:pt x="151629" y="121710"/>
                  <a:pt x="154146" y="121710"/>
                </a:cubicBezTo>
                <a:cubicBezTo>
                  <a:pt x="156494" y="121710"/>
                  <a:pt x="158586" y="120781"/>
                  <a:pt x="160430" y="118938"/>
                </a:cubicBezTo>
                <a:close/>
                <a:moveTo>
                  <a:pt x="87256" y="167474"/>
                </a:moveTo>
                <a:lnTo>
                  <a:pt x="154146" y="167474"/>
                </a:lnTo>
                <a:cubicBezTo>
                  <a:pt x="155821" y="167474"/>
                  <a:pt x="157160" y="166969"/>
                  <a:pt x="158169" y="165967"/>
                </a:cubicBezTo>
                <a:cubicBezTo>
                  <a:pt x="159340" y="164790"/>
                  <a:pt x="159932" y="163451"/>
                  <a:pt x="159932" y="161944"/>
                </a:cubicBezTo>
                <a:cubicBezTo>
                  <a:pt x="159932" y="160261"/>
                  <a:pt x="159340" y="158842"/>
                  <a:pt x="158169" y="157665"/>
                </a:cubicBezTo>
                <a:cubicBezTo>
                  <a:pt x="157160" y="156662"/>
                  <a:pt x="155821" y="156158"/>
                  <a:pt x="154146" y="156158"/>
                </a:cubicBezTo>
                <a:lnTo>
                  <a:pt x="87256" y="156158"/>
                </a:lnTo>
                <a:cubicBezTo>
                  <a:pt x="85581" y="156158"/>
                  <a:pt x="84242" y="156743"/>
                  <a:pt x="83232" y="157921"/>
                </a:cubicBezTo>
                <a:cubicBezTo>
                  <a:pt x="82062" y="158923"/>
                  <a:pt x="81477" y="160261"/>
                  <a:pt x="81477" y="161944"/>
                </a:cubicBezTo>
                <a:cubicBezTo>
                  <a:pt x="81477" y="163619"/>
                  <a:pt x="82062" y="164958"/>
                  <a:pt x="83232" y="165967"/>
                </a:cubicBezTo>
                <a:cubicBezTo>
                  <a:pt x="84242" y="166969"/>
                  <a:pt x="85581" y="167474"/>
                  <a:pt x="87256" y="167474"/>
                </a:cubicBezTo>
                <a:close/>
                <a:moveTo>
                  <a:pt x="57337" y="194884"/>
                </a:moveTo>
                <a:lnTo>
                  <a:pt x="184072" y="194884"/>
                </a:lnTo>
                <a:cubicBezTo>
                  <a:pt x="184906" y="194884"/>
                  <a:pt x="185660" y="194548"/>
                  <a:pt x="186333" y="193875"/>
                </a:cubicBezTo>
                <a:cubicBezTo>
                  <a:pt x="186838" y="193370"/>
                  <a:pt x="187086" y="192617"/>
                  <a:pt x="187086" y="191614"/>
                </a:cubicBezTo>
                <a:lnTo>
                  <a:pt x="187086" y="67395"/>
                </a:lnTo>
                <a:cubicBezTo>
                  <a:pt x="187086" y="66554"/>
                  <a:pt x="186838" y="65881"/>
                  <a:pt x="186333" y="65383"/>
                </a:cubicBezTo>
                <a:cubicBezTo>
                  <a:pt x="185660" y="64710"/>
                  <a:pt x="184906" y="64374"/>
                  <a:pt x="184072" y="64374"/>
                </a:cubicBezTo>
                <a:lnTo>
                  <a:pt x="57337" y="64374"/>
                </a:lnTo>
                <a:cubicBezTo>
                  <a:pt x="56495" y="64374"/>
                  <a:pt x="55822" y="64710"/>
                  <a:pt x="55325" y="65383"/>
                </a:cubicBezTo>
                <a:cubicBezTo>
                  <a:pt x="54652" y="65881"/>
                  <a:pt x="54315" y="66554"/>
                  <a:pt x="54315" y="67395"/>
                </a:cubicBezTo>
                <a:lnTo>
                  <a:pt x="54315" y="191614"/>
                </a:lnTo>
                <a:cubicBezTo>
                  <a:pt x="54315" y="192617"/>
                  <a:pt x="54652" y="193370"/>
                  <a:pt x="55325" y="193875"/>
                </a:cubicBezTo>
                <a:cubicBezTo>
                  <a:pt x="55822" y="194548"/>
                  <a:pt x="56495" y="194884"/>
                  <a:pt x="57337" y="194884"/>
                </a:cubicBezTo>
                <a:close/>
                <a:moveTo>
                  <a:pt x="120701" y="1295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841226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600" dirty="0"/>
          </a:p>
        </p:txBody>
      </p:sp>
      <p:sp>
        <p:nvSpPr>
          <p:cNvPr id="83" name="圖示 AI"/>
          <p:cNvSpPr/>
          <p:nvPr/>
        </p:nvSpPr>
        <p:spPr>
          <a:xfrm>
            <a:off x="897185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7314" y="207203"/>
                </a:moveTo>
                <a:cubicBezTo>
                  <a:pt x="89267" y="207203"/>
                  <a:pt x="82398" y="204270"/>
                  <a:pt x="76693" y="198403"/>
                </a:cubicBezTo>
                <a:cubicBezTo>
                  <a:pt x="70994" y="192536"/>
                  <a:pt x="67892" y="185748"/>
                  <a:pt x="67395" y="178037"/>
                </a:cubicBezTo>
                <a:cubicBezTo>
                  <a:pt x="58339" y="177028"/>
                  <a:pt x="50797" y="173004"/>
                  <a:pt x="44762" y="165967"/>
                </a:cubicBezTo>
                <a:cubicBezTo>
                  <a:pt x="38727" y="159091"/>
                  <a:pt x="35705" y="150708"/>
                  <a:pt x="35705" y="140818"/>
                </a:cubicBezTo>
                <a:cubicBezTo>
                  <a:pt x="35705" y="137467"/>
                  <a:pt x="36130" y="134110"/>
                  <a:pt x="36964" y="130759"/>
                </a:cubicBezTo>
                <a:cubicBezTo>
                  <a:pt x="37805" y="127577"/>
                  <a:pt x="39063" y="124556"/>
                  <a:pt x="40738" y="121710"/>
                </a:cubicBezTo>
                <a:cubicBezTo>
                  <a:pt x="38727" y="118689"/>
                  <a:pt x="37220" y="115419"/>
                  <a:pt x="36210" y="111901"/>
                </a:cubicBezTo>
                <a:cubicBezTo>
                  <a:pt x="35208" y="108550"/>
                  <a:pt x="34703" y="104944"/>
                  <a:pt x="34703" y="101089"/>
                </a:cubicBezTo>
                <a:cubicBezTo>
                  <a:pt x="34703" y="91535"/>
                  <a:pt x="37973" y="83320"/>
                  <a:pt x="44506" y="76444"/>
                </a:cubicBezTo>
                <a:cubicBezTo>
                  <a:pt x="50877" y="69568"/>
                  <a:pt x="58675" y="65632"/>
                  <a:pt x="67892" y="64622"/>
                </a:cubicBezTo>
                <a:cubicBezTo>
                  <a:pt x="67892" y="64293"/>
                  <a:pt x="67892" y="64037"/>
                  <a:pt x="67892" y="63869"/>
                </a:cubicBezTo>
                <a:cubicBezTo>
                  <a:pt x="67892" y="63533"/>
                  <a:pt x="67892" y="63203"/>
                  <a:pt x="67892" y="62867"/>
                </a:cubicBezTo>
                <a:cubicBezTo>
                  <a:pt x="68061" y="54820"/>
                  <a:pt x="70994" y="48032"/>
                  <a:pt x="76693" y="42494"/>
                </a:cubicBezTo>
                <a:cubicBezTo>
                  <a:pt x="82398" y="36795"/>
                  <a:pt x="89267" y="33950"/>
                  <a:pt x="97314" y="33950"/>
                </a:cubicBezTo>
                <a:cubicBezTo>
                  <a:pt x="102347" y="33950"/>
                  <a:pt x="106619" y="34872"/>
                  <a:pt x="110138" y="36715"/>
                </a:cubicBezTo>
                <a:cubicBezTo>
                  <a:pt x="113825" y="38727"/>
                  <a:pt x="117350" y="41492"/>
                  <a:pt x="120701" y="45010"/>
                </a:cubicBezTo>
                <a:cubicBezTo>
                  <a:pt x="124219" y="41492"/>
                  <a:pt x="127658" y="38727"/>
                  <a:pt x="131008" y="36715"/>
                </a:cubicBezTo>
                <a:cubicBezTo>
                  <a:pt x="134534" y="34872"/>
                  <a:pt x="138806" y="33950"/>
                  <a:pt x="143839" y="33950"/>
                </a:cubicBezTo>
                <a:cubicBezTo>
                  <a:pt x="151717" y="33950"/>
                  <a:pt x="158506" y="36795"/>
                  <a:pt x="164204" y="42494"/>
                </a:cubicBezTo>
                <a:cubicBezTo>
                  <a:pt x="169903" y="48200"/>
                  <a:pt x="172836" y="54988"/>
                  <a:pt x="173004" y="62867"/>
                </a:cubicBezTo>
                <a:lnTo>
                  <a:pt x="173004" y="63869"/>
                </a:lnTo>
                <a:cubicBezTo>
                  <a:pt x="173004" y="64206"/>
                  <a:pt x="173004" y="64454"/>
                  <a:pt x="173004" y="64622"/>
                </a:cubicBezTo>
                <a:cubicBezTo>
                  <a:pt x="182222" y="65464"/>
                  <a:pt x="190188" y="69319"/>
                  <a:pt x="196896" y="76195"/>
                </a:cubicBezTo>
                <a:cubicBezTo>
                  <a:pt x="203428" y="83064"/>
                  <a:pt x="206698" y="91367"/>
                  <a:pt x="206698" y="101089"/>
                </a:cubicBezTo>
                <a:cubicBezTo>
                  <a:pt x="206698" y="104944"/>
                  <a:pt x="206201" y="108631"/>
                  <a:pt x="205191" y="112149"/>
                </a:cubicBezTo>
                <a:cubicBezTo>
                  <a:pt x="204021" y="115675"/>
                  <a:pt x="202426" y="118857"/>
                  <a:pt x="200415" y="121710"/>
                </a:cubicBezTo>
                <a:cubicBezTo>
                  <a:pt x="202090" y="124892"/>
                  <a:pt x="203428" y="128162"/>
                  <a:pt x="204438" y="131513"/>
                </a:cubicBezTo>
                <a:cubicBezTo>
                  <a:pt x="205272" y="134863"/>
                  <a:pt x="205696" y="138221"/>
                  <a:pt x="205696" y="141571"/>
                </a:cubicBezTo>
                <a:cubicBezTo>
                  <a:pt x="205696" y="151461"/>
                  <a:pt x="202675" y="159764"/>
                  <a:pt x="196640" y="166465"/>
                </a:cubicBezTo>
                <a:cubicBezTo>
                  <a:pt x="190605" y="173173"/>
                  <a:pt x="183063" y="177028"/>
                  <a:pt x="174014" y="178037"/>
                </a:cubicBezTo>
                <a:cubicBezTo>
                  <a:pt x="173341" y="185748"/>
                  <a:pt x="170152" y="192536"/>
                  <a:pt x="164453" y="198403"/>
                </a:cubicBezTo>
                <a:cubicBezTo>
                  <a:pt x="158923" y="204270"/>
                  <a:pt x="152215" y="207203"/>
                  <a:pt x="144336" y="207203"/>
                </a:cubicBezTo>
                <a:cubicBezTo>
                  <a:pt x="138974" y="207203"/>
                  <a:pt x="134614" y="206281"/>
                  <a:pt x="131264" y="204438"/>
                </a:cubicBezTo>
                <a:cubicBezTo>
                  <a:pt x="127745" y="202594"/>
                  <a:pt x="124219" y="199829"/>
                  <a:pt x="120701" y="196142"/>
                </a:cubicBezTo>
                <a:cubicBezTo>
                  <a:pt x="117182" y="199829"/>
                  <a:pt x="113664" y="202594"/>
                  <a:pt x="110138" y="204438"/>
                </a:cubicBezTo>
                <a:cubicBezTo>
                  <a:pt x="106619" y="206281"/>
                  <a:pt x="102347" y="207203"/>
                  <a:pt x="97314" y="207203"/>
                </a:cubicBezTo>
                <a:close/>
                <a:moveTo>
                  <a:pt x="126487" y="62362"/>
                </a:moveTo>
                <a:lnTo>
                  <a:pt x="126487" y="178791"/>
                </a:lnTo>
                <a:cubicBezTo>
                  <a:pt x="126487" y="183480"/>
                  <a:pt x="128243" y="187503"/>
                  <a:pt x="131769" y="190861"/>
                </a:cubicBezTo>
                <a:cubicBezTo>
                  <a:pt x="135287" y="194043"/>
                  <a:pt x="139559" y="195638"/>
                  <a:pt x="144592" y="195638"/>
                </a:cubicBezTo>
                <a:cubicBezTo>
                  <a:pt x="149281" y="195638"/>
                  <a:pt x="153392" y="193706"/>
                  <a:pt x="156911" y="189851"/>
                </a:cubicBezTo>
                <a:cubicBezTo>
                  <a:pt x="160261" y="185996"/>
                  <a:pt x="162105" y="181892"/>
                  <a:pt x="162441" y="177533"/>
                </a:cubicBezTo>
                <a:cubicBezTo>
                  <a:pt x="157921" y="176523"/>
                  <a:pt x="153729" y="174848"/>
                  <a:pt x="149874" y="172500"/>
                </a:cubicBezTo>
                <a:cubicBezTo>
                  <a:pt x="146011" y="170152"/>
                  <a:pt x="142829" y="167138"/>
                  <a:pt x="140313" y="163451"/>
                </a:cubicBezTo>
                <a:cubicBezTo>
                  <a:pt x="139142" y="162105"/>
                  <a:pt x="138725" y="160686"/>
                  <a:pt x="139055" y="159171"/>
                </a:cubicBezTo>
                <a:cubicBezTo>
                  <a:pt x="139223" y="157833"/>
                  <a:pt x="140064" y="156575"/>
                  <a:pt x="141571" y="155404"/>
                </a:cubicBezTo>
                <a:cubicBezTo>
                  <a:pt x="142910" y="154395"/>
                  <a:pt x="144336" y="154058"/>
                  <a:pt x="145850" y="154395"/>
                </a:cubicBezTo>
                <a:cubicBezTo>
                  <a:pt x="147357" y="154563"/>
                  <a:pt x="148616" y="155404"/>
                  <a:pt x="149618" y="156911"/>
                </a:cubicBezTo>
                <a:cubicBezTo>
                  <a:pt x="151798" y="160261"/>
                  <a:pt x="154651" y="162778"/>
                  <a:pt x="158169" y="164453"/>
                </a:cubicBezTo>
                <a:cubicBezTo>
                  <a:pt x="161688" y="166128"/>
                  <a:pt x="165463" y="166969"/>
                  <a:pt x="169486" y="166969"/>
                </a:cubicBezTo>
                <a:cubicBezTo>
                  <a:pt x="176523" y="166969"/>
                  <a:pt x="182390" y="164621"/>
                  <a:pt x="187086" y="159932"/>
                </a:cubicBezTo>
                <a:cubicBezTo>
                  <a:pt x="191951" y="155236"/>
                  <a:pt x="194379" y="149113"/>
                  <a:pt x="194379" y="141571"/>
                </a:cubicBezTo>
                <a:cubicBezTo>
                  <a:pt x="194379" y="139728"/>
                  <a:pt x="194211" y="137965"/>
                  <a:pt x="193875" y="136289"/>
                </a:cubicBezTo>
                <a:cubicBezTo>
                  <a:pt x="193370" y="134446"/>
                  <a:pt x="192873" y="132603"/>
                  <a:pt x="192368" y="130759"/>
                </a:cubicBezTo>
                <a:cubicBezTo>
                  <a:pt x="189347" y="133107"/>
                  <a:pt x="185996" y="134863"/>
                  <a:pt x="182309" y="136041"/>
                </a:cubicBezTo>
                <a:cubicBezTo>
                  <a:pt x="178623" y="137211"/>
                  <a:pt x="174848" y="137804"/>
                  <a:pt x="170993" y="137804"/>
                </a:cubicBezTo>
                <a:cubicBezTo>
                  <a:pt x="169318" y="137804"/>
                  <a:pt x="167891" y="137299"/>
                  <a:pt x="166721" y="136289"/>
                </a:cubicBezTo>
                <a:cubicBezTo>
                  <a:pt x="165711" y="135119"/>
                  <a:pt x="165206" y="133693"/>
                  <a:pt x="165206" y="132017"/>
                </a:cubicBezTo>
                <a:cubicBezTo>
                  <a:pt x="165206" y="130342"/>
                  <a:pt x="165711" y="128996"/>
                  <a:pt x="166721" y="127994"/>
                </a:cubicBezTo>
                <a:cubicBezTo>
                  <a:pt x="167891" y="126985"/>
                  <a:pt x="169318" y="126487"/>
                  <a:pt x="170993" y="126487"/>
                </a:cubicBezTo>
                <a:cubicBezTo>
                  <a:pt x="177869" y="126487"/>
                  <a:pt x="183648" y="123971"/>
                  <a:pt x="188344" y="118938"/>
                </a:cubicBezTo>
                <a:cubicBezTo>
                  <a:pt x="193041" y="114081"/>
                  <a:pt x="195382" y="108126"/>
                  <a:pt x="195382" y="101089"/>
                </a:cubicBezTo>
                <a:cubicBezTo>
                  <a:pt x="195382" y="94212"/>
                  <a:pt x="192953" y="88346"/>
                  <a:pt x="188096" y="83488"/>
                </a:cubicBezTo>
                <a:cubicBezTo>
                  <a:pt x="183231" y="78624"/>
                  <a:pt x="177533" y="76027"/>
                  <a:pt x="170993" y="75690"/>
                </a:cubicBezTo>
                <a:cubicBezTo>
                  <a:pt x="169318" y="79545"/>
                  <a:pt x="167050" y="82984"/>
                  <a:pt x="164204" y="85997"/>
                </a:cubicBezTo>
                <a:cubicBezTo>
                  <a:pt x="161183" y="88850"/>
                  <a:pt x="157752" y="91030"/>
                  <a:pt x="153897" y="92537"/>
                </a:cubicBezTo>
                <a:cubicBezTo>
                  <a:pt x="152383" y="93042"/>
                  <a:pt x="150956" y="92954"/>
                  <a:pt x="149618" y="92289"/>
                </a:cubicBezTo>
                <a:cubicBezTo>
                  <a:pt x="148279" y="91616"/>
                  <a:pt x="147357" y="90526"/>
                  <a:pt x="146853" y="89019"/>
                </a:cubicBezTo>
                <a:cubicBezTo>
                  <a:pt x="146348" y="87512"/>
                  <a:pt x="146436" y="86085"/>
                  <a:pt x="147101" y="84739"/>
                </a:cubicBezTo>
                <a:cubicBezTo>
                  <a:pt x="147606" y="83232"/>
                  <a:pt x="148616" y="82230"/>
                  <a:pt x="150123" y="81725"/>
                </a:cubicBezTo>
                <a:cubicBezTo>
                  <a:pt x="153641" y="80548"/>
                  <a:pt x="156494" y="78287"/>
                  <a:pt x="158674" y="74937"/>
                </a:cubicBezTo>
                <a:cubicBezTo>
                  <a:pt x="160686" y="71747"/>
                  <a:pt x="161688" y="68148"/>
                  <a:pt x="161688" y="64125"/>
                </a:cubicBezTo>
                <a:cubicBezTo>
                  <a:pt x="161688" y="58924"/>
                  <a:pt x="159932" y="54484"/>
                  <a:pt x="156406" y="50797"/>
                </a:cubicBezTo>
                <a:cubicBezTo>
                  <a:pt x="153056" y="47278"/>
                  <a:pt x="148945" y="45515"/>
                  <a:pt x="144087" y="45515"/>
                </a:cubicBezTo>
                <a:cubicBezTo>
                  <a:pt x="139223" y="45515"/>
                  <a:pt x="135031" y="47110"/>
                  <a:pt x="131513" y="50292"/>
                </a:cubicBezTo>
                <a:cubicBezTo>
                  <a:pt x="128162" y="53642"/>
                  <a:pt x="126487" y="57666"/>
                  <a:pt x="126487" y="62362"/>
                </a:cubicBezTo>
                <a:close/>
                <a:moveTo>
                  <a:pt x="114914" y="178791"/>
                </a:moveTo>
                <a:lnTo>
                  <a:pt x="114914" y="62362"/>
                </a:lnTo>
                <a:cubicBezTo>
                  <a:pt x="114914" y="57666"/>
                  <a:pt x="113239" y="53642"/>
                  <a:pt x="109889" y="50292"/>
                </a:cubicBezTo>
                <a:cubicBezTo>
                  <a:pt x="106370" y="47110"/>
                  <a:pt x="102179" y="45515"/>
                  <a:pt x="97314" y="45515"/>
                </a:cubicBezTo>
                <a:cubicBezTo>
                  <a:pt x="92457" y="45515"/>
                  <a:pt x="88265" y="47278"/>
                  <a:pt x="84739" y="50797"/>
                </a:cubicBezTo>
                <a:cubicBezTo>
                  <a:pt x="81221" y="54484"/>
                  <a:pt x="79465" y="58924"/>
                  <a:pt x="79465" y="64125"/>
                </a:cubicBezTo>
                <a:cubicBezTo>
                  <a:pt x="79465" y="68148"/>
                  <a:pt x="80467" y="71747"/>
                  <a:pt x="82479" y="74937"/>
                </a:cubicBezTo>
                <a:cubicBezTo>
                  <a:pt x="84659" y="78119"/>
                  <a:pt x="87424" y="80299"/>
                  <a:pt x="90774" y="81477"/>
                </a:cubicBezTo>
                <a:cubicBezTo>
                  <a:pt x="92289" y="81974"/>
                  <a:pt x="93379" y="82984"/>
                  <a:pt x="94044" y="84491"/>
                </a:cubicBezTo>
                <a:cubicBezTo>
                  <a:pt x="94885" y="85829"/>
                  <a:pt x="95054" y="87256"/>
                  <a:pt x="94549" y="88763"/>
                </a:cubicBezTo>
                <a:cubicBezTo>
                  <a:pt x="93876" y="90277"/>
                  <a:pt x="92786" y="91367"/>
                  <a:pt x="91279" y="92033"/>
                </a:cubicBezTo>
                <a:cubicBezTo>
                  <a:pt x="89772" y="92706"/>
                  <a:pt x="88265" y="92786"/>
                  <a:pt x="86751" y="92289"/>
                </a:cubicBezTo>
                <a:cubicBezTo>
                  <a:pt x="82896" y="90943"/>
                  <a:pt x="79545" y="88763"/>
                  <a:pt x="76693" y="85749"/>
                </a:cubicBezTo>
                <a:cubicBezTo>
                  <a:pt x="73847" y="82896"/>
                  <a:pt x="71579" y="79545"/>
                  <a:pt x="69904" y="75690"/>
                </a:cubicBezTo>
                <a:cubicBezTo>
                  <a:pt x="63533" y="76195"/>
                  <a:pt x="58002" y="78872"/>
                  <a:pt x="53313" y="83737"/>
                </a:cubicBezTo>
                <a:cubicBezTo>
                  <a:pt x="48449" y="88433"/>
                  <a:pt x="46020" y="94212"/>
                  <a:pt x="46020" y="101089"/>
                </a:cubicBezTo>
                <a:cubicBezTo>
                  <a:pt x="46020" y="108126"/>
                  <a:pt x="48361" y="114081"/>
                  <a:pt x="53057" y="118938"/>
                </a:cubicBezTo>
                <a:cubicBezTo>
                  <a:pt x="57754" y="123971"/>
                  <a:pt x="63533" y="126487"/>
                  <a:pt x="70409" y="126487"/>
                </a:cubicBezTo>
                <a:cubicBezTo>
                  <a:pt x="72084" y="126487"/>
                  <a:pt x="73510" y="126985"/>
                  <a:pt x="74681" y="127994"/>
                </a:cubicBezTo>
                <a:cubicBezTo>
                  <a:pt x="75690" y="128996"/>
                  <a:pt x="76195" y="130342"/>
                  <a:pt x="76195" y="132017"/>
                </a:cubicBezTo>
                <a:cubicBezTo>
                  <a:pt x="76195" y="133693"/>
                  <a:pt x="75690" y="135119"/>
                  <a:pt x="74681" y="136289"/>
                </a:cubicBezTo>
                <a:cubicBezTo>
                  <a:pt x="73510" y="137299"/>
                  <a:pt x="72084" y="137804"/>
                  <a:pt x="70409" y="137804"/>
                </a:cubicBezTo>
                <a:cubicBezTo>
                  <a:pt x="66554" y="137804"/>
                  <a:pt x="62779" y="137211"/>
                  <a:pt x="59092" y="136041"/>
                </a:cubicBezTo>
                <a:cubicBezTo>
                  <a:pt x="55405" y="134702"/>
                  <a:pt x="52055" y="132939"/>
                  <a:pt x="49034" y="130759"/>
                </a:cubicBezTo>
                <a:cubicBezTo>
                  <a:pt x="48361" y="132434"/>
                  <a:pt x="47863" y="134110"/>
                  <a:pt x="47527" y="135792"/>
                </a:cubicBezTo>
                <a:cubicBezTo>
                  <a:pt x="47190" y="137467"/>
                  <a:pt x="47022" y="139223"/>
                  <a:pt x="47022" y="141066"/>
                </a:cubicBezTo>
                <a:cubicBezTo>
                  <a:pt x="47022" y="148447"/>
                  <a:pt x="49370" y="154651"/>
                  <a:pt x="54067" y="159676"/>
                </a:cubicBezTo>
                <a:cubicBezTo>
                  <a:pt x="58924" y="164541"/>
                  <a:pt x="64791" y="166969"/>
                  <a:pt x="71667" y="166969"/>
                </a:cubicBezTo>
                <a:cubicBezTo>
                  <a:pt x="75690" y="166969"/>
                  <a:pt x="79465" y="166048"/>
                  <a:pt x="82984" y="164204"/>
                </a:cubicBezTo>
                <a:cubicBezTo>
                  <a:pt x="86334" y="162361"/>
                  <a:pt x="89267" y="159932"/>
                  <a:pt x="91784" y="156911"/>
                </a:cubicBezTo>
                <a:cubicBezTo>
                  <a:pt x="92786" y="155572"/>
                  <a:pt x="94044" y="154731"/>
                  <a:pt x="95558" y="154395"/>
                </a:cubicBezTo>
                <a:cubicBezTo>
                  <a:pt x="97065" y="154058"/>
                  <a:pt x="98492" y="154395"/>
                  <a:pt x="99831" y="155404"/>
                </a:cubicBezTo>
                <a:cubicBezTo>
                  <a:pt x="101001" y="156406"/>
                  <a:pt x="101754" y="157752"/>
                  <a:pt x="102091" y="159427"/>
                </a:cubicBezTo>
                <a:cubicBezTo>
                  <a:pt x="102427" y="160934"/>
                  <a:pt x="102091" y="162273"/>
                  <a:pt x="101089" y="163451"/>
                </a:cubicBezTo>
                <a:cubicBezTo>
                  <a:pt x="98404" y="167138"/>
                  <a:pt x="95134" y="170152"/>
                  <a:pt x="91279" y="172500"/>
                </a:cubicBezTo>
                <a:cubicBezTo>
                  <a:pt x="87424" y="174848"/>
                  <a:pt x="83320" y="176443"/>
                  <a:pt x="78960" y="177277"/>
                </a:cubicBezTo>
                <a:cubicBezTo>
                  <a:pt x="79129" y="181805"/>
                  <a:pt x="80972" y="185996"/>
                  <a:pt x="84491" y="189851"/>
                </a:cubicBezTo>
                <a:cubicBezTo>
                  <a:pt x="88009" y="193706"/>
                  <a:pt x="92201" y="195638"/>
                  <a:pt x="97065" y="195638"/>
                </a:cubicBezTo>
                <a:cubicBezTo>
                  <a:pt x="102091" y="195638"/>
                  <a:pt x="106370" y="194043"/>
                  <a:pt x="109889" y="190861"/>
                </a:cubicBezTo>
                <a:cubicBezTo>
                  <a:pt x="113239" y="187503"/>
                  <a:pt x="114914" y="183480"/>
                  <a:pt x="114914" y="17879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885603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" dirty="0"/>
          </a:p>
        </p:txBody>
      </p:sp>
      <p:sp>
        <p:nvSpPr>
          <p:cNvPr id="85" name="圖示 樞紐"/>
          <p:cNvSpPr/>
          <p:nvPr/>
        </p:nvSpPr>
        <p:spPr>
          <a:xfrm>
            <a:off x="540100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0482" y="221036"/>
                </a:moveTo>
                <a:cubicBezTo>
                  <a:pt x="35289" y="216003"/>
                  <a:pt x="32692" y="209719"/>
                  <a:pt x="32692" y="202177"/>
                </a:cubicBezTo>
                <a:cubicBezTo>
                  <a:pt x="32692" y="194796"/>
                  <a:pt x="35289" y="188513"/>
                  <a:pt x="40482" y="183312"/>
                </a:cubicBezTo>
                <a:cubicBezTo>
                  <a:pt x="45683" y="178286"/>
                  <a:pt x="51967" y="175770"/>
                  <a:pt x="59348" y="175770"/>
                </a:cubicBezTo>
                <a:cubicBezTo>
                  <a:pt x="61521" y="175770"/>
                  <a:pt x="63533" y="176026"/>
                  <a:pt x="65383" y="176523"/>
                </a:cubicBezTo>
                <a:cubicBezTo>
                  <a:pt x="67227" y="176860"/>
                  <a:pt x="69070" y="177533"/>
                  <a:pt x="70914" y="178535"/>
                </a:cubicBezTo>
                <a:lnTo>
                  <a:pt x="96056" y="147357"/>
                </a:lnTo>
                <a:cubicBezTo>
                  <a:pt x="93042" y="143671"/>
                  <a:pt x="90774" y="139647"/>
                  <a:pt x="89267" y="135287"/>
                </a:cubicBezTo>
                <a:cubicBezTo>
                  <a:pt x="87760" y="130759"/>
                  <a:pt x="87424" y="126063"/>
                  <a:pt x="88265" y="121206"/>
                </a:cubicBezTo>
                <a:lnTo>
                  <a:pt x="52055" y="109135"/>
                </a:lnTo>
                <a:cubicBezTo>
                  <a:pt x="49707" y="113159"/>
                  <a:pt x="46517" y="116341"/>
                  <a:pt x="42494" y="118689"/>
                </a:cubicBezTo>
                <a:cubicBezTo>
                  <a:pt x="38639" y="121037"/>
                  <a:pt x="34118" y="122208"/>
                  <a:pt x="28917" y="122208"/>
                </a:cubicBezTo>
                <a:cubicBezTo>
                  <a:pt x="21712" y="122208"/>
                  <a:pt x="15508" y="119611"/>
                  <a:pt x="10307" y="114417"/>
                </a:cubicBezTo>
                <a:cubicBezTo>
                  <a:pt x="5113" y="109216"/>
                  <a:pt x="2516" y="102932"/>
                  <a:pt x="2516" y="95558"/>
                </a:cubicBezTo>
                <a:cubicBezTo>
                  <a:pt x="2516" y="88177"/>
                  <a:pt x="5113" y="81894"/>
                  <a:pt x="10307" y="76693"/>
                </a:cubicBezTo>
                <a:cubicBezTo>
                  <a:pt x="15508" y="71499"/>
                  <a:pt x="21792" y="68902"/>
                  <a:pt x="29173" y="68902"/>
                </a:cubicBezTo>
                <a:cubicBezTo>
                  <a:pt x="36547" y="68902"/>
                  <a:pt x="42750" y="71499"/>
                  <a:pt x="47776" y="76693"/>
                </a:cubicBezTo>
                <a:cubicBezTo>
                  <a:pt x="52977" y="81894"/>
                  <a:pt x="55574" y="88177"/>
                  <a:pt x="55574" y="95558"/>
                </a:cubicBezTo>
                <a:cubicBezTo>
                  <a:pt x="55574" y="95888"/>
                  <a:pt x="55574" y="96224"/>
                  <a:pt x="55574" y="96561"/>
                </a:cubicBezTo>
                <a:cubicBezTo>
                  <a:pt x="55574" y="97065"/>
                  <a:pt x="55574" y="97402"/>
                  <a:pt x="55574" y="97570"/>
                </a:cubicBezTo>
                <a:lnTo>
                  <a:pt x="92033" y="110138"/>
                </a:lnTo>
                <a:cubicBezTo>
                  <a:pt x="94549" y="105449"/>
                  <a:pt x="97731" y="101754"/>
                  <a:pt x="101593" y="99077"/>
                </a:cubicBezTo>
                <a:cubicBezTo>
                  <a:pt x="105449" y="96392"/>
                  <a:pt x="109801" y="94549"/>
                  <a:pt x="114666" y="93547"/>
                </a:cubicBezTo>
                <a:lnTo>
                  <a:pt x="114666" y="54820"/>
                </a:lnTo>
                <a:cubicBezTo>
                  <a:pt x="108294" y="53313"/>
                  <a:pt x="103269" y="50043"/>
                  <a:pt x="99582" y="45010"/>
                </a:cubicBezTo>
                <a:cubicBezTo>
                  <a:pt x="95888" y="39985"/>
                  <a:pt x="94044" y="34703"/>
                  <a:pt x="94044" y="29173"/>
                </a:cubicBezTo>
                <a:cubicBezTo>
                  <a:pt x="94044" y="21792"/>
                  <a:pt x="96641" y="15508"/>
                  <a:pt x="101842" y="10307"/>
                </a:cubicBezTo>
                <a:cubicBezTo>
                  <a:pt x="107036" y="5113"/>
                  <a:pt x="113327" y="2516"/>
                  <a:pt x="120701" y="2516"/>
                </a:cubicBezTo>
                <a:cubicBezTo>
                  <a:pt x="128243" y="2516"/>
                  <a:pt x="134534" y="5113"/>
                  <a:pt x="139559" y="10307"/>
                </a:cubicBezTo>
                <a:cubicBezTo>
                  <a:pt x="144760" y="15508"/>
                  <a:pt x="147357" y="21792"/>
                  <a:pt x="147357" y="29173"/>
                </a:cubicBezTo>
                <a:cubicBezTo>
                  <a:pt x="147357" y="34703"/>
                  <a:pt x="145514" y="39985"/>
                  <a:pt x="141827" y="45010"/>
                </a:cubicBezTo>
                <a:cubicBezTo>
                  <a:pt x="138133" y="50043"/>
                  <a:pt x="133107" y="53313"/>
                  <a:pt x="126736" y="54820"/>
                </a:cubicBezTo>
                <a:lnTo>
                  <a:pt x="126736" y="93547"/>
                </a:lnTo>
                <a:cubicBezTo>
                  <a:pt x="131600" y="94549"/>
                  <a:pt x="135953" y="96392"/>
                  <a:pt x="139815" y="99077"/>
                </a:cubicBezTo>
                <a:cubicBezTo>
                  <a:pt x="143839" y="101754"/>
                  <a:pt x="147101" y="105449"/>
                  <a:pt x="149618" y="110138"/>
                </a:cubicBezTo>
                <a:lnTo>
                  <a:pt x="185828" y="97570"/>
                </a:lnTo>
                <a:cubicBezTo>
                  <a:pt x="185828" y="97402"/>
                  <a:pt x="185828" y="97065"/>
                  <a:pt x="185828" y="96561"/>
                </a:cubicBezTo>
                <a:lnTo>
                  <a:pt x="185828" y="95558"/>
                </a:lnTo>
                <a:cubicBezTo>
                  <a:pt x="185828" y="88177"/>
                  <a:pt x="188425" y="81894"/>
                  <a:pt x="193626" y="76693"/>
                </a:cubicBezTo>
                <a:cubicBezTo>
                  <a:pt x="198652" y="71499"/>
                  <a:pt x="204855" y="68902"/>
                  <a:pt x="212236" y="68902"/>
                </a:cubicBezTo>
                <a:cubicBezTo>
                  <a:pt x="219610" y="68902"/>
                  <a:pt x="225893" y="71499"/>
                  <a:pt x="231094" y="76693"/>
                </a:cubicBezTo>
                <a:cubicBezTo>
                  <a:pt x="236288" y="81894"/>
                  <a:pt x="238885" y="88177"/>
                  <a:pt x="238885" y="95558"/>
                </a:cubicBezTo>
                <a:cubicBezTo>
                  <a:pt x="238885" y="103100"/>
                  <a:pt x="236288" y="109384"/>
                  <a:pt x="231094" y="114417"/>
                </a:cubicBezTo>
                <a:cubicBezTo>
                  <a:pt x="225893" y="119611"/>
                  <a:pt x="219690" y="122208"/>
                  <a:pt x="212485" y="122208"/>
                </a:cubicBezTo>
                <a:cubicBezTo>
                  <a:pt x="207284" y="122208"/>
                  <a:pt x="202763" y="121037"/>
                  <a:pt x="198908" y="118689"/>
                </a:cubicBezTo>
                <a:cubicBezTo>
                  <a:pt x="194884" y="116341"/>
                  <a:pt x="191695" y="113159"/>
                  <a:pt x="189347" y="109135"/>
                </a:cubicBezTo>
                <a:lnTo>
                  <a:pt x="153136" y="121206"/>
                </a:lnTo>
                <a:cubicBezTo>
                  <a:pt x="153978" y="126063"/>
                  <a:pt x="153641" y="130759"/>
                  <a:pt x="152134" y="135287"/>
                </a:cubicBezTo>
                <a:cubicBezTo>
                  <a:pt x="150796" y="139815"/>
                  <a:pt x="148528" y="143751"/>
                  <a:pt x="145346" y="147101"/>
                </a:cubicBezTo>
                <a:lnTo>
                  <a:pt x="170488" y="178535"/>
                </a:lnTo>
                <a:cubicBezTo>
                  <a:pt x="172331" y="177533"/>
                  <a:pt x="174175" y="176860"/>
                  <a:pt x="176026" y="176523"/>
                </a:cubicBezTo>
                <a:cubicBezTo>
                  <a:pt x="177869" y="176026"/>
                  <a:pt x="179881" y="175770"/>
                  <a:pt x="182061" y="175770"/>
                </a:cubicBezTo>
                <a:cubicBezTo>
                  <a:pt x="189603" y="175770"/>
                  <a:pt x="195886" y="178286"/>
                  <a:pt x="200919" y="183312"/>
                </a:cubicBezTo>
                <a:cubicBezTo>
                  <a:pt x="206113" y="188513"/>
                  <a:pt x="208710" y="194796"/>
                  <a:pt x="208710" y="202177"/>
                </a:cubicBezTo>
                <a:cubicBezTo>
                  <a:pt x="208710" y="209719"/>
                  <a:pt x="206113" y="216003"/>
                  <a:pt x="200919" y="221036"/>
                </a:cubicBezTo>
                <a:cubicBezTo>
                  <a:pt x="195886" y="226230"/>
                  <a:pt x="189603" y="228827"/>
                  <a:pt x="182061" y="228827"/>
                </a:cubicBezTo>
                <a:cubicBezTo>
                  <a:pt x="174680" y="228827"/>
                  <a:pt x="168396" y="226230"/>
                  <a:pt x="163195" y="221036"/>
                </a:cubicBezTo>
                <a:cubicBezTo>
                  <a:pt x="158169" y="215835"/>
                  <a:pt x="155653" y="209551"/>
                  <a:pt x="155653" y="202177"/>
                </a:cubicBezTo>
                <a:cubicBezTo>
                  <a:pt x="155653" y="198988"/>
                  <a:pt x="156070" y="196142"/>
                  <a:pt x="156911" y="193626"/>
                </a:cubicBezTo>
                <a:cubicBezTo>
                  <a:pt x="157921" y="190941"/>
                  <a:pt x="159340" y="188344"/>
                  <a:pt x="161183" y="185828"/>
                </a:cubicBezTo>
                <a:lnTo>
                  <a:pt x="136041" y="154651"/>
                </a:lnTo>
                <a:cubicBezTo>
                  <a:pt x="131344" y="157160"/>
                  <a:pt x="126231" y="158418"/>
                  <a:pt x="120701" y="158418"/>
                </a:cubicBezTo>
                <a:cubicBezTo>
                  <a:pt x="115002" y="158418"/>
                  <a:pt x="109801" y="157160"/>
                  <a:pt x="105112" y="154651"/>
                </a:cubicBezTo>
                <a:lnTo>
                  <a:pt x="80218" y="186084"/>
                </a:lnTo>
                <a:cubicBezTo>
                  <a:pt x="82062" y="188593"/>
                  <a:pt x="83488" y="191110"/>
                  <a:pt x="84491" y="193626"/>
                </a:cubicBezTo>
                <a:cubicBezTo>
                  <a:pt x="85332" y="196142"/>
                  <a:pt x="85749" y="198988"/>
                  <a:pt x="85749" y="202177"/>
                </a:cubicBezTo>
                <a:cubicBezTo>
                  <a:pt x="85749" y="209551"/>
                  <a:pt x="83232" y="215835"/>
                  <a:pt x="78207" y="221036"/>
                </a:cubicBezTo>
                <a:cubicBezTo>
                  <a:pt x="73006" y="226230"/>
                  <a:pt x="66722" y="228827"/>
                  <a:pt x="59348" y="228827"/>
                </a:cubicBezTo>
                <a:cubicBezTo>
                  <a:pt x="51799" y="228827"/>
                  <a:pt x="45515" y="226230"/>
                  <a:pt x="40482" y="221036"/>
                </a:cubicBezTo>
                <a:close/>
                <a:moveTo>
                  <a:pt x="29173" y="110642"/>
                </a:moveTo>
                <a:cubicBezTo>
                  <a:pt x="33357" y="110642"/>
                  <a:pt x="36883" y="109216"/>
                  <a:pt x="39729" y="106370"/>
                </a:cubicBezTo>
                <a:cubicBezTo>
                  <a:pt x="42750" y="103349"/>
                  <a:pt x="44257" y="99743"/>
                  <a:pt x="44257" y="95558"/>
                </a:cubicBezTo>
                <a:cubicBezTo>
                  <a:pt x="44257" y="91367"/>
                  <a:pt x="42750" y="87760"/>
                  <a:pt x="39729" y="84739"/>
                </a:cubicBezTo>
                <a:cubicBezTo>
                  <a:pt x="36883" y="81894"/>
                  <a:pt x="33277" y="80467"/>
                  <a:pt x="28917" y="80467"/>
                </a:cubicBezTo>
                <a:cubicBezTo>
                  <a:pt x="24725" y="80467"/>
                  <a:pt x="21207" y="81894"/>
                  <a:pt x="18354" y="84739"/>
                </a:cubicBezTo>
                <a:cubicBezTo>
                  <a:pt x="15340" y="87760"/>
                  <a:pt x="13833" y="91367"/>
                  <a:pt x="13833" y="95558"/>
                </a:cubicBezTo>
                <a:cubicBezTo>
                  <a:pt x="13833" y="99743"/>
                  <a:pt x="15340" y="103349"/>
                  <a:pt x="18354" y="106370"/>
                </a:cubicBezTo>
                <a:cubicBezTo>
                  <a:pt x="21207" y="109216"/>
                  <a:pt x="24813" y="110642"/>
                  <a:pt x="29173" y="110642"/>
                </a:cubicBezTo>
                <a:close/>
                <a:moveTo>
                  <a:pt x="69904" y="212989"/>
                </a:moveTo>
                <a:cubicBezTo>
                  <a:pt x="72925" y="210136"/>
                  <a:pt x="74432" y="206530"/>
                  <a:pt x="74432" y="202177"/>
                </a:cubicBezTo>
                <a:cubicBezTo>
                  <a:pt x="74432" y="197986"/>
                  <a:pt x="72925" y="194460"/>
                  <a:pt x="69904" y="191614"/>
                </a:cubicBezTo>
                <a:cubicBezTo>
                  <a:pt x="67058" y="188593"/>
                  <a:pt x="63452" y="187086"/>
                  <a:pt x="59092" y="187086"/>
                </a:cubicBezTo>
                <a:cubicBezTo>
                  <a:pt x="54901" y="187086"/>
                  <a:pt x="51382" y="188593"/>
                  <a:pt x="48529" y="191614"/>
                </a:cubicBezTo>
                <a:cubicBezTo>
                  <a:pt x="45515" y="194460"/>
                  <a:pt x="44008" y="198066"/>
                  <a:pt x="44008" y="202426"/>
                </a:cubicBezTo>
                <a:cubicBezTo>
                  <a:pt x="44008" y="206618"/>
                  <a:pt x="45515" y="210136"/>
                  <a:pt x="48529" y="212989"/>
                </a:cubicBezTo>
                <a:cubicBezTo>
                  <a:pt x="51382" y="216003"/>
                  <a:pt x="54988" y="217510"/>
                  <a:pt x="59348" y="217510"/>
                </a:cubicBezTo>
                <a:cubicBezTo>
                  <a:pt x="63533" y="217510"/>
                  <a:pt x="67058" y="216003"/>
                  <a:pt x="69904" y="212989"/>
                </a:cubicBezTo>
                <a:close/>
                <a:moveTo>
                  <a:pt x="131513" y="39729"/>
                </a:moveTo>
                <a:cubicBezTo>
                  <a:pt x="134366" y="36883"/>
                  <a:pt x="135792" y="33277"/>
                  <a:pt x="135792" y="28917"/>
                </a:cubicBezTo>
                <a:cubicBezTo>
                  <a:pt x="135792" y="24725"/>
                  <a:pt x="134366" y="21207"/>
                  <a:pt x="131513" y="18354"/>
                </a:cubicBezTo>
                <a:cubicBezTo>
                  <a:pt x="128499" y="15340"/>
                  <a:pt x="124892" y="13833"/>
                  <a:pt x="120701" y="13833"/>
                </a:cubicBezTo>
                <a:cubicBezTo>
                  <a:pt x="116509" y="13833"/>
                  <a:pt x="112903" y="15340"/>
                  <a:pt x="109889" y="18354"/>
                </a:cubicBezTo>
                <a:cubicBezTo>
                  <a:pt x="107036" y="21207"/>
                  <a:pt x="105617" y="24813"/>
                  <a:pt x="105617" y="29173"/>
                </a:cubicBezTo>
                <a:cubicBezTo>
                  <a:pt x="105617" y="33357"/>
                  <a:pt x="107036" y="36883"/>
                  <a:pt x="109889" y="39729"/>
                </a:cubicBezTo>
                <a:cubicBezTo>
                  <a:pt x="112903" y="42750"/>
                  <a:pt x="116509" y="44257"/>
                  <a:pt x="120701" y="44257"/>
                </a:cubicBezTo>
                <a:cubicBezTo>
                  <a:pt x="124892" y="44257"/>
                  <a:pt x="128499" y="42750"/>
                  <a:pt x="131513" y="39729"/>
                </a:cubicBezTo>
                <a:close/>
                <a:moveTo>
                  <a:pt x="120701" y="147101"/>
                </a:moveTo>
                <a:cubicBezTo>
                  <a:pt x="126736" y="147101"/>
                  <a:pt x="131769" y="145009"/>
                  <a:pt x="135792" y="140818"/>
                </a:cubicBezTo>
                <a:cubicBezTo>
                  <a:pt x="139976" y="136626"/>
                  <a:pt x="142076" y="131600"/>
                  <a:pt x="142076" y="125734"/>
                </a:cubicBezTo>
                <a:cubicBezTo>
                  <a:pt x="142076" y="119699"/>
                  <a:pt x="139976" y="114666"/>
                  <a:pt x="135792" y="110642"/>
                </a:cubicBezTo>
                <a:cubicBezTo>
                  <a:pt x="131600" y="106451"/>
                  <a:pt x="126568" y="104359"/>
                  <a:pt x="120701" y="104359"/>
                </a:cubicBezTo>
                <a:cubicBezTo>
                  <a:pt x="114834" y="104359"/>
                  <a:pt x="109801" y="106451"/>
                  <a:pt x="105617" y="110642"/>
                </a:cubicBezTo>
                <a:cubicBezTo>
                  <a:pt x="101425" y="114834"/>
                  <a:pt x="99326" y="119860"/>
                  <a:pt x="99326" y="125734"/>
                </a:cubicBezTo>
                <a:cubicBezTo>
                  <a:pt x="99326" y="131600"/>
                  <a:pt x="101425" y="136626"/>
                  <a:pt x="105617" y="140818"/>
                </a:cubicBezTo>
                <a:cubicBezTo>
                  <a:pt x="109801" y="145009"/>
                  <a:pt x="114834" y="147101"/>
                  <a:pt x="120701" y="147101"/>
                </a:cubicBezTo>
                <a:close/>
                <a:moveTo>
                  <a:pt x="192873" y="212989"/>
                </a:moveTo>
                <a:cubicBezTo>
                  <a:pt x="195886" y="210136"/>
                  <a:pt x="197393" y="206530"/>
                  <a:pt x="197393" y="202177"/>
                </a:cubicBezTo>
                <a:cubicBezTo>
                  <a:pt x="197393" y="197986"/>
                  <a:pt x="195886" y="194460"/>
                  <a:pt x="192873" y="191614"/>
                </a:cubicBezTo>
                <a:cubicBezTo>
                  <a:pt x="190020" y="188593"/>
                  <a:pt x="186413" y="187086"/>
                  <a:pt x="182061" y="187086"/>
                </a:cubicBezTo>
                <a:cubicBezTo>
                  <a:pt x="177869" y="187086"/>
                  <a:pt x="174343" y="188593"/>
                  <a:pt x="171498" y="191614"/>
                </a:cubicBezTo>
                <a:cubicBezTo>
                  <a:pt x="168476" y="194460"/>
                  <a:pt x="166969" y="198066"/>
                  <a:pt x="166969" y="202426"/>
                </a:cubicBezTo>
                <a:cubicBezTo>
                  <a:pt x="166969" y="206618"/>
                  <a:pt x="168476" y="210136"/>
                  <a:pt x="171498" y="212989"/>
                </a:cubicBezTo>
                <a:cubicBezTo>
                  <a:pt x="174343" y="216003"/>
                  <a:pt x="177950" y="217510"/>
                  <a:pt x="182309" y="217510"/>
                </a:cubicBezTo>
                <a:cubicBezTo>
                  <a:pt x="186501" y="217510"/>
                  <a:pt x="190020" y="216003"/>
                  <a:pt x="192873" y="212989"/>
                </a:cubicBezTo>
                <a:close/>
                <a:moveTo>
                  <a:pt x="223048" y="106370"/>
                </a:moveTo>
                <a:cubicBezTo>
                  <a:pt x="226062" y="103349"/>
                  <a:pt x="227569" y="99743"/>
                  <a:pt x="227569" y="95558"/>
                </a:cubicBezTo>
                <a:cubicBezTo>
                  <a:pt x="227569" y="91367"/>
                  <a:pt x="226062" y="87760"/>
                  <a:pt x="223048" y="84739"/>
                </a:cubicBezTo>
                <a:cubicBezTo>
                  <a:pt x="220195" y="81894"/>
                  <a:pt x="216588" y="80467"/>
                  <a:pt x="212236" y="80467"/>
                </a:cubicBezTo>
                <a:cubicBezTo>
                  <a:pt x="208044" y="80467"/>
                  <a:pt x="204518" y="81894"/>
                  <a:pt x="201673" y="84739"/>
                </a:cubicBezTo>
                <a:cubicBezTo>
                  <a:pt x="198652" y="87760"/>
                  <a:pt x="197145" y="91367"/>
                  <a:pt x="197145" y="95558"/>
                </a:cubicBezTo>
                <a:cubicBezTo>
                  <a:pt x="197145" y="99743"/>
                  <a:pt x="198652" y="103349"/>
                  <a:pt x="201673" y="106370"/>
                </a:cubicBezTo>
                <a:cubicBezTo>
                  <a:pt x="204518" y="109216"/>
                  <a:pt x="208125" y="110642"/>
                  <a:pt x="212485" y="110642"/>
                </a:cubicBezTo>
                <a:cubicBezTo>
                  <a:pt x="216676" y="110642"/>
                  <a:pt x="220195" y="109216"/>
                  <a:pt x="223048" y="106370"/>
                </a:cubicBezTo>
                <a:close/>
                <a:moveTo>
                  <a:pt x="120701" y="29173"/>
                </a:moveTo>
                <a:close/>
                <a:moveTo>
                  <a:pt x="29173" y="95558"/>
                </a:moveTo>
                <a:close/>
                <a:moveTo>
                  <a:pt x="120701" y="125734"/>
                </a:moveTo>
                <a:close/>
                <a:moveTo>
                  <a:pt x="212236" y="95558"/>
                </a:moveTo>
                <a:close/>
                <a:moveTo>
                  <a:pt x="59348" y="202177"/>
                </a:moveTo>
                <a:close/>
                <a:moveTo>
                  <a:pt x="182061" y="20217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424282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600" dirty="0"/>
          </a:p>
        </p:txBody>
      </p:sp>
      <p:sp>
        <p:nvSpPr>
          <p:cNvPr id="87" name="圖示 網路"/>
          <p:cNvSpPr/>
          <p:nvPr/>
        </p:nvSpPr>
        <p:spPr>
          <a:xfrm>
            <a:off x="98387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2692" y="207203"/>
                </a:moveTo>
                <a:lnTo>
                  <a:pt x="32692" y="166721"/>
                </a:lnTo>
                <a:cubicBezTo>
                  <a:pt x="32692" y="163531"/>
                  <a:pt x="33862" y="160854"/>
                  <a:pt x="36210" y="158674"/>
                </a:cubicBezTo>
                <a:cubicBezTo>
                  <a:pt x="38390" y="156326"/>
                  <a:pt x="41075" y="155148"/>
                  <a:pt x="44257" y="155148"/>
                </a:cubicBezTo>
                <a:lnTo>
                  <a:pt x="62867" y="155148"/>
                </a:lnTo>
                <a:lnTo>
                  <a:pt x="62867" y="129501"/>
                </a:lnTo>
                <a:cubicBezTo>
                  <a:pt x="62867" y="125478"/>
                  <a:pt x="64293" y="122039"/>
                  <a:pt x="67139" y="119194"/>
                </a:cubicBezTo>
                <a:cubicBezTo>
                  <a:pt x="69992" y="116341"/>
                  <a:pt x="73430" y="114914"/>
                  <a:pt x="77453" y="114914"/>
                </a:cubicBezTo>
                <a:lnTo>
                  <a:pt x="114914" y="114914"/>
                </a:lnTo>
                <a:lnTo>
                  <a:pt x="114914" y="86254"/>
                </a:lnTo>
                <a:lnTo>
                  <a:pt x="96312" y="86254"/>
                </a:lnTo>
                <a:cubicBezTo>
                  <a:pt x="93122" y="86254"/>
                  <a:pt x="90445" y="85076"/>
                  <a:pt x="88265" y="82728"/>
                </a:cubicBezTo>
                <a:cubicBezTo>
                  <a:pt x="85917" y="80548"/>
                  <a:pt x="84739" y="77870"/>
                  <a:pt x="84739" y="74681"/>
                </a:cubicBezTo>
                <a:lnTo>
                  <a:pt x="84739" y="34199"/>
                </a:lnTo>
                <a:cubicBezTo>
                  <a:pt x="84739" y="31016"/>
                  <a:pt x="85917" y="28332"/>
                  <a:pt x="88265" y="26152"/>
                </a:cubicBezTo>
                <a:cubicBezTo>
                  <a:pt x="90445" y="23804"/>
                  <a:pt x="93122" y="22633"/>
                  <a:pt x="96312" y="22633"/>
                </a:cubicBezTo>
                <a:lnTo>
                  <a:pt x="145090" y="22633"/>
                </a:lnTo>
                <a:cubicBezTo>
                  <a:pt x="148279" y="22633"/>
                  <a:pt x="150956" y="23804"/>
                  <a:pt x="153136" y="26152"/>
                </a:cubicBezTo>
                <a:cubicBezTo>
                  <a:pt x="155485" y="28332"/>
                  <a:pt x="156662" y="31016"/>
                  <a:pt x="156662" y="34199"/>
                </a:cubicBezTo>
                <a:lnTo>
                  <a:pt x="156662" y="74681"/>
                </a:lnTo>
                <a:cubicBezTo>
                  <a:pt x="156662" y="77870"/>
                  <a:pt x="155485" y="80548"/>
                  <a:pt x="153136" y="82728"/>
                </a:cubicBezTo>
                <a:cubicBezTo>
                  <a:pt x="150956" y="85076"/>
                  <a:pt x="148279" y="86254"/>
                  <a:pt x="145090" y="86254"/>
                </a:cubicBezTo>
                <a:lnTo>
                  <a:pt x="126487" y="86254"/>
                </a:lnTo>
                <a:lnTo>
                  <a:pt x="126487" y="114914"/>
                </a:lnTo>
                <a:lnTo>
                  <a:pt x="163956" y="114914"/>
                </a:lnTo>
                <a:cubicBezTo>
                  <a:pt x="167979" y="114914"/>
                  <a:pt x="171410" y="116341"/>
                  <a:pt x="174263" y="119194"/>
                </a:cubicBezTo>
                <a:cubicBezTo>
                  <a:pt x="177108" y="122039"/>
                  <a:pt x="178535" y="125478"/>
                  <a:pt x="178535" y="129501"/>
                </a:cubicBezTo>
                <a:lnTo>
                  <a:pt x="178535" y="155148"/>
                </a:lnTo>
                <a:lnTo>
                  <a:pt x="197145" y="155148"/>
                </a:lnTo>
                <a:cubicBezTo>
                  <a:pt x="200327" y="155148"/>
                  <a:pt x="203011" y="156326"/>
                  <a:pt x="205191" y="158674"/>
                </a:cubicBezTo>
                <a:cubicBezTo>
                  <a:pt x="207540" y="160854"/>
                  <a:pt x="208710" y="163531"/>
                  <a:pt x="208710" y="166721"/>
                </a:cubicBezTo>
                <a:lnTo>
                  <a:pt x="208710" y="207203"/>
                </a:lnTo>
                <a:cubicBezTo>
                  <a:pt x="208710" y="210385"/>
                  <a:pt x="207540" y="213070"/>
                  <a:pt x="205191" y="215250"/>
                </a:cubicBezTo>
                <a:cubicBezTo>
                  <a:pt x="203011" y="217598"/>
                  <a:pt x="200327" y="218768"/>
                  <a:pt x="197145" y="218768"/>
                </a:cubicBezTo>
                <a:lnTo>
                  <a:pt x="148616" y="218768"/>
                </a:lnTo>
                <a:cubicBezTo>
                  <a:pt x="145426" y="218768"/>
                  <a:pt x="142661" y="217598"/>
                  <a:pt x="140313" y="215250"/>
                </a:cubicBezTo>
                <a:cubicBezTo>
                  <a:pt x="138133" y="213070"/>
                  <a:pt x="137043" y="210385"/>
                  <a:pt x="137043" y="207203"/>
                </a:cubicBezTo>
                <a:lnTo>
                  <a:pt x="137043" y="166721"/>
                </a:lnTo>
                <a:cubicBezTo>
                  <a:pt x="137043" y="163531"/>
                  <a:pt x="138133" y="160854"/>
                  <a:pt x="140313" y="158674"/>
                </a:cubicBezTo>
                <a:cubicBezTo>
                  <a:pt x="142661" y="156326"/>
                  <a:pt x="145426" y="155148"/>
                  <a:pt x="148616" y="155148"/>
                </a:cubicBezTo>
                <a:lnTo>
                  <a:pt x="167218" y="155148"/>
                </a:lnTo>
                <a:lnTo>
                  <a:pt x="167218" y="129501"/>
                </a:lnTo>
                <a:cubicBezTo>
                  <a:pt x="167218" y="128667"/>
                  <a:pt x="166889" y="127906"/>
                  <a:pt x="166216" y="127241"/>
                </a:cubicBezTo>
                <a:cubicBezTo>
                  <a:pt x="165711" y="126736"/>
                  <a:pt x="164958" y="126487"/>
                  <a:pt x="163956" y="126487"/>
                </a:cubicBezTo>
                <a:lnTo>
                  <a:pt x="77453" y="126487"/>
                </a:lnTo>
                <a:cubicBezTo>
                  <a:pt x="76444" y="126487"/>
                  <a:pt x="75690" y="126736"/>
                  <a:pt x="75186" y="127241"/>
                </a:cubicBezTo>
                <a:cubicBezTo>
                  <a:pt x="74513" y="127906"/>
                  <a:pt x="74183" y="128667"/>
                  <a:pt x="74183" y="129501"/>
                </a:cubicBezTo>
                <a:lnTo>
                  <a:pt x="74183" y="155148"/>
                </a:lnTo>
                <a:lnTo>
                  <a:pt x="92786" y="155148"/>
                </a:lnTo>
                <a:cubicBezTo>
                  <a:pt x="95975" y="155148"/>
                  <a:pt x="98741" y="156326"/>
                  <a:pt x="101089" y="158674"/>
                </a:cubicBezTo>
                <a:cubicBezTo>
                  <a:pt x="103269" y="160854"/>
                  <a:pt x="104359" y="163531"/>
                  <a:pt x="104359" y="166721"/>
                </a:cubicBezTo>
                <a:lnTo>
                  <a:pt x="104359" y="207203"/>
                </a:lnTo>
                <a:cubicBezTo>
                  <a:pt x="104359" y="210385"/>
                  <a:pt x="103269" y="213070"/>
                  <a:pt x="101089" y="215250"/>
                </a:cubicBezTo>
                <a:cubicBezTo>
                  <a:pt x="98741" y="217598"/>
                  <a:pt x="95975" y="218768"/>
                  <a:pt x="92786" y="218768"/>
                </a:cubicBezTo>
                <a:lnTo>
                  <a:pt x="44257" y="218768"/>
                </a:lnTo>
                <a:cubicBezTo>
                  <a:pt x="41075" y="218768"/>
                  <a:pt x="38390" y="217598"/>
                  <a:pt x="36210" y="215250"/>
                </a:cubicBezTo>
                <a:cubicBezTo>
                  <a:pt x="33862" y="213070"/>
                  <a:pt x="32692" y="210385"/>
                  <a:pt x="32692" y="207203"/>
                </a:cubicBezTo>
                <a:close/>
                <a:moveTo>
                  <a:pt x="96312" y="74681"/>
                </a:moveTo>
                <a:lnTo>
                  <a:pt x="145090" y="74681"/>
                </a:lnTo>
                <a:lnTo>
                  <a:pt x="145090" y="33950"/>
                </a:lnTo>
                <a:lnTo>
                  <a:pt x="96312" y="33950"/>
                </a:lnTo>
                <a:lnTo>
                  <a:pt x="96312" y="74681"/>
                </a:lnTo>
                <a:close/>
                <a:moveTo>
                  <a:pt x="44008" y="207452"/>
                </a:moveTo>
                <a:lnTo>
                  <a:pt x="93042" y="207452"/>
                </a:lnTo>
                <a:lnTo>
                  <a:pt x="93042" y="166721"/>
                </a:lnTo>
                <a:lnTo>
                  <a:pt x="44008" y="166721"/>
                </a:lnTo>
                <a:lnTo>
                  <a:pt x="44008" y="207452"/>
                </a:lnTo>
                <a:close/>
                <a:moveTo>
                  <a:pt x="148360" y="207452"/>
                </a:moveTo>
                <a:lnTo>
                  <a:pt x="197393" y="207452"/>
                </a:lnTo>
                <a:lnTo>
                  <a:pt x="197393" y="166721"/>
                </a:lnTo>
                <a:lnTo>
                  <a:pt x="148360" y="166721"/>
                </a:lnTo>
                <a:lnTo>
                  <a:pt x="148360" y="207452"/>
                </a:lnTo>
                <a:close/>
                <a:moveTo>
                  <a:pt x="120701" y="74681"/>
                </a:moveTo>
                <a:close/>
                <a:moveTo>
                  <a:pt x="93042" y="166721"/>
                </a:moveTo>
                <a:close/>
                <a:moveTo>
                  <a:pt x="148360" y="16672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86805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600" dirty="0"/>
          </a:p>
        </p:txBody>
      </p:sp>
      <p:sp>
        <p:nvSpPr>
          <p:cNvPr id="89" name="圖示 同步"/>
          <p:cNvSpPr/>
          <p:nvPr/>
        </p:nvSpPr>
        <p:spPr>
          <a:xfrm>
            <a:off x="142765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067" y="121454"/>
                </a:moveTo>
                <a:cubicBezTo>
                  <a:pt x="54067" y="131681"/>
                  <a:pt x="55991" y="140737"/>
                  <a:pt x="59846" y="148616"/>
                </a:cubicBezTo>
                <a:cubicBezTo>
                  <a:pt x="63533" y="156494"/>
                  <a:pt x="68814" y="163451"/>
                  <a:pt x="75690" y="169486"/>
                </a:cubicBezTo>
                <a:lnTo>
                  <a:pt x="85749" y="177781"/>
                </a:lnTo>
                <a:lnTo>
                  <a:pt x="85749" y="151381"/>
                </a:lnTo>
                <a:cubicBezTo>
                  <a:pt x="85749" y="149706"/>
                  <a:pt x="86254" y="148279"/>
                  <a:pt x="87256" y="147101"/>
                </a:cubicBezTo>
                <a:cubicBezTo>
                  <a:pt x="88433" y="146099"/>
                  <a:pt x="89853" y="145594"/>
                  <a:pt x="91535" y="145594"/>
                </a:cubicBezTo>
                <a:cubicBezTo>
                  <a:pt x="93042" y="145594"/>
                  <a:pt x="94381" y="146099"/>
                  <a:pt x="95558" y="147101"/>
                </a:cubicBezTo>
                <a:cubicBezTo>
                  <a:pt x="96561" y="148279"/>
                  <a:pt x="97065" y="149706"/>
                  <a:pt x="97065" y="151381"/>
                </a:cubicBezTo>
                <a:lnTo>
                  <a:pt x="97065" y="190605"/>
                </a:lnTo>
                <a:cubicBezTo>
                  <a:pt x="97065" y="192785"/>
                  <a:pt x="96392" y="194548"/>
                  <a:pt x="95054" y="195886"/>
                </a:cubicBezTo>
                <a:cubicBezTo>
                  <a:pt x="93708" y="197225"/>
                  <a:pt x="91952" y="197898"/>
                  <a:pt x="89772" y="197898"/>
                </a:cubicBezTo>
                <a:lnTo>
                  <a:pt x="50541" y="197898"/>
                </a:lnTo>
                <a:cubicBezTo>
                  <a:pt x="48866" y="197898"/>
                  <a:pt x="47527" y="197393"/>
                  <a:pt x="46517" y="196391"/>
                </a:cubicBezTo>
                <a:cubicBezTo>
                  <a:pt x="45347" y="195213"/>
                  <a:pt x="44762" y="193794"/>
                  <a:pt x="44762" y="192119"/>
                </a:cubicBezTo>
                <a:cubicBezTo>
                  <a:pt x="44762" y="190437"/>
                  <a:pt x="45347" y="189098"/>
                  <a:pt x="46517" y="188096"/>
                </a:cubicBezTo>
                <a:cubicBezTo>
                  <a:pt x="47527" y="187086"/>
                  <a:pt x="48866" y="186581"/>
                  <a:pt x="50541" y="186581"/>
                </a:cubicBezTo>
                <a:lnTo>
                  <a:pt x="77951" y="186581"/>
                </a:lnTo>
                <a:lnTo>
                  <a:pt x="70658" y="179793"/>
                </a:lnTo>
                <a:cubicBezTo>
                  <a:pt x="60936" y="171578"/>
                  <a:pt x="53898" y="162697"/>
                  <a:pt x="49539" y="153136"/>
                </a:cubicBezTo>
                <a:cubicBezTo>
                  <a:pt x="45010" y="143414"/>
                  <a:pt x="42750" y="132851"/>
                  <a:pt x="42750" y="121454"/>
                </a:cubicBezTo>
                <a:cubicBezTo>
                  <a:pt x="42750" y="106370"/>
                  <a:pt x="46773" y="92537"/>
                  <a:pt x="54820" y="79962"/>
                </a:cubicBezTo>
                <a:cubicBezTo>
                  <a:pt x="62699" y="67395"/>
                  <a:pt x="73342" y="57754"/>
                  <a:pt x="86751" y="51045"/>
                </a:cubicBezTo>
                <a:cubicBezTo>
                  <a:pt x="88097" y="50372"/>
                  <a:pt x="89436" y="50372"/>
                  <a:pt x="90774" y="51045"/>
                </a:cubicBezTo>
                <a:cubicBezTo>
                  <a:pt x="92120" y="51550"/>
                  <a:pt x="93122" y="52472"/>
                  <a:pt x="93795" y="53811"/>
                </a:cubicBezTo>
                <a:cubicBezTo>
                  <a:pt x="94468" y="55157"/>
                  <a:pt x="94468" y="56576"/>
                  <a:pt x="93795" y="58090"/>
                </a:cubicBezTo>
                <a:cubicBezTo>
                  <a:pt x="93122" y="59597"/>
                  <a:pt x="92033" y="60767"/>
                  <a:pt x="90526" y="61609"/>
                </a:cubicBezTo>
                <a:cubicBezTo>
                  <a:pt x="79465" y="67475"/>
                  <a:pt x="70658" y="75771"/>
                  <a:pt x="64125" y="86502"/>
                </a:cubicBezTo>
                <a:cubicBezTo>
                  <a:pt x="57417" y="97234"/>
                  <a:pt x="54067" y="108879"/>
                  <a:pt x="54067" y="121454"/>
                </a:cubicBezTo>
                <a:close/>
                <a:moveTo>
                  <a:pt x="187335" y="119947"/>
                </a:moveTo>
                <a:cubicBezTo>
                  <a:pt x="187335" y="111732"/>
                  <a:pt x="185411" y="103437"/>
                  <a:pt x="181556" y="95054"/>
                </a:cubicBezTo>
                <a:cubicBezTo>
                  <a:pt x="177869" y="86670"/>
                  <a:pt x="172756" y="79297"/>
                  <a:pt x="166216" y="72925"/>
                </a:cubicBezTo>
                <a:lnTo>
                  <a:pt x="156158" y="63620"/>
                </a:lnTo>
                <a:lnTo>
                  <a:pt x="156158" y="90021"/>
                </a:lnTo>
                <a:cubicBezTo>
                  <a:pt x="156158" y="91696"/>
                  <a:pt x="155653" y="93122"/>
                  <a:pt x="154651" y="94300"/>
                </a:cubicBezTo>
                <a:cubicBezTo>
                  <a:pt x="153641" y="95302"/>
                  <a:pt x="152302" y="95807"/>
                  <a:pt x="150627" y="95807"/>
                </a:cubicBezTo>
                <a:cubicBezTo>
                  <a:pt x="148945" y="95807"/>
                  <a:pt x="147526" y="95302"/>
                  <a:pt x="146348" y="94300"/>
                </a:cubicBezTo>
                <a:cubicBezTo>
                  <a:pt x="145346" y="93122"/>
                  <a:pt x="144841" y="91696"/>
                  <a:pt x="144841" y="90021"/>
                </a:cubicBezTo>
                <a:lnTo>
                  <a:pt x="144841" y="50797"/>
                </a:lnTo>
                <a:cubicBezTo>
                  <a:pt x="144841" y="48617"/>
                  <a:pt x="145514" y="46854"/>
                  <a:pt x="146853" y="45515"/>
                </a:cubicBezTo>
                <a:cubicBezTo>
                  <a:pt x="148191" y="44176"/>
                  <a:pt x="149954" y="43503"/>
                  <a:pt x="152134" y="43503"/>
                </a:cubicBezTo>
                <a:lnTo>
                  <a:pt x="191358" y="43503"/>
                </a:lnTo>
                <a:cubicBezTo>
                  <a:pt x="193041" y="43503"/>
                  <a:pt x="194460" y="44008"/>
                  <a:pt x="195638" y="45010"/>
                </a:cubicBezTo>
                <a:cubicBezTo>
                  <a:pt x="196640" y="46188"/>
                  <a:pt x="197145" y="47607"/>
                  <a:pt x="197145" y="49290"/>
                </a:cubicBezTo>
                <a:cubicBezTo>
                  <a:pt x="197145" y="50965"/>
                  <a:pt x="196640" y="52304"/>
                  <a:pt x="195638" y="53313"/>
                </a:cubicBezTo>
                <a:cubicBezTo>
                  <a:pt x="194460" y="54315"/>
                  <a:pt x="193041" y="54820"/>
                  <a:pt x="191358" y="54820"/>
                </a:cubicBezTo>
                <a:lnTo>
                  <a:pt x="163956" y="54820"/>
                </a:lnTo>
                <a:lnTo>
                  <a:pt x="170993" y="61857"/>
                </a:lnTo>
                <a:cubicBezTo>
                  <a:pt x="180210" y="70745"/>
                  <a:pt x="187167" y="80218"/>
                  <a:pt x="191863" y="90277"/>
                </a:cubicBezTo>
                <a:cubicBezTo>
                  <a:pt x="196391" y="100504"/>
                  <a:pt x="198652" y="110394"/>
                  <a:pt x="198652" y="119947"/>
                </a:cubicBezTo>
                <a:cubicBezTo>
                  <a:pt x="198652" y="134863"/>
                  <a:pt x="194796" y="148528"/>
                  <a:pt x="187086" y="160934"/>
                </a:cubicBezTo>
                <a:cubicBezTo>
                  <a:pt x="179208" y="173509"/>
                  <a:pt x="168732" y="183231"/>
                  <a:pt x="155653" y="190107"/>
                </a:cubicBezTo>
                <a:cubicBezTo>
                  <a:pt x="154146" y="190773"/>
                  <a:pt x="152639" y="190941"/>
                  <a:pt x="151125" y="190605"/>
                </a:cubicBezTo>
                <a:cubicBezTo>
                  <a:pt x="149618" y="190107"/>
                  <a:pt x="148528" y="189098"/>
                  <a:pt x="147862" y="187591"/>
                </a:cubicBezTo>
                <a:cubicBezTo>
                  <a:pt x="147189" y="186245"/>
                  <a:pt x="147189" y="184826"/>
                  <a:pt x="147862" y="183312"/>
                </a:cubicBezTo>
                <a:cubicBezTo>
                  <a:pt x="148528" y="181636"/>
                  <a:pt x="149618" y="180466"/>
                  <a:pt x="151125" y="179793"/>
                </a:cubicBezTo>
                <a:cubicBezTo>
                  <a:pt x="162193" y="174094"/>
                  <a:pt x="170993" y="165879"/>
                  <a:pt x="177533" y="155148"/>
                </a:cubicBezTo>
                <a:cubicBezTo>
                  <a:pt x="184072" y="144256"/>
                  <a:pt x="187335" y="132522"/>
                  <a:pt x="187335" y="11994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131183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600" dirty="0"/>
          </a:p>
        </p:txBody>
      </p:sp>
      <p:sp>
        <p:nvSpPr>
          <p:cNvPr id="91" name="圖示 分析"/>
          <p:cNvSpPr/>
          <p:nvPr/>
        </p:nvSpPr>
        <p:spPr>
          <a:xfrm>
            <a:off x="187142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6444" y="121959"/>
                </a:moveTo>
                <a:cubicBezTo>
                  <a:pt x="75273" y="122961"/>
                  <a:pt x="74681" y="124307"/>
                  <a:pt x="74681" y="125982"/>
                </a:cubicBezTo>
                <a:lnTo>
                  <a:pt x="74681" y="163451"/>
                </a:lnTo>
                <a:cubicBezTo>
                  <a:pt x="74681" y="164958"/>
                  <a:pt x="75273" y="166296"/>
                  <a:pt x="76444" y="167474"/>
                </a:cubicBezTo>
                <a:cubicBezTo>
                  <a:pt x="77614" y="168476"/>
                  <a:pt x="78960" y="168981"/>
                  <a:pt x="80467" y="168981"/>
                </a:cubicBezTo>
                <a:cubicBezTo>
                  <a:pt x="82142" y="168981"/>
                  <a:pt x="83488" y="168476"/>
                  <a:pt x="84491" y="167474"/>
                </a:cubicBezTo>
                <a:cubicBezTo>
                  <a:pt x="85661" y="166296"/>
                  <a:pt x="86254" y="164958"/>
                  <a:pt x="86254" y="163451"/>
                </a:cubicBezTo>
                <a:lnTo>
                  <a:pt x="86254" y="125982"/>
                </a:lnTo>
                <a:cubicBezTo>
                  <a:pt x="86254" y="124307"/>
                  <a:pt x="85661" y="122961"/>
                  <a:pt x="84491" y="121959"/>
                </a:cubicBezTo>
                <a:cubicBezTo>
                  <a:pt x="83488" y="120781"/>
                  <a:pt x="82142" y="120196"/>
                  <a:pt x="80467" y="120196"/>
                </a:cubicBezTo>
                <a:cubicBezTo>
                  <a:pt x="78792" y="120196"/>
                  <a:pt x="77453" y="120781"/>
                  <a:pt x="76444" y="121959"/>
                </a:cubicBezTo>
                <a:close/>
                <a:moveTo>
                  <a:pt x="156911" y="68902"/>
                </a:moveTo>
                <a:cubicBezTo>
                  <a:pt x="155741" y="70072"/>
                  <a:pt x="155148" y="71418"/>
                  <a:pt x="155148" y="72925"/>
                </a:cubicBezTo>
                <a:lnTo>
                  <a:pt x="155148" y="163451"/>
                </a:lnTo>
                <a:cubicBezTo>
                  <a:pt x="155148" y="164958"/>
                  <a:pt x="155741" y="166296"/>
                  <a:pt x="156911" y="167474"/>
                </a:cubicBezTo>
                <a:cubicBezTo>
                  <a:pt x="157921" y="168476"/>
                  <a:pt x="159259" y="168981"/>
                  <a:pt x="160934" y="168981"/>
                </a:cubicBezTo>
                <a:cubicBezTo>
                  <a:pt x="162610" y="168981"/>
                  <a:pt x="163956" y="168476"/>
                  <a:pt x="164958" y="167474"/>
                </a:cubicBezTo>
                <a:cubicBezTo>
                  <a:pt x="166128" y="166296"/>
                  <a:pt x="166721" y="164958"/>
                  <a:pt x="166721" y="163451"/>
                </a:cubicBezTo>
                <a:lnTo>
                  <a:pt x="166721" y="72925"/>
                </a:lnTo>
                <a:cubicBezTo>
                  <a:pt x="166721" y="71418"/>
                  <a:pt x="166128" y="70072"/>
                  <a:pt x="164958" y="68902"/>
                </a:cubicBezTo>
                <a:cubicBezTo>
                  <a:pt x="163787" y="67892"/>
                  <a:pt x="162441" y="67395"/>
                  <a:pt x="160934" y="67395"/>
                </a:cubicBezTo>
                <a:cubicBezTo>
                  <a:pt x="159259" y="67395"/>
                  <a:pt x="157921" y="67892"/>
                  <a:pt x="156911" y="68902"/>
                </a:cubicBezTo>
                <a:close/>
                <a:moveTo>
                  <a:pt x="116677" y="143334"/>
                </a:moveTo>
                <a:cubicBezTo>
                  <a:pt x="115507" y="144504"/>
                  <a:pt x="114914" y="145850"/>
                  <a:pt x="114914" y="147357"/>
                </a:cubicBezTo>
                <a:lnTo>
                  <a:pt x="114914" y="163451"/>
                </a:lnTo>
                <a:cubicBezTo>
                  <a:pt x="114914" y="164958"/>
                  <a:pt x="115507" y="166296"/>
                  <a:pt x="116677" y="167474"/>
                </a:cubicBezTo>
                <a:cubicBezTo>
                  <a:pt x="117687" y="168476"/>
                  <a:pt x="119026" y="168981"/>
                  <a:pt x="120701" y="168981"/>
                </a:cubicBezTo>
                <a:cubicBezTo>
                  <a:pt x="122376" y="168981"/>
                  <a:pt x="123722" y="168476"/>
                  <a:pt x="124724" y="167474"/>
                </a:cubicBezTo>
                <a:cubicBezTo>
                  <a:pt x="125895" y="166296"/>
                  <a:pt x="126487" y="164958"/>
                  <a:pt x="126487" y="163451"/>
                </a:cubicBezTo>
                <a:lnTo>
                  <a:pt x="126487" y="147357"/>
                </a:lnTo>
                <a:cubicBezTo>
                  <a:pt x="126487" y="145850"/>
                  <a:pt x="125895" y="144504"/>
                  <a:pt x="124724" y="143334"/>
                </a:cubicBezTo>
                <a:cubicBezTo>
                  <a:pt x="123722" y="142156"/>
                  <a:pt x="122376" y="141571"/>
                  <a:pt x="120701" y="141571"/>
                </a:cubicBezTo>
                <a:cubicBezTo>
                  <a:pt x="119026" y="141571"/>
                  <a:pt x="117687" y="142156"/>
                  <a:pt x="116677" y="143334"/>
                </a:cubicBez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46517" y="46517"/>
                </a:moveTo>
                <a:lnTo>
                  <a:pt x="46517" y="194884"/>
                </a:lnTo>
                <a:lnTo>
                  <a:pt x="46517" y="46517"/>
                </a:lnTo>
                <a:close/>
                <a:moveTo>
                  <a:pt x="124724" y="116173"/>
                </a:moveTo>
                <a:cubicBezTo>
                  <a:pt x="125895" y="115002"/>
                  <a:pt x="126487" y="113664"/>
                  <a:pt x="126487" y="112149"/>
                </a:cubicBezTo>
                <a:cubicBezTo>
                  <a:pt x="126487" y="110474"/>
                  <a:pt x="125895" y="109048"/>
                  <a:pt x="124724" y="107877"/>
                </a:cubicBezTo>
                <a:cubicBezTo>
                  <a:pt x="123722" y="106868"/>
                  <a:pt x="122376" y="106370"/>
                  <a:pt x="120701" y="106370"/>
                </a:cubicBezTo>
                <a:cubicBezTo>
                  <a:pt x="119026" y="106370"/>
                  <a:pt x="117687" y="106956"/>
                  <a:pt x="116677" y="108126"/>
                </a:cubicBezTo>
                <a:cubicBezTo>
                  <a:pt x="115507" y="109135"/>
                  <a:pt x="114914" y="110474"/>
                  <a:pt x="114914" y="112149"/>
                </a:cubicBezTo>
                <a:cubicBezTo>
                  <a:pt x="114914" y="113825"/>
                  <a:pt x="115507" y="115171"/>
                  <a:pt x="116677" y="116173"/>
                </a:cubicBezTo>
                <a:cubicBezTo>
                  <a:pt x="117687" y="117182"/>
                  <a:pt x="119026" y="117687"/>
                  <a:pt x="120701" y="117687"/>
                </a:cubicBezTo>
                <a:cubicBezTo>
                  <a:pt x="122376" y="117687"/>
                  <a:pt x="123722" y="117182"/>
                  <a:pt x="124724" y="11617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175561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600" dirty="0"/>
          </a:p>
        </p:txBody>
      </p:sp>
      <p:sp>
        <p:nvSpPr>
          <p:cNvPr id="93" name="圖示 監控"/>
          <p:cNvSpPr/>
          <p:nvPr/>
        </p:nvSpPr>
        <p:spPr>
          <a:xfrm>
            <a:off x="231520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4199" y="206954"/>
                </a:moveTo>
                <a:cubicBezTo>
                  <a:pt x="33196" y="205945"/>
                  <a:pt x="32692" y="204606"/>
                  <a:pt x="32692" y="202931"/>
                </a:cubicBezTo>
                <a:lnTo>
                  <a:pt x="32692" y="192873"/>
                </a:lnTo>
                <a:cubicBezTo>
                  <a:pt x="32692" y="191190"/>
                  <a:pt x="33277" y="189851"/>
                  <a:pt x="34447" y="188849"/>
                </a:cubicBezTo>
                <a:cubicBezTo>
                  <a:pt x="35457" y="187671"/>
                  <a:pt x="36795" y="187086"/>
                  <a:pt x="38471" y="187086"/>
                </a:cubicBezTo>
                <a:cubicBezTo>
                  <a:pt x="40153" y="187086"/>
                  <a:pt x="41492" y="187671"/>
                  <a:pt x="42494" y="188849"/>
                </a:cubicBezTo>
                <a:cubicBezTo>
                  <a:pt x="43503" y="189851"/>
                  <a:pt x="44008" y="191190"/>
                  <a:pt x="44008" y="192873"/>
                </a:cubicBezTo>
                <a:lnTo>
                  <a:pt x="44008" y="202931"/>
                </a:lnTo>
                <a:cubicBezTo>
                  <a:pt x="44008" y="204606"/>
                  <a:pt x="43503" y="205945"/>
                  <a:pt x="42494" y="206954"/>
                </a:cubicBezTo>
                <a:cubicBezTo>
                  <a:pt x="41324" y="208125"/>
                  <a:pt x="39897" y="208710"/>
                  <a:pt x="38222" y="208710"/>
                </a:cubicBezTo>
                <a:cubicBezTo>
                  <a:pt x="36715" y="208710"/>
                  <a:pt x="35369" y="208125"/>
                  <a:pt x="34199" y="206954"/>
                </a:cubicBezTo>
                <a:close/>
                <a:moveTo>
                  <a:pt x="75442" y="206954"/>
                </a:moveTo>
                <a:cubicBezTo>
                  <a:pt x="74432" y="205945"/>
                  <a:pt x="73927" y="204606"/>
                  <a:pt x="73927" y="202931"/>
                </a:cubicBezTo>
                <a:lnTo>
                  <a:pt x="73927" y="151381"/>
                </a:lnTo>
                <a:cubicBezTo>
                  <a:pt x="73927" y="149706"/>
                  <a:pt x="74432" y="148360"/>
                  <a:pt x="75442" y="147357"/>
                </a:cubicBezTo>
                <a:cubicBezTo>
                  <a:pt x="76612" y="146180"/>
                  <a:pt x="77951" y="145594"/>
                  <a:pt x="79465" y="145594"/>
                </a:cubicBezTo>
                <a:cubicBezTo>
                  <a:pt x="81140" y="145594"/>
                  <a:pt x="82559" y="146180"/>
                  <a:pt x="83737" y="147357"/>
                </a:cubicBezTo>
                <a:cubicBezTo>
                  <a:pt x="84739" y="148360"/>
                  <a:pt x="85244" y="149706"/>
                  <a:pt x="85244" y="151381"/>
                </a:cubicBezTo>
                <a:lnTo>
                  <a:pt x="85244" y="202931"/>
                </a:lnTo>
                <a:cubicBezTo>
                  <a:pt x="85244" y="204606"/>
                  <a:pt x="84659" y="205945"/>
                  <a:pt x="83488" y="206954"/>
                </a:cubicBezTo>
                <a:cubicBezTo>
                  <a:pt x="82479" y="208125"/>
                  <a:pt x="81140" y="208710"/>
                  <a:pt x="79465" y="208710"/>
                </a:cubicBezTo>
                <a:cubicBezTo>
                  <a:pt x="77783" y="208710"/>
                  <a:pt x="76444" y="208125"/>
                  <a:pt x="75442" y="206954"/>
                </a:cubicBezTo>
                <a:close/>
                <a:moveTo>
                  <a:pt x="116677" y="206954"/>
                </a:moveTo>
                <a:cubicBezTo>
                  <a:pt x="115507" y="205945"/>
                  <a:pt x="114914" y="204606"/>
                  <a:pt x="114914" y="202931"/>
                </a:cubicBezTo>
                <a:lnTo>
                  <a:pt x="114914" y="167723"/>
                </a:lnTo>
                <a:cubicBezTo>
                  <a:pt x="114914" y="166048"/>
                  <a:pt x="115507" y="164709"/>
                  <a:pt x="116677" y="163700"/>
                </a:cubicBezTo>
                <a:cubicBezTo>
                  <a:pt x="117687" y="162529"/>
                  <a:pt x="119026" y="161944"/>
                  <a:pt x="120701" y="161944"/>
                </a:cubicBezTo>
                <a:cubicBezTo>
                  <a:pt x="122376" y="161944"/>
                  <a:pt x="123722" y="162529"/>
                  <a:pt x="124724" y="163700"/>
                </a:cubicBezTo>
                <a:cubicBezTo>
                  <a:pt x="125895" y="164709"/>
                  <a:pt x="126487" y="166048"/>
                  <a:pt x="126487" y="167723"/>
                </a:cubicBezTo>
                <a:lnTo>
                  <a:pt x="126487" y="202931"/>
                </a:lnTo>
                <a:cubicBezTo>
                  <a:pt x="126487" y="204606"/>
                  <a:pt x="125895" y="205945"/>
                  <a:pt x="124724" y="206954"/>
                </a:cubicBezTo>
                <a:cubicBezTo>
                  <a:pt x="123722" y="208125"/>
                  <a:pt x="122376" y="208710"/>
                  <a:pt x="120701" y="208710"/>
                </a:cubicBezTo>
                <a:cubicBezTo>
                  <a:pt x="119026" y="208710"/>
                  <a:pt x="117687" y="208125"/>
                  <a:pt x="116677" y="206954"/>
                </a:cubicBezTo>
                <a:close/>
                <a:moveTo>
                  <a:pt x="157665" y="206954"/>
                </a:moveTo>
                <a:cubicBezTo>
                  <a:pt x="156662" y="205945"/>
                  <a:pt x="156158" y="204606"/>
                  <a:pt x="156158" y="202931"/>
                </a:cubicBezTo>
                <a:lnTo>
                  <a:pt x="156158" y="145346"/>
                </a:lnTo>
                <a:cubicBezTo>
                  <a:pt x="156158" y="143671"/>
                  <a:pt x="156743" y="142325"/>
                  <a:pt x="157921" y="141322"/>
                </a:cubicBezTo>
                <a:cubicBezTo>
                  <a:pt x="158923" y="140145"/>
                  <a:pt x="160261" y="139559"/>
                  <a:pt x="161944" y="139559"/>
                </a:cubicBezTo>
                <a:cubicBezTo>
                  <a:pt x="163451" y="139559"/>
                  <a:pt x="164790" y="140145"/>
                  <a:pt x="165967" y="141322"/>
                </a:cubicBezTo>
                <a:cubicBezTo>
                  <a:pt x="167138" y="142325"/>
                  <a:pt x="167723" y="143671"/>
                  <a:pt x="167723" y="145346"/>
                </a:cubicBezTo>
                <a:lnTo>
                  <a:pt x="167723" y="202931"/>
                </a:lnTo>
                <a:cubicBezTo>
                  <a:pt x="167723" y="204606"/>
                  <a:pt x="167138" y="205945"/>
                  <a:pt x="165967" y="206954"/>
                </a:cubicBezTo>
                <a:cubicBezTo>
                  <a:pt x="164790" y="208125"/>
                  <a:pt x="163363" y="208710"/>
                  <a:pt x="161688" y="208710"/>
                </a:cubicBezTo>
                <a:cubicBezTo>
                  <a:pt x="160181" y="208710"/>
                  <a:pt x="158842" y="208125"/>
                  <a:pt x="157665" y="206954"/>
                </a:cubicBezTo>
                <a:close/>
                <a:moveTo>
                  <a:pt x="198908" y="206954"/>
                </a:moveTo>
                <a:cubicBezTo>
                  <a:pt x="197898" y="205945"/>
                  <a:pt x="197393" y="204606"/>
                  <a:pt x="197393" y="202931"/>
                </a:cubicBezTo>
                <a:lnTo>
                  <a:pt x="197393" y="112405"/>
                </a:lnTo>
                <a:cubicBezTo>
                  <a:pt x="197393" y="110723"/>
                  <a:pt x="197898" y="109384"/>
                  <a:pt x="198908" y="108382"/>
                </a:cubicBezTo>
                <a:cubicBezTo>
                  <a:pt x="200078" y="107204"/>
                  <a:pt x="201417" y="106619"/>
                  <a:pt x="202931" y="106619"/>
                </a:cubicBezTo>
                <a:cubicBezTo>
                  <a:pt x="204606" y="106619"/>
                  <a:pt x="206033" y="107204"/>
                  <a:pt x="207203" y="108382"/>
                </a:cubicBezTo>
                <a:cubicBezTo>
                  <a:pt x="208213" y="109384"/>
                  <a:pt x="208710" y="110723"/>
                  <a:pt x="208710" y="112405"/>
                </a:cubicBezTo>
                <a:lnTo>
                  <a:pt x="208710" y="202931"/>
                </a:lnTo>
                <a:cubicBezTo>
                  <a:pt x="208710" y="204606"/>
                  <a:pt x="208125" y="205945"/>
                  <a:pt x="206954" y="206954"/>
                </a:cubicBezTo>
                <a:cubicBezTo>
                  <a:pt x="205945" y="208125"/>
                  <a:pt x="204606" y="208710"/>
                  <a:pt x="202931" y="208710"/>
                </a:cubicBezTo>
                <a:cubicBezTo>
                  <a:pt x="201248" y="208710"/>
                  <a:pt x="199910" y="208125"/>
                  <a:pt x="198908" y="206954"/>
                </a:cubicBezTo>
                <a:close/>
                <a:moveTo>
                  <a:pt x="140818" y="114417"/>
                </a:moveTo>
                <a:cubicBezTo>
                  <a:pt x="138974" y="114417"/>
                  <a:pt x="137131" y="114081"/>
                  <a:pt x="135287" y="113408"/>
                </a:cubicBezTo>
                <a:cubicBezTo>
                  <a:pt x="133612" y="112574"/>
                  <a:pt x="132017" y="111484"/>
                  <a:pt x="130510" y="110138"/>
                </a:cubicBezTo>
                <a:lnTo>
                  <a:pt x="102844" y="82479"/>
                </a:lnTo>
                <a:cubicBezTo>
                  <a:pt x="102179" y="81806"/>
                  <a:pt x="101425" y="81477"/>
                  <a:pt x="100584" y="81477"/>
                </a:cubicBezTo>
                <a:cubicBezTo>
                  <a:pt x="99743" y="81477"/>
                  <a:pt x="98989" y="81806"/>
                  <a:pt x="98324" y="82479"/>
                </a:cubicBezTo>
                <a:lnTo>
                  <a:pt x="42494" y="138052"/>
                </a:lnTo>
                <a:cubicBezTo>
                  <a:pt x="41492" y="139055"/>
                  <a:pt x="40153" y="139559"/>
                  <a:pt x="38471" y="139559"/>
                </a:cubicBezTo>
                <a:cubicBezTo>
                  <a:pt x="36795" y="139559"/>
                  <a:pt x="35457" y="138974"/>
                  <a:pt x="34447" y="137804"/>
                </a:cubicBezTo>
                <a:cubicBezTo>
                  <a:pt x="33445" y="136794"/>
                  <a:pt x="32940" y="135536"/>
                  <a:pt x="32940" y="134029"/>
                </a:cubicBezTo>
                <a:cubicBezTo>
                  <a:pt x="32772" y="132522"/>
                  <a:pt x="33277" y="131176"/>
                  <a:pt x="34447" y="130006"/>
                </a:cubicBezTo>
                <a:lnTo>
                  <a:pt x="90526" y="74183"/>
                </a:lnTo>
                <a:cubicBezTo>
                  <a:pt x="92033" y="72837"/>
                  <a:pt x="93627" y="71835"/>
                  <a:pt x="95302" y="71162"/>
                </a:cubicBezTo>
                <a:cubicBezTo>
                  <a:pt x="96978" y="70489"/>
                  <a:pt x="98741" y="70160"/>
                  <a:pt x="100584" y="70160"/>
                </a:cubicBezTo>
                <a:cubicBezTo>
                  <a:pt x="102427" y="70160"/>
                  <a:pt x="104190" y="70489"/>
                  <a:pt x="105866" y="71162"/>
                </a:cubicBezTo>
                <a:cubicBezTo>
                  <a:pt x="107709" y="71835"/>
                  <a:pt x="109304" y="72837"/>
                  <a:pt x="110642" y="74183"/>
                </a:cubicBezTo>
                <a:lnTo>
                  <a:pt x="138557" y="102091"/>
                </a:lnTo>
                <a:cubicBezTo>
                  <a:pt x="139223" y="102596"/>
                  <a:pt x="139976" y="102844"/>
                  <a:pt x="140818" y="102844"/>
                </a:cubicBezTo>
                <a:cubicBezTo>
                  <a:pt x="141659" y="102844"/>
                  <a:pt x="142412" y="102596"/>
                  <a:pt x="143078" y="102091"/>
                </a:cubicBezTo>
                <a:lnTo>
                  <a:pt x="198908" y="46269"/>
                </a:lnTo>
                <a:cubicBezTo>
                  <a:pt x="200078" y="45098"/>
                  <a:pt x="201417" y="44506"/>
                  <a:pt x="202931" y="44506"/>
                </a:cubicBezTo>
                <a:cubicBezTo>
                  <a:pt x="204606" y="44337"/>
                  <a:pt x="205945" y="44930"/>
                  <a:pt x="206954" y="46269"/>
                </a:cubicBezTo>
                <a:cubicBezTo>
                  <a:pt x="207957" y="47278"/>
                  <a:pt x="208461" y="48529"/>
                  <a:pt x="208461" y="50043"/>
                </a:cubicBezTo>
                <a:cubicBezTo>
                  <a:pt x="208630" y="51718"/>
                  <a:pt x="208125" y="53057"/>
                  <a:pt x="206954" y="54067"/>
                </a:cubicBezTo>
                <a:lnTo>
                  <a:pt x="150876" y="110138"/>
                </a:lnTo>
                <a:cubicBezTo>
                  <a:pt x="149537" y="111652"/>
                  <a:pt x="147943" y="112735"/>
                  <a:pt x="146099" y="113408"/>
                </a:cubicBezTo>
                <a:cubicBezTo>
                  <a:pt x="144424" y="114081"/>
                  <a:pt x="142661" y="114417"/>
                  <a:pt x="140818" y="11441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219938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00" dirty="0"/>
          </a:p>
        </p:txBody>
      </p:sp>
      <p:sp>
        <p:nvSpPr>
          <p:cNvPr id="95" name="圖示 數據查詢"/>
          <p:cNvSpPr/>
          <p:nvPr/>
        </p:nvSpPr>
        <p:spPr>
          <a:xfrm>
            <a:off x="275898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2" y="131264"/>
                </a:moveTo>
                <a:cubicBezTo>
                  <a:pt x="18273" y="130423"/>
                  <a:pt x="17432" y="129252"/>
                  <a:pt x="17103" y="127745"/>
                </a:cubicBezTo>
                <a:cubicBezTo>
                  <a:pt x="16935" y="126063"/>
                  <a:pt x="17264" y="124644"/>
                  <a:pt x="18105" y="123466"/>
                </a:cubicBezTo>
                <a:lnTo>
                  <a:pt x="49787" y="71916"/>
                </a:lnTo>
                <a:cubicBezTo>
                  <a:pt x="52472" y="67724"/>
                  <a:pt x="56247" y="65464"/>
                  <a:pt x="61104" y="65127"/>
                </a:cubicBezTo>
                <a:cubicBezTo>
                  <a:pt x="65968" y="64959"/>
                  <a:pt x="69992" y="66722"/>
                  <a:pt x="73174" y="70409"/>
                </a:cubicBezTo>
                <a:lnTo>
                  <a:pt x="88009" y="87760"/>
                </a:lnTo>
                <a:cubicBezTo>
                  <a:pt x="88682" y="88594"/>
                  <a:pt x="89604" y="88931"/>
                  <a:pt x="90774" y="88763"/>
                </a:cubicBezTo>
                <a:cubicBezTo>
                  <a:pt x="91784" y="88763"/>
                  <a:pt x="92537" y="88265"/>
                  <a:pt x="93042" y="87256"/>
                </a:cubicBezTo>
                <a:lnTo>
                  <a:pt x="119194" y="44762"/>
                </a:lnTo>
                <a:cubicBezTo>
                  <a:pt x="122039" y="40234"/>
                  <a:pt x="126063" y="37973"/>
                  <a:pt x="131264" y="37973"/>
                </a:cubicBezTo>
                <a:cubicBezTo>
                  <a:pt x="136626" y="37805"/>
                  <a:pt x="140737" y="39897"/>
                  <a:pt x="143583" y="44257"/>
                </a:cubicBezTo>
                <a:lnTo>
                  <a:pt x="158674" y="67395"/>
                </a:lnTo>
                <a:cubicBezTo>
                  <a:pt x="159340" y="68229"/>
                  <a:pt x="160261" y="68646"/>
                  <a:pt x="161439" y="68646"/>
                </a:cubicBezTo>
                <a:cubicBezTo>
                  <a:pt x="162610" y="68646"/>
                  <a:pt x="163451" y="68148"/>
                  <a:pt x="163956" y="67139"/>
                </a:cubicBezTo>
                <a:lnTo>
                  <a:pt x="193626" y="20117"/>
                </a:lnTo>
                <a:cubicBezTo>
                  <a:pt x="194460" y="18778"/>
                  <a:pt x="195718" y="17937"/>
                  <a:pt x="197393" y="17600"/>
                </a:cubicBezTo>
                <a:cubicBezTo>
                  <a:pt x="198908" y="17432"/>
                  <a:pt x="200327" y="17856"/>
                  <a:pt x="201673" y="18859"/>
                </a:cubicBezTo>
                <a:cubicBezTo>
                  <a:pt x="203011" y="19700"/>
                  <a:pt x="203765" y="20870"/>
                  <a:pt x="203933" y="22377"/>
                </a:cubicBezTo>
                <a:cubicBezTo>
                  <a:pt x="204101" y="23723"/>
                  <a:pt x="203765" y="24981"/>
                  <a:pt x="202931" y="26152"/>
                </a:cubicBezTo>
                <a:lnTo>
                  <a:pt x="173509" y="73174"/>
                </a:lnTo>
                <a:cubicBezTo>
                  <a:pt x="170656" y="77702"/>
                  <a:pt x="166633" y="79962"/>
                  <a:pt x="161439" y="79962"/>
                </a:cubicBezTo>
                <a:cubicBezTo>
                  <a:pt x="156238" y="80131"/>
                  <a:pt x="152134" y="78039"/>
                  <a:pt x="149113" y="73679"/>
                </a:cubicBezTo>
                <a:lnTo>
                  <a:pt x="134029" y="51045"/>
                </a:lnTo>
                <a:cubicBezTo>
                  <a:pt x="133524" y="50043"/>
                  <a:pt x="132690" y="49539"/>
                  <a:pt x="131513" y="49539"/>
                </a:cubicBezTo>
                <a:cubicBezTo>
                  <a:pt x="130342" y="49539"/>
                  <a:pt x="129501" y="50043"/>
                  <a:pt x="128996" y="51045"/>
                </a:cubicBezTo>
                <a:lnTo>
                  <a:pt x="102844" y="93291"/>
                </a:lnTo>
                <a:cubicBezTo>
                  <a:pt x="100335" y="97482"/>
                  <a:pt x="96561" y="99743"/>
                  <a:pt x="91535" y="100079"/>
                </a:cubicBezTo>
                <a:cubicBezTo>
                  <a:pt x="86502" y="100416"/>
                  <a:pt x="82398" y="98741"/>
                  <a:pt x="79209" y="95054"/>
                </a:cubicBezTo>
                <a:lnTo>
                  <a:pt x="64622" y="77951"/>
                </a:lnTo>
                <a:cubicBezTo>
                  <a:pt x="63957" y="77117"/>
                  <a:pt x="63116" y="76693"/>
                  <a:pt x="62113" y="76693"/>
                </a:cubicBezTo>
                <a:cubicBezTo>
                  <a:pt x="61104" y="76861"/>
                  <a:pt x="60270" y="77366"/>
                  <a:pt x="59597" y="78207"/>
                </a:cubicBezTo>
                <a:lnTo>
                  <a:pt x="27659" y="129501"/>
                </a:lnTo>
                <a:cubicBezTo>
                  <a:pt x="26825" y="131008"/>
                  <a:pt x="25567" y="131930"/>
                  <a:pt x="23891" y="132266"/>
                </a:cubicBezTo>
                <a:cubicBezTo>
                  <a:pt x="22377" y="132603"/>
                  <a:pt x="20958" y="132266"/>
                  <a:pt x="19612" y="131264"/>
                </a:cubicBezTo>
                <a:close/>
                <a:moveTo>
                  <a:pt x="144336" y="184826"/>
                </a:moveTo>
                <a:cubicBezTo>
                  <a:pt x="152719" y="184826"/>
                  <a:pt x="159844" y="181892"/>
                  <a:pt x="165711" y="176026"/>
                </a:cubicBezTo>
                <a:cubicBezTo>
                  <a:pt x="171578" y="170320"/>
                  <a:pt x="174511" y="163283"/>
                  <a:pt x="174511" y="154899"/>
                </a:cubicBezTo>
                <a:cubicBezTo>
                  <a:pt x="174511" y="146516"/>
                  <a:pt x="171666" y="139391"/>
                  <a:pt x="165967" y="133524"/>
                </a:cubicBezTo>
                <a:cubicBezTo>
                  <a:pt x="160093" y="127658"/>
                  <a:pt x="152968" y="124724"/>
                  <a:pt x="144592" y="124724"/>
                </a:cubicBezTo>
                <a:cubicBezTo>
                  <a:pt x="136209" y="124724"/>
                  <a:pt x="129084" y="127745"/>
                  <a:pt x="123217" y="133780"/>
                </a:cubicBezTo>
                <a:cubicBezTo>
                  <a:pt x="117519" y="139647"/>
                  <a:pt x="114666" y="146684"/>
                  <a:pt x="114666" y="154899"/>
                </a:cubicBezTo>
                <a:cubicBezTo>
                  <a:pt x="114666" y="163283"/>
                  <a:pt x="117519" y="170320"/>
                  <a:pt x="123217" y="176026"/>
                </a:cubicBezTo>
                <a:cubicBezTo>
                  <a:pt x="129084" y="181892"/>
                  <a:pt x="136121" y="184826"/>
                  <a:pt x="144336" y="184826"/>
                </a:cubicBezTo>
                <a:close/>
                <a:moveTo>
                  <a:pt x="144592" y="196142"/>
                </a:moveTo>
                <a:cubicBezTo>
                  <a:pt x="133020" y="196142"/>
                  <a:pt x="123217" y="192119"/>
                  <a:pt x="115171" y="184072"/>
                </a:cubicBezTo>
                <a:cubicBezTo>
                  <a:pt x="107292" y="176026"/>
                  <a:pt x="103349" y="166296"/>
                  <a:pt x="103349" y="154899"/>
                </a:cubicBezTo>
                <a:cubicBezTo>
                  <a:pt x="103349" y="143502"/>
                  <a:pt x="107292" y="133780"/>
                  <a:pt x="115171" y="125734"/>
                </a:cubicBezTo>
                <a:cubicBezTo>
                  <a:pt x="123217" y="117519"/>
                  <a:pt x="133020" y="113408"/>
                  <a:pt x="144592" y="113408"/>
                </a:cubicBezTo>
                <a:cubicBezTo>
                  <a:pt x="155989" y="113408"/>
                  <a:pt x="165711" y="117431"/>
                  <a:pt x="173758" y="125478"/>
                </a:cubicBezTo>
                <a:cubicBezTo>
                  <a:pt x="181973" y="133693"/>
                  <a:pt x="186084" y="143502"/>
                  <a:pt x="186084" y="154899"/>
                </a:cubicBezTo>
                <a:cubicBezTo>
                  <a:pt x="186084" y="159764"/>
                  <a:pt x="185323" y="164285"/>
                  <a:pt x="183816" y="168476"/>
                </a:cubicBezTo>
                <a:cubicBezTo>
                  <a:pt x="182309" y="172668"/>
                  <a:pt x="180210" y="176523"/>
                  <a:pt x="177533" y="180049"/>
                </a:cubicBezTo>
                <a:lnTo>
                  <a:pt x="201921" y="204438"/>
                </a:lnTo>
                <a:cubicBezTo>
                  <a:pt x="203099" y="205440"/>
                  <a:pt x="203684" y="206698"/>
                  <a:pt x="203684" y="208213"/>
                </a:cubicBezTo>
                <a:cubicBezTo>
                  <a:pt x="203684" y="209719"/>
                  <a:pt x="203099" y="211058"/>
                  <a:pt x="201921" y="212236"/>
                </a:cubicBezTo>
                <a:cubicBezTo>
                  <a:pt x="200751" y="213406"/>
                  <a:pt x="199405" y="213992"/>
                  <a:pt x="197898" y="213992"/>
                </a:cubicBezTo>
                <a:cubicBezTo>
                  <a:pt x="196391" y="213992"/>
                  <a:pt x="195052" y="213406"/>
                  <a:pt x="193875" y="212236"/>
                </a:cubicBezTo>
                <a:lnTo>
                  <a:pt x="169486" y="187840"/>
                </a:lnTo>
                <a:cubicBezTo>
                  <a:pt x="165967" y="190356"/>
                  <a:pt x="162105" y="192368"/>
                  <a:pt x="157921" y="193875"/>
                </a:cubicBezTo>
                <a:cubicBezTo>
                  <a:pt x="153729" y="195382"/>
                  <a:pt x="149281" y="196142"/>
                  <a:pt x="144592" y="19614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264316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600" dirty="0"/>
          </a:p>
        </p:txBody>
      </p:sp>
      <p:sp>
        <p:nvSpPr>
          <p:cNvPr id="97" name="圖示 長條圖"/>
          <p:cNvSpPr/>
          <p:nvPr/>
        </p:nvSpPr>
        <p:spPr>
          <a:xfrm>
            <a:off x="320275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1746" y="196142"/>
                </a:moveTo>
                <a:cubicBezTo>
                  <a:pt x="169735" y="196142"/>
                  <a:pt x="168059" y="195469"/>
                  <a:pt x="166721" y="194131"/>
                </a:cubicBezTo>
                <a:cubicBezTo>
                  <a:pt x="165375" y="192617"/>
                  <a:pt x="164709" y="190861"/>
                  <a:pt x="164709" y="188849"/>
                </a:cubicBezTo>
                <a:lnTo>
                  <a:pt x="164709" y="144087"/>
                </a:lnTo>
                <a:cubicBezTo>
                  <a:pt x="164709" y="141908"/>
                  <a:pt x="165375" y="140145"/>
                  <a:pt x="166721" y="138806"/>
                </a:cubicBezTo>
                <a:cubicBezTo>
                  <a:pt x="168059" y="137467"/>
                  <a:pt x="169735" y="136794"/>
                  <a:pt x="171746" y="136794"/>
                </a:cubicBezTo>
                <a:lnTo>
                  <a:pt x="188849" y="136794"/>
                </a:lnTo>
                <a:cubicBezTo>
                  <a:pt x="190861" y="136794"/>
                  <a:pt x="192617" y="137467"/>
                  <a:pt x="194131" y="138806"/>
                </a:cubicBezTo>
                <a:cubicBezTo>
                  <a:pt x="195469" y="140145"/>
                  <a:pt x="196142" y="141908"/>
                  <a:pt x="196142" y="144087"/>
                </a:cubicBezTo>
                <a:lnTo>
                  <a:pt x="196142" y="188849"/>
                </a:lnTo>
                <a:cubicBezTo>
                  <a:pt x="196142" y="190861"/>
                  <a:pt x="195469" y="192617"/>
                  <a:pt x="194131" y="194131"/>
                </a:cubicBezTo>
                <a:cubicBezTo>
                  <a:pt x="192617" y="195469"/>
                  <a:pt x="190861" y="196142"/>
                  <a:pt x="188849" y="196142"/>
                </a:cubicBezTo>
                <a:lnTo>
                  <a:pt x="171746" y="196142"/>
                </a:lnTo>
                <a:close/>
                <a:moveTo>
                  <a:pt x="112149" y="196142"/>
                </a:moveTo>
                <a:cubicBezTo>
                  <a:pt x="110138" y="196142"/>
                  <a:pt x="108462" y="195469"/>
                  <a:pt x="107124" y="194131"/>
                </a:cubicBezTo>
                <a:cubicBezTo>
                  <a:pt x="105617" y="192617"/>
                  <a:pt x="104856" y="190861"/>
                  <a:pt x="104856" y="188849"/>
                </a:cubicBezTo>
                <a:lnTo>
                  <a:pt x="104856" y="52552"/>
                </a:lnTo>
                <a:cubicBezTo>
                  <a:pt x="104856" y="50541"/>
                  <a:pt x="105617" y="48785"/>
                  <a:pt x="107124" y="47278"/>
                </a:cubicBezTo>
                <a:cubicBezTo>
                  <a:pt x="108462" y="45932"/>
                  <a:pt x="110138" y="45266"/>
                  <a:pt x="112149" y="45266"/>
                </a:cubicBezTo>
                <a:lnTo>
                  <a:pt x="129252" y="45266"/>
                </a:lnTo>
                <a:cubicBezTo>
                  <a:pt x="131264" y="45266"/>
                  <a:pt x="132939" y="45932"/>
                  <a:pt x="134278" y="47278"/>
                </a:cubicBezTo>
                <a:cubicBezTo>
                  <a:pt x="135792" y="48785"/>
                  <a:pt x="136546" y="50541"/>
                  <a:pt x="136546" y="52552"/>
                </a:cubicBezTo>
                <a:lnTo>
                  <a:pt x="136546" y="188849"/>
                </a:lnTo>
                <a:cubicBezTo>
                  <a:pt x="136546" y="190861"/>
                  <a:pt x="135792" y="192617"/>
                  <a:pt x="134278" y="194131"/>
                </a:cubicBezTo>
                <a:cubicBezTo>
                  <a:pt x="132939" y="195469"/>
                  <a:pt x="131264" y="196142"/>
                  <a:pt x="129252" y="196142"/>
                </a:cubicBezTo>
                <a:lnTo>
                  <a:pt x="112149" y="196142"/>
                </a:lnTo>
                <a:close/>
                <a:moveTo>
                  <a:pt x="52552" y="196142"/>
                </a:moveTo>
                <a:cubicBezTo>
                  <a:pt x="50541" y="196142"/>
                  <a:pt x="48785" y="195469"/>
                  <a:pt x="47278" y="194131"/>
                </a:cubicBezTo>
                <a:cubicBezTo>
                  <a:pt x="45932" y="192617"/>
                  <a:pt x="45266" y="190861"/>
                  <a:pt x="45266" y="188849"/>
                </a:cubicBezTo>
                <a:lnTo>
                  <a:pt x="45266" y="101842"/>
                </a:lnTo>
                <a:cubicBezTo>
                  <a:pt x="45266" y="99831"/>
                  <a:pt x="45932" y="98068"/>
                  <a:pt x="47278" y="96561"/>
                </a:cubicBezTo>
                <a:cubicBezTo>
                  <a:pt x="48785" y="95222"/>
                  <a:pt x="50541" y="94549"/>
                  <a:pt x="52552" y="94549"/>
                </a:cubicBezTo>
                <a:lnTo>
                  <a:pt x="69655" y="94549"/>
                </a:lnTo>
                <a:cubicBezTo>
                  <a:pt x="71667" y="94549"/>
                  <a:pt x="73342" y="95222"/>
                  <a:pt x="74681" y="96561"/>
                </a:cubicBezTo>
                <a:cubicBezTo>
                  <a:pt x="76027" y="98068"/>
                  <a:pt x="76693" y="99831"/>
                  <a:pt x="76693" y="101842"/>
                </a:cubicBezTo>
                <a:lnTo>
                  <a:pt x="76693" y="188849"/>
                </a:lnTo>
                <a:cubicBezTo>
                  <a:pt x="76693" y="191029"/>
                  <a:pt x="76027" y="192785"/>
                  <a:pt x="74681" y="194131"/>
                </a:cubicBezTo>
                <a:cubicBezTo>
                  <a:pt x="73342" y="195469"/>
                  <a:pt x="71667" y="196142"/>
                  <a:pt x="69655" y="196142"/>
                </a:cubicBezTo>
                <a:lnTo>
                  <a:pt x="52552" y="19614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308694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600" dirty="0"/>
          </a:p>
        </p:txBody>
      </p:sp>
      <p:sp>
        <p:nvSpPr>
          <p:cNvPr id="99" name="圖示 排名"/>
          <p:cNvSpPr/>
          <p:nvPr/>
        </p:nvSpPr>
        <p:spPr>
          <a:xfrm>
            <a:off x="364653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459" y="194884"/>
                </a:moveTo>
                <a:lnTo>
                  <a:pt x="85244" y="194884"/>
                </a:lnTo>
                <a:lnTo>
                  <a:pt x="85244" y="106868"/>
                </a:lnTo>
                <a:lnTo>
                  <a:pt x="36459" y="106868"/>
                </a:lnTo>
                <a:lnTo>
                  <a:pt x="36459" y="194884"/>
                </a:lnTo>
                <a:close/>
                <a:moveTo>
                  <a:pt x="96561" y="194884"/>
                </a:moveTo>
                <a:lnTo>
                  <a:pt x="144841" y="194884"/>
                </a:lnTo>
                <a:lnTo>
                  <a:pt x="144841" y="46517"/>
                </a:lnTo>
                <a:lnTo>
                  <a:pt x="96561" y="46517"/>
                </a:lnTo>
                <a:lnTo>
                  <a:pt x="96561" y="194884"/>
                </a:lnTo>
                <a:close/>
                <a:moveTo>
                  <a:pt x="156158" y="194884"/>
                </a:moveTo>
                <a:lnTo>
                  <a:pt x="204943" y="194884"/>
                </a:lnTo>
                <a:lnTo>
                  <a:pt x="204943" y="126985"/>
                </a:lnTo>
                <a:lnTo>
                  <a:pt x="156158" y="126985"/>
                </a:lnTo>
                <a:lnTo>
                  <a:pt x="156158" y="194884"/>
                </a:lnTo>
                <a:close/>
                <a:moveTo>
                  <a:pt x="25150" y="191614"/>
                </a:moveTo>
                <a:lnTo>
                  <a:pt x="25150" y="110138"/>
                </a:lnTo>
                <a:cubicBezTo>
                  <a:pt x="25150" y="106114"/>
                  <a:pt x="26569" y="102676"/>
                  <a:pt x="29422" y="99831"/>
                </a:cubicBezTo>
                <a:cubicBezTo>
                  <a:pt x="32267" y="96978"/>
                  <a:pt x="35705" y="95558"/>
                  <a:pt x="39729" y="95558"/>
                </a:cubicBezTo>
                <a:lnTo>
                  <a:pt x="85244" y="95558"/>
                </a:lnTo>
                <a:lnTo>
                  <a:pt x="85244" y="49787"/>
                </a:lnTo>
                <a:cubicBezTo>
                  <a:pt x="85244" y="45764"/>
                  <a:pt x="86670" y="42326"/>
                  <a:pt x="89523" y="39480"/>
                </a:cubicBezTo>
                <a:cubicBezTo>
                  <a:pt x="92369" y="36627"/>
                  <a:pt x="95719" y="35208"/>
                  <a:pt x="99582" y="35208"/>
                </a:cubicBezTo>
                <a:lnTo>
                  <a:pt x="141827" y="35208"/>
                </a:lnTo>
                <a:cubicBezTo>
                  <a:pt x="145682" y="35208"/>
                  <a:pt x="149033" y="36627"/>
                  <a:pt x="151885" y="39480"/>
                </a:cubicBezTo>
                <a:cubicBezTo>
                  <a:pt x="154731" y="42326"/>
                  <a:pt x="156158" y="45764"/>
                  <a:pt x="156158" y="49787"/>
                </a:cubicBezTo>
                <a:lnTo>
                  <a:pt x="156158" y="115675"/>
                </a:lnTo>
                <a:lnTo>
                  <a:pt x="201673" y="115675"/>
                </a:lnTo>
                <a:cubicBezTo>
                  <a:pt x="205696" y="115675"/>
                  <a:pt x="209134" y="117094"/>
                  <a:pt x="211980" y="119947"/>
                </a:cubicBezTo>
                <a:cubicBezTo>
                  <a:pt x="214833" y="122793"/>
                  <a:pt x="216259" y="126231"/>
                  <a:pt x="216259" y="130254"/>
                </a:cubicBezTo>
                <a:lnTo>
                  <a:pt x="216259" y="191614"/>
                </a:lnTo>
                <a:cubicBezTo>
                  <a:pt x="216259" y="195638"/>
                  <a:pt x="214833" y="199076"/>
                  <a:pt x="211980" y="201921"/>
                </a:cubicBezTo>
                <a:cubicBezTo>
                  <a:pt x="209134" y="204774"/>
                  <a:pt x="205696" y="206201"/>
                  <a:pt x="201673" y="206201"/>
                </a:cubicBezTo>
                <a:lnTo>
                  <a:pt x="39729" y="206201"/>
                </a:lnTo>
                <a:cubicBezTo>
                  <a:pt x="35705" y="206201"/>
                  <a:pt x="32267" y="204774"/>
                  <a:pt x="29422" y="201921"/>
                </a:cubicBezTo>
                <a:cubicBezTo>
                  <a:pt x="26569" y="199076"/>
                  <a:pt x="25150" y="195638"/>
                  <a:pt x="25150" y="19161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353071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600" dirty="0"/>
          </a:p>
        </p:txBody>
      </p:sp>
      <p:sp>
        <p:nvSpPr>
          <p:cNvPr id="101" name="圖示 占比"/>
          <p:cNvSpPr/>
          <p:nvPr/>
        </p:nvSpPr>
        <p:spPr>
          <a:xfrm>
            <a:off x="409031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487" y="114914"/>
                </a:moveTo>
                <a:lnTo>
                  <a:pt x="204687" y="114914"/>
                </a:lnTo>
                <a:cubicBezTo>
                  <a:pt x="203348" y="94132"/>
                  <a:pt x="195213" y="76107"/>
                  <a:pt x="180298" y="60855"/>
                </a:cubicBezTo>
                <a:cubicBezTo>
                  <a:pt x="165375" y="45764"/>
                  <a:pt x="147438" y="37717"/>
                  <a:pt x="126487" y="36715"/>
                </a:cubicBezTo>
                <a:lnTo>
                  <a:pt x="126487" y="114914"/>
                </a:lnTo>
                <a:close/>
                <a:moveTo>
                  <a:pt x="114914" y="204687"/>
                </a:moveTo>
                <a:lnTo>
                  <a:pt x="114914" y="36715"/>
                </a:lnTo>
                <a:cubicBezTo>
                  <a:pt x="92954" y="38054"/>
                  <a:pt x="74432" y="46854"/>
                  <a:pt x="59348" y="63116"/>
                </a:cubicBezTo>
                <a:cubicBezTo>
                  <a:pt x="44089" y="79377"/>
                  <a:pt x="36459" y="98572"/>
                  <a:pt x="36459" y="120701"/>
                </a:cubicBezTo>
                <a:cubicBezTo>
                  <a:pt x="36459" y="142829"/>
                  <a:pt x="44089" y="162024"/>
                  <a:pt x="59348" y="178286"/>
                </a:cubicBezTo>
                <a:cubicBezTo>
                  <a:pt x="74432" y="194548"/>
                  <a:pt x="92954" y="203348"/>
                  <a:pt x="114914" y="204687"/>
                </a:cubicBezTo>
                <a:close/>
                <a:moveTo>
                  <a:pt x="126487" y="204687"/>
                </a:moveTo>
                <a:cubicBezTo>
                  <a:pt x="147438" y="203684"/>
                  <a:pt x="165375" y="195638"/>
                  <a:pt x="180298" y="180546"/>
                </a:cubicBezTo>
                <a:cubicBezTo>
                  <a:pt x="195052" y="165294"/>
                  <a:pt x="203180" y="147270"/>
                  <a:pt x="204687" y="126487"/>
                </a:cubicBezTo>
                <a:lnTo>
                  <a:pt x="126487" y="126487"/>
                </a:lnTo>
                <a:lnTo>
                  <a:pt x="126487" y="204687"/>
                </a:lnTo>
                <a:close/>
                <a:moveTo>
                  <a:pt x="120701" y="120701"/>
                </a:move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486" y="37717"/>
                  <a:pt x="179625" y="44506"/>
                  <a:pt x="188344" y="53057"/>
                </a:cubicBezTo>
                <a:cubicBezTo>
                  <a:pt x="196896" y="61777"/>
                  <a:pt x="203684" y="71916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625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397449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00" dirty="0"/>
          </a:p>
        </p:txBody>
      </p:sp>
      <p:sp>
        <p:nvSpPr>
          <p:cNvPr id="103" name="圖示 表格"/>
          <p:cNvSpPr/>
          <p:nvPr/>
        </p:nvSpPr>
        <p:spPr>
          <a:xfrm>
            <a:off x="453408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1614" y="205945"/>
                </a:moveTo>
                <a:lnTo>
                  <a:pt x="49787" y="205945"/>
                </a:lnTo>
                <a:cubicBezTo>
                  <a:pt x="45764" y="205945"/>
                  <a:pt x="42326" y="204518"/>
                  <a:pt x="39480" y="201673"/>
                </a:cubicBezTo>
                <a:cubicBezTo>
                  <a:pt x="36627" y="198820"/>
                  <a:pt x="35208" y="195469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469"/>
                  <a:pt x="204774" y="198820"/>
                  <a:pt x="201921" y="201673"/>
                </a:cubicBezTo>
                <a:cubicBezTo>
                  <a:pt x="199076" y="204518"/>
                  <a:pt x="195638" y="205945"/>
                  <a:pt x="191614" y="205945"/>
                </a:cubicBezTo>
                <a:close/>
                <a:moveTo>
                  <a:pt x="46517" y="83232"/>
                </a:moveTo>
                <a:lnTo>
                  <a:pt x="194884" y="83232"/>
                </a:ln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83232"/>
                </a:lnTo>
                <a:close/>
                <a:moveTo>
                  <a:pt x="79209" y="94549"/>
                </a:moveTo>
                <a:lnTo>
                  <a:pt x="46517" y="94549"/>
                </a:lnTo>
                <a:lnTo>
                  <a:pt x="46517" y="191614"/>
                </a:lnTo>
                <a:cubicBezTo>
                  <a:pt x="46517" y="192280"/>
                  <a:pt x="46854" y="192953"/>
                  <a:pt x="47527" y="193626"/>
                </a:cubicBezTo>
                <a:cubicBezTo>
                  <a:pt x="48200" y="194292"/>
                  <a:pt x="48953" y="194628"/>
                  <a:pt x="49787" y="194628"/>
                </a:cubicBezTo>
                <a:lnTo>
                  <a:pt x="79209" y="194628"/>
                </a:lnTo>
                <a:lnTo>
                  <a:pt x="79209" y="94549"/>
                </a:lnTo>
                <a:close/>
                <a:moveTo>
                  <a:pt x="162193" y="94549"/>
                </a:moveTo>
                <a:lnTo>
                  <a:pt x="162193" y="194628"/>
                </a:lnTo>
                <a:lnTo>
                  <a:pt x="191614" y="194628"/>
                </a:lnTo>
                <a:cubicBezTo>
                  <a:pt x="192448" y="194628"/>
                  <a:pt x="193202" y="194292"/>
                  <a:pt x="193875" y="193626"/>
                </a:cubicBezTo>
                <a:cubicBezTo>
                  <a:pt x="194548" y="192953"/>
                  <a:pt x="194884" y="192280"/>
                  <a:pt x="194884" y="191614"/>
                </a:cubicBezTo>
                <a:lnTo>
                  <a:pt x="194884" y="94549"/>
                </a:lnTo>
                <a:lnTo>
                  <a:pt x="162193" y="94549"/>
                </a:lnTo>
                <a:close/>
                <a:moveTo>
                  <a:pt x="150876" y="94549"/>
                </a:moveTo>
                <a:lnTo>
                  <a:pt x="90526" y="94549"/>
                </a:lnTo>
                <a:lnTo>
                  <a:pt x="90526" y="194628"/>
                </a:lnTo>
                <a:lnTo>
                  <a:pt x="150876" y="194628"/>
                </a:lnTo>
                <a:lnTo>
                  <a:pt x="150876" y="9454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441827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600" dirty="0"/>
          </a:p>
        </p:txBody>
      </p:sp>
      <p:sp>
        <p:nvSpPr>
          <p:cNvPr id="105" name="圖示 上升"/>
          <p:cNvSpPr/>
          <p:nvPr/>
        </p:nvSpPr>
        <p:spPr>
          <a:xfrm>
            <a:off x="497786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9422" y="174014"/>
                </a:moveTo>
                <a:cubicBezTo>
                  <a:pt x="28244" y="173004"/>
                  <a:pt x="27659" y="171666"/>
                  <a:pt x="27659" y="169991"/>
                </a:cubicBezTo>
                <a:cubicBezTo>
                  <a:pt x="27659" y="168476"/>
                  <a:pt x="28244" y="167138"/>
                  <a:pt x="29422" y="165967"/>
                </a:cubicBezTo>
                <a:lnTo>
                  <a:pt x="83232" y="112149"/>
                </a:lnTo>
                <a:cubicBezTo>
                  <a:pt x="85917" y="109472"/>
                  <a:pt x="89267" y="108126"/>
                  <a:pt x="93291" y="108126"/>
                </a:cubicBezTo>
                <a:cubicBezTo>
                  <a:pt x="97314" y="108126"/>
                  <a:pt x="100752" y="109472"/>
                  <a:pt x="103605" y="112149"/>
                </a:cubicBezTo>
                <a:lnTo>
                  <a:pt x="132771" y="141322"/>
                </a:lnTo>
                <a:cubicBezTo>
                  <a:pt x="133276" y="141988"/>
                  <a:pt x="133941" y="142325"/>
                  <a:pt x="134783" y="142325"/>
                </a:cubicBezTo>
                <a:cubicBezTo>
                  <a:pt x="135624" y="142325"/>
                  <a:pt x="136377" y="141988"/>
                  <a:pt x="137043" y="141322"/>
                </a:cubicBezTo>
                <a:lnTo>
                  <a:pt x="197393" y="81477"/>
                </a:lnTo>
                <a:lnTo>
                  <a:pt x="168981" y="81477"/>
                </a:lnTo>
                <a:cubicBezTo>
                  <a:pt x="167474" y="81477"/>
                  <a:pt x="166128" y="80884"/>
                  <a:pt x="164958" y="79714"/>
                </a:cubicBezTo>
                <a:cubicBezTo>
                  <a:pt x="163956" y="78536"/>
                  <a:pt x="163451" y="77197"/>
                  <a:pt x="163451" y="75690"/>
                </a:cubicBezTo>
                <a:cubicBezTo>
                  <a:pt x="163451" y="74015"/>
                  <a:pt x="163956" y="72669"/>
                  <a:pt x="164958" y="71667"/>
                </a:cubicBezTo>
                <a:cubicBezTo>
                  <a:pt x="166128" y="70489"/>
                  <a:pt x="167474" y="69904"/>
                  <a:pt x="168981" y="69904"/>
                </a:cubicBezTo>
                <a:lnTo>
                  <a:pt x="208966" y="69904"/>
                </a:lnTo>
                <a:cubicBezTo>
                  <a:pt x="211146" y="69904"/>
                  <a:pt x="212902" y="70577"/>
                  <a:pt x="214248" y="71916"/>
                </a:cubicBezTo>
                <a:cubicBezTo>
                  <a:pt x="215586" y="73430"/>
                  <a:pt x="216259" y="75186"/>
                  <a:pt x="216259" y="77197"/>
                </a:cubicBezTo>
                <a:lnTo>
                  <a:pt x="216259" y="117182"/>
                </a:lnTo>
                <a:cubicBezTo>
                  <a:pt x="216259" y="118689"/>
                  <a:pt x="215755" y="120028"/>
                  <a:pt x="214745" y="121206"/>
                </a:cubicBezTo>
                <a:cubicBezTo>
                  <a:pt x="213743" y="122376"/>
                  <a:pt x="212397" y="122961"/>
                  <a:pt x="210722" y="122961"/>
                </a:cubicBezTo>
                <a:cubicBezTo>
                  <a:pt x="209215" y="122961"/>
                  <a:pt x="207876" y="122376"/>
                  <a:pt x="206698" y="121206"/>
                </a:cubicBezTo>
                <a:cubicBezTo>
                  <a:pt x="205528" y="120028"/>
                  <a:pt x="204943" y="118689"/>
                  <a:pt x="204943" y="117182"/>
                </a:cubicBezTo>
                <a:lnTo>
                  <a:pt x="204943" y="89772"/>
                </a:lnTo>
                <a:lnTo>
                  <a:pt x="144841" y="149874"/>
                </a:lnTo>
                <a:cubicBezTo>
                  <a:pt x="142156" y="152551"/>
                  <a:pt x="138806" y="153897"/>
                  <a:pt x="134783" y="153897"/>
                </a:cubicBezTo>
                <a:cubicBezTo>
                  <a:pt x="130759" y="153897"/>
                  <a:pt x="127321" y="152551"/>
                  <a:pt x="124475" y="149874"/>
                </a:cubicBezTo>
                <a:lnTo>
                  <a:pt x="95302" y="120701"/>
                </a:lnTo>
                <a:cubicBezTo>
                  <a:pt x="94798" y="120196"/>
                  <a:pt x="94044" y="119947"/>
                  <a:pt x="93042" y="119947"/>
                </a:cubicBezTo>
                <a:cubicBezTo>
                  <a:pt x="92201" y="119947"/>
                  <a:pt x="91535" y="120196"/>
                  <a:pt x="91030" y="120701"/>
                </a:cubicBezTo>
                <a:lnTo>
                  <a:pt x="37468" y="174263"/>
                </a:lnTo>
                <a:cubicBezTo>
                  <a:pt x="36291" y="175433"/>
                  <a:pt x="34952" y="176026"/>
                  <a:pt x="33445" y="176026"/>
                </a:cubicBezTo>
                <a:cubicBezTo>
                  <a:pt x="31938" y="176026"/>
                  <a:pt x="30592" y="175353"/>
                  <a:pt x="29422" y="17401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486204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00" dirty="0"/>
          </a:p>
        </p:txBody>
      </p:sp>
      <p:sp>
        <p:nvSpPr>
          <p:cNvPr id="107" name="圖示 下降"/>
          <p:cNvSpPr/>
          <p:nvPr/>
        </p:nvSpPr>
        <p:spPr>
          <a:xfrm>
            <a:off x="542164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7393" y="165206"/>
                </a:moveTo>
                <a:lnTo>
                  <a:pt x="137043" y="104856"/>
                </a:lnTo>
                <a:cubicBezTo>
                  <a:pt x="136377" y="104359"/>
                  <a:pt x="135624" y="104103"/>
                  <a:pt x="134783" y="104103"/>
                </a:cubicBezTo>
                <a:cubicBezTo>
                  <a:pt x="133941" y="104103"/>
                  <a:pt x="133276" y="104359"/>
                  <a:pt x="132771" y="104856"/>
                </a:cubicBezTo>
                <a:lnTo>
                  <a:pt x="103605" y="134278"/>
                </a:lnTo>
                <a:cubicBezTo>
                  <a:pt x="100752" y="136962"/>
                  <a:pt x="97314" y="138301"/>
                  <a:pt x="93291" y="138301"/>
                </a:cubicBezTo>
                <a:cubicBezTo>
                  <a:pt x="89267" y="138301"/>
                  <a:pt x="85917" y="136962"/>
                  <a:pt x="83232" y="134278"/>
                </a:cubicBezTo>
                <a:lnTo>
                  <a:pt x="29422" y="80218"/>
                </a:lnTo>
                <a:cubicBezTo>
                  <a:pt x="28244" y="79209"/>
                  <a:pt x="27659" y="77870"/>
                  <a:pt x="27659" y="76195"/>
                </a:cubicBezTo>
                <a:cubicBezTo>
                  <a:pt x="27659" y="74681"/>
                  <a:pt x="28244" y="73262"/>
                  <a:pt x="29422" y="71916"/>
                </a:cubicBezTo>
                <a:cubicBezTo>
                  <a:pt x="30592" y="70914"/>
                  <a:pt x="31938" y="70409"/>
                  <a:pt x="33445" y="70409"/>
                </a:cubicBezTo>
                <a:cubicBezTo>
                  <a:pt x="34952" y="70409"/>
                  <a:pt x="36291" y="70914"/>
                  <a:pt x="37468" y="71916"/>
                </a:cubicBezTo>
                <a:lnTo>
                  <a:pt x="91030" y="125734"/>
                </a:lnTo>
                <a:cubicBezTo>
                  <a:pt x="91535" y="126231"/>
                  <a:pt x="92201" y="126487"/>
                  <a:pt x="93042" y="126487"/>
                </a:cubicBezTo>
                <a:cubicBezTo>
                  <a:pt x="94044" y="126487"/>
                  <a:pt x="94798" y="126231"/>
                  <a:pt x="95302" y="125734"/>
                </a:cubicBezTo>
                <a:lnTo>
                  <a:pt x="124475" y="96312"/>
                </a:lnTo>
                <a:cubicBezTo>
                  <a:pt x="127321" y="93627"/>
                  <a:pt x="130759" y="92289"/>
                  <a:pt x="134783" y="92289"/>
                </a:cubicBezTo>
                <a:cubicBezTo>
                  <a:pt x="138806" y="92289"/>
                  <a:pt x="142156" y="93627"/>
                  <a:pt x="144841" y="96312"/>
                </a:cubicBezTo>
                <a:lnTo>
                  <a:pt x="204943" y="156662"/>
                </a:lnTo>
                <a:lnTo>
                  <a:pt x="204943" y="129252"/>
                </a:lnTo>
                <a:cubicBezTo>
                  <a:pt x="204943" y="127577"/>
                  <a:pt x="205528" y="126231"/>
                  <a:pt x="206698" y="125229"/>
                </a:cubicBezTo>
                <a:cubicBezTo>
                  <a:pt x="207876" y="124051"/>
                  <a:pt x="209215" y="123466"/>
                  <a:pt x="210722" y="123466"/>
                </a:cubicBezTo>
                <a:cubicBezTo>
                  <a:pt x="212397" y="123466"/>
                  <a:pt x="213743" y="124051"/>
                  <a:pt x="214745" y="125229"/>
                </a:cubicBezTo>
                <a:cubicBezTo>
                  <a:pt x="215755" y="126231"/>
                  <a:pt x="216259" y="127577"/>
                  <a:pt x="216259" y="129252"/>
                </a:cubicBezTo>
                <a:lnTo>
                  <a:pt x="216259" y="169230"/>
                </a:lnTo>
                <a:cubicBezTo>
                  <a:pt x="216259" y="171242"/>
                  <a:pt x="215586" y="173004"/>
                  <a:pt x="214248" y="174511"/>
                </a:cubicBezTo>
                <a:cubicBezTo>
                  <a:pt x="212902" y="175857"/>
                  <a:pt x="211146" y="176523"/>
                  <a:pt x="208966" y="176523"/>
                </a:cubicBezTo>
                <a:lnTo>
                  <a:pt x="168981" y="176523"/>
                </a:lnTo>
                <a:cubicBezTo>
                  <a:pt x="167474" y="176523"/>
                  <a:pt x="166128" y="175938"/>
                  <a:pt x="164958" y="174767"/>
                </a:cubicBezTo>
                <a:cubicBezTo>
                  <a:pt x="163956" y="173758"/>
                  <a:pt x="163451" y="172419"/>
                  <a:pt x="163451" y="170744"/>
                </a:cubicBezTo>
                <a:cubicBezTo>
                  <a:pt x="163451" y="169062"/>
                  <a:pt x="163956" y="167723"/>
                  <a:pt x="164958" y="166721"/>
                </a:cubicBezTo>
                <a:cubicBezTo>
                  <a:pt x="166128" y="165711"/>
                  <a:pt x="167474" y="165206"/>
                  <a:pt x="168981" y="165206"/>
                </a:cubicBezTo>
                <a:lnTo>
                  <a:pt x="197393" y="16520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530582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00" dirty="0"/>
          </a:p>
        </p:txBody>
      </p:sp>
      <p:sp>
        <p:nvSpPr>
          <p:cNvPr id="109" name="圖示 時間軸"/>
          <p:cNvSpPr/>
          <p:nvPr/>
        </p:nvSpPr>
        <p:spPr>
          <a:xfrm>
            <a:off x="586541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8412" y="178535"/>
                </a:moveTo>
                <a:cubicBezTo>
                  <a:pt x="24060" y="178535"/>
                  <a:pt x="20285" y="177028"/>
                  <a:pt x="17103" y="174014"/>
                </a:cubicBezTo>
                <a:cubicBezTo>
                  <a:pt x="14082" y="170825"/>
                  <a:pt x="12575" y="167050"/>
                  <a:pt x="12575" y="162697"/>
                </a:cubicBezTo>
                <a:cubicBezTo>
                  <a:pt x="12575" y="158338"/>
                  <a:pt x="14082" y="154651"/>
                  <a:pt x="17103" y="151629"/>
                </a:cubicBezTo>
                <a:cubicBezTo>
                  <a:pt x="20285" y="148616"/>
                  <a:pt x="23972" y="147101"/>
                  <a:pt x="28164" y="147101"/>
                </a:cubicBezTo>
                <a:cubicBezTo>
                  <a:pt x="29173" y="147101"/>
                  <a:pt x="30175" y="147189"/>
                  <a:pt x="31185" y="147357"/>
                </a:cubicBezTo>
                <a:cubicBezTo>
                  <a:pt x="32187" y="147526"/>
                  <a:pt x="33357" y="147862"/>
                  <a:pt x="34703" y="148360"/>
                </a:cubicBezTo>
                <a:lnTo>
                  <a:pt x="85997" y="96809"/>
                </a:lnTo>
                <a:cubicBezTo>
                  <a:pt x="85500" y="95639"/>
                  <a:pt x="85164" y="94549"/>
                  <a:pt x="84995" y="93547"/>
                </a:cubicBezTo>
                <a:cubicBezTo>
                  <a:pt x="84827" y="92537"/>
                  <a:pt x="84739" y="91535"/>
                  <a:pt x="84739" y="90526"/>
                </a:cubicBezTo>
                <a:cubicBezTo>
                  <a:pt x="84739" y="86166"/>
                  <a:pt x="86334" y="82398"/>
                  <a:pt x="89523" y="79209"/>
                </a:cubicBezTo>
                <a:cubicBezTo>
                  <a:pt x="92537" y="76195"/>
                  <a:pt x="96224" y="74681"/>
                  <a:pt x="100584" y="74681"/>
                </a:cubicBezTo>
                <a:cubicBezTo>
                  <a:pt x="104944" y="74681"/>
                  <a:pt x="108711" y="76276"/>
                  <a:pt x="111901" y="79465"/>
                </a:cubicBezTo>
                <a:cubicBezTo>
                  <a:pt x="114914" y="82479"/>
                  <a:pt x="116429" y="86166"/>
                  <a:pt x="116429" y="90526"/>
                </a:cubicBezTo>
                <a:cubicBezTo>
                  <a:pt x="116429" y="91199"/>
                  <a:pt x="116092" y="93291"/>
                  <a:pt x="115419" y="96809"/>
                </a:cubicBezTo>
                <a:lnTo>
                  <a:pt x="144592" y="125982"/>
                </a:lnTo>
                <a:cubicBezTo>
                  <a:pt x="145931" y="125646"/>
                  <a:pt x="147101" y="125397"/>
                  <a:pt x="148111" y="125229"/>
                </a:cubicBezTo>
                <a:cubicBezTo>
                  <a:pt x="148945" y="125061"/>
                  <a:pt x="149874" y="124973"/>
                  <a:pt x="150876" y="124973"/>
                </a:cubicBezTo>
                <a:cubicBezTo>
                  <a:pt x="151885" y="124973"/>
                  <a:pt x="152888" y="125061"/>
                  <a:pt x="153897" y="125229"/>
                </a:cubicBezTo>
                <a:cubicBezTo>
                  <a:pt x="154731" y="125397"/>
                  <a:pt x="155821" y="125734"/>
                  <a:pt x="157160" y="126231"/>
                </a:cubicBezTo>
                <a:lnTo>
                  <a:pt x="198652" y="84739"/>
                </a:lnTo>
                <a:cubicBezTo>
                  <a:pt x="198154" y="83569"/>
                  <a:pt x="197818" y="82479"/>
                  <a:pt x="197649" y="81477"/>
                </a:cubicBezTo>
                <a:cubicBezTo>
                  <a:pt x="197481" y="80467"/>
                  <a:pt x="197393" y="79465"/>
                  <a:pt x="197393" y="78456"/>
                </a:cubicBezTo>
                <a:cubicBezTo>
                  <a:pt x="197393" y="74096"/>
                  <a:pt x="198908" y="70409"/>
                  <a:pt x="201921" y="67395"/>
                </a:cubicBezTo>
                <a:cubicBezTo>
                  <a:pt x="205111" y="64374"/>
                  <a:pt x="208798" y="62867"/>
                  <a:pt x="212989" y="62867"/>
                </a:cubicBezTo>
                <a:cubicBezTo>
                  <a:pt x="217510" y="62867"/>
                  <a:pt x="221285" y="64374"/>
                  <a:pt x="224306" y="67395"/>
                </a:cubicBezTo>
                <a:cubicBezTo>
                  <a:pt x="227320" y="70577"/>
                  <a:pt x="228827" y="74352"/>
                  <a:pt x="228827" y="78704"/>
                </a:cubicBezTo>
                <a:cubicBezTo>
                  <a:pt x="228827" y="83064"/>
                  <a:pt x="227320" y="86751"/>
                  <a:pt x="224306" y="89772"/>
                </a:cubicBezTo>
                <a:cubicBezTo>
                  <a:pt x="221285" y="92786"/>
                  <a:pt x="217598" y="94300"/>
                  <a:pt x="213238" y="94300"/>
                </a:cubicBezTo>
                <a:cubicBezTo>
                  <a:pt x="212236" y="94300"/>
                  <a:pt x="211226" y="94212"/>
                  <a:pt x="210224" y="94044"/>
                </a:cubicBezTo>
                <a:cubicBezTo>
                  <a:pt x="209215" y="93876"/>
                  <a:pt x="208125" y="93547"/>
                  <a:pt x="206954" y="93042"/>
                </a:cubicBezTo>
                <a:lnTo>
                  <a:pt x="165463" y="134534"/>
                </a:lnTo>
                <a:cubicBezTo>
                  <a:pt x="165967" y="135873"/>
                  <a:pt x="166296" y="136962"/>
                  <a:pt x="166465" y="137804"/>
                </a:cubicBezTo>
                <a:cubicBezTo>
                  <a:pt x="166633" y="138806"/>
                  <a:pt x="166721" y="139815"/>
                  <a:pt x="166721" y="140818"/>
                </a:cubicBezTo>
                <a:cubicBezTo>
                  <a:pt x="166721" y="145177"/>
                  <a:pt x="165126" y="148864"/>
                  <a:pt x="161944" y="151885"/>
                </a:cubicBezTo>
                <a:cubicBezTo>
                  <a:pt x="158923" y="155068"/>
                  <a:pt x="155236" y="156662"/>
                  <a:pt x="150876" y="156662"/>
                </a:cubicBezTo>
                <a:cubicBezTo>
                  <a:pt x="146516" y="156662"/>
                  <a:pt x="142829" y="155068"/>
                  <a:pt x="139815" y="151885"/>
                </a:cubicBezTo>
                <a:cubicBezTo>
                  <a:pt x="136626" y="148864"/>
                  <a:pt x="135031" y="145177"/>
                  <a:pt x="135031" y="140818"/>
                </a:cubicBezTo>
                <a:cubicBezTo>
                  <a:pt x="135031" y="139815"/>
                  <a:pt x="135119" y="138806"/>
                  <a:pt x="135287" y="137804"/>
                </a:cubicBezTo>
                <a:cubicBezTo>
                  <a:pt x="135456" y="136794"/>
                  <a:pt x="135792" y="135704"/>
                  <a:pt x="136289" y="134534"/>
                </a:cubicBezTo>
                <a:lnTo>
                  <a:pt x="106868" y="105112"/>
                </a:lnTo>
                <a:cubicBezTo>
                  <a:pt x="105697" y="105617"/>
                  <a:pt x="104607" y="105946"/>
                  <a:pt x="103605" y="106114"/>
                </a:cubicBezTo>
                <a:cubicBezTo>
                  <a:pt x="102596" y="106283"/>
                  <a:pt x="101593" y="106370"/>
                  <a:pt x="100584" y="106370"/>
                </a:cubicBezTo>
                <a:cubicBezTo>
                  <a:pt x="99911" y="106370"/>
                  <a:pt x="97819" y="106034"/>
                  <a:pt x="94300" y="105361"/>
                </a:cubicBezTo>
                <a:lnTo>
                  <a:pt x="42999" y="156662"/>
                </a:lnTo>
                <a:cubicBezTo>
                  <a:pt x="43503" y="157833"/>
                  <a:pt x="43840" y="158923"/>
                  <a:pt x="44008" y="159932"/>
                </a:cubicBezTo>
                <a:cubicBezTo>
                  <a:pt x="44008" y="160934"/>
                  <a:pt x="44008" y="161944"/>
                  <a:pt x="44008" y="162946"/>
                </a:cubicBezTo>
                <a:cubicBezTo>
                  <a:pt x="44008" y="167138"/>
                  <a:pt x="42494" y="170825"/>
                  <a:pt x="39480" y="174014"/>
                </a:cubicBezTo>
                <a:cubicBezTo>
                  <a:pt x="36459" y="177028"/>
                  <a:pt x="32772" y="178535"/>
                  <a:pt x="28412" y="17853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574960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600" dirty="0"/>
          </a:p>
        </p:txBody>
      </p:sp>
      <p:sp>
        <p:nvSpPr>
          <p:cNvPr id="111" name="圖示 效能"/>
          <p:cNvSpPr/>
          <p:nvPr/>
        </p:nvSpPr>
        <p:spPr>
          <a:xfrm>
            <a:off x="630919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194" y="161688"/>
                </a:moveTo>
                <a:cubicBezTo>
                  <a:pt x="125565" y="161520"/>
                  <a:pt x="130174" y="159259"/>
                  <a:pt x="133020" y="154899"/>
                </a:cubicBezTo>
                <a:lnTo>
                  <a:pt x="175521" y="91030"/>
                </a:lnTo>
                <a:cubicBezTo>
                  <a:pt x="176691" y="89355"/>
                  <a:pt x="176523" y="87841"/>
                  <a:pt x="175016" y="86502"/>
                </a:cubicBezTo>
                <a:cubicBezTo>
                  <a:pt x="173677" y="84995"/>
                  <a:pt x="172083" y="84827"/>
                  <a:pt x="170239" y="85997"/>
                </a:cubicBezTo>
                <a:lnTo>
                  <a:pt x="107124" y="128748"/>
                </a:lnTo>
                <a:cubicBezTo>
                  <a:pt x="102764" y="131600"/>
                  <a:pt x="100416" y="136209"/>
                  <a:pt x="100079" y="142581"/>
                </a:cubicBezTo>
                <a:cubicBezTo>
                  <a:pt x="99743" y="148784"/>
                  <a:pt x="101257" y="153641"/>
                  <a:pt x="104607" y="157160"/>
                </a:cubicBezTo>
                <a:cubicBezTo>
                  <a:pt x="108126" y="160517"/>
                  <a:pt x="112991" y="162024"/>
                  <a:pt x="119194" y="161688"/>
                </a:cubicBezTo>
                <a:close/>
                <a:moveTo>
                  <a:pt x="120196" y="45515"/>
                </a:moveTo>
                <a:cubicBezTo>
                  <a:pt x="128075" y="45515"/>
                  <a:pt x="135873" y="46437"/>
                  <a:pt x="143583" y="48280"/>
                </a:cubicBezTo>
                <a:cubicBezTo>
                  <a:pt x="151461" y="50292"/>
                  <a:pt x="159171" y="53394"/>
                  <a:pt x="166721" y="57585"/>
                </a:cubicBezTo>
                <a:cubicBezTo>
                  <a:pt x="168059" y="58419"/>
                  <a:pt x="168901" y="59677"/>
                  <a:pt x="169230" y="61360"/>
                </a:cubicBezTo>
                <a:cubicBezTo>
                  <a:pt x="169566" y="62867"/>
                  <a:pt x="169230" y="64374"/>
                  <a:pt x="168228" y="65881"/>
                </a:cubicBezTo>
                <a:cubicBezTo>
                  <a:pt x="167218" y="67227"/>
                  <a:pt x="166048" y="67980"/>
                  <a:pt x="164709" y="68148"/>
                </a:cubicBezTo>
                <a:cubicBezTo>
                  <a:pt x="163363" y="68317"/>
                  <a:pt x="161944" y="67980"/>
                  <a:pt x="160430" y="67139"/>
                </a:cubicBezTo>
                <a:cubicBezTo>
                  <a:pt x="153729" y="63620"/>
                  <a:pt x="146853" y="61023"/>
                  <a:pt x="139815" y="59348"/>
                </a:cubicBezTo>
                <a:cubicBezTo>
                  <a:pt x="132939" y="57666"/>
                  <a:pt x="126399" y="56832"/>
                  <a:pt x="120196" y="56832"/>
                </a:cubicBezTo>
                <a:cubicBezTo>
                  <a:pt x="97065" y="56832"/>
                  <a:pt x="77366" y="65047"/>
                  <a:pt x="61104" y="81477"/>
                </a:cubicBezTo>
                <a:cubicBezTo>
                  <a:pt x="44674" y="98068"/>
                  <a:pt x="36459" y="118104"/>
                  <a:pt x="36459" y="141571"/>
                </a:cubicBezTo>
                <a:cubicBezTo>
                  <a:pt x="36459" y="148945"/>
                  <a:pt x="37549" y="156406"/>
                  <a:pt x="39729" y="163956"/>
                </a:cubicBezTo>
                <a:cubicBezTo>
                  <a:pt x="41741" y="171329"/>
                  <a:pt x="44593" y="178286"/>
                  <a:pt x="48280" y="184826"/>
                </a:cubicBezTo>
                <a:lnTo>
                  <a:pt x="192119" y="184826"/>
                </a:lnTo>
                <a:cubicBezTo>
                  <a:pt x="195806" y="178623"/>
                  <a:pt x="198739" y="171666"/>
                  <a:pt x="200919" y="163956"/>
                </a:cubicBezTo>
                <a:cubicBezTo>
                  <a:pt x="202931" y="156238"/>
                  <a:pt x="203933" y="148528"/>
                  <a:pt x="203933" y="140818"/>
                </a:cubicBezTo>
                <a:cubicBezTo>
                  <a:pt x="203933" y="134951"/>
                  <a:pt x="203180" y="128579"/>
                  <a:pt x="201673" y="121710"/>
                </a:cubicBezTo>
                <a:cubicBezTo>
                  <a:pt x="200166" y="114834"/>
                  <a:pt x="197649" y="108294"/>
                  <a:pt x="194131" y="102091"/>
                </a:cubicBezTo>
                <a:cubicBezTo>
                  <a:pt x="193290" y="100752"/>
                  <a:pt x="192953" y="99245"/>
                  <a:pt x="193121" y="97570"/>
                </a:cubicBezTo>
                <a:cubicBezTo>
                  <a:pt x="193290" y="95888"/>
                  <a:pt x="194043" y="94629"/>
                  <a:pt x="195382" y="93795"/>
                </a:cubicBezTo>
                <a:cubicBezTo>
                  <a:pt x="196728" y="92786"/>
                  <a:pt x="198235" y="92537"/>
                  <a:pt x="199910" y="93042"/>
                </a:cubicBezTo>
                <a:cubicBezTo>
                  <a:pt x="201417" y="93547"/>
                  <a:pt x="202594" y="94629"/>
                  <a:pt x="203428" y="96312"/>
                </a:cubicBezTo>
                <a:cubicBezTo>
                  <a:pt x="207452" y="103854"/>
                  <a:pt x="210385" y="111228"/>
                  <a:pt x="212236" y="118440"/>
                </a:cubicBezTo>
                <a:cubicBezTo>
                  <a:pt x="214079" y="125478"/>
                  <a:pt x="215169" y="132603"/>
                  <a:pt x="215498" y="139815"/>
                </a:cubicBezTo>
                <a:cubicBezTo>
                  <a:pt x="215667" y="149369"/>
                  <a:pt x="214665" y="158250"/>
                  <a:pt x="212485" y="166465"/>
                </a:cubicBezTo>
                <a:cubicBezTo>
                  <a:pt x="210305" y="174680"/>
                  <a:pt x="207035" y="182478"/>
                  <a:pt x="202675" y="189851"/>
                </a:cubicBezTo>
                <a:cubicBezTo>
                  <a:pt x="201168" y="192704"/>
                  <a:pt x="199573" y="194460"/>
                  <a:pt x="197898" y="195133"/>
                </a:cubicBezTo>
                <a:cubicBezTo>
                  <a:pt x="196223" y="195806"/>
                  <a:pt x="194043" y="196142"/>
                  <a:pt x="191358" y="196142"/>
                </a:cubicBezTo>
                <a:lnTo>
                  <a:pt x="49034" y="196142"/>
                </a:lnTo>
                <a:cubicBezTo>
                  <a:pt x="46854" y="196142"/>
                  <a:pt x="44762" y="195550"/>
                  <a:pt x="42750" y="194379"/>
                </a:cubicBezTo>
                <a:cubicBezTo>
                  <a:pt x="40570" y="193202"/>
                  <a:pt x="38975" y="191614"/>
                  <a:pt x="37973" y="189603"/>
                </a:cubicBezTo>
                <a:cubicBezTo>
                  <a:pt x="34118" y="182558"/>
                  <a:pt x="31016" y="175097"/>
                  <a:pt x="28668" y="167218"/>
                </a:cubicBezTo>
                <a:cubicBezTo>
                  <a:pt x="26320" y="159508"/>
                  <a:pt x="25150" y="150956"/>
                  <a:pt x="25150" y="141571"/>
                </a:cubicBezTo>
                <a:cubicBezTo>
                  <a:pt x="25150" y="128331"/>
                  <a:pt x="27659" y="115924"/>
                  <a:pt x="32692" y="104359"/>
                </a:cubicBezTo>
                <a:cubicBezTo>
                  <a:pt x="37549" y="92618"/>
                  <a:pt x="44337" y="82398"/>
                  <a:pt x="53057" y="73679"/>
                </a:cubicBezTo>
                <a:cubicBezTo>
                  <a:pt x="61609" y="65127"/>
                  <a:pt x="71667" y="58258"/>
                  <a:pt x="83232" y="53057"/>
                </a:cubicBezTo>
                <a:cubicBezTo>
                  <a:pt x="94798" y="48032"/>
                  <a:pt x="107124" y="45515"/>
                  <a:pt x="120196" y="45515"/>
                </a:cubicBezTo>
                <a:close/>
                <a:moveTo>
                  <a:pt x="118440" y="12321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619337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00" dirty="0"/>
          </a:p>
        </p:txBody>
      </p:sp>
      <p:sp>
        <p:nvSpPr>
          <p:cNvPr id="113" name="圖示 儀表板"/>
          <p:cNvSpPr/>
          <p:nvPr/>
        </p:nvSpPr>
        <p:spPr>
          <a:xfrm>
            <a:off x="675297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513" y="88763"/>
                </a:moveTo>
                <a:lnTo>
                  <a:pt x="131513" y="42494"/>
                </a:lnTo>
                <a:cubicBezTo>
                  <a:pt x="131513" y="40314"/>
                  <a:pt x="132186" y="38558"/>
                  <a:pt x="133524" y="37220"/>
                </a:cubicBezTo>
                <a:cubicBezTo>
                  <a:pt x="134863" y="35874"/>
                  <a:pt x="136626" y="35208"/>
                  <a:pt x="138806" y="35208"/>
                </a:cubicBezTo>
                <a:lnTo>
                  <a:pt x="198908" y="35208"/>
                </a:lnTo>
                <a:cubicBezTo>
                  <a:pt x="201088" y="35208"/>
                  <a:pt x="202843" y="35874"/>
                  <a:pt x="204189" y="37220"/>
                </a:cubicBezTo>
                <a:cubicBezTo>
                  <a:pt x="205528" y="38558"/>
                  <a:pt x="206201" y="40314"/>
                  <a:pt x="206201" y="42494"/>
                </a:cubicBezTo>
                <a:lnTo>
                  <a:pt x="206201" y="88763"/>
                </a:lnTo>
                <a:cubicBezTo>
                  <a:pt x="206201" y="90774"/>
                  <a:pt x="205528" y="92537"/>
                  <a:pt x="204189" y="94044"/>
                </a:cubicBezTo>
                <a:cubicBezTo>
                  <a:pt x="202675" y="95390"/>
                  <a:pt x="200919" y="96056"/>
                  <a:pt x="198908" y="96056"/>
                </a:cubicBezTo>
                <a:lnTo>
                  <a:pt x="138557" y="96056"/>
                </a:lnTo>
                <a:cubicBezTo>
                  <a:pt x="136546" y="96056"/>
                  <a:pt x="134863" y="95390"/>
                  <a:pt x="133524" y="94044"/>
                </a:cubicBezTo>
                <a:cubicBezTo>
                  <a:pt x="132186" y="92537"/>
                  <a:pt x="131513" y="90774"/>
                  <a:pt x="131513" y="88763"/>
                </a:cubicBezTo>
                <a:close/>
                <a:moveTo>
                  <a:pt x="35208" y="116677"/>
                </a:moveTo>
                <a:lnTo>
                  <a:pt x="35208" y="42494"/>
                </a:lnTo>
                <a:cubicBezTo>
                  <a:pt x="35208" y="40314"/>
                  <a:pt x="35874" y="38558"/>
                  <a:pt x="37220" y="37220"/>
                </a:cubicBezTo>
                <a:cubicBezTo>
                  <a:pt x="38727" y="35874"/>
                  <a:pt x="40482" y="35208"/>
                  <a:pt x="42494" y="35208"/>
                </a:cubicBezTo>
                <a:lnTo>
                  <a:pt x="102844" y="35208"/>
                </a:lnTo>
                <a:cubicBezTo>
                  <a:pt x="104856" y="35208"/>
                  <a:pt x="106539" y="35874"/>
                  <a:pt x="107877" y="37220"/>
                </a:cubicBezTo>
                <a:cubicBezTo>
                  <a:pt x="109216" y="38727"/>
                  <a:pt x="109889" y="40482"/>
                  <a:pt x="109889" y="42494"/>
                </a:cubicBezTo>
                <a:lnTo>
                  <a:pt x="109889" y="116677"/>
                </a:lnTo>
                <a:cubicBezTo>
                  <a:pt x="109889" y="118689"/>
                  <a:pt x="109216" y="120364"/>
                  <a:pt x="107877" y="121710"/>
                </a:cubicBezTo>
                <a:cubicBezTo>
                  <a:pt x="106539" y="123217"/>
                  <a:pt x="104776" y="123971"/>
                  <a:pt x="102596" y="123971"/>
                </a:cubicBezTo>
                <a:lnTo>
                  <a:pt x="42494" y="123971"/>
                </a:lnTo>
                <a:cubicBezTo>
                  <a:pt x="40314" y="123971"/>
                  <a:pt x="38558" y="123217"/>
                  <a:pt x="37220" y="121710"/>
                </a:cubicBezTo>
                <a:cubicBezTo>
                  <a:pt x="35874" y="120364"/>
                  <a:pt x="35208" y="118689"/>
                  <a:pt x="35208" y="116677"/>
                </a:cubicBezTo>
                <a:close/>
                <a:moveTo>
                  <a:pt x="131513" y="198908"/>
                </a:moveTo>
                <a:lnTo>
                  <a:pt x="131513" y="124724"/>
                </a:lnTo>
                <a:cubicBezTo>
                  <a:pt x="131513" y="122712"/>
                  <a:pt x="132186" y="121037"/>
                  <a:pt x="133524" y="119699"/>
                </a:cubicBezTo>
                <a:cubicBezTo>
                  <a:pt x="134863" y="118184"/>
                  <a:pt x="136626" y="117431"/>
                  <a:pt x="138806" y="117431"/>
                </a:cubicBezTo>
                <a:lnTo>
                  <a:pt x="198908" y="117431"/>
                </a:lnTo>
                <a:cubicBezTo>
                  <a:pt x="201088" y="117431"/>
                  <a:pt x="202843" y="118184"/>
                  <a:pt x="204189" y="119699"/>
                </a:cubicBezTo>
                <a:cubicBezTo>
                  <a:pt x="205528" y="121037"/>
                  <a:pt x="206201" y="122712"/>
                  <a:pt x="206201" y="124724"/>
                </a:cubicBezTo>
                <a:lnTo>
                  <a:pt x="206201" y="198908"/>
                </a:lnTo>
                <a:cubicBezTo>
                  <a:pt x="206201" y="201088"/>
                  <a:pt x="205528" y="202843"/>
                  <a:pt x="204189" y="204189"/>
                </a:cubicBezTo>
                <a:cubicBezTo>
                  <a:pt x="202675" y="205528"/>
                  <a:pt x="200919" y="206201"/>
                  <a:pt x="198908" y="206201"/>
                </a:cubicBezTo>
                <a:lnTo>
                  <a:pt x="138557" y="206201"/>
                </a:lnTo>
                <a:cubicBezTo>
                  <a:pt x="136546" y="206201"/>
                  <a:pt x="134863" y="205528"/>
                  <a:pt x="133524" y="204189"/>
                </a:cubicBezTo>
                <a:cubicBezTo>
                  <a:pt x="132186" y="202843"/>
                  <a:pt x="131513" y="201088"/>
                  <a:pt x="131513" y="198908"/>
                </a:cubicBezTo>
                <a:close/>
                <a:moveTo>
                  <a:pt x="35208" y="198908"/>
                </a:moveTo>
                <a:lnTo>
                  <a:pt x="35208" y="152639"/>
                </a:lnTo>
                <a:cubicBezTo>
                  <a:pt x="35208" y="150627"/>
                  <a:pt x="35874" y="148864"/>
                  <a:pt x="37220" y="147357"/>
                </a:cubicBezTo>
                <a:cubicBezTo>
                  <a:pt x="38727" y="146011"/>
                  <a:pt x="40482" y="145346"/>
                  <a:pt x="42494" y="145346"/>
                </a:cubicBezTo>
                <a:lnTo>
                  <a:pt x="102844" y="145346"/>
                </a:lnTo>
                <a:cubicBezTo>
                  <a:pt x="104856" y="145346"/>
                  <a:pt x="106539" y="146011"/>
                  <a:pt x="107877" y="147357"/>
                </a:cubicBezTo>
                <a:cubicBezTo>
                  <a:pt x="109216" y="148864"/>
                  <a:pt x="109889" y="150627"/>
                  <a:pt x="109889" y="152639"/>
                </a:cubicBezTo>
                <a:lnTo>
                  <a:pt x="109889" y="198908"/>
                </a:lnTo>
                <a:cubicBezTo>
                  <a:pt x="109889" y="201088"/>
                  <a:pt x="109216" y="202843"/>
                  <a:pt x="107877" y="204189"/>
                </a:cubicBezTo>
                <a:cubicBezTo>
                  <a:pt x="106539" y="205528"/>
                  <a:pt x="104776" y="206201"/>
                  <a:pt x="102596" y="206201"/>
                </a:cubicBezTo>
                <a:lnTo>
                  <a:pt x="42494" y="206201"/>
                </a:lnTo>
                <a:cubicBezTo>
                  <a:pt x="40314" y="206201"/>
                  <a:pt x="38558" y="205528"/>
                  <a:pt x="37220" y="204189"/>
                </a:cubicBezTo>
                <a:cubicBezTo>
                  <a:pt x="35874" y="202843"/>
                  <a:pt x="35208" y="201088"/>
                  <a:pt x="35208" y="198908"/>
                </a:cubicBezTo>
                <a:close/>
                <a:moveTo>
                  <a:pt x="46517" y="112405"/>
                </a:moveTo>
                <a:lnTo>
                  <a:pt x="98572" y="112405"/>
                </a:lnTo>
                <a:lnTo>
                  <a:pt x="98572" y="46517"/>
                </a:lnTo>
                <a:lnTo>
                  <a:pt x="46517" y="46517"/>
                </a:lnTo>
                <a:lnTo>
                  <a:pt x="46517" y="112405"/>
                </a:lnTo>
                <a:close/>
                <a:moveTo>
                  <a:pt x="142829" y="194884"/>
                </a:moveTo>
                <a:lnTo>
                  <a:pt x="194884" y="194884"/>
                </a:lnTo>
                <a:lnTo>
                  <a:pt x="194884" y="128996"/>
                </a:lnTo>
                <a:lnTo>
                  <a:pt x="142829" y="128996"/>
                </a:lnTo>
                <a:lnTo>
                  <a:pt x="142829" y="194884"/>
                </a:lnTo>
                <a:close/>
                <a:moveTo>
                  <a:pt x="142829" y="84739"/>
                </a:moveTo>
                <a:lnTo>
                  <a:pt x="194884" y="84739"/>
                </a:lnTo>
                <a:lnTo>
                  <a:pt x="194884" y="46517"/>
                </a:lnTo>
                <a:lnTo>
                  <a:pt x="142829" y="46517"/>
                </a:lnTo>
                <a:lnTo>
                  <a:pt x="142829" y="84739"/>
                </a:lnTo>
                <a:close/>
                <a:moveTo>
                  <a:pt x="46517" y="194884"/>
                </a:moveTo>
                <a:lnTo>
                  <a:pt x="98572" y="194884"/>
                </a:lnTo>
                <a:lnTo>
                  <a:pt x="98572" y="156662"/>
                </a:lnTo>
                <a:lnTo>
                  <a:pt x="46517" y="156662"/>
                </a:lnTo>
                <a:lnTo>
                  <a:pt x="46517" y="194884"/>
                </a:lnTo>
                <a:close/>
                <a:moveTo>
                  <a:pt x="98572" y="112405"/>
                </a:moveTo>
                <a:close/>
                <a:moveTo>
                  <a:pt x="142829" y="84739"/>
                </a:moveTo>
                <a:close/>
                <a:moveTo>
                  <a:pt x="142829" y="128996"/>
                </a:moveTo>
                <a:close/>
                <a:moveTo>
                  <a:pt x="98572" y="156662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663715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600" dirty="0"/>
          </a:p>
        </p:txBody>
      </p:sp>
      <p:sp>
        <p:nvSpPr>
          <p:cNvPr id="115" name="圖示 完成"/>
          <p:cNvSpPr/>
          <p:nvPr/>
        </p:nvSpPr>
        <p:spPr>
          <a:xfrm>
            <a:off x="719674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145850"/>
                </a:moveTo>
                <a:lnTo>
                  <a:pt x="80467" y="120196"/>
                </a:lnTo>
                <a:cubicBezTo>
                  <a:pt x="79129" y="119026"/>
                  <a:pt x="77702" y="118440"/>
                  <a:pt x="76195" y="118440"/>
                </a:cubicBezTo>
                <a:cubicBezTo>
                  <a:pt x="74513" y="118440"/>
                  <a:pt x="73006" y="119106"/>
                  <a:pt x="71667" y="120452"/>
                </a:cubicBezTo>
                <a:cubicBezTo>
                  <a:pt x="70489" y="121623"/>
                  <a:pt x="69904" y="122961"/>
                  <a:pt x="69904" y="124475"/>
                </a:cubicBezTo>
                <a:cubicBezTo>
                  <a:pt x="69904" y="126151"/>
                  <a:pt x="70489" y="127577"/>
                  <a:pt x="71667" y="128748"/>
                </a:cubicBezTo>
                <a:lnTo>
                  <a:pt x="100833" y="157921"/>
                </a:lnTo>
                <a:cubicBezTo>
                  <a:pt x="102179" y="159427"/>
                  <a:pt x="103854" y="160181"/>
                  <a:pt x="105866" y="160181"/>
                </a:cubicBezTo>
                <a:cubicBezTo>
                  <a:pt x="107877" y="160181"/>
                  <a:pt x="109552" y="159427"/>
                  <a:pt x="110891" y="157921"/>
                </a:cubicBezTo>
                <a:lnTo>
                  <a:pt x="169230" y="99831"/>
                </a:lnTo>
                <a:cubicBezTo>
                  <a:pt x="170576" y="98492"/>
                  <a:pt x="171242" y="96978"/>
                  <a:pt x="171242" y="95302"/>
                </a:cubicBezTo>
                <a:cubicBezTo>
                  <a:pt x="171242" y="93627"/>
                  <a:pt x="170576" y="92201"/>
                  <a:pt x="169230" y="91030"/>
                </a:cubicBezTo>
                <a:cubicBezTo>
                  <a:pt x="168059" y="89853"/>
                  <a:pt x="166633" y="89267"/>
                  <a:pt x="164958" y="89267"/>
                </a:cubicBezTo>
                <a:cubicBezTo>
                  <a:pt x="163283" y="89267"/>
                  <a:pt x="161776" y="89853"/>
                  <a:pt x="160430" y="91030"/>
                </a:cubicBezTo>
                <a:lnTo>
                  <a:pt x="105866" y="145850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708093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00" dirty="0"/>
          </a:p>
        </p:txBody>
      </p:sp>
      <p:sp>
        <p:nvSpPr>
          <p:cNvPr id="117" name="圖示 錯誤"/>
          <p:cNvSpPr/>
          <p:nvPr/>
        </p:nvSpPr>
        <p:spPr>
          <a:xfrm>
            <a:off x="764052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28748"/>
                </a:moveTo>
                <a:lnTo>
                  <a:pt x="153897" y="161944"/>
                </a:lnTo>
                <a:cubicBezTo>
                  <a:pt x="155068" y="163114"/>
                  <a:pt x="156406" y="163700"/>
                  <a:pt x="157921" y="163700"/>
                </a:cubicBezTo>
                <a:cubicBezTo>
                  <a:pt x="159427" y="163868"/>
                  <a:pt x="160766" y="163283"/>
                  <a:pt x="161944" y="161944"/>
                </a:cubicBezTo>
                <a:cubicBezTo>
                  <a:pt x="163283" y="160766"/>
                  <a:pt x="163956" y="159427"/>
                  <a:pt x="163956" y="157921"/>
                </a:cubicBezTo>
                <a:cubicBezTo>
                  <a:pt x="163956" y="156575"/>
                  <a:pt x="163283" y="155236"/>
                  <a:pt x="161944" y="153897"/>
                </a:cubicBezTo>
                <a:lnTo>
                  <a:pt x="128748" y="120701"/>
                </a:lnTo>
                <a:lnTo>
                  <a:pt x="161944" y="87512"/>
                </a:lnTo>
                <a:cubicBezTo>
                  <a:pt x="163114" y="86334"/>
                  <a:pt x="163700" y="84995"/>
                  <a:pt x="163700" y="83488"/>
                </a:cubicBezTo>
                <a:cubicBezTo>
                  <a:pt x="163868" y="81974"/>
                  <a:pt x="163283" y="80635"/>
                  <a:pt x="161944" y="79465"/>
                </a:cubicBezTo>
                <a:cubicBezTo>
                  <a:pt x="160766" y="78119"/>
                  <a:pt x="159427" y="77453"/>
                  <a:pt x="157921" y="77453"/>
                </a:cubicBezTo>
                <a:cubicBezTo>
                  <a:pt x="156575" y="77453"/>
                  <a:pt x="155236" y="78119"/>
                  <a:pt x="153897" y="79465"/>
                </a:cubicBezTo>
                <a:lnTo>
                  <a:pt x="120701" y="112654"/>
                </a:lnTo>
                <a:lnTo>
                  <a:pt x="87512" y="79465"/>
                </a:lnTo>
                <a:cubicBezTo>
                  <a:pt x="86334" y="78287"/>
                  <a:pt x="84995" y="77702"/>
                  <a:pt x="83488" y="77702"/>
                </a:cubicBezTo>
                <a:cubicBezTo>
                  <a:pt x="81974" y="77534"/>
                  <a:pt x="80635" y="78119"/>
                  <a:pt x="79465" y="79465"/>
                </a:cubicBezTo>
                <a:cubicBezTo>
                  <a:pt x="78119" y="80635"/>
                  <a:pt x="77453" y="81974"/>
                  <a:pt x="77453" y="83488"/>
                </a:cubicBezTo>
                <a:cubicBezTo>
                  <a:pt x="77453" y="84827"/>
                  <a:pt x="78119" y="86166"/>
                  <a:pt x="79465" y="87512"/>
                </a:cubicBezTo>
                <a:lnTo>
                  <a:pt x="112654" y="120701"/>
                </a:lnTo>
                <a:lnTo>
                  <a:pt x="79465" y="153897"/>
                </a:lnTo>
                <a:cubicBezTo>
                  <a:pt x="78287" y="155068"/>
                  <a:pt x="77702" y="156406"/>
                  <a:pt x="77702" y="157921"/>
                </a:cubicBezTo>
                <a:cubicBezTo>
                  <a:pt x="77534" y="159427"/>
                  <a:pt x="78119" y="160766"/>
                  <a:pt x="79465" y="161944"/>
                </a:cubicBezTo>
                <a:cubicBezTo>
                  <a:pt x="80635" y="163283"/>
                  <a:pt x="81974" y="163956"/>
                  <a:pt x="83488" y="163956"/>
                </a:cubicBezTo>
                <a:cubicBezTo>
                  <a:pt x="84827" y="163956"/>
                  <a:pt x="86166" y="163283"/>
                  <a:pt x="87512" y="161944"/>
                </a:cubicBezTo>
                <a:lnTo>
                  <a:pt x="120701" y="128748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752470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00" dirty="0"/>
          </a:p>
        </p:txBody>
      </p:sp>
      <p:sp>
        <p:nvSpPr>
          <p:cNvPr id="119" name="圖示 阻擋"/>
          <p:cNvSpPr/>
          <p:nvPr/>
        </p:nvSpPr>
        <p:spPr>
          <a:xfrm>
            <a:off x="808430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20701" y="204943"/>
                </a:moveTo>
                <a:cubicBezTo>
                  <a:pt x="131096" y="204943"/>
                  <a:pt x="140986" y="203099"/>
                  <a:pt x="150371" y="199405"/>
                </a:cubicBezTo>
                <a:cubicBezTo>
                  <a:pt x="159932" y="195886"/>
                  <a:pt x="168564" y="190773"/>
                  <a:pt x="176274" y="184072"/>
                </a:cubicBezTo>
                <a:lnTo>
                  <a:pt x="57337" y="65127"/>
                </a:lnTo>
                <a:cubicBezTo>
                  <a:pt x="50797" y="73006"/>
                  <a:pt x="45683" y="81638"/>
                  <a:pt x="41997" y="91030"/>
                </a:cubicBezTo>
                <a:cubicBezTo>
                  <a:pt x="38302" y="100584"/>
                  <a:pt x="36459" y="110474"/>
                  <a:pt x="36459" y="120701"/>
                </a:cubicBezTo>
                <a:cubicBezTo>
                  <a:pt x="36459" y="144168"/>
                  <a:pt x="44674" y="164036"/>
                  <a:pt x="61104" y="180298"/>
                </a:cubicBezTo>
                <a:cubicBezTo>
                  <a:pt x="77366" y="196728"/>
                  <a:pt x="97234" y="204943"/>
                  <a:pt x="120701" y="204943"/>
                </a:cubicBezTo>
                <a:close/>
                <a:moveTo>
                  <a:pt x="183816" y="176274"/>
                </a:moveTo>
                <a:cubicBezTo>
                  <a:pt x="190356" y="168564"/>
                  <a:pt x="195469" y="159932"/>
                  <a:pt x="199156" y="150371"/>
                </a:cubicBezTo>
                <a:cubicBezTo>
                  <a:pt x="203011" y="140986"/>
                  <a:pt x="204943" y="131096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110306" y="36459"/>
                  <a:pt x="100416" y="38302"/>
                  <a:pt x="91030" y="41997"/>
                </a:cubicBezTo>
                <a:cubicBezTo>
                  <a:pt x="81477" y="45683"/>
                  <a:pt x="72837" y="50877"/>
                  <a:pt x="65127" y="57585"/>
                </a:cubicBezTo>
                <a:lnTo>
                  <a:pt x="183816" y="176274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796848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600" dirty="0"/>
          </a:p>
        </p:txBody>
      </p:sp>
      <p:sp>
        <p:nvSpPr>
          <p:cNvPr id="121" name="圖示 警示"/>
          <p:cNvSpPr/>
          <p:nvPr/>
        </p:nvSpPr>
        <p:spPr>
          <a:xfrm>
            <a:off x="8528078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1433" y="206201"/>
                </a:moveTo>
                <a:cubicBezTo>
                  <a:pt x="29926" y="206201"/>
                  <a:pt x="28668" y="205864"/>
                  <a:pt x="27659" y="205191"/>
                </a:cubicBezTo>
                <a:cubicBezTo>
                  <a:pt x="26488" y="204518"/>
                  <a:pt x="25567" y="203597"/>
                  <a:pt x="24894" y="202426"/>
                </a:cubicBezTo>
                <a:cubicBezTo>
                  <a:pt x="24389" y="201417"/>
                  <a:pt x="24060" y="200327"/>
                  <a:pt x="23891" y="199156"/>
                </a:cubicBezTo>
                <a:cubicBezTo>
                  <a:pt x="23891" y="197818"/>
                  <a:pt x="24221" y="196559"/>
                  <a:pt x="24894" y="195382"/>
                </a:cubicBezTo>
                <a:lnTo>
                  <a:pt x="114417" y="40987"/>
                </a:lnTo>
                <a:cubicBezTo>
                  <a:pt x="115251" y="39817"/>
                  <a:pt x="116173" y="38895"/>
                  <a:pt x="117182" y="38222"/>
                </a:cubicBezTo>
                <a:cubicBezTo>
                  <a:pt x="118184" y="37717"/>
                  <a:pt x="119362" y="37468"/>
                  <a:pt x="120701" y="37468"/>
                </a:cubicBezTo>
                <a:cubicBezTo>
                  <a:pt x="122039" y="37468"/>
                  <a:pt x="123217" y="37717"/>
                  <a:pt x="124219" y="38222"/>
                </a:cubicBezTo>
                <a:cubicBezTo>
                  <a:pt x="125229" y="38895"/>
                  <a:pt x="126151" y="39817"/>
                  <a:pt x="126985" y="40987"/>
                </a:cubicBezTo>
                <a:lnTo>
                  <a:pt x="216508" y="195382"/>
                </a:lnTo>
                <a:cubicBezTo>
                  <a:pt x="217181" y="196559"/>
                  <a:pt x="217510" y="197730"/>
                  <a:pt x="217510" y="198908"/>
                </a:cubicBezTo>
                <a:cubicBezTo>
                  <a:pt x="217342" y="200246"/>
                  <a:pt x="216925" y="201504"/>
                  <a:pt x="216259" y="202675"/>
                </a:cubicBezTo>
                <a:cubicBezTo>
                  <a:pt x="215755" y="203684"/>
                  <a:pt x="214913" y="204518"/>
                  <a:pt x="213743" y="205191"/>
                </a:cubicBezTo>
                <a:cubicBezTo>
                  <a:pt x="212733" y="205864"/>
                  <a:pt x="211475" y="206201"/>
                  <a:pt x="209968" y="206201"/>
                </a:cubicBezTo>
                <a:lnTo>
                  <a:pt x="31433" y="206201"/>
                </a:lnTo>
                <a:close/>
                <a:moveTo>
                  <a:pt x="38471" y="194884"/>
                </a:moveTo>
                <a:lnTo>
                  <a:pt x="202931" y="194884"/>
                </a:lnTo>
                <a:lnTo>
                  <a:pt x="120701" y="53057"/>
                </a:lnTo>
                <a:lnTo>
                  <a:pt x="38471" y="194884"/>
                </a:lnTo>
                <a:close/>
                <a:moveTo>
                  <a:pt x="125982" y="177781"/>
                </a:moveTo>
                <a:cubicBezTo>
                  <a:pt x="127153" y="176611"/>
                  <a:pt x="127745" y="175184"/>
                  <a:pt x="127745" y="173509"/>
                </a:cubicBezTo>
                <a:cubicBezTo>
                  <a:pt x="127745" y="171666"/>
                  <a:pt x="127153" y="170152"/>
                  <a:pt x="125982" y="168981"/>
                </a:cubicBezTo>
                <a:cubicBezTo>
                  <a:pt x="124805" y="167811"/>
                  <a:pt x="123298" y="167218"/>
                  <a:pt x="121454" y="167218"/>
                </a:cubicBezTo>
                <a:cubicBezTo>
                  <a:pt x="119611" y="167218"/>
                  <a:pt x="118104" y="167811"/>
                  <a:pt x="116926" y="168981"/>
                </a:cubicBezTo>
                <a:cubicBezTo>
                  <a:pt x="115756" y="170152"/>
                  <a:pt x="115171" y="171666"/>
                  <a:pt x="115171" y="173509"/>
                </a:cubicBezTo>
                <a:cubicBezTo>
                  <a:pt x="115171" y="175184"/>
                  <a:pt x="115756" y="176611"/>
                  <a:pt x="116926" y="177781"/>
                </a:cubicBezTo>
                <a:cubicBezTo>
                  <a:pt x="118104" y="179120"/>
                  <a:pt x="119611" y="179793"/>
                  <a:pt x="121454" y="179793"/>
                </a:cubicBezTo>
                <a:cubicBezTo>
                  <a:pt x="123298" y="179793"/>
                  <a:pt x="124805" y="179120"/>
                  <a:pt x="125982" y="177781"/>
                </a:cubicBezTo>
                <a:close/>
                <a:moveTo>
                  <a:pt x="125478" y="153392"/>
                </a:moveTo>
                <a:cubicBezTo>
                  <a:pt x="126655" y="152383"/>
                  <a:pt x="127241" y="151044"/>
                  <a:pt x="127241" y="149369"/>
                </a:cubicBezTo>
                <a:lnTo>
                  <a:pt x="127241" y="105866"/>
                </a:lnTo>
                <a:cubicBezTo>
                  <a:pt x="127241" y="104359"/>
                  <a:pt x="126655" y="103013"/>
                  <a:pt x="125478" y="101842"/>
                </a:cubicBezTo>
                <a:cubicBezTo>
                  <a:pt x="124475" y="100833"/>
                  <a:pt x="123129" y="100335"/>
                  <a:pt x="121454" y="100335"/>
                </a:cubicBezTo>
                <a:cubicBezTo>
                  <a:pt x="119779" y="100335"/>
                  <a:pt x="118440" y="100833"/>
                  <a:pt x="117431" y="101842"/>
                </a:cubicBezTo>
                <a:cubicBezTo>
                  <a:pt x="116260" y="103013"/>
                  <a:pt x="115675" y="104359"/>
                  <a:pt x="115675" y="105866"/>
                </a:cubicBezTo>
                <a:lnTo>
                  <a:pt x="115675" y="149369"/>
                </a:lnTo>
                <a:cubicBezTo>
                  <a:pt x="115675" y="151044"/>
                  <a:pt x="116260" y="152383"/>
                  <a:pt x="117431" y="153392"/>
                </a:cubicBezTo>
                <a:cubicBezTo>
                  <a:pt x="118440" y="154563"/>
                  <a:pt x="119779" y="155148"/>
                  <a:pt x="121454" y="155148"/>
                </a:cubicBezTo>
                <a:cubicBezTo>
                  <a:pt x="123129" y="155148"/>
                  <a:pt x="124475" y="154563"/>
                  <a:pt x="125478" y="153392"/>
                </a:cubicBezTo>
                <a:close/>
                <a:moveTo>
                  <a:pt x="120701" y="12397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841226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00" dirty="0"/>
          </a:p>
        </p:txBody>
      </p:sp>
      <p:sp>
        <p:nvSpPr>
          <p:cNvPr id="123" name="圖示 異常"/>
          <p:cNvSpPr/>
          <p:nvPr/>
        </p:nvSpPr>
        <p:spPr>
          <a:xfrm>
            <a:off x="897185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5478" y="166216"/>
                </a:moveTo>
                <a:cubicBezTo>
                  <a:pt x="126816" y="165038"/>
                  <a:pt x="127489" y="163451"/>
                  <a:pt x="127489" y="161439"/>
                </a:cubicBezTo>
                <a:cubicBezTo>
                  <a:pt x="127489" y="159427"/>
                  <a:pt x="126816" y="157833"/>
                  <a:pt x="125478" y="156662"/>
                </a:cubicBezTo>
                <a:cubicBezTo>
                  <a:pt x="124307" y="155316"/>
                  <a:pt x="122712" y="154651"/>
                  <a:pt x="120701" y="154651"/>
                </a:cubicBezTo>
                <a:cubicBezTo>
                  <a:pt x="118689" y="154651"/>
                  <a:pt x="117094" y="155316"/>
                  <a:pt x="115924" y="156662"/>
                </a:cubicBezTo>
                <a:cubicBezTo>
                  <a:pt x="114585" y="157833"/>
                  <a:pt x="113912" y="159427"/>
                  <a:pt x="113912" y="161439"/>
                </a:cubicBezTo>
                <a:cubicBezTo>
                  <a:pt x="113912" y="163451"/>
                  <a:pt x="114585" y="165038"/>
                  <a:pt x="115924" y="166216"/>
                </a:cubicBezTo>
                <a:cubicBezTo>
                  <a:pt x="117094" y="167555"/>
                  <a:pt x="118689" y="168228"/>
                  <a:pt x="120701" y="168228"/>
                </a:cubicBezTo>
                <a:cubicBezTo>
                  <a:pt x="122712" y="168228"/>
                  <a:pt x="124307" y="167555"/>
                  <a:pt x="125478" y="166216"/>
                </a:cubicBezTo>
                <a:close/>
                <a:moveTo>
                  <a:pt x="125478" y="131264"/>
                </a:moveTo>
                <a:cubicBezTo>
                  <a:pt x="126487" y="130086"/>
                  <a:pt x="126985" y="128667"/>
                  <a:pt x="126985" y="126985"/>
                </a:cubicBezTo>
                <a:lnTo>
                  <a:pt x="126985" y="75690"/>
                </a:lnTo>
                <a:cubicBezTo>
                  <a:pt x="126985" y="74183"/>
                  <a:pt x="126399" y="72837"/>
                  <a:pt x="125229" y="71667"/>
                </a:cubicBezTo>
                <a:cubicBezTo>
                  <a:pt x="124219" y="70658"/>
                  <a:pt x="122881" y="70160"/>
                  <a:pt x="121206" y="70160"/>
                </a:cubicBezTo>
                <a:cubicBezTo>
                  <a:pt x="119530" y="70160"/>
                  <a:pt x="118184" y="70658"/>
                  <a:pt x="117182" y="71667"/>
                </a:cubicBezTo>
                <a:cubicBezTo>
                  <a:pt x="116173" y="72837"/>
                  <a:pt x="115675" y="74183"/>
                  <a:pt x="115675" y="75690"/>
                </a:cubicBezTo>
                <a:lnTo>
                  <a:pt x="115675" y="126985"/>
                </a:lnTo>
                <a:cubicBezTo>
                  <a:pt x="115675" y="128667"/>
                  <a:pt x="116173" y="130086"/>
                  <a:pt x="117182" y="131264"/>
                </a:cubicBezTo>
                <a:cubicBezTo>
                  <a:pt x="118353" y="132266"/>
                  <a:pt x="119699" y="132771"/>
                  <a:pt x="121206" y="132771"/>
                </a:cubicBezTo>
                <a:cubicBezTo>
                  <a:pt x="122881" y="132771"/>
                  <a:pt x="124307" y="132266"/>
                  <a:pt x="125478" y="131264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950" y="204943"/>
                </a:moveTo>
                <a:cubicBezTo>
                  <a:pt x="144256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82" y="204943"/>
                  <a:pt x="120950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885603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600" dirty="0"/>
          </a:p>
        </p:txBody>
      </p:sp>
      <p:sp>
        <p:nvSpPr>
          <p:cNvPr id="125" name="圖示 緊急"/>
          <p:cNvSpPr/>
          <p:nvPr/>
        </p:nvSpPr>
        <p:spPr>
          <a:xfrm>
            <a:off x="540100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0415"/>
                </a:moveTo>
                <a:cubicBezTo>
                  <a:pt x="117014" y="200415"/>
                  <a:pt x="113912" y="199076"/>
                  <a:pt x="111396" y="196391"/>
                </a:cubicBezTo>
                <a:cubicBezTo>
                  <a:pt x="108711" y="193875"/>
                  <a:pt x="107373" y="190773"/>
                  <a:pt x="107373" y="187086"/>
                </a:cubicBezTo>
                <a:cubicBezTo>
                  <a:pt x="107373" y="183399"/>
                  <a:pt x="108711" y="180298"/>
                  <a:pt x="111396" y="177781"/>
                </a:cubicBezTo>
                <a:cubicBezTo>
                  <a:pt x="113912" y="175265"/>
                  <a:pt x="117014" y="174014"/>
                  <a:pt x="120701" y="174014"/>
                </a:cubicBezTo>
                <a:cubicBezTo>
                  <a:pt x="124388" y="174014"/>
                  <a:pt x="127489" y="175265"/>
                  <a:pt x="130006" y="177781"/>
                </a:cubicBezTo>
                <a:cubicBezTo>
                  <a:pt x="132690" y="180466"/>
                  <a:pt x="134029" y="183568"/>
                  <a:pt x="134029" y="187086"/>
                </a:cubicBezTo>
                <a:cubicBezTo>
                  <a:pt x="134029" y="190773"/>
                  <a:pt x="132690" y="193963"/>
                  <a:pt x="130006" y="196640"/>
                </a:cubicBezTo>
                <a:cubicBezTo>
                  <a:pt x="127489" y="199156"/>
                  <a:pt x="124388" y="200415"/>
                  <a:pt x="120701" y="200415"/>
                </a:cubicBezTo>
                <a:close/>
                <a:moveTo>
                  <a:pt x="120701" y="151125"/>
                </a:moveTo>
                <a:cubicBezTo>
                  <a:pt x="117350" y="151125"/>
                  <a:pt x="114498" y="149954"/>
                  <a:pt x="112149" y="147606"/>
                </a:cubicBezTo>
                <a:cubicBezTo>
                  <a:pt x="109969" y="145258"/>
                  <a:pt x="108879" y="142412"/>
                  <a:pt x="108879" y="139055"/>
                </a:cubicBezTo>
                <a:lnTo>
                  <a:pt x="108879" y="47776"/>
                </a:lnTo>
                <a:cubicBezTo>
                  <a:pt x="108879" y="44593"/>
                  <a:pt x="110057" y="41828"/>
                  <a:pt x="112405" y="39480"/>
                </a:cubicBezTo>
                <a:cubicBezTo>
                  <a:pt x="114746" y="37132"/>
                  <a:pt x="117519" y="35962"/>
                  <a:pt x="120701" y="35962"/>
                </a:cubicBezTo>
                <a:cubicBezTo>
                  <a:pt x="124051" y="35962"/>
                  <a:pt x="126904" y="37132"/>
                  <a:pt x="129252" y="39480"/>
                </a:cubicBezTo>
                <a:cubicBezTo>
                  <a:pt x="131432" y="41828"/>
                  <a:pt x="132522" y="44593"/>
                  <a:pt x="132522" y="47776"/>
                </a:cubicBezTo>
                <a:lnTo>
                  <a:pt x="132522" y="139055"/>
                </a:lnTo>
                <a:cubicBezTo>
                  <a:pt x="132522" y="142412"/>
                  <a:pt x="131344" y="145258"/>
                  <a:pt x="128996" y="147606"/>
                </a:cubicBezTo>
                <a:cubicBezTo>
                  <a:pt x="126655" y="149954"/>
                  <a:pt x="123883" y="151125"/>
                  <a:pt x="120701" y="15112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424282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600" dirty="0"/>
          </a:p>
        </p:txBody>
      </p:sp>
      <p:sp>
        <p:nvSpPr>
          <p:cNvPr id="127" name="圖示 資訊"/>
          <p:cNvSpPr/>
          <p:nvPr/>
        </p:nvSpPr>
        <p:spPr>
          <a:xfrm>
            <a:off x="98387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5478" y="166721"/>
                </a:moveTo>
                <a:cubicBezTo>
                  <a:pt x="126487" y="165711"/>
                  <a:pt x="126985" y="164373"/>
                  <a:pt x="126985" y="162697"/>
                </a:cubicBezTo>
                <a:lnTo>
                  <a:pt x="126985" y="116429"/>
                </a:lnTo>
                <a:cubicBezTo>
                  <a:pt x="126985" y="114746"/>
                  <a:pt x="126399" y="113408"/>
                  <a:pt x="125229" y="112405"/>
                </a:cubicBezTo>
                <a:cubicBezTo>
                  <a:pt x="124219" y="111228"/>
                  <a:pt x="122881" y="110642"/>
                  <a:pt x="121206" y="110642"/>
                </a:cubicBezTo>
                <a:cubicBezTo>
                  <a:pt x="119530" y="110642"/>
                  <a:pt x="118184" y="111228"/>
                  <a:pt x="117182" y="112405"/>
                </a:cubicBezTo>
                <a:cubicBezTo>
                  <a:pt x="116173" y="113408"/>
                  <a:pt x="115675" y="114746"/>
                  <a:pt x="115675" y="116429"/>
                </a:cubicBezTo>
                <a:lnTo>
                  <a:pt x="115675" y="162697"/>
                </a:lnTo>
                <a:cubicBezTo>
                  <a:pt x="115675" y="164373"/>
                  <a:pt x="116173" y="165711"/>
                  <a:pt x="117182" y="166721"/>
                </a:cubicBezTo>
                <a:cubicBezTo>
                  <a:pt x="118353" y="167891"/>
                  <a:pt x="119699" y="168476"/>
                  <a:pt x="121206" y="168476"/>
                </a:cubicBezTo>
                <a:cubicBezTo>
                  <a:pt x="122881" y="168476"/>
                  <a:pt x="124307" y="167891"/>
                  <a:pt x="125478" y="166721"/>
                </a:cubicBezTo>
                <a:close/>
                <a:moveTo>
                  <a:pt x="125478" y="92537"/>
                </a:moveTo>
                <a:cubicBezTo>
                  <a:pt x="126816" y="91367"/>
                  <a:pt x="127489" y="89853"/>
                  <a:pt x="127489" y="88009"/>
                </a:cubicBezTo>
                <a:cubicBezTo>
                  <a:pt x="127489" y="85829"/>
                  <a:pt x="126816" y="84074"/>
                  <a:pt x="125478" y="82728"/>
                </a:cubicBezTo>
                <a:cubicBezTo>
                  <a:pt x="124307" y="81557"/>
                  <a:pt x="122712" y="80972"/>
                  <a:pt x="120701" y="80972"/>
                </a:cubicBezTo>
                <a:cubicBezTo>
                  <a:pt x="118689" y="80972"/>
                  <a:pt x="117014" y="81638"/>
                  <a:pt x="115675" y="82984"/>
                </a:cubicBezTo>
                <a:cubicBezTo>
                  <a:pt x="114498" y="84322"/>
                  <a:pt x="113912" y="85917"/>
                  <a:pt x="113912" y="87760"/>
                </a:cubicBezTo>
                <a:cubicBezTo>
                  <a:pt x="113912" y="89772"/>
                  <a:pt x="114585" y="91367"/>
                  <a:pt x="115924" y="92537"/>
                </a:cubicBezTo>
                <a:cubicBezTo>
                  <a:pt x="117263" y="93876"/>
                  <a:pt x="118857" y="94549"/>
                  <a:pt x="120701" y="94549"/>
                </a:cubicBezTo>
                <a:cubicBezTo>
                  <a:pt x="122544" y="94549"/>
                  <a:pt x="124139" y="93876"/>
                  <a:pt x="125478" y="92537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86805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600" dirty="0"/>
          </a:p>
        </p:txBody>
      </p:sp>
      <p:sp>
        <p:nvSpPr>
          <p:cNvPr id="129" name="圖示 問題"/>
          <p:cNvSpPr/>
          <p:nvPr/>
        </p:nvSpPr>
        <p:spPr>
          <a:xfrm>
            <a:off x="142765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7489" y="173509"/>
                </a:moveTo>
                <a:cubicBezTo>
                  <a:pt x="128996" y="172002"/>
                  <a:pt x="129757" y="170071"/>
                  <a:pt x="129757" y="167723"/>
                </a:cubicBezTo>
                <a:cubicBezTo>
                  <a:pt x="129757" y="165543"/>
                  <a:pt x="128996" y="163700"/>
                  <a:pt x="127489" y="162193"/>
                </a:cubicBezTo>
                <a:cubicBezTo>
                  <a:pt x="125814" y="160517"/>
                  <a:pt x="123883" y="159676"/>
                  <a:pt x="121710" y="159676"/>
                </a:cubicBezTo>
                <a:cubicBezTo>
                  <a:pt x="119530" y="159676"/>
                  <a:pt x="117599" y="160517"/>
                  <a:pt x="115924" y="162193"/>
                </a:cubicBezTo>
                <a:cubicBezTo>
                  <a:pt x="114417" y="163700"/>
                  <a:pt x="113664" y="165631"/>
                  <a:pt x="113664" y="167979"/>
                </a:cubicBezTo>
                <a:cubicBezTo>
                  <a:pt x="113664" y="170152"/>
                  <a:pt x="114417" y="172002"/>
                  <a:pt x="115924" y="173509"/>
                </a:cubicBezTo>
                <a:cubicBezTo>
                  <a:pt x="117599" y="175184"/>
                  <a:pt x="119530" y="176026"/>
                  <a:pt x="121710" y="176026"/>
                </a:cubicBezTo>
                <a:cubicBezTo>
                  <a:pt x="123883" y="176026"/>
                  <a:pt x="125814" y="175184"/>
                  <a:pt x="127489" y="173509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950" y="204943"/>
                </a:moveTo>
                <a:cubicBezTo>
                  <a:pt x="144256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82" y="204943"/>
                  <a:pt x="120950" y="204943"/>
                </a:cubicBezTo>
                <a:close/>
                <a:moveTo>
                  <a:pt x="120701" y="120701"/>
                </a:moveTo>
                <a:close/>
                <a:moveTo>
                  <a:pt x="121206" y="76195"/>
                </a:moveTo>
                <a:cubicBezTo>
                  <a:pt x="126568" y="76195"/>
                  <a:pt x="131176" y="77783"/>
                  <a:pt x="135031" y="80972"/>
                </a:cubicBezTo>
                <a:cubicBezTo>
                  <a:pt x="139055" y="84154"/>
                  <a:pt x="141066" y="88265"/>
                  <a:pt x="141066" y="93291"/>
                </a:cubicBezTo>
                <a:cubicBezTo>
                  <a:pt x="141066" y="97482"/>
                  <a:pt x="139815" y="101169"/>
                  <a:pt x="137299" y="104359"/>
                </a:cubicBezTo>
                <a:cubicBezTo>
                  <a:pt x="134951" y="107541"/>
                  <a:pt x="132186" y="110562"/>
                  <a:pt x="128996" y="113408"/>
                </a:cubicBezTo>
                <a:cubicBezTo>
                  <a:pt x="125478" y="116597"/>
                  <a:pt x="122296" y="120028"/>
                  <a:pt x="119443" y="123722"/>
                </a:cubicBezTo>
                <a:cubicBezTo>
                  <a:pt x="116758" y="127577"/>
                  <a:pt x="115339" y="131849"/>
                  <a:pt x="115171" y="136546"/>
                </a:cubicBezTo>
                <a:cubicBezTo>
                  <a:pt x="115171" y="138052"/>
                  <a:pt x="115675" y="139223"/>
                  <a:pt x="116677" y="140064"/>
                </a:cubicBezTo>
                <a:cubicBezTo>
                  <a:pt x="117848" y="140898"/>
                  <a:pt x="119106" y="141322"/>
                  <a:pt x="120452" y="141322"/>
                </a:cubicBezTo>
                <a:cubicBezTo>
                  <a:pt x="122127" y="141322"/>
                  <a:pt x="123466" y="140818"/>
                  <a:pt x="124475" y="139815"/>
                </a:cubicBezTo>
                <a:cubicBezTo>
                  <a:pt x="125478" y="138806"/>
                  <a:pt x="126063" y="137548"/>
                  <a:pt x="126231" y="136041"/>
                </a:cubicBezTo>
                <a:cubicBezTo>
                  <a:pt x="126904" y="132522"/>
                  <a:pt x="128243" y="129421"/>
                  <a:pt x="130254" y="126736"/>
                </a:cubicBezTo>
                <a:cubicBezTo>
                  <a:pt x="132266" y="123883"/>
                  <a:pt x="134702" y="121286"/>
                  <a:pt x="137548" y="118938"/>
                </a:cubicBezTo>
                <a:cubicBezTo>
                  <a:pt x="141403" y="115587"/>
                  <a:pt x="144673" y="111732"/>
                  <a:pt x="147357" y="107373"/>
                </a:cubicBezTo>
                <a:cubicBezTo>
                  <a:pt x="150035" y="103181"/>
                  <a:pt x="151381" y="98492"/>
                  <a:pt x="151381" y="93291"/>
                </a:cubicBezTo>
                <a:cubicBezTo>
                  <a:pt x="151381" y="85412"/>
                  <a:pt x="148447" y="78872"/>
                  <a:pt x="142581" y="73679"/>
                </a:cubicBezTo>
                <a:cubicBezTo>
                  <a:pt x="136875" y="68317"/>
                  <a:pt x="130006" y="65632"/>
                  <a:pt x="121959" y="65632"/>
                </a:cubicBezTo>
                <a:cubicBezTo>
                  <a:pt x="116429" y="65632"/>
                  <a:pt x="111059" y="66890"/>
                  <a:pt x="105866" y="69407"/>
                </a:cubicBezTo>
                <a:cubicBezTo>
                  <a:pt x="100664" y="71916"/>
                  <a:pt x="96392" y="75522"/>
                  <a:pt x="93042" y="80218"/>
                </a:cubicBezTo>
                <a:cubicBezTo>
                  <a:pt x="92201" y="81389"/>
                  <a:pt x="91864" y="82728"/>
                  <a:pt x="92033" y="84242"/>
                </a:cubicBezTo>
                <a:cubicBezTo>
                  <a:pt x="92033" y="85749"/>
                  <a:pt x="92618" y="86919"/>
                  <a:pt x="93795" y="87760"/>
                </a:cubicBezTo>
                <a:cubicBezTo>
                  <a:pt x="95302" y="88931"/>
                  <a:pt x="96897" y="89267"/>
                  <a:pt x="98572" y="88763"/>
                </a:cubicBezTo>
                <a:cubicBezTo>
                  <a:pt x="100079" y="88433"/>
                  <a:pt x="101425" y="87512"/>
                  <a:pt x="102596" y="85997"/>
                </a:cubicBezTo>
                <a:cubicBezTo>
                  <a:pt x="104776" y="82984"/>
                  <a:pt x="107541" y="80635"/>
                  <a:pt x="110891" y="78960"/>
                </a:cubicBezTo>
                <a:cubicBezTo>
                  <a:pt x="114081" y="77117"/>
                  <a:pt x="117519" y="76195"/>
                  <a:pt x="121206" y="7619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131183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600" dirty="0"/>
          </a:p>
        </p:txBody>
      </p:sp>
      <p:sp>
        <p:nvSpPr>
          <p:cNvPr id="131" name="圖示 進行中"/>
          <p:cNvSpPr/>
          <p:nvPr/>
        </p:nvSpPr>
        <p:spPr>
          <a:xfrm>
            <a:off x="187142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442" y="128243"/>
                </a:moveTo>
                <a:cubicBezTo>
                  <a:pt x="77614" y="126231"/>
                  <a:pt x="78704" y="123722"/>
                  <a:pt x="78704" y="120701"/>
                </a:cubicBezTo>
                <a:cubicBezTo>
                  <a:pt x="78704" y="117687"/>
                  <a:pt x="77614" y="115171"/>
                  <a:pt x="75442" y="113159"/>
                </a:cubicBezTo>
                <a:cubicBezTo>
                  <a:pt x="73430" y="110979"/>
                  <a:pt x="70914" y="109889"/>
                  <a:pt x="67892" y="109889"/>
                </a:cubicBezTo>
                <a:cubicBezTo>
                  <a:pt x="64879" y="109889"/>
                  <a:pt x="62362" y="110979"/>
                  <a:pt x="60350" y="113159"/>
                </a:cubicBezTo>
                <a:cubicBezTo>
                  <a:pt x="58170" y="115171"/>
                  <a:pt x="57081" y="117687"/>
                  <a:pt x="57081" y="120701"/>
                </a:cubicBezTo>
                <a:cubicBezTo>
                  <a:pt x="57081" y="123722"/>
                  <a:pt x="58170" y="126231"/>
                  <a:pt x="60350" y="128243"/>
                </a:cubicBezTo>
                <a:cubicBezTo>
                  <a:pt x="62362" y="130423"/>
                  <a:pt x="64879" y="131513"/>
                  <a:pt x="67892" y="131513"/>
                </a:cubicBezTo>
                <a:cubicBezTo>
                  <a:pt x="70914" y="131513"/>
                  <a:pt x="73430" y="130423"/>
                  <a:pt x="75442" y="128243"/>
                </a:cubicBezTo>
                <a:close/>
                <a:moveTo>
                  <a:pt x="128243" y="128243"/>
                </a:moveTo>
                <a:cubicBezTo>
                  <a:pt x="130423" y="126231"/>
                  <a:pt x="131513" y="123722"/>
                  <a:pt x="131513" y="120701"/>
                </a:cubicBezTo>
                <a:cubicBezTo>
                  <a:pt x="131513" y="117687"/>
                  <a:pt x="130423" y="115171"/>
                  <a:pt x="128243" y="113159"/>
                </a:cubicBezTo>
                <a:cubicBezTo>
                  <a:pt x="126231" y="110979"/>
                  <a:pt x="123722" y="109889"/>
                  <a:pt x="120701" y="109889"/>
                </a:cubicBezTo>
                <a:cubicBezTo>
                  <a:pt x="117687" y="109889"/>
                  <a:pt x="115171" y="110979"/>
                  <a:pt x="113159" y="113159"/>
                </a:cubicBezTo>
                <a:cubicBezTo>
                  <a:pt x="110979" y="115171"/>
                  <a:pt x="109889" y="117687"/>
                  <a:pt x="109889" y="120701"/>
                </a:cubicBezTo>
                <a:cubicBezTo>
                  <a:pt x="109889" y="123722"/>
                  <a:pt x="110979" y="126231"/>
                  <a:pt x="113159" y="128243"/>
                </a:cubicBezTo>
                <a:cubicBezTo>
                  <a:pt x="115171" y="130423"/>
                  <a:pt x="117687" y="131513"/>
                  <a:pt x="120701" y="131513"/>
                </a:cubicBezTo>
                <a:cubicBezTo>
                  <a:pt x="123722" y="131513"/>
                  <a:pt x="126231" y="130423"/>
                  <a:pt x="128243" y="128243"/>
                </a:cubicBezTo>
                <a:close/>
                <a:moveTo>
                  <a:pt x="181051" y="128243"/>
                </a:moveTo>
                <a:cubicBezTo>
                  <a:pt x="183063" y="126231"/>
                  <a:pt x="184072" y="123722"/>
                  <a:pt x="184072" y="120701"/>
                </a:cubicBezTo>
                <a:cubicBezTo>
                  <a:pt x="184072" y="117687"/>
                  <a:pt x="183063" y="115171"/>
                  <a:pt x="181051" y="113159"/>
                </a:cubicBezTo>
                <a:cubicBezTo>
                  <a:pt x="178871" y="110979"/>
                  <a:pt x="176274" y="109889"/>
                  <a:pt x="173253" y="109889"/>
                </a:cubicBezTo>
                <a:cubicBezTo>
                  <a:pt x="170408" y="109889"/>
                  <a:pt x="167891" y="110979"/>
                  <a:pt x="165711" y="113159"/>
                </a:cubicBezTo>
                <a:cubicBezTo>
                  <a:pt x="163700" y="115171"/>
                  <a:pt x="162697" y="117687"/>
                  <a:pt x="162697" y="120701"/>
                </a:cubicBezTo>
                <a:cubicBezTo>
                  <a:pt x="162697" y="123722"/>
                  <a:pt x="163700" y="126231"/>
                  <a:pt x="165711" y="128243"/>
                </a:cubicBezTo>
                <a:cubicBezTo>
                  <a:pt x="167891" y="130423"/>
                  <a:pt x="170488" y="131513"/>
                  <a:pt x="173509" y="131513"/>
                </a:cubicBezTo>
                <a:cubicBezTo>
                  <a:pt x="176355" y="131513"/>
                  <a:pt x="178871" y="130423"/>
                  <a:pt x="181051" y="128243"/>
                </a:cubicBezTo>
                <a:close/>
                <a:moveTo>
                  <a:pt x="120701" y="216259"/>
                </a:moveTo>
                <a:cubicBezTo>
                  <a:pt x="107460" y="216259"/>
                  <a:pt x="95054" y="213743"/>
                  <a:pt x="83488" y="208710"/>
                </a:cubicBezTo>
                <a:cubicBezTo>
                  <a:pt x="71916" y="203684"/>
                  <a:pt x="61857" y="196808"/>
                  <a:pt x="53313" y="188096"/>
                </a:cubicBezTo>
                <a:cubicBezTo>
                  <a:pt x="44593" y="179544"/>
                  <a:pt x="37717" y="169486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1916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486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175561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600" dirty="0"/>
          </a:p>
        </p:txBody>
      </p:sp>
      <p:sp>
        <p:nvSpPr>
          <p:cNvPr id="133" name="圖示 等待"/>
          <p:cNvSpPr/>
          <p:nvPr/>
        </p:nvSpPr>
        <p:spPr>
          <a:xfrm>
            <a:off x="231520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197" y="204943"/>
                </a:moveTo>
                <a:lnTo>
                  <a:pt x="164204" y="204943"/>
                </a:lnTo>
                <a:lnTo>
                  <a:pt x="164204" y="173509"/>
                </a:lnTo>
                <a:cubicBezTo>
                  <a:pt x="164204" y="161271"/>
                  <a:pt x="160013" y="150956"/>
                  <a:pt x="151629" y="142581"/>
                </a:cubicBezTo>
                <a:cubicBezTo>
                  <a:pt x="143078" y="134029"/>
                  <a:pt x="132771" y="129757"/>
                  <a:pt x="120701" y="129757"/>
                </a:cubicBezTo>
                <a:cubicBezTo>
                  <a:pt x="108631" y="129757"/>
                  <a:pt x="98324" y="134029"/>
                  <a:pt x="89772" y="142581"/>
                </a:cubicBezTo>
                <a:cubicBezTo>
                  <a:pt x="81389" y="150956"/>
                  <a:pt x="77197" y="161271"/>
                  <a:pt x="77197" y="173509"/>
                </a:cubicBezTo>
                <a:lnTo>
                  <a:pt x="77197" y="204943"/>
                </a:lnTo>
                <a:close/>
                <a:moveTo>
                  <a:pt x="151629" y="98821"/>
                </a:moveTo>
                <a:cubicBezTo>
                  <a:pt x="160013" y="90277"/>
                  <a:pt x="164204" y="79962"/>
                  <a:pt x="164204" y="67892"/>
                </a:cubicBezTo>
                <a:lnTo>
                  <a:pt x="164204" y="36459"/>
                </a:lnTo>
                <a:lnTo>
                  <a:pt x="77197" y="36459"/>
                </a:lnTo>
                <a:lnTo>
                  <a:pt x="77197" y="67892"/>
                </a:lnTo>
                <a:cubicBezTo>
                  <a:pt x="77197" y="79962"/>
                  <a:pt x="81389" y="90277"/>
                  <a:pt x="89772" y="98821"/>
                </a:cubicBezTo>
                <a:cubicBezTo>
                  <a:pt x="98324" y="107373"/>
                  <a:pt x="108631" y="111652"/>
                  <a:pt x="120701" y="111652"/>
                </a:cubicBezTo>
                <a:cubicBezTo>
                  <a:pt x="132771" y="111652"/>
                  <a:pt x="143078" y="107373"/>
                  <a:pt x="151629" y="98821"/>
                </a:cubicBezTo>
                <a:close/>
                <a:moveTo>
                  <a:pt x="51045" y="216259"/>
                </a:moveTo>
                <a:cubicBezTo>
                  <a:pt x="49370" y="216259"/>
                  <a:pt x="47944" y="215755"/>
                  <a:pt x="46773" y="214745"/>
                </a:cubicBezTo>
                <a:cubicBezTo>
                  <a:pt x="45764" y="213575"/>
                  <a:pt x="45266" y="212148"/>
                  <a:pt x="45266" y="210473"/>
                </a:cubicBezTo>
                <a:cubicBezTo>
                  <a:pt x="45266" y="208798"/>
                  <a:pt x="45764" y="207452"/>
                  <a:pt x="46773" y="206450"/>
                </a:cubicBezTo>
                <a:cubicBezTo>
                  <a:pt x="47944" y="205440"/>
                  <a:pt x="49370" y="204943"/>
                  <a:pt x="51045" y="204943"/>
                </a:cubicBezTo>
                <a:lnTo>
                  <a:pt x="65881" y="204943"/>
                </a:lnTo>
                <a:lnTo>
                  <a:pt x="65881" y="173509"/>
                </a:lnTo>
                <a:cubicBezTo>
                  <a:pt x="65881" y="160766"/>
                  <a:pt x="69655" y="149537"/>
                  <a:pt x="77197" y="139815"/>
                </a:cubicBezTo>
                <a:cubicBezTo>
                  <a:pt x="84908" y="129918"/>
                  <a:pt x="94798" y="123554"/>
                  <a:pt x="106868" y="120701"/>
                </a:cubicBezTo>
                <a:cubicBezTo>
                  <a:pt x="94798" y="117687"/>
                  <a:pt x="84908" y="111228"/>
                  <a:pt x="77197" y="101337"/>
                </a:cubicBezTo>
                <a:cubicBezTo>
                  <a:pt x="69655" y="91447"/>
                  <a:pt x="65881" y="80299"/>
                  <a:pt x="65881" y="67892"/>
                </a:cubicBezTo>
                <a:lnTo>
                  <a:pt x="65881" y="36459"/>
                </a:lnTo>
                <a:lnTo>
                  <a:pt x="51045" y="36459"/>
                </a:lnTo>
                <a:cubicBezTo>
                  <a:pt x="49370" y="36459"/>
                  <a:pt x="47944" y="35962"/>
                  <a:pt x="46773" y="34952"/>
                </a:cubicBezTo>
                <a:cubicBezTo>
                  <a:pt x="45764" y="33950"/>
                  <a:pt x="45266" y="32604"/>
                  <a:pt x="45266" y="30929"/>
                </a:cubicBezTo>
                <a:cubicBezTo>
                  <a:pt x="45266" y="29253"/>
                  <a:pt x="45764" y="27827"/>
                  <a:pt x="46773" y="26657"/>
                </a:cubicBezTo>
                <a:cubicBezTo>
                  <a:pt x="47944" y="25647"/>
                  <a:pt x="49370" y="25150"/>
                  <a:pt x="51045" y="25150"/>
                </a:cubicBezTo>
                <a:lnTo>
                  <a:pt x="190356" y="25150"/>
                </a:lnTo>
                <a:cubicBezTo>
                  <a:pt x="192031" y="25150"/>
                  <a:pt x="193458" y="25647"/>
                  <a:pt x="194628" y="26657"/>
                </a:cubicBezTo>
                <a:cubicBezTo>
                  <a:pt x="195638" y="27827"/>
                  <a:pt x="196142" y="29253"/>
                  <a:pt x="196142" y="30929"/>
                </a:cubicBezTo>
                <a:cubicBezTo>
                  <a:pt x="196142" y="32604"/>
                  <a:pt x="195638" y="33950"/>
                  <a:pt x="194628" y="34952"/>
                </a:cubicBezTo>
                <a:cubicBezTo>
                  <a:pt x="193458" y="35962"/>
                  <a:pt x="192031" y="36459"/>
                  <a:pt x="190356" y="36459"/>
                </a:cubicBezTo>
                <a:lnTo>
                  <a:pt x="175521" y="36459"/>
                </a:lnTo>
                <a:lnTo>
                  <a:pt x="175521" y="67892"/>
                </a:lnTo>
                <a:cubicBezTo>
                  <a:pt x="175521" y="80299"/>
                  <a:pt x="171746" y="91447"/>
                  <a:pt x="164204" y="101337"/>
                </a:cubicBezTo>
                <a:cubicBezTo>
                  <a:pt x="156494" y="111228"/>
                  <a:pt x="146604" y="117687"/>
                  <a:pt x="134534" y="120701"/>
                </a:cubicBezTo>
                <a:cubicBezTo>
                  <a:pt x="146604" y="123554"/>
                  <a:pt x="156494" y="129918"/>
                  <a:pt x="164204" y="139815"/>
                </a:cubicBezTo>
                <a:cubicBezTo>
                  <a:pt x="171746" y="149537"/>
                  <a:pt x="175521" y="160766"/>
                  <a:pt x="175521" y="173509"/>
                </a:cubicBezTo>
                <a:lnTo>
                  <a:pt x="175521" y="204943"/>
                </a:lnTo>
                <a:lnTo>
                  <a:pt x="190356" y="204943"/>
                </a:lnTo>
                <a:cubicBezTo>
                  <a:pt x="192031" y="204943"/>
                  <a:pt x="193458" y="205440"/>
                  <a:pt x="194628" y="206450"/>
                </a:cubicBezTo>
                <a:cubicBezTo>
                  <a:pt x="195638" y="207452"/>
                  <a:pt x="196142" y="208798"/>
                  <a:pt x="196142" y="210473"/>
                </a:cubicBezTo>
                <a:cubicBezTo>
                  <a:pt x="196142" y="212148"/>
                  <a:pt x="195638" y="213575"/>
                  <a:pt x="194628" y="214745"/>
                </a:cubicBezTo>
                <a:cubicBezTo>
                  <a:pt x="193458" y="215755"/>
                  <a:pt x="192031" y="216259"/>
                  <a:pt x="190356" y="216259"/>
                </a:cubicBezTo>
                <a:lnTo>
                  <a:pt x="51045" y="21625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219938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00" dirty="0"/>
          </a:p>
        </p:txBody>
      </p:sp>
      <p:sp>
        <p:nvSpPr>
          <p:cNvPr id="135" name="圖示 通知"/>
          <p:cNvSpPr/>
          <p:nvPr/>
        </p:nvSpPr>
        <p:spPr>
          <a:xfrm>
            <a:off x="275898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045" y="189851"/>
                </a:moveTo>
                <a:cubicBezTo>
                  <a:pt x="49370" y="189851"/>
                  <a:pt x="48032" y="189347"/>
                  <a:pt x="47022" y="188344"/>
                </a:cubicBezTo>
                <a:cubicBezTo>
                  <a:pt x="45852" y="187167"/>
                  <a:pt x="45266" y="185748"/>
                  <a:pt x="45266" y="184072"/>
                </a:cubicBezTo>
                <a:cubicBezTo>
                  <a:pt x="45266" y="182558"/>
                  <a:pt x="45852" y="181219"/>
                  <a:pt x="47022" y="180049"/>
                </a:cubicBezTo>
                <a:cubicBezTo>
                  <a:pt x="48032" y="179040"/>
                  <a:pt x="49370" y="178535"/>
                  <a:pt x="51045" y="178535"/>
                </a:cubicBezTo>
                <a:lnTo>
                  <a:pt x="63372" y="178535"/>
                </a:lnTo>
                <a:lnTo>
                  <a:pt x="63372" y="99077"/>
                </a:lnTo>
                <a:cubicBezTo>
                  <a:pt x="63372" y="85500"/>
                  <a:pt x="67556" y="73342"/>
                  <a:pt x="75939" y="62611"/>
                </a:cubicBezTo>
                <a:cubicBezTo>
                  <a:pt x="84154" y="52055"/>
                  <a:pt x="94885" y="45427"/>
                  <a:pt x="108126" y="42750"/>
                </a:cubicBezTo>
                <a:lnTo>
                  <a:pt x="108126" y="37717"/>
                </a:lnTo>
                <a:cubicBezTo>
                  <a:pt x="108126" y="34199"/>
                  <a:pt x="109384" y="31265"/>
                  <a:pt x="111901" y="28917"/>
                </a:cubicBezTo>
                <a:cubicBezTo>
                  <a:pt x="114249" y="26401"/>
                  <a:pt x="117182" y="25150"/>
                  <a:pt x="120701" y="25150"/>
                </a:cubicBezTo>
                <a:cubicBezTo>
                  <a:pt x="124219" y="25150"/>
                  <a:pt x="127153" y="26401"/>
                  <a:pt x="129501" y="28917"/>
                </a:cubicBezTo>
                <a:cubicBezTo>
                  <a:pt x="132017" y="31265"/>
                  <a:pt x="133276" y="34199"/>
                  <a:pt x="133276" y="37717"/>
                </a:cubicBezTo>
                <a:lnTo>
                  <a:pt x="133276" y="42750"/>
                </a:lnTo>
                <a:cubicBezTo>
                  <a:pt x="146516" y="45427"/>
                  <a:pt x="157248" y="52055"/>
                  <a:pt x="165463" y="62611"/>
                </a:cubicBezTo>
                <a:cubicBezTo>
                  <a:pt x="173846" y="73342"/>
                  <a:pt x="178037" y="85500"/>
                  <a:pt x="178037" y="99077"/>
                </a:cubicBezTo>
                <a:lnTo>
                  <a:pt x="178037" y="178535"/>
                </a:lnTo>
                <a:lnTo>
                  <a:pt x="190356" y="178535"/>
                </a:lnTo>
                <a:cubicBezTo>
                  <a:pt x="192031" y="178535"/>
                  <a:pt x="193370" y="179120"/>
                  <a:pt x="194379" y="180298"/>
                </a:cubicBezTo>
                <a:cubicBezTo>
                  <a:pt x="195550" y="181300"/>
                  <a:pt x="196142" y="182646"/>
                  <a:pt x="196142" y="184321"/>
                </a:cubicBezTo>
                <a:cubicBezTo>
                  <a:pt x="196142" y="185996"/>
                  <a:pt x="195550" y="187335"/>
                  <a:pt x="194379" y="188344"/>
                </a:cubicBezTo>
                <a:cubicBezTo>
                  <a:pt x="193370" y="189347"/>
                  <a:pt x="192031" y="189851"/>
                  <a:pt x="190356" y="189851"/>
                </a:cubicBezTo>
                <a:lnTo>
                  <a:pt x="51045" y="189851"/>
                </a:lnTo>
                <a:close/>
                <a:moveTo>
                  <a:pt x="120701" y="115924"/>
                </a:moveTo>
                <a:close/>
                <a:moveTo>
                  <a:pt x="120701" y="218271"/>
                </a:moveTo>
                <a:cubicBezTo>
                  <a:pt x="115675" y="218271"/>
                  <a:pt x="111396" y="216420"/>
                  <a:pt x="107877" y="212733"/>
                </a:cubicBezTo>
                <a:cubicBezTo>
                  <a:pt x="104359" y="209215"/>
                  <a:pt x="102596" y="204943"/>
                  <a:pt x="102596" y="199910"/>
                </a:cubicBezTo>
                <a:lnTo>
                  <a:pt x="138806" y="199910"/>
                </a:lnTo>
                <a:cubicBezTo>
                  <a:pt x="138806" y="204943"/>
                  <a:pt x="137043" y="209295"/>
                  <a:pt x="133524" y="212989"/>
                </a:cubicBezTo>
                <a:cubicBezTo>
                  <a:pt x="130006" y="216508"/>
                  <a:pt x="125734" y="218271"/>
                  <a:pt x="120701" y="218271"/>
                </a:cubicBezTo>
                <a:close/>
                <a:moveTo>
                  <a:pt x="74937" y="178535"/>
                </a:moveTo>
                <a:lnTo>
                  <a:pt x="166465" y="178535"/>
                </a:lnTo>
                <a:lnTo>
                  <a:pt x="166465" y="99077"/>
                </a:lnTo>
                <a:cubicBezTo>
                  <a:pt x="166465" y="86334"/>
                  <a:pt x="162024" y="75522"/>
                  <a:pt x="153136" y="66634"/>
                </a:cubicBezTo>
                <a:cubicBezTo>
                  <a:pt x="144256" y="57754"/>
                  <a:pt x="133444" y="53313"/>
                  <a:pt x="120701" y="53313"/>
                </a:cubicBezTo>
                <a:cubicBezTo>
                  <a:pt x="107958" y="53313"/>
                  <a:pt x="97146" y="57754"/>
                  <a:pt x="88265" y="66634"/>
                </a:cubicBezTo>
                <a:cubicBezTo>
                  <a:pt x="79377" y="75522"/>
                  <a:pt x="74937" y="86334"/>
                  <a:pt x="74937" y="99077"/>
                </a:cubicBezTo>
                <a:lnTo>
                  <a:pt x="74937" y="17853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264316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600" dirty="0"/>
          </a:p>
        </p:txBody>
      </p:sp>
      <p:sp>
        <p:nvSpPr>
          <p:cNvPr id="137" name="圖示 時間"/>
          <p:cNvSpPr/>
          <p:nvPr/>
        </p:nvSpPr>
        <p:spPr>
          <a:xfrm>
            <a:off x="320275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985" y="118440"/>
                </a:moveTo>
                <a:lnTo>
                  <a:pt x="126985" y="73679"/>
                </a:lnTo>
                <a:cubicBezTo>
                  <a:pt x="126985" y="72004"/>
                  <a:pt x="126487" y="70658"/>
                  <a:pt x="125478" y="69655"/>
                </a:cubicBezTo>
                <a:cubicBezTo>
                  <a:pt x="124307" y="68478"/>
                  <a:pt x="122881" y="67892"/>
                  <a:pt x="121206" y="67892"/>
                </a:cubicBezTo>
                <a:cubicBezTo>
                  <a:pt x="119530" y="67892"/>
                  <a:pt x="118184" y="68478"/>
                  <a:pt x="117182" y="69655"/>
                </a:cubicBezTo>
                <a:cubicBezTo>
                  <a:pt x="116173" y="70658"/>
                  <a:pt x="115675" y="72004"/>
                  <a:pt x="115675" y="73679"/>
                </a:cubicBezTo>
                <a:lnTo>
                  <a:pt x="115675" y="120196"/>
                </a:lnTo>
                <a:cubicBezTo>
                  <a:pt x="115675" y="121206"/>
                  <a:pt x="115836" y="122039"/>
                  <a:pt x="116173" y="122712"/>
                </a:cubicBezTo>
                <a:cubicBezTo>
                  <a:pt x="116509" y="123554"/>
                  <a:pt x="117014" y="124388"/>
                  <a:pt x="117687" y="125229"/>
                </a:cubicBezTo>
                <a:lnTo>
                  <a:pt x="154146" y="162697"/>
                </a:lnTo>
                <a:cubicBezTo>
                  <a:pt x="155316" y="164036"/>
                  <a:pt x="156743" y="164621"/>
                  <a:pt x="158418" y="164453"/>
                </a:cubicBezTo>
                <a:cubicBezTo>
                  <a:pt x="160093" y="164453"/>
                  <a:pt x="161520" y="163868"/>
                  <a:pt x="162697" y="162697"/>
                </a:cubicBezTo>
                <a:cubicBezTo>
                  <a:pt x="163868" y="161520"/>
                  <a:pt x="164453" y="160093"/>
                  <a:pt x="164453" y="158418"/>
                </a:cubicBezTo>
                <a:cubicBezTo>
                  <a:pt x="164453" y="156911"/>
                  <a:pt x="163868" y="155572"/>
                  <a:pt x="162697" y="154395"/>
                </a:cubicBezTo>
                <a:lnTo>
                  <a:pt x="126985" y="118440"/>
                </a:lnTo>
                <a:close/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629"/>
                  <a:pt x="27659" y="95302"/>
                  <a:pt x="32692" y="83737"/>
                </a:cubicBezTo>
                <a:cubicBezTo>
                  <a:pt x="37717" y="72004"/>
                  <a:pt x="44593" y="61857"/>
                  <a:pt x="53313" y="53313"/>
                </a:cubicBezTo>
                <a:cubicBezTo>
                  <a:pt x="61857" y="44593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780" y="25150"/>
                  <a:pt x="146099" y="27659"/>
                  <a:pt x="157665" y="32692"/>
                </a:cubicBezTo>
                <a:cubicBezTo>
                  <a:pt x="169398" y="37717"/>
                  <a:pt x="179544" y="44593"/>
                  <a:pt x="188096" y="53313"/>
                </a:cubicBezTo>
                <a:cubicBezTo>
                  <a:pt x="196808" y="61857"/>
                  <a:pt x="203684" y="72004"/>
                  <a:pt x="208710" y="83737"/>
                </a:cubicBezTo>
                <a:cubicBezTo>
                  <a:pt x="213743" y="95302"/>
                  <a:pt x="216259" y="107629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08" y="179544"/>
                  <a:pt x="188096" y="188096"/>
                </a:cubicBezTo>
                <a:cubicBezTo>
                  <a:pt x="179544" y="196808"/>
                  <a:pt x="169398" y="203684"/>
                  <a:pt x="157665" y="208710"/>
                </a:cubicBezTo>
                <a:cubicBezTo>
                  <a:pt x="146099" y="213743"/>
                  <a:pt x="133780" y="216259"/>
                  <a:pt x="120701" y="216259"/>
                </a:cubicBezTo>
                <a:close/>
                <a:moveTo>
                  <a:pt x="120701" y="120701"/>
                </a:moveTo>
                <a:close/>
                <a:moveTo>
                  <a:pt x="120701" y="204943"/>
                </a:moveTo>
                <a:cubicBezTo>
                  <a:pt x="143839" y="204943"/>
                  <a:pt x="163619" y="196640"/>
                  <a:pt x="180049" y="180049"/>
                </a:cubicBezTo>
                <a:cubicBezTo>
                  <a:pt x="196640" y="163619"/>
                  <a:pt x="204943" y="143839"/>
                  <a:pt x="204943" y="120701"/>
                </a:cubicBezTo>
                <a:cubicBezTo>
                  <a:pt x="204943" y="97570"/>
                  <a:pt x="196640" y="77783"/>
                  <a:pt x="180049" y="61360"/>
                </a:cubicBezTo>
                <a:cubicBezTo>
                  <a:pt x="163619" y="44762"/>
                  <a:pt x="143839" y="36459"/>
                  <a:pt x="120701" y="36459"/>
                </a:cubicBezTo>
                <a:cubicBezTo>
                  <a:pt x="97570" y="36459"/>
                  <a:pt x="77783" y="44762"/>
                  <a:pt x="61360" y="61360"/>
                </a:cubicBezTo>
                <a:cubicBezTo>
                  <a:pt x="44762" y="77783"/>
                  <a:pt x="36459" y="97570"/>
                  <a:pt x="36459" y="120701"/>
                </a:cubicBezTo>
                <a:cubicBezTo>
                  <a:pt x="36459" y="143839"/>
                  <a:pt x="44762" y="163619"/>
                  <a:pt x="61360" y="180049"/>
                </a:cubicBezTo>
                <a:cubicBezTo>
                  <a:pt x="77783" y="196640"/>
                  <a:pt x="97570" y="204943"/>
                  <a:pt x="120701" y="20494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308694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00" dirty="0"/>
          </a:p>
        </p:txBody>
      </p:sp>
      <p:sp>
        <p:nvSpPr>
          <p:cNvPr id="139" name="圖示 計時"/>
          <p:cNvSpPr/>
          <p:nvPr/>
        </p:nvSpPr>
        <p:spPr>
          <a:xfrm>
            <a:off x="364653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068" y="23891"/>
                </a:moveTo>
                <a:cubicBezTo>
                  <a:pt x="96392" y="23891"/>
                  <a:pt x="95054" y="23387"/>
                  <a:pt x="94044" y="22377"/>
                </a:cubicBezTo>
                <a:cubicBezTo>
                  <a:pt x="93042" y="21375"/>
                  <a:pt x="92537" y="20036"/>
                  <a:pt x="92537" y="18354"/>
                </a:cubicBezTo>
                <a:cubicBezTo>
                  <a:pt x="92537" y="16679"/>
                  <a:pt x="93042" y="15252"/>
                  <a:pt x="94044" y="14082"/>
                </a:cubicBezTo>
                <a:cubicBezTo>
                  <a:pt x="95054" y="13080"/>
                  <a:pt x="96392" y="12575"/>
                  <a:pt x="98068" y="12575"/>
                </a:cubicBezTo>
                <a:lnTo>
                  <a:pt x="143334" y="12575"/>
                </a:lnTo>
                <a:cubicBezTo>
                  <a:pt x="145009" y="12575"/>
                  <a:pt x="146348" y="13080"/>
                  <a:pt x="147357" y="14082"/>
                </a:cubicBezTo>
                <a:cubicBezTo>
                  <a:pt x="148360" y="15252"/>
                  <a:pt x="148864" y="16679"/>
                  <a:pt x="148864" y="18354"/>
                </a:cubicBezTo>
                <a:cubicBezTo>
                  <a:pt x="148864" y="20036"/>
                  <a:pt x="148360" y="21375"/>
                  <a:pt x="147357" y="22377"/>
                </a:cubicBezTo>
                <a:cubicBezTo>
                  <a:pt x="146348" y="23387"/>
                  <a:pt x="145009" y="23891"/>
                  <a:pt x="143334" y="23891"/>
                </a:cubicBezTo>
                <a:lnTo>
                  <a:pt x="98068" y="23891"/>
                </a:lnTo>
                <a:close/>
                <a:moveTo>
                  <a:pt x="124724" y="134783"/>
                </a:moveTo>
                <a:cubicBezTo>
                  <a:pt x="125895" y="133780"/>
                  <a:pt x="126487" y="132434"/>
                  <a:pt x="126487" y="130759"/>
                </a:cubicBezTo>
                <a:lnTo>
                  <a:pt x="126487" y="87512"/>
                </a:lnTo>
                <a:cubicBezTo>
                  <a:pt x="126487" y="85829"/>
                  <a:pt x="125895" y="84491"/>
                  <a:pt x="124724" y="83488"/>
                </a:cubicBezTo>
                <a:cubicBezTo>
                  <a:pt x="123722" y="82311"/>
                  <a:pt x="122376" y="81725"/>
                  <a:pt x="120701" y="81725"/>
                </a:cubicBezTo>
                <a:cubicBezTo>
                  <a:pt x="119026" y="81725"/>
                  <a:pt x="117687" y="82311"/>
                  <a:pt x="116677" y="83488"/>
                </a:cubicBezTo>
                <a:cubicBezTo>
                  <a:pt x="115507" y="84491"/>
                  <a:pt x="114914" y="85829"/>
                  <a:pt x="114914" y="87512"/>
                </a:cubicBezTo>
                <a:lnTo>
                  <a:pt x="114914" y="130759"/>
                </a:lnTo>
                <a:cubicBezTo>
                  <a:pt x="114914" y="132434"/>
                  <a:pt x="115507" y="133780"/>
                  <a:pt x="116677" y="134783"/>
                </a:cubicBezTo>
                <a:cubicBezTo>
                  <a:pt x="117687" y="135953"/>
                  <a:pt x="119026" y="136546"/>
                  <a:pt x="120701" y="136546"/>
                </a:cubicBezTo>
                <a:cubicBezTo>
                  <a:pt x="122376" y="136546"/>
                  <a:pt x="123722" y="135953"/>
                  <a:pt x="124724" y="134783"/>
                </a:cubicBezTo>
                <a:close/>
                <a:moveTo>
                  <a:pt x="87512" y="209215"/>
                </a:moveTo>
                <a:cubicBezTo>
                  <a:pt x="77117" y="204687"/>
                  <a:pt x="68061" y="198571"/>
                  <a:pt x="60350" y="190861"/>
                </a:cubicBezTo>
                <a:cubicBezTo>
                  <a:pt x="52640" y="183143"/>
                  <a:pt x="46517" y="174094"/>
                  <a:pt x="41997" y="163700"/>
                </a:cubicBezTo>
                <a:cubicBezTo>
                  <a:pt x="37468" y="153305"/>
                  <a:pt x="35208" y="142244"/>
                  <a:pt x="35208" y="130510"/>
                </a:cubicBezTo>
                <a:cubicBezTo>
                  <a:pt x="35208" y="118770"/>
                  <a:pt x="37468" y="107709"/>
                  <a:pt x="41997" y="97314"/>
                </a:cubicBezTo>
                <a:cubicBezTo>
                  <a:pt x="46517" y="87087"/>
                  <a:pt x="52640" y="78039"/>
                  <a:pt x="60350" y="70160"/>
                </a:cubicBezTo>
                <a:cubicBezTo>
                  <a:pt x="68061" y="62443"/>
                  <a:pt x="77117" y="56327"/>
                  <a:pt x="87512" y="51799"/>
                </a:cubicBezTo>
                <a:cubicBezTo>
                  <a:pt x="97899" y="47278"/>
                  <a:pt x="108967" y="45010"/>
                  <a:pt x="120701" y="45010"/>
                </a:cubicBezTo>
                <a:cubicBezTo>
                  <a:pt x="131432" y="45010"/>
                  <a:pt x="141571" y="46942"/>
                  <a:pt x="151125" y="50797"/>
                </a:cubicBezTo>
                <a:cubicBezTo>
                  <a:pt x="160686" y="54484"/>
                  <a:pt x="169230" y="59597"/>
                  <a:pt x="176779" y="66137"/>
                </a:cubicBezTo>
                <a:lnTo>
                  <a:pt x="184321" y="58587"/>
                </a:lnTo>
                <a:cubicBezTo>
                  <a:pt x="185492" y="57417"/>
                  <a:pt x="186838" y="56832"/>
                  <a:pt x="188344" y="56832"/>
                </a:cubicBezTo>
                <a:cubicBezTo>
                  <a:pt x="189851" y="56832"/>
                  <a:pt x="191190" y="57417"/>
                  <a:pt x="192368" y="58587"/>
                </a:cubicBezTo>
                <a:cubicBezTo>
                  <a:pt x="193538" y="59765"/>
                  <a:pt x="194131" y="61104"/>
                  <a:pt x="194131" y="62611"/>
                </a:cubicBezTo>
                <a:cubicBezTo>
                  <a:pt x="194131" y="64125"/>
                  <a:pt x="193538" y="65464"/>
                  <a:pt x="192368" y="66634"/>
                </a:cubicBezTo>
                <a:lnTo>
                  <a:pt x="184826" y="74183"/>
                </a:lnTo>
                <a:cubicBezTo>
                  <a:pt x="190861" y="80884"/>
                  <a:pt x="195974" y="88931"/>
                  <a:pt x="200166" y="98324"/>
                </a:cubicBezTo>
                <a:cubicBezTo>
                  <a:pt x="204189" y="107709"/>
                  <a:pt x="206201" y="118440"/>
                  <a:pt x="206201" y="130510"/>
                </a:cubicBezTo>
                <a:cubicBezTo>
                  <a:pt x="206201" y="142244"/>
                  <a:pt x="203933" y="153305"/>
                  <a:pt x="199405" y="163700"/>
                </a:cubicBezTo>
                <a:cubicBezTo>
                  <a:pt x="194884" y="174094"/>
                  <a:pt x="188761" y="183143"/>
                  <a:pt x="181051" y="190861"/>
                </a:cubicBezTo>
                <a:cubicBezTo>
                  <a:pt x="173341" y="198571"/>
                  <a:pt x="164285" y="204687"/>
                  <a:pt x="153897" y="209215"/>
                </a:cubicBezTo>
                <a:cubicBezTo>
                  <a:pt x="143502" y="213743"/>
                  <a:pt x="132434" y="216003"/>
                  <a:pt x="120701" y="216003"/>
                </a:cubicBezTo>
                <a:cubicBezTo>
                  <a:pt x="108967" y="216003"/>
                  <a:pt x="97899" y="213743"/>
                  <a:pt x="87512" y="209215"/>
                </a:cubicBezTo>
                <a:close/>
                <a:moveTo>
                  <a:pt x="173253" y="183063"/>
                </a:moveTo>
                <a:cubicBezTo>
                  <a:pt x="187671" y="168645"/>
                  <a:pt x="194884" y="151125"/>
                  <a:pt x="194884" y="130510"/>
                </a:cubicBezTo>
                <a:cubicBezTo>
                  <a:pt x="194884" y="110057"/>
                  <a:pt x="187671" y="92618"/>
                  <a:pt x="173253" y="78207"/>
                </a:cubicBezTo>
                <a:cubicBezTo>
                  <a:pt x="158842" y="63789"/>
                  <a:pt x="141322" y="56576"/>
                  <a:pt x="120701" y="56576"/>
                </a:cubicBezTo>
                <a:cubicBezTo>
                  <a:pt x="100079" y="56576"/>
                  <a:pt x="82559" y="63789"/>
                  <a:pt x="68148" y="78207"/>
                </a:cubicBezTo>
                <a:cubicBezTo>
                  <a:pt x="53730" y="92618"/>
                  <a:pt x="46517" y="110057"/>
                  <a:pt x="46517" y="130510"/>
                </a:cubicBezTo>
                <a:cubicBezTo>
                  <a:pt x="46517" y="151125"/>
                  <a:pt x="53730" y="168645"/>
                  <a:pt x="68148" y="183063"/>
                </a:cubicBezTo>
                <a:cubicBezTo>
                  <a:pt x="82559" y="197481"/>
                  <a:pt x="100079" y="204687"/>
                  <a:pt x="120701" y="204687"/>
                </a:cubicBezTo>
                <a:cubicBezTo>
                  <a:pt x="141322" y="204687"/>
                  <a:pt x="158842" y="197481"/>
                  <a:pt x="173253" y="183063"/>
                </a:cubicBezTo>
                <a:close/>
                <a:moveTo>
                  <a:pt x="120701" y="13075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353071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600" dirty="0"/>
          </a:p>
        </p:txBody>
      </p:sp>
      <p:sp>
        <p:nvSpPr>
          <p:cNvPr id="141" name="圖示 行事曆"/>
          <p:cNvSpPr/>
          <p:nvPr/>
        </p:nvSpPr>
        <p:spPr>
          <a:xfrm>
            <a:off x="409031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  <a:moveTo>
                  <a:pt x="120701" y="141571"/>
                </a:moveTo>
                <a:cubicBezTo>
                  <a:pt x="118184" y="141571"/>
                  <a:pt x="116092" y="140737"/>
                  <a:pt x="114417" y="139055"/>
                </a:cubicBezTo>
                <a:cubicBezTo>
                  <a:pt x="112735" y="137211"/>
                  <a:pt x="111901" y="135119"/>
                  <a:pt x="111901" y="132771"/>
                </a:cubicBezTo>
                <a:cubicBezTo>
                  <a:pt x="111901" y="130254"/>
                  <a:pt x="112735" y="128162"/>
                  <a:pt x="114417" y="126487"/>
                </a:cubicBezTo>
                <a:cubicBezTo>
                  <a:pt x="116092" y="124644"/>
                  <a:pt x="118184" y="123722"/>
                  <a:pt x="120701" y="123722"/>
                </a:cubicBezTo>
                <a:cubicBezTo>
                  <a:pt x="123217" y="123722"/>
                  <a:pt x="125309" y="124644"/>
                  <a:pt x="126985" y="126487"/>
                </a:cubicBezTo>
                <a:cubicBezTo>
                  <a:pt x="128667" y="128162"/>
                  <a:pt x="129501" y="130254"/>
                  <a:pt x="129501" y="132771"/>
                </a:cubicBezTo>
                <a:cubicBezTo>
                  <a:pt x="129501" y="135119"/>
                  <a:pt x="128667" y="137211"/>
                  <a:pt x="126985" y="139055"/>
                </a:cubicBezTo>
                <a:cubicBezTo>
                  <a:pt x="125309" y="140737"/>
                  <a:pt x="123217" y="141571"/>
                  <a:pt x="120701" y="141571"/>
                </a:cubicBezTo>
                <a:close/>
                <a:moveTo>
                  <a:pt x="74183" y="139055"/>
                </a:moveTo>
                <a:cubicBezTo>
                  <a:pt x="72501" y="137211"/>
                  <a:pt x="71667" y="135119"/>
                  <a:pt x="71667" y="132771"/>
                </a:cubicBezTo>
                <a:cubicBezTo>
                  <a:pt x="71667" y="130254"/>
                  <a:pt x="72501" y="128162"/>
                  <a:pt x="74183" y="126487"/>
                </a:cubicBezTo>
                <a:cubicBezTo>
                  <a:pt x="75859" y="124644"/>
                  <a:pt x="77951" y="123722"/>
                  <a:pt x="80467" y="123722"/>
                </a:cubicBezTo>
                <a:cubicBezTo>
                  <a:pt x="82984" y="123722"/>
                  <a:pt x="85076" y="124644"/>
                  <a:pt x="86751" y="126487"/>
                </a:cubicBezTo>
                <a:cubicBezTo>
                  <a:pt x="88433" y="128162"/>
                  <a:pt x="89267" y="130254"/>
                  <a:pt x="89267" y="132771"/>
                </a:cubicBezTo>
                <a:cubicBezTo>
                  <a:pt x="89267" y="135119"/>
                  <a:pt x="88433" y="137211"/>
                  <a:pt x="86751" y="139055"/>
                </a:cubicBezTo>
                <a:cubicBezTo>
                  <a:pt x="85076" y="140737"/>
                  <a:pt x="82984" y="141571"/>
                  <a:pt x="80467" y="141571"/>
                </a:cubicBezTo>
                <a:cubicBezTo>
                  <a:pt x="77951" y="141571"/>
                  <a:pt x="75859" y="140737"/>
                  <a:pt x="74183" y="139055"/>
                </a:cubicBezTo>
                <a:close/>
                <a:moveTo>
                  <a:pt x="160934" y="141571"/>
                </a:moveTo>
                <a:cubicBezTo>
                  <a:pt x="158418" y="141571"/>
                  <a:pt x="156326" y="140737"/>
                  <a:pt x="154651" y="139055"/>
                </a:cubicBezTo>
                <a:cubicBezTo>
                  <a:pt x="152968" y="137211"/>
                  <a:pt x="152134" y="135119"/>
                  <a:pt x="152134" y="132771"/>
                </a:cubicBezTo>
                <a:cubicBezTo>
                  <a:pt x="152134" y="130254"/>
                  <a:pt x="152968" y="128162"/>
                  <a:pt x="154651" y="126487"/>
                </a:cubicBezTo>
                <a:cubicBezTo>
                  <a:pt x="156326" y="124644"/>
                  <a:pt x="158418" y="123722"/>
                  <a:pt x="160934" y="123722"/>
                </a:cubicBezTo>
                <a:cubicBezTo>
                  <a:pt x="163451" y="123722"/>
                  <a:pt x="165543" y="124644"/>
                  <a:pt x="167218" y="126487"/>
                </a:cubicBezTo>
                <a:cubicBezTo>
                  <a:pt x="168901" y="128162"/>
                  <a:pt x="169735" y="130254"/>
                  <a:pt x="169735" y="132771"/>
                </a:cubicBezTo>
                <a:cubicBezTo>
                  <a:pt x="169735" y="135119"/>
                  <a:pt x="168901" y="137211"/>
                  <a:pt x="167218" y="139055"/>
                </a:cubicBezTo>
                <a:cubicBezTo>
                  <a:pt x="165543" y="140737"/>
                  <a:pt x="163451" y="141571"/>
                  <a:pt x="160934" y="141571"/>
                </a:cubicBezTo>
                <a:close/>
                <a:moveTo>
                  <a:pt x="120701" y="181051"/>
                </a:moveTo>
                <a:cubicBezTo>
                  <a:pt x="118184" y="181051"/>
                  <a:pt x="116092" y="180210"/>
                  <a:pt x="114417" y="178535"/>
                </a:cubicBezTo>
                <a:cubicBezTo>
                  <a:pt x="112735" y="176691"/>
                  <a:pt x="111901" y="174599"/>
                  <a:pt x="111901" y="172251"/>
                </a:cubicBezTo>
                <a:cubicBezTo>
                  <a:pt x="111901" y="169735"/>
                  <a:pt x="112735" y="167642"/>
                  <a:pt x="114417" y="165967"/>
                </a:cubicBezTo>
                <a:cubicBezTo>
                  <a:pt x="116092" y="164117"/>
                  <a:pt x="118184" y="163195"/>
                  <a:pt x="120701" y="163195"/>
                </a:cubicBezTo>
                <a:cubicBezTo>
                  <a:pt x="123217" y="163195"/>
                  <a:pt x="125309" y="164117"/>
                  <a:pt x="126985" y="165967"/>
                </a:cubicBezTo>
                <a:cubicBezTo>
                  <a:pt x="128667" y="167642"/>
                  <a:pt x="129501" y="169735"/>
                  <a:pt x="129501" y="172251"/>
                </a:cubicBezTo>
                <a:cubicBezTo>
                  <a:pt x="129501" y="174599"/>
                  <a:pt x="128667" y="176691"/>
                  <a:pt x="126985" y="178535"/>
                </a:cubicBezTo>
                <a:cubicBezTo>
                  <a:pt x="125309" y="180210"/>
                  <a:pt x="123217" y="181051"/>
                  <a:pt x="120701" y="181051"/>
                </a:cubicBezTo>
                <a:close/>
                <a:moveTo>
                  <a:pt x="74183" y="178535"/>
                </a:moveTo>
                <a:cubicBezTo>
                  <a:pt x="72501" y="176691"/>
                  <a:pt x="71667" y="174599"/>
                  <a:pt x="71667" y="172251"/>
                </a:cubicBezTo>
                <a:cubicBezTo>
                  <a:pt x="71667" y="169735"/>
                  <a:pt x="72501" y="167642"/>
                  <a:pt x="74183" y="165967"/>
                </a:cubicBezTo>
                <a:cubicBezTo>
                  <a:pt x="75859" y="164117"/>
                  <a:pt x="77951" y="163195"/>
                  <a:pt x="80467" y="163195"/>
                </a:cubicBezTo>
                <a:cubicBezTo>
                  <a:pt x="82984" y="163195"/>
                  <a:pt x="85076" y="164117"/>
                  <a:pt x="86751" y="165967"/>
                </a:cubicBezTo>
                <a:cubicBezTo>
                  <a:pt x="88433" y="167642"/>
                  <a:pt x="89267" y="169735"/>
                  <a:pt x="89267" y="172251"/>
                </a:cubicBezTo>
                <a:cubicBezTo>
                  <a:pt x="89267" y="174599"/>
                  <a:pt x="88433" y="176691"/>
                  <a:pt x="86751" y="178535"/>
                </a:cubicBezTo>
                <a:cubicBezTo>
                  <a:pt x="85076" y="180210"/>
                  <a:pt x="82984" y="181051"/>
                  <a:pt x="80467" y="181051"/>
                </a:cubicBezTo>
                <a:cubicBezTo>
                  <a:pt x="77951" y="181051"/>
                  <a:pt x="75859" y="180210"/>
                  <a:pt x="74183" y="178535"/>
                </a:cubicBezTo>
                <a:close/>
                <a:moveTo>
                  <a:pt x="160934" y="181051"/>
                </a:moveTo>
                <a:cubicBezTo>
                  <a:pt x="158418" y="181051"/>
                  <a:pt x="156326" y="180210"/>
                  <a:pt x="154651" y="178535"/>
                </a:cubicBezTo>
                <a:cubicBezTo>
                  <a:pt x="152968" y="176691"/>
                  <a:pt x="152134" y="174599"/>
                  <a:pt x="152134" y="172251"/>
                </a:cubicBezTo>
                <a:cubicBezTo>
                  <a:pt x="152134" y="169735"/>
                  <a:pt x="152968" y="167642"/>
                  <a:pt x="154651" y="165967"/>
                </a:cubicBezTo>
                <a:cubicBezTo>
                  <a:pt x="156326" y="164117"/>
                  <a:pt x="158418" y="163195"/>
                  <a:pt x="160934" y="163195"/>
                </a:cubicBezTo>
                <a:cubicBezTo>
                  <a:pt x="163451" y="163195"/>
                  <a:pt x="165543" y="164117"/>
                  <a:pt x="167218" y="165967"/>
                </a:cubicBezTo>
                <a:cubicBezTo>
                  <a:pt x="168901" y="167642"/>
                  <a:pt x="169735" y="169735"/>
                  <a:pt x="169735" y="172251"/>
                </a:cubicBezTo>
                <a:cubicBezTo>
                  <a:pt x="169735" y="174599"/>
                  <a:pt x="168901" y="176691"/>
                  <a:pt x="167218" y="178535"/>
                </a:cubicBezTo>
                <a:cubicBezTo>
                  <a:pt x="165543" y="180210"/>
                  <a:pt x="163451" y="181051"/>
                  <a:pt x="160934" y="18105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397449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600" dirty="0"/>
          </a:p>
        </p:txBody>
      </p:sp>
      <p:sp>
        <p:nvSpPr>
          <p:cNvPr id="143" name="圖示 事件"/>
          <p:cNvSpPr/>
          <p:nvPr/>
        </p:nvSpPr>
        <p:spPr>
          <a:xfrm>
            <a:off x="453408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4783" y="178037"/>
                </a:moveTo>
                <a:cubicBezTo>
                  <a:pt x="130423" y="173677"/>
                  <a:pt x="128243" y="168308"/>
                  <a:pt x="128243" y="161944"/>
                </a:cubicBezTo>
                <a:cubicBezTo>
                  <a:pt x="128243" y="155741"/>
                  <a:pt x="130423" y="150459"/>
                  <a:pt x="134783" y="146099"/>
                </a:cubicBezTo>
                <a:cubicBezTo>
                  <a:pt x="139311" y="141571"/>
                  <a:pt x="144673" y="139311"/>
                  <a:pt x="150876" y="139311"/>
                </a:cubicBezTo>
                <a:cubicBezTo>
                  <a:pt x="157248" y="139311"/>
                  <a:pt x="162610" y="141571"/>
                  <a:pt x="166969" y="146099"/>
                </a:cubicBezTo>
                <a:cubicBezTo>
                  <a:pt x="171329" y="150459"/>
                  <a:pt x="173509" y="155821"/>
                  <a:pt x="173509" y="162193"/>
                </a:cubicBezTo>
                <a:cubicBezTo>
                  <a:pt x="173509" y="168396"/>
                  <a:pt x="171329" y="173758"/>
                  <a:pt x="166969" y="178286"/>
                </a:cubicBezTo>
                <a:cubicBezTo>
                  <a:pt x="162610" y="182646"/>
                  <a:pt x="157248" y="184826"/>
                  <a:pt x="150876" y="184826"/>
                </a:cubicBezTo>
                <a:cubicBezTo>
                  <a:pt x="144504" y="184826"/>
                  <a:pt x="139142" y="182558"/>
                  <a:pt x="134783" y="178037"/>
                </a:cubicBezTo>
                <a:close/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441827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600" dirty="0"/>
          </a:p>
        </p:txBody>
      </p:sp>
      <p:sp>
        <p:nvSpPr>
          <p:cNvPr id="145" name="圖示 已排程"/>
          <p:cNvSpPr/>
          <p:nvPr/>
        </p:nvSpPr>
        <p:spPr>
          <a:xfrm>
            <a:off x="497786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384" y="164453"/>
                </a:moveTo>
                <a:lnTo>
                  <a:pt x="150627" y="122961"/>
                </a:lnTo>
                <a:cubicBezTo>
                  <a:pt x="151798" y="121959"/>
                  <a:pt x="153136" y="121454"/>
                  <a:pt x="154651" y="121454"/>
                </a:cubicBezTo>
                <a:cubicBezTo>
                  <a:pt x="156158" y="121454"/>
                  <a:pt x="157496" y="122039"/>
                  <a:pt x="158674" y="123217"/>
                </a:cubicBezTo>
                <a:cubicBezTo>
                  <a:pt x="159844" y="124388"/>
                  <a:pt x="160430" y="125734"/>
                  <a:pt x="160430" y="127241"/>
                </a:cubicBezTo>
                <a:cubicBezTo>
                  <a:pt x="160430" y="128748"/>
                  <a:pt x="159844" y="130086"/>
                  <a:pt x="158674" y="131264"/>
                </a:cubicBezTo>
                <a:lnTo>
                  <a:pt x="114161" y="175521"/>
                </a:lnTo>
                <a:cubicBezTo>
                  <a:pt x="112822" y="177028"/>
                  <a:pt x="111147" y="177781"/>
                  <a:pt x="109135" y="177781"/>
                </a:cubicBezTo>
                <a:cubicBezTo>
                  <a:pt x="107292" y="177781"/>
                  <a:pt x="105617" y="177028"/>
                  <a:pt x="104103" y="175521"/>
                </a:cubicBezTo>
                <a:lnTo>
                  <a:pt x="81725" y="153136"/>
                </a:lnTo>
                <a:cubicBezTo>
                  <a:pt x="80548" y="152134"/>
                  <a:pt x="79962" y="150876"/>
                  <a:pt x="79962" y="149369"/>
                </a:cubicBezTo>
                <a:cubicBezTo>
                  <a:pt x="79962" y="147862"/>
                  <a:pt x="80548" y="146516"/>
                  <a:pt x="81725" y="145346"/>
                </a:cubicBezTo>
                <a:cubicBezTo>
                  <a:pt x="82896" y="144168"/>
                  <a:pt x="84242" y="143583"/>
                  <a:pt x="85749" y="143583"/>
                </a:cubicBezTo>
                <a:cubicBezTo>
                  <a:pt x="87256" y="143583"/>
                  <a:pt x="88594" y="144087"/>
                  <a:pt x="89772" y="145090"/>
                </a:cubicBezTo>
                <a:lnTo>
                  <a:pt x="109384" y="164453"/>
                </a:lnTo>
                <a:close/>
                <a:moveTo>
                  <a:pt x="49787" y="216259"/>
                </a:moveTo>
                <a:cubicBezTo>
                  <a:pt x="45764" y="216259"/>
                  <a:pt x="42326" y="214833"/>
                  <a:pt x="39480" y="211980"/>
                </a:cubicBezTo>
                <a:cubicBezTo>
                  <a:pt x="36627" y="209134"/>
                  <a:pt x="35208" y="205696"/>
                  <a:pt x="35208" y="201673"/>
                </a:cubicBezTo>
                <a:lnTo>
                  <a:pt x="35208" y="56078"/>
                </a:lnTo>
                <a:cubicBezTo>
                  <a:pt x="35208" y="52223"/>
                  <a:pt x="36627" y="48785"/>
                  <a:pt x="39480" y="45764"/>
                </a:cubicBezTo>
                <a:cubicBezTo>
                  <a:pt x="42326" y="42918"/>
                  <a:pt x="45764" y="41492"/>
                  <a:pt x="49787" y="41492"/>
                </a:cubicBezTo>
                <a:lnTo>
                  <a:pt x="68397" y="41492"/>
                </a:lnTo>
                <a:lnTo>
                  <a:pt x="68397" y="30175"/>
                </a:lnTo>
                <a:cubicBezTo>
                  <a:pt x="68397" y="28500"/>
                  <a:pt x="68902" y="27074"/>
                  <a:pt x="69904" y="25903"/>
                </a:cubicBezTo>
                <a:cubicBezTo>
                  <a:pt x="71082" y="24557"/>
                  <a:pt x="72589" y="23891"/>
                  <a:pt x="74432" y="23891"/>
                </a:cubicBezTo>
                <a:cubicBezTo>
                  <a:pt x="76276" y="23891"/>
                  <a:pt x="77870" y="24557"/>
                  <a:pt x="79209" y="25903"/>
                </a:cubicBezTo>
                <a:cubicBezTo>
                  <a:pt x="80387" y="27074"/>
                  <a:pt x="80972" y="28500"/>
                  <a:pt x="80972" y="30175"/>
                </a:cubicBezTo>
                <a:lnTo>
                  <a:pt x="80972" y="41492"/>
                </a:lnTo>
                <a:lnTo>
                  <a:pt x="160934" y="41492"/>
                </a:lnTo>
                <a:lnTo>
                  <a:pt x="160934" y="30175"/>
                </a:lnTo>
                <a:cubicBezTo>
                  <a:pt x="160934" y="28332"/>
                  <a:pt x="161439" y="26825"/>
                  <a:pt x="162441" y="25647"/>
                </a:cubicBezTo>
                <a:cubicBezTo>
                  <a:pt x="163619" y="24477"/>
                  <a:pt x="165126" y="23891"/>
                  <a:pt x="166969" y="23891"/>
                </a:cubicBezTo>
                <a:cubicBezTo>
                  <a:pt x="168813" y="23891"/>
                  <a:pt x="170320" y="24477"/>
                  <a:pt x="171498" y="25647"/>
                </a:cubicBezTo>
                <a:cubicBezTo>
                  <a:pt x="172668" y="26825"/>
                  <a:pt x="173253" y="28332"/>
                  <a:pt x="173253" y="30175"/>
                </a:cubicBezTo>
                <a:lnTo>
                  <a:pt x="173253" y="41492"/>
                </a:lnTo>
                <a:lnTo>
                  <a:pt x="191614" y="41492"/>
                </a:lnTo>
                <a:cubicBezTo>
                  <a:pt x="195638" y="41492"/>
                  <a:pt x="199076" y="42918"/>
                  <a:pt x="201921" y="45764"/>
                </a:cubicBezTo>
                <a:cubicBezTo>
                  <a:pt x="204774" y="48785"/>
                  <a:pt x="206201" y="52223"/>
                  <a:pt x="206201" y="56078"/>
                </a:cubicBezTo>
                <a:lnTo>
                  <a:pt x="206201" y="201673"/>
                </a:lnTo>
                <a:cubicBezTo>
                  <a:pt x="206201" y="205696"/>
                  <a:pt x="204774" y="209134"/>
                  <a:pt x="201921" y="211980"/>
                </a:cubicBezTo>
                <a:cubicBezTo>
                  <a:pt x="199076" y="214833"/>
                  <a:pt x="195638" y="216259"/>
                  <a:pt x="191614" y="216259"/>
                </a:cubicBezTo>
                <a:lnTo>
                  <a:pt x="49787" y="216259"/>
                </a:lnTo>
                <a:close/>
                <a:moveTo>
                  <a:pt x="49787" y="204943"/>
                </a:moveTo>
                <a:lnTo>
                  <a:pt x="191614" y="204943"/>
                </a:lnTo>
                <a:cubicBezTo>
                  <a:pt x="192448" y="204943"/>
                  <a:pt x="193202" y="204606"/>
                  <a:pt x="193875" y="203933"/>
                </a:cubicBezTo>
                <a:cubicBezTo>
                  <a:pt x="194548" y="203260"/>
                  <a:pt x="194884" y="202507"/>
                  <a:pt x="194884" y="201673"/>
                </a:cubicBezTo>
                <a:lnTo>
                  <a:pt x="194884" y="101842"/>
                </a:lnTo>
                <a:lnTo>
                  <a:pt x="46517" y="101842"/>
                </a:lnTo>
                <a:lnTo>
                  <a:pt x="46517" y="201673"/>
                </a:lnTo>
                <a:cubicBezTo>
                  <a:pt x="46517" y="202507"/>
                  <a:pt x="46854" y="203260"/>
                  <a:pt x="47527" y="203933"/>
                </a:cubicBezTo>
                <a:cubicBezTo>
                  <a:pt x="48200" y="204606"/>
                  <a:pt x="48953" y="204943"/>
                  <a:pt x="49787" y="204943"/>
                </a:cubicBezTo>
                <a:close/>
                <a:moveTo>
                  <a:pt x="46517" y="90526"/>
                </a:moveTo>
                <a:lnTo>
                  <a:pt x="194884" y="90526"/>
                </a:lnTo>
                <a:lnTo>
                  <a:pt x="194884" y="56078"/>
                </a:lnTo>
                <a:cubicBezTo>
                  <a:pt x="194884" y="55237"/>
                  <a:pt x="194548" y="54564"/>
                  <a:pt x="193875" y="54067"/>
                </a:cubicBezTo>
                <a:cubicBezTo>
                  <a:pt x="193202" y="53394"/>
                  <a:pt x="192448" y="53057"/>
                  <a:pt x="191614" y="53057"/>
                </a:cubicBezTo>
                <a:lnTo>
                  <a:pt x="49787" y="53057"/>
                </a:lnTo>
                <a:cubicBezTo>
                  <a:pt x="48953" y="53057"/>
                  <a:pt x="48200" y="53394"/>
                  <a:pt x="47527" y="54067"/>
                </a:cubicBezTo>
                <a:cubicBezTo>
                  <a:pt x="46854" y="54564"/>
                  <a:pt x="46517" y="55237"/>
                  <a:pt x="46517" y="56078"/>
                </a:cubicBezTo>
                <a:lnTo>
                  <a:pt x="46517" y="90526"/>
                </a:lnTo>
                <a:close/>
                <a:moveTo>
                  <a:pt x="46517" y="90526"/>
                </a:moveTo>
                <a:lnTo>
                  <a:pt x="46517" y="53057"/>
                </a:lnTo>
                <a:lnTo>
                  <a:pt x="46517" y="9052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486204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600" dirty="0"/>
          </a:p>
        </p:txBody>
      </p:sp>
      <p:sp>
        <p:nvSpPr>
          <p:cNvPr id="147" name="圖示 文件"/>
          <p:cNvSpPr/>
          <p:nvPr/>
        </p:nvSpPr>
        <p:spPr>
          <a:xfrm>
            <a:off x="542164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8514" y="176779"/>
                </a:moveTo>
                <a:lnTo>
                  <a:pt x="152888" y="176779"/>
                </a:lnTo>
                <a:cubicBezTo>
                  <a:pt x="154563" y="176779"/>
                  <a:pt x="155909" y="176187"/>
                  <a:pt x="156911" y="175016"/>
                </a:cubicBezTo>
                <a:cubicBezTo>
                  <a:pt x="158081" y="174014"/>
                  <a:pt x="158674" y="172668"/>
                  <a:pt x="158674" y="170993"/>
                </a:cubicBezTo>
                <a:cubicBezTo>
                  <a:pt x="158674" y="169318"/>
                  <a:pt x="158081" y="167979"/>
                  <a:pt x="156911" y="166969"/>
                </a:cubicBezTo>
                <a:cubicBezTo>
                  <a:pt x="155909" y="165799"/>
                  <a:pt x="154563" y="165206"/>
                  <a:pt x="152888" y="165206"/>
                </a:cubicBezTo>
                <a:lnTo>
                  <a:pt x="88514" y="165206"/>
                </a:lnTo>
                <a:cubicBezTo>
                  <a:pt x="86839" y="165206"/>
                  <a:pt x="85500" y="165799"/>
                  <a:pt x="84491" y="166969"/>
                </a:cubicBezTo>
                <a:cubicBezTo>
                  <a:pt x="83320" y="167979"/>
                  <a:pt x="82728" y="169318"/>
                  <a:pt x="82728" y="170993"/>
                </a:cubicBezTo>
                <a:cubicBezTo>
                  <a:pt x="82728" y="172668"/>
                  <a:pt x="83320" y="174014"/>
                  <a:pt x="84491" y="175016"/>
                </a:cubicBezTo>
                <a:cubicBezTo>
                  <a:pt x="85500" y="176187"/>
                  <a:pt x="86839" y="176779"/>
                  <a:pt x="88514" y="176779"/>
                </a:cubicBezTo>
                <a:close/>
                <a:moveTo>
                  <a:pt x="88514" y="134534"/>
                </a:moveTo>
                <a:lnTo>
                  <a:pt x="152888" y="134534"/>
                </a:lnTo>
                <a:cubicBezTo>
                  <a:pt x="154563" y="134534"/>
                  <a:pt x="155909" y="134029"/>
                  <a:pt x="156911" y="133020"/>
                </a:cubicBezTo>
                <a:cubicBezTo>
                  <a:pt x="158081" y="131849"/>
                  <a:pt x="158674" y="130510"/>
                  <a:pt x="158674" y="128996"/>
                </a:cubicBezTo>
                <a:cubicBezTo>
                  <a:pt x="158674" y="127321"/>
                  <a:pt x="158081" y="125895"/>
                  <a:pt x="156911" y="124724"/>
                </a:cubicBezTo>
                <a:cubicBezTo>
                  <a:pt x="155909" y="123722"/>
                  <a:pt x="154563" y="123217"/>
                  <a:pt x="152888" y="123217"/>
                </a:cubicBezTo>
                <a:lnTo>
                  <a:pt x="88514" y="123217"/>
                </a:lnTo>
                <a:cubicBezTo>
                  <a:pt x="86839" y="123217"/>
                  <a:pt x="85500" y="123802"/>
                  <a:pt x="84491" y="124973"/>
                </a:cubicBezTo>
                <a:cubicBezTo>
                  <a:pt x="83320" y="125982"/>
                  <a:pt x="82728" y="127321"/>
                  <a:pt x="82728" y="128996"/>
                </a:cubicBezTo>
                <a:cubicBezTo>
                  <a:pt x="82728" y="130679"/>
                  <a:pt x="83320" y="132017"/>
                  <a:pt x="84491" y="133020"/>
                </a:cubicBezTo>
                <a:cubicBezTo>
                  <a:pt x="85500" y="134029"/>
                  <a:pt x="86839" y="134534"/>
                  <a:pt x="88514" y="134534"/>
                </a:cubicBezTo>
                <a:close/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39729"/>
                </a:lnTo>
                <a:cubicBezTo>
                  <a:pt x="45266" y="35705"/>
                  <a:pt x="46686" y="32267"/>
                  <a:pt x="49539" y="29422"/>
                </a:cubicBezTo>
                <a:cubicBezTo>
                  <a:pt x="52384" y="26569"/>
                  <a:pt x="55822" y="25150"/>
                  <a:pt x="59846" y="25150"/>
                </a:cubicBezTo>
                <a:lnTo>
                  <a:pt x="141066" y="25150"/>
                </a:lnTo>
                <a:cubicBezTo>
                  <a:pt x="143078" y="25150"/>
                  <a:pt x="145009" y="25567"/>
                  <a:pt x="146853" y="26401"/>
                </a:cubicBezTo>
                <a:cubicBezTo>
                  <a:pt x="148696" y="27242"/>
                  <a:pt x="150291" y="28244"/>
                  <a:pt x="151629" y="29422"/>
                </a:cubicBezTo>
                <a:lnTo>
                  <a:pt x="191863" y="69655"/>
                </a:lnTo>
                <a:cubicBezTo>
                  <a:pt x="193041" y="70994"/>
                  <a:pt x="194043" y="72589"/>
                  <a:pt x="194884" y="74432"/>
                </a:cubicBezTo>
                <a:cubicBezTo>
                  <a:pt x="195718" y="76276"/>
                  <a:pt x="196142" y="78207"/>
                  <a:pt x="196142" y="80218"/>
                </a:cubicBez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141571" y="71916"/>
                </a:moveTo>
                <a:lnTo>
                  <a:pt x="141571" y="36459"/>
                </a:lnTo>
                <a:lnTo>
                  <a:pt x="59846" y="36459"/>
                </a:lnTo>
                <a:cubicBezTo>
                  <a:pt x="59012" y="36459"/>
                  <a:pt x="58258" y="36795"/>
                  <a:pt x="57585" y="37468"/>
                </a:cubicBezTo>
                <a:cubicBezTo>
                  <a:pt x="56912" y="38141"/>
                  <a:pt x="56576" y="38895"/>
                  <a:pt x="56576" y="39729"/>
                </a:cubicBezTo>
                <a:lnTo>
                  <a:pt x="56576" y="201673"/>
                </a:lnTo>
                <a:cubicBezTo>
                  <a:pt x="56576" y="202507"/>
                  <a:pt x="56912" y="203260"/>
                  <a:pt x="57585" y="203933"/>
                </a:cubicBezTo>
                <a:cubicBezTo>
                  <a:pt x="58258" y="204606"/>
                  <a:pt x="59012" y="204943"/>
                  <a:pt x="59846" y="204943"/>
                </a:cubicBezTo>
                <a:lnTo>
                  <a:pt x="181556" y="204943"/>
                </a:lnTo>
                <a:cubicBezTo>
                  <a:pt x="182390" y="204943"/>
                  <a:pt x="183143" y="204606"/>
                  <a:pt x="183816" y="203933"/>
                </a:cubicBezTo>
                <a:cubicBezTo>
                  <a:pt x="184489" y="203260"/>
                  <a:pt x="184826" y="202507"/>
                  <a:pt x="184826" y="201673"/>
                </a:cubicBezTo>
                <a:lnTo>
                  <a:pt x="184826" y="79209"/>
                </a:lnTo>
                <a:lnTo>
                  <a:pt x="148616" y="79209"/>
                </a:lnTo>
                <a:cubicBezTo>
                  <a:pt x="146604" y="79209"/>
                  <a:pt x="144921" y="78536"/>
                  <a:pt x="143583" y="77197"/>
                </a:cubicBezTo>
                <a:cubicBezTo>
                  <a:pt x="142244" y="75690"/>
                  <a:pt x="141571" y="73927"/>
                  <a:pt x="141571" y="71916"/>
                </a:cubicBezTo>
                <a:close/>
                <a:moveTo>
                  <a:pt x="56576" y="36459"/>
                </a:moveTo>
                <a:lnTo>
                  <a:pt x="56576" y="79209"/>
                </a:lnTo>
                <a:lnTo>
                  <a:pt x="56576" y="36459"/>
                </a:lnTo>
                <a:lnTo>
                  <a:pt x="56576" y="204943"/>
                </a:lnTo>
                <a:lnTo>
                  <a:pt x="56576" y="3645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530582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00" dirty="0"/>
          </a:p>
        </p:txBody>
      </p:sp>
      <p:sp>
        <p:nvSpPr>
          <p:cNvPr id="149" name="圖示 報告"/>
          <p:cNvSpPr/>
          <p:nvPr/>
        </p:nvSpPr>
        <p:spPr>
          <a:xfrm>
            <a:off x="586541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46517" y="46517"/>
                </a:moveTo>
                <a:lnTo>
                  <a:pt x="46517" y="194884"/>
                </a:lnTo>
                <a:lnTo>
                  <a:pt x="46517" y="46517"/>
                </a:lnTo>
                <a:close/>
                <a:moveTo>
                  <a:pt x="77951" y="168732"/>
                </a:moveTo>
                <a:lnTo>
                  <a:pt x="131264" y="168732"/>
                </a:lnTo>
                <a:cubicBezTo>
                  <a:pt x="132771" y="168732"/>
                  <a:pt x="134110" y="168140"/>
                  <a:pt x="135287" y="166969"/>
                </a:cubicBezTo>
                <a:cubicBezTo>
                  <a:pt x="136289" y="165799"/>
                  <a:pt x="136794" y="164453"/>
                  <a:pt x="136794" y="162946"/>
                </a:cubicBezTo>
                <a:cubicBezTo>
                  <a:pt x="136794" y="161271"/>
                  <a:pt x="136289" y="159932"/>
                  <a:pt x="135287" y="158923"/>
                </a:cubicBezTo>
                <a:cubicBezTo>
                  <a:pt x="134110" y="157752"/>
                  <a:pt x="132771" y="157160"/>
                  <a:pt x="131264" y="157160"/>
                </a:cubicBezTo>
                <a:lnTo>
                  <a:pt x="77951" y="157160"/>
                </a:lnTo>
                <a:cubicBezTo>
                  <a:pt x="76444" y="157160"/>
                  <a:pt x="75105" y="157752"/>
                  <a:pt x="73927" y="158923"/>
                </a:cubicBezTo>
                <a:cubicBezTo>
                  <a:pt x="72925" y="159932"/>
                  <a:pt x="72420" y="161271"/>
                  <a:pt x="72420" y="162946"/>
                </a:cubicBezTo>
                <a:cubicBezTo>
                  <a:pt x="72420" y="164621"/>
                  <a:pt x="72925" y="165967"/>
                  <a:pt x="73927" y="166969"/>
                </a:cubicBezTo>
                <a:cubicBezTo>
                  <a:pt x="75105" y="168140"/>
                  <a:pt x="76444" y="168732"/>
                  <a:pt x="77951" y="168732"/>
                </a:cubicBezTo>
                <a:close/>
                <a:moveTo>
                  <a:pt x="77951" y="126487"/>
                </a:moveTo>
                <a:lnTo>
                  <a:pt x="163451" y="126487"/>
                </a:lnTo>
                <a:cubicBezTo>
                  <a:pt x="164958" y="126487"/>
                  <a:pt x="166296" y="125895"/>
                  <a:pt x="167474" y="124724"/>
                </a:cubicBezTo>
                <a:cubicBezTo>
                  <a:pt x="168476" y="123722"/>
                  <a:pt x="168981" y="122376"/>
                  <a:pt x="168981" y="120701"/>
                </a:cubicBezTo>
                <a:cubicBezTo>
                  <a:pt x="168981" y="119026"/>
                  <a:pt x="168476" y="117687"/>
                  <a:pt x="167474" y="116677"/>
                </a:cubicBezTo>
                <a:cubicBezTo>
                  <a:pt x="166296" y="115507"/>
                  <a:pt x="164958" y="114914"/>
                  <a:pt x="163451" y="114914"/>
                </a:cubicBezTo>
                <a:lnTo>
                  <a:pt x="77951" y="114914"/>
                </a:lnTo>
                <a:cubicBezTo>
                  <a:pt x="76444" y="114914"/>
                  <a:pt x="75105" y="115507"/>
                  <a:pt x="73927" y="116677"/>
                </a:cubicBezTo>
                <a:cubicBezTo>
                  <a:pt x="72925" y="117687"/>
                  <a:pt x="72420" y="119026"/>
                  <a:pt x="72420" y="120701"/>
                </a:cubicBezTo>
                <a:cubicBezTo>
                  <a:pt x="72420" y="122376"/>
                  <a:pt x="72925" y="123722"/>
                  <a:pt x="73927" y="124724"/>
                </a:cubicBezTo>
                <a:cubicBezTo>
                  <a:pt x="75105" y="125895"/>
                  <a:pt x="76444" y="126487"/>
                  <a:pt x="77951" y="126487"/>
                </a:cubicBezTo>
                <a:close/>
                <a:moveTo>
                  <a:pt x="77951" y="84242"/>
                </a:moveTo>
                <a:lnTo>
                  <a:pt x="163451" y="84242"/>
                </a:lnTo>
                <a:cubicBezTo>
                  <a:pt x="164958" y="84242"/>
                  <a:pt x="166296" y="83649"/>
                  <a:pt x="167474" y="82479"/>
                </a:cubicBezTo>
                <a:cubicBezTo>
                  <a:pt x="168476" y="81477"/>
                  <a:pt x="168981" y="80131"/>
                  <a:pt x="168981" y="78456"/>
                </a:cubicBezTo>
                <a:cubicBezTo>
                  <a:pt x="168981" y="76780"/>
                  <a:pt x="168476" y="75442"/>
                  <a:pt x="167474" y="74432"/>
                </a:cubicBezTo>
                <a:cubicBezTo>
                  <a:pt x="166296" y="73262"/>
                  <a:pt x="164958" y="72669"/>
                  <a:pt x="163451" y="72669"/>
                </a:cubicBezTo>
                <a:lnTo>
                  <a:pt x="77951" y="72669"/>
                </a:lnTo>
                <a:cubicBezTo>
                  <a:pt x="76444" y="72669"/>
                  <a:pt x="75105" y="73262"/>
                  <a:pt x="73927" y="74432"/>
                </a:cubicBezTo>
                <a:cubicBezTo>
                  <a:pt x="72925" y="75603"/>
                  <a:pt x="72420" y="76949"/>
                  <a:pt x="72420" y="78456"/>
                </a:cubicBezTo>
                <a:cubicBezTo>
                  <a:pt x="72420" y="80131"/>
                  <a:pt x="72925" y="81477"/>
                  <a:pt x="73927" y="82479"/>
                </a:cubicBezTo>
                <a:cubicBezTo>
                  <a:pt x="75105" y="83649"/>
                  <a:pt x="76444" y="84242"/>
                  <a:pt x="77951" y="8424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574960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600" dirty="0"/>
          </a:p>
        </p:txBody>
      </p:sp>
      <p:sp>
        <p:nvSpPr>
          <p:cNvPr id="151" name="圖示 筆記"/>
          <p:cNvSpPr/>
          <p:nvPr/>
        </p:nvSpPr>
        <p:spPr>
          <a:xfrm>
            <a:off x="630919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1045" y="139055"/>
                </a:moveTo>
                <a:cubicBezTo>
                  <a:pt x="49370" y="139055"/>
                  <a:pt x="48032" y="138469"/>
                  <a:pt x="47022" y="137299"/>
                </a:cubicBezTo>
                <a:cubicBezTo>
                  <a:pt x="45852" y="136289"/>
                  <a:pt x="45266" y="134951"/>
                  <a:pt x="45266" y="133276"/>
                </a:cubicBezTo>
                <a:cubicBezTo>
                  <a:pt x="45266" y="131600"/>
                  <a:pt x="45852" y="130254"/>
                  <a:pt x="47022" y="129252"/>
                </a:cubicBezTo>
                <a:cubicBezTo>
                  <a:pt x="48032" y="128075"/>
                  <a:pt x="49370" y="127489"/>
                  <a:pt x="51045" y="127489"/>
                </a:cubicBezTo>
                <a:lnTo>
                  <a:pt x="113664" y="127489"/>
                </a:lnTo>
                <a:cubicBezTo>
                  <a:pt x="115339" y="127489"/>
                  <a:pt x="116677" y="128075"/>
                  <a:pt x="117687" y="129252"/>
                </a:cubicBezTo>
                <a:cubicBezTo>
                  <a:pt x="118857" y="130254"/>
                  <a:pt x="119443" y="131600"/>
                  <a:pt x="119443" y="133276"/>
                </a:cubicBezTo>
                <a:cubicBezTo>
                  <a:pt x="119443" y="134951"/>
                  <a:pt x="118857" y="136289"/>
                  <a:pt x="117687" y="137299"/>
                </a:cubicBezTo>
                <a:cubicBezTo>
                  <a:pt x="116677" y="138469"/>
                  <a:pt x="115339" y="139055"/>
                  <a:pt x="113664" y="139055"/>
                </a:cubicBezTo>
                <a:lnTo>
                  <a:pt x="51045" y="139055"/>
                </a:lnTo>
                <a:close/>
                <a:moveTo>
                  <a:pt x="51045" y="97819"/>
                </a:moveTo>
                <a:cubicBezTo>
                  <a:pt x="49370" y="97819"/>
                  <a:pt x="48032" y="97234"/>
                  <a:pt x="47022" y="96056"/>
                </a:cubicBezTo>
                <a:cubicBezTo>
                  <a:pt x="45852" y="95054"/>
                  <a:pt x="45266" y="93708"/>
                  <a:pt x="45266" y="92033"/>
                </a:cubicBezTo>
                <a:cubicBezTo>
                  <a:pt x="45266" y="90526"/>
                  <a:pt x="45852" y="89187"/>
                  <a:pt x="47022" y="88009"/>
                </a:cubicBezTo>
                <a:cubicBezTo>
                  <a:pt x="48032" y="86839"/>
                  <a:pt x="49370" y="86254"/>
                  <a:pt x="51045" y="86254"/>
                </a:cubicBezTo>
                <a:lnTo>
                  <a:pt x="155653" y="86254"/>
                </a:lnTo>
                <a:cubicBezTo>
                  <a:pt x="157328" y="86254"/>
                  <a:pt x="158674" y="86839"/>
                  <a:pt x="159676" y="88009"/>
                </a:cubicBezTo>
                <a:cubicBezTo>
                  <a:pt x="160854" y="89187"/>
                  <a:pt x="161439" y="90606"/>
                  <a:pt x="161439" y="92289"/>
                </a:cubicBezTo>
                <a:cubicBezTo>
                  <a:pt x="161439" y="93795"/>
                  <a:pt x="160854" y="95134"/>
                  <a:pt x="159676" y="96312"/>
                </a:cubicBezTo>
                <a:cubicBezTo>
                  <a:pt x="158674" y="97314"/>
                  <a:pt x="157328" y="97819"/>
                  <a:pt x="155653" y="97819"/>
                </a:cubicBezTo>
                <a:lnTo>
                  <a:pt x="51045" y="97819"/>
                </a:lnTo>
                <a:close/>
                <a:moveTo>
                  <a:pt x="51045" y="56576"/>
                </a:moveTo>
                <a:cubicBezTo>
                  <a:pt x="49370" y="56576"/>
                  <a:pt x="48032" y="56078"/>
                  <a:pt x="47022" y="55069"/>
                </a:cubicBezTo>
                <a:cubicBezTo>
                  <a:pt x="45852" y="53898"/>
                  <a:pt x="45266" y="52552"/>
                  <a:pt x="45266" y="51045"/>
                </a:cubicBezTo>
                <a:cubicBezTo>
                  <a:pt x="45266" y="49370"/>
                  <a:pt x="45852" y="47944"/>
                  <a:pt x="47022" y="46773"/>
                </a:cubicBezTo>
                <a:cubicBezTo>
                  <a:pt x="48032" y="45764"/>
                  <a:pt x="49370" y="45266"/>
                  <a:pt x="51045" y="45266"/>
                </a:cubicBezTo>
                <a:lnTo>
                  <a:pt x="155653" y="45266"/>
                </a:lnTo>
                <a:cubicBezTo>
                  <a:pt x="157328" y="45266"/>
                  <a:pt x="158674" y="45852"/>
                  <a:pt x="159676" y="47022"/>
                </a:cubicBezTo>
                <a:cubicBezTo>
                  <a:pt x="160854" y="48032"/>
                  <a:pt x="161439" y="49370"/>
                  <a:pt x="161439" y="51045"/>
                </a:cubicBezTo>
                <a:cubicBezTo>
                  <a:pt x="161439" y="52721"/>
                  <a:pt x="160854" y="54067"/>
                  <a:pt x="159676" y="55069"/>
                </a:cubicBezTo>
                <a:cubicBezTo>
                  <a:pt x="158674" y="56078"/>
                  <a:pt x="157328" y="56576"/>
                  <a:pt x="155653" y="56576"/>
                </a:cubicBezTo>
                <a:lnTo>
                  <a:pt x="51045" y="56576"/>
                </a:lnTo>
                <a:close/>
                <a:moveTo>
                  <a:pt x="132017" y="188849"/>
                </a:moveTo>
                <a:lnTo>
                  <a:pt x="132017" y="172500"/>
                </a:lnTo>
                <a:cubicBezTo>
                  <a:pt x="132017" y="171666"/>
                  <a:pt x="132186" y="170744"/>
                  <a:pt x="132522" y="169735"/>
                </a:cubicBezTo>
                <a:cubicBezTo>
                  <a:pt x="132851" y="168901"/>
                  <a:pt x="133356" y="168140"/>
                  <a:pt x="134029" y="167474"/>
                </a:cubicBezTo>
                <a:lnTo>
                  <a:pt x="186581" y="115171"/>
                </a:lnTo>
                <a:cubicBezTo>
                  <a:pt x="187759" y="113993"/>
                  <a:pt x="189098" y="113159"/>
                  <a:pt x="190605" y="112654"/>
                </a:cubicBezTo>
                <a:cubicBezTo>
                  <a:pt x="192119" y="112149"/>
                  <a:pt x="193538" y="111901"/>
                  <a:pt x="194884" y="111901"/>
                </a:cubicBezTo>
                <a:cubicBezTo>
                  <a:pt x="196559" y="111901"/>
                  <a:pt x="198066" y="112149"/>
                  <a:pt x="199405" y="112654"/>
                </a:cubicBezTo>
                <a:cubicBezTo>
                  <a:pt x="200919" y="113327"/>
                  <a:pt x="202258" y="114249"/>
                  <a:pt x="203428" y="115419"/>
                </a:cubicBezTo>
                <a:lnTo>
                  <a:pt x="212733" y="124724"/>
                </a:lnTo>
                <a:cubicBezTo>
                  <a:pt x="214079" y="126063"/>
                  <a:pt x="215001" y="127409"/>
                  <a:pt x="215498" y="128748"/>
                </a:cubicBezTo>
                <a:cubicBezTo>
                  <a:pt x="216003" y="130254"/>
                  <a:pt x="216259" y="131769"/>
                  <a:pt x="216259" y="133276"/>
                </a:cubicBezTo>
                <a:cubicBezTo>
                  <a:pt x="216259" y="134614"/>
                  <a:pt x="215923" y="136041"/>
                  <a:pt x="215250" y="137548"/>
                </a:cubicBezTo>
                <a:cubicBezTo>
                  <a:pt x="214745" y="139055"/>
                  <a:pt x="213911" y="140481"/>
                  <a:pt x="212733" y="141827"/>
                </a:cubicBezTo>
                <a:lnTo>
                  <a:pt x="160686" y="193875"/>
                </a:lnTo>
                <a:cubicBezTo>
                  <a:pt x="159844" y="194716"/>
                  <a:pt x="159003" y="195301"/>
                  <a:pt x="158169" y="195638"/>
                </a:cubicBezTo>
                <a:cubicBezTo>
                  <a:pt x="157328" y="195974"/>
                  <a:pt x="156494" y="196142"/>
                  <a:pt x="155653" y="196142"/>
                </a:cubicBezTo>
                <a:lnTo>
                  <a:pt x="139055" y="196142"/>
                </a:lnTo>
                <a:cubicBezTo>
                  <a:pt x="137043" y="196142"/>
                  <a:pt x="135368" y="195469"/>
                  <a:pt x="134029" y="194131"/>
                </a:cubicBezTo>
                <a:cubicBezTo>
                  <a:pt x="132690" y="192617"/>
                  <a:pt x="132017" y="190861"/>
                  <a:pt x="132017" y="188849"/>
                </a:cubicBezTo>
                <a:close/>
                <a:moveTo>
                  <a:pt x="204189" y="133276"/>
                </a:moveTo>
                <a:lnTo>
                  <a:pt x="194884" y="123722"/>
                </a:lnTo>
                <a:lnTo>
                  <a:pt x="204189" y="133276"/>
                </a:lnTo>
                <a:close/>
                <a:moveTo>
                  <a:pt x="143839" y="184072"/>
                </a:moveTo>
                <a:lnTo>
                  <a:pt x="153392" y="184072"/>
                </a:lnTo>
                <a:lnTo>
                  <a:pt x="186084" y="151381"/>
                </a:lnTo>
                <a:lnTo>
                  <a:pt x="181556" y="146604"/>
                </a:lnTo>
                <a:lnTo>
                  <a:pt x="176779" y="141827"/>
                </a:lnTo>
                <a:lnTo>
                  <a:pt x="143839" y="174511"/>
                </a:lnTo>
                <a:lnTo>
                  <a:pt x="143839" y="184072"/>
                </a:lnTo>
                <a:close/>
                <a:moveTo>
                  <a:pt x="181556" y="146604"/>
                </a:moveTo>
                <a:lnTo>
                  <a:pt x="176779" y="141827"/>
                </a:lnTo>
                <a:lnTo>
                  <a:pt x="186084" y="151381"/>
                </a:lnTo>
                <a:lnTo>
                  <a:pt x="181556" y="14660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619337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600" dirty="0"/>
          </a:p>
        </p:txBody>
      </p:sp>
      <p:sp>
        <p:nvSpPr>
          <p:cNvPr id="153" name="圖示 任務"/>
          <p:cNvSpPr/>
          <p:nvPr/>
        </p:nvSpPr>
        <p:spPr>
          <a:xfrm>
            <a:off x="675297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01337" y="35208"/>
                </a:lnTo>
                <a:cubicBezTo>
                  <a:pt x="101001" y="29839"/>
                  <a:pt x="102764" y="25150"/>
                  <a:pt x="106619" y="21126"/>
                </a:cubicBezTo>
                <a:cubicBezTo>
                  <a:pt x="110306" y="17103"/>
                  <a:pt x="115002" y="15091"/>
                  <a:pt x="120701" y="15091"/>
                </a:cubicBezTo>
                <a:cubicBezTo>
                  <a:pt x="126399" y="15091"/>
                  <a:pt x="131176" y="17103"/>
                  <a:pt x="135031" y="21126"/>
                </a:cubicBezTo>
                <a:cubicBezTo>
                  <a:pt x="138886" y="25150"/>
                  <a:pt x="140569" y="29839"/>
                  <a:pt x="140064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78704" y="167218"/>
                </a:moveTo>
                <a:lnTo>
                  <a:pt x="131264" y="167218"/>
                </a:lnTo>
                <a:cubicBezTo>
                  <a:pt x="132939" y="167218"/>
                  <a:pt x="134278" y="166721"/>
                  <a:pt x="135287" y="165711"/>
                </a:cubicBezTo>
                <a:cubicBezTo>
                  <a:pt x="136458" y="164541"/>
                  <a:pt x="137043" y="163195"/>
                  <a:pt x="137043" y="161688"/>
                </a:cubicBezTo>
                <a:cubicBezTo>
                  <a:pt x="137043" y="160013"/>
                  <a:pt x="136458" y="158586"/>
                  <a:pt x="135287" y="157416"/>
                </a:cubicBezTo>
                <a:cubicBezTo>
                  <a:pt x="134278" y="156406"/>
                  <a:pt x="132939" y="155909"/>
                  <a:pt x="131264" y="155909"/>
                </a:cubicBezTo>
                <a:lnTo>
                  <a:pt x="78704" y="155909"/>
                </a:lnTo>
                <a:cubicBezTo>
                  <a:pt x="77029" y="155909"/>
                  <a:pt x="75690" y="156494"/>
                  <a:pt x="74681" y="157665"/>
                </a:cubicBezTo>
                <a:cubicBezTo>
                  <a:pt x="73510" y="158674"/>
                  <a:pt x="72925" y="160013"/>
                  <a:pt x="72925" y="161688"/>
                </a:cubicBezTo>
                <a:cubicBezTo>
                  <a:pt x="72925" y="163363"/>
                  <a:pt x="73510" y="164709"/>
                  <a:pt x="74681" y="165711"/>
                </a:cubicBezTo>
                <a:cubicBezTo>
                  <a:pt x="75690" y="166721"/>
                  <a:pt x="77029" y="167218"/>
                  <a:pt x="78704" y="167218"/>
                </a:cubicBezTo>
                <a:close/>
                <a:moveTo>
                  <a:pt x="78704" y="126487"/>
                </a:moveTo>
                <a:lnTo>
                  <a:pt x="162697" y="126487"/>
                </a:lnTo>
                <a:cubicBezTo>
                  <a:pt x="164373" y="126487"/>
                  <a:pt x="165711" y="125895"/>
                  <a:pt x="166721" y="124724"/>
                </a:cubicBezTo>
                <a:cubicBezTo>
                  <a:pt x="167891" y="123722"/>
                  <a:pt x="168476" y="122376"/>
                  <a:pt x="168476" y="120701"/>
                </a:cubicBezTo>
                <a:cubicBezTo>
                  <a:pt x="168476" y="119026"/>
                  <a:pt x="167891" y="117687"/>
                  <a:pt x="166721" y="116677"/>
                </a:cubicBezTo>
                <a:cubicBezTo>
                  <a:pt x="165711" y="115507"/>
                  <a:pt x="164373" y="114914"/>
                  <a:pt x="162697" y="114914"/>
                </a:cubicBezTo>
                <a:lnTo>
                  <a:pt x="78704" y="114914"/>
                </a:lnTo>
                <a:cubicBezTo>
                  <a:pt x="77029" y="114914"/>
                  <a:pt x="75690" y="115507"/>
                  <a:pt x="74681" y="116677"/>
                </a:cubicBezTo>
                <a:cubicBezTo>
                  <a:pt x="73510" y="117687"/>
                  <a:pt x="72925" y="119026"/>
                  <a:pt x="72925" y="120701"/>
                </a:cubicBezTo>
                <a:cubicBezTo>
                  <a:pt x="72925" y="122376"/>
                  <a:pt x="73510" y="123722"/>
                  <a:pt x="74681" y="124724"/>
                </a:cubicBezTo>
                <a:cubicBezTo>
                  <a:pt x="75690" y="125895"/>
                  <a:pt x="77029" y="126487"/>
                  <a:pt x="78704" y="126487"/>
                </a:cubicBezTo>
                <a:close/>
                <a:moveTo>
                  <a:pt x="78704" y="85500"/>
                </a:moveTo>
                <a:lnTo>
                  <a:pt x="162697" y="85500"/>
                </a:lnTo>
                <a:cubicBezTo>
                  <a:pt x="164373" y="85500"/>
                  <a:pt x="165711" y="84908"/>
                  <a:pt x="166721" y="83737"/>
                </a:cubicBezTo>
                <a:cubicBezTo>
                  <a:pt x="167891" y="82728"/>
                  <a:pt x="168476" y="81389"/>
                  <a:pt x="168476" y="79714"/>
                </a:cubicBezTo>
                <a:cubicBezTo>
                  <a:pt x="168476" y="78039"/>
                  <a:pt x="167891" y="76693"/>
                  <a:pt x="166721" y="75690"/>
                </a:cubicBezTo>
                <a:cubicBezTo>
                  <a:pt x="165711" y="74681"/>
                  <a:pt x="164373" y="74183"/>
                  <a:pt x="162697" y="74183"/>
                </a:cubicBezTo>
                <a:lnTo>
                  <a:pt x="78704" y="74183"/>
                </a:lnTo>
                <a:cubicBezTo>
                  <a:pt x="77029" y="74183"/>
                  <a:pt x="75690" y="74681"/>
                  <a:pt x="74681" y="75690"/>
                </a:cubicBezTo>
                <a:cubicBezTo>
                  <a:pt x="73510" y="76861"/>
                  <a:pt x="72925" y="78287"/>
                  <a:pt x="72925" y="79962"/>
                </a:cubicBezTo>
                <a:cubicBezTo>
                  <a:pt x="72925" y="81477"/>
                  <a:pt x="73510" y="82815"/>
                  <a:pt x="74681" y="83986"/>
                </a:cubicBezTo>
                <a:cubicBezTo>
                  <a:pt x="75690" y="84995"/>
                  <a:pt x="77029" y="85500"/>
                  <a:pt x="78704" y="85500"/>
                </a:cubicBezTo>
                <a:close/>
                <a:moveTo>
                  <a:pt x="126736" y="39985"/>
                </a:moveTo>
                <a:cubicBezTo>
                  <a:pt x="128411" y="38302"/>
                  <a:pt x="129252" y="36291"/>
                  <a:pt x="129252" y="33950"/>
                </a:cubicBezTo>
                <a:cubicBezTo>
                  <a:pt x="129252" y="31602"/>
                  <a:pt x="128411" y="29590"/>
                  <a:pt x="126736" y="27915"/>
                </a:cubicBezTo>
                <a:cubicBezTo>
                  <a:pt x="124892" y="26232"/>
                  <a:pt x="122881" y="25398"/>
                  <a:pt x="120701" y="25398"/>
                </a:cubicBezTo>
                <a:cubicBezTo>
                  <a:pt x="118353" y="25398"/>
                  <a:pt x="116341" y="26232"/>
                  <a:pt x="114666" y="27915"/>
                </a:cubicBezTo>
                <a:cubicBezTo>
                  <a:pt x="113159" y="29590"/>
                  <a:pt x="112405" y="31602"/>
                  <a:pt x="112405" y="33950"/>
                </a:cubicBezTo>
                <a:cubicBezTo>
                  <a:pt x="112405" y="36291"/>
                  <a:pt x="113159" y="38302"/>
                  <a:pt x="114666" y="39985"/>
                </a:cubicBezTo>
                <a:cubicBezTo>
                  <a:pt x="116341" y="41660"/>
                  <a:pt x="118353" y="42494"/>
                  <a:pt x="120701" y="42494"/>
                </a:cubicBezTo>
                <a:cubicBezTo>
                  <a:pt x="122881" y="42494"/>
                  <a:pt x="124892" y="41660"/>
                  <a:pt x="126736" y="39985"/>
                </a:cubicBezTo>
                <a:close/>
                <a:moveTo>
                  <a:pt x="46517" y="194884"/>
                </a:moveTo>
                <a:lnTo>
                  <a:pt x="46517" y="46517"/>
                </a:lnTo>
                <a:lnTo>
                  <a:pt x="46517" y="19488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663715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00" dirty="0"/>
          </a:p>
        </p:txBody>
      </p:sp>
      <p:sp>
        <p:nvSpPr>
          <p:cNvPr id="155" name="圖示 已交付"/>
          <p:cNvSpPr/>
          <p:nvPr/>
        </p:nvSpPr>
        <p:spPr>
          <a:xfrm>
            <a:off x="719674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39559"/>
                </a:moveTo>
                <a:lnTo>
                  <a:pt x="80467" y="113664"/>
                </a:lnTo>
                <a:cubicBezTo>
                  <a:pt x="79129" y="112654"/>
                  <a:pt x="77783" y="112069"/>
                  <a:pt x="76444" y="111901"/>
                </a:cubicBezTo>
                <a:cubicBezTo>
                  <a:pt x="74937" y="111901"/>
                  <a:pt x="73591" y="112486"/>
                  <a:pt x="72420" y="113664"/>
                </a:cubicBezTo>
                <a:cubicBezTo>
                  <a:pt x="71082" y="114834"/>
                  <a:pt x="70489" y="116173"/>
                  <a:pt x="70658" y="117687"/>
                </a:cubicBezTo>
                <a:cubicBezTo>
                  <a:pt x="70658" y="119194"/>
                  <a:pt x="71250" y="120533"/>
                  <a:pt x="72420" y="121710"/>
                </a:cubicBezTo>
                <a:lnTo>
                  <a:pt x="101089" y="151125"/>
                </a:lnTo>
                <a:cubicBezTo>
                  <a:pt x="102596" y="152471"/>
                  <a:pt x="104271" y="153136"/>
                  <a:pt x="106114" y="153136"/>
                </a:cubicBezTo>
                <a:cubicBezTo>
                  <a:pt x="108126" y="153136"/>
                  <a:pt x="109889" y="152471"/>
                  <a:pt x="111396" y="151125"/>
                </a:cubicBezTo>
                <a:lnTo>
                  <a:pt x="168981" y="93547"/>
                </a:lnTo>
                <a:cubicBezTo>
                  <a:pt x="169991" y="92369"/>
                  <a:pt x="170576" y="90943"/>
                  <a:pt x="170744" y="89267"/>
                </a:cubicBezTo>
                <a:cubicBezTo>
                  <a:pt x="170744" y="87760"/>
                  <a:pt x="170152" y="86422"/>
                  <a:pt x="168981" y="85244"/>
                </a:cubicBezTo>
                <a:cubicBezTo>
                  <a:pt x="167811" y="84074"/>
                  <a:pt x="166384" y="83488"/>
                  <a:pt x="164709" y="83488"/>
                </a:cubicBezTo>
                <a:cubicBezTo>
                  <a:pt x="163195" y="83488"/>
                  <a:pt x="161856" y="84074"/>
                  <a:pt x="160686" y="85244"/>
                </a:cubicBezTo>
                <a:lnTo>
                  <a:pt x="106370" y="139559"/>
                </a:lnTo>
                <a:close/>
                <a:moveTo>
                  <a:pt x="49787" y="206201"/>
                </a:moveTo>
                <a:cubicBezTo>
                  <a:pt x="45764" y="206201"/>
                  <a:pt x="42326" y="204774"/>
                  <a:pt x="39480" y="201921"/>
                </a:cubicBezTo>
                <a:cubicBezTo>
                  <a:pt x="36627" y="199076"/>
                  <a:pt x="35208" y="195638"/>
                  <a:pt x="35208" y="191614"/>
                </a:cubicBezTo>
                <a:lnTo>
                  <a:pt x="35208" y="49787"/>
                </a:lnTo>
                <a:cubicBezTo>
                  <a:pt x="35208" y="45764"/>
                  <a:pt x="36627" y="42326"/>
                  <a:pt x="39480" y="39480"/>
                </a:cubicBezTo>
                <a:cubicBezTo>
                  <a:pt x="42326" y="36627"/>
                  <a:pt x="45764" y="35208"/>
                  <a:pt x="49787" y="35208"/>
                </a:cubicBezTo>
                <a:lnTo>
                  <a:pt x="101337" y="35208"/>
                </a:lnTo>
                <a:cubicBezTo>
                  <a:pt x="101001" y="29839"/>
                  <a:pt x="102764" y="25150"/>
                  <a:pt x="106619" y="21126"/>
                </a:cubicBezTo>
                <a:cubicBezTo>
                  <a:pt x="110306" y="17103"/>
                  <a:pt x="115002" y="15091"/>
                  <a:pt x="120701" y="15091"/>
                </a:cubicBezTo>
                <a:cubicBezTo>
                  <a:pt x="126399" y="15091"/>
                  <a:pt x="131176" y="17103"/>
                  <a:pt x="135031" y="21126"/>
                </a:cubicBezTo>
                <a:cubicBezTo>
                  <a:pt x="138886" y="25150"/>
                  <a:pt x="140569" y="29839"/>
                  <a:pt x="140064" y="35208"/>
                </a:cubicBezTo>
                <a:lnTo>
                  <a:pt x="191614" y="35208"/>
                </a:lnTo>
                <a:cubicBezTo>
                  <a:pt x="195638" y="35208"/>
                  <a:pt x="199076" y="36627"/>
                  <a:pt x="201921" y="39480"/>
                </a:cubicBezTo>
                <a:cubicBezTo>
                  <a:pt x="204774" y="42326"/>
                  <a:pt x="206201" y="45764"/>
                  <a:pt x="206201" y="49787"/>
                </a:cubicBezTo>
                <a:lnTo>
                  <a:pt x="206201" y="191614"/>
                </a:lnTo>
                <a:cubicBezTo>
                  <a:pt x="206201" y="195638"/>
                  <a:pt x="204774" y="199076"/>
                  <a:pt x="201921" y="201921"/>
                </a:cubicBezTo>
                <a:cubicBezTo>
                  <a:pt x="199076" y="204774"/>
                  <a:pt x="195638" y="206201"/>
                  <a:pt x="191614" y="206201"/>
                </a:cubicBezTo>
                <a:lnTo>
                  <a:pt x="49787" y="206201"/>
                </a:lnTo>
                <a:close/>
                <a:moveTo>
                  <a:pt x="49787" y="194884"/>
                </a:moveTo>
                <a:lnTo>
                  <a:pt x="191614" y="194884"/>
                </a:lnTo>
                <a:cubicBezTo>
                  <a:pt x="192448" y="194884"/>
                  <a:pt x="193202" y="194548"/>
                  <a:pt x="193875" y="193875"/>
                </a:cubicBezTo>
                <a:cubicBezTo>
                  <a:pt x="194548" y="193202"/>
                  <a:pt x="194884" y="192448"/>
                  <a:pt x="194884" y="191614"/>
                </a:cubicBezTo>
                <a:lnTo>
                  <a:pt x="194884" y="49787"/>
                </a:lnTo>
                <a:cubicBezTo>
                  <a:pt x="194884" y="48953"/>
                  <a:pt x="194548" y="48200"/>
                  <a:pt x="193875" y="47527"/>
                </a:cubicBezTo>
                <a:cubicBezTo>
                  <a:pt x="193202" y="46854"/>
                  <a:pt x="192448" y="46517"/>
                  <a:pt x="191614" y="46517"/>
                </a:cubicBezTo>
                <a:lnTo>
                  <a:pt x="49787" y="46517"/>
                </a:lnTo>
                <a:cubicBezTo>
                  <a:pt x="48953" y="46517"/>
                  <a:pt x="48200" y="46854"/>
                  <a:pt x="47527" y="47527"/>
                </a:cubicBezTo>
                <a:cubicBezTo>
                  <a:pt x="46854" y="48200"/>
                  <a:pt x="46517" y="48953"/>
                  <a:pt x="46517" y="49787"/>
                </a:cubicBezTo>
                <a:lnTo>
                  <a:pt x="46517" y="191614"/>
                </a:lnTo>
                <a:cubicBezTo>
                  <a:pt x="46517" y="192448"/>
                  <a:pt x="46854" y="193202"/>
                  <a:pt x="47527" y="193875"/>
                </a:cubicBezTo>
                <a:cubicBezTo>
                  <a:pt x="48200" y="194548"/>
                  <a:pt x="48953" y="194884"/>
                  <a:pt x="49787" y="194884"/>
                </a:cubicBezTo>
                <a:close/>
                <a:moveTo>
                  <a:pt x="126736" y="39985"/>
                </a:moveTo>
                <a:cubicBezTo>
                  <a:pt x="128411" y="38302"/>
                  <a:pt x="129252" y="36291"/>
                  <a:pt x="129252" y="33950"/>
                </a:cubicBezTo>
                <a:cubicBezTo>
                  <a:pt x="129252" y="31602"/>
                  <a:pt x="128411" y="29590"/>
                  <a:pt x="126736" y="27915"/>
                </a:cubicBezTo>
                <a:cubicBezTo>
                  <a:pt x="124892" y="26232"/>
                  <a:pt x="122881" y="25398"/>
                  <a:pt x="120701" y="25398"/>
                </a:cubicBezTo>
                <a:cubicBezTo>
                  <a:pt x="118353" y="25398"/>
                  <a:pt x="116341" y="26232"/>
                  <a:pt x="114666" y="27915"/>
                </a:cubicBezTo>
                <a:cubicBezTo>
                  <a:pt x="113159" y="29590"/>
                  <a:pt x="112405" y="31602"/>
                  <a:pt x="112405" y="33950"/>
                </a:cubicBezTo>
                <a:cubicBezTo>
                  <a:pt x="112405" y="36291"/>
                  <a:pt x="113159" y="38302"/>
                  <a:pt x="114666" y="39985"/>
                </a:cubicBezTo>
                <a:cubicBezTo>
                  <a:pt x="116341" y="41660"/>
                  <a:pt x="118353" y="42494"/>
                  <a:pt x="120701" y="42494"/>
                </a:cubicBezTo>
                <a:cubicBezTo>
                  <a:pt x="122881" y="42494"/>
                  <a:pt x="124892" y="41660"/>
                  <a:pt x="126736" y="39985"/>
                </a:cubicBezTo>
                <a:close/>
                <a:moveTo>
                  <a:pt x="46517" y="194884"/>
                </a:moveTo>
                <a:lnTo>
                  <a:pt x="46517" y="46517"/>
                </a:lnTo>
                <a:lnTo>
                  <a:pt x="46517" y="19488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708093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600" dirty="0"/>
          </a:p>
        </p:txBody>
      </p:sp>
      <p:sp>
        <p:nvSpPr>
          <p:cNvPr id="157" name="圖示 報價"/>
          <p:cNvSpPr/>
          <p:nvPr/>
        </p:nvSpPr>
        <p:spPr>
          <a:xfrm>
            <a:off x="764052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6677" y="177028"/>
                </a:moveTo>
                <a:lnTo>
                  <a:pt x="116677" y="183816"/>
                </a:lnTo>
                <a:cubicBezTo>
                  <a:pt x="116677" y="184658"/>
                  <a:pt x="117014" y="185411"/>
                  <a:pt x="117687" y="186084"/>
                </a:cubicBezTo>
                <a:cubicBezTo>
                  <a:pt x="118353" y="186750"/>
                  <a:pt x="119194" y="187086"/>
                  <a:pt x="120196" y="187086"/>
                </a:cubicBezTo>
                <a:lnTo>
                  <a:pt x="124475" y="187086"/>
                </a:lnTo>
                <a:cubicBezTo>
                  <a:pt x="125478" y="187086"/>
                  <a:pt x="126319" y="186750"/>
                  <a:pt x="126985" y="186084"/>
                </a:cubicBezTo>
                <a:cubicBezTo>
                  <a:pt x="127826" y="185411"/>
                  <a:pt x="128243" y="184570"/>
                  <a:pt x="128243" y="183568"/>
                </a:cubicBezTo>
                <a:lnTo>
                  <a:pt x="128243" y="177028"/>
                </a:lnTo>
                <a:lnTo>
                  <a:pt x="144336" y="177028"/>
                </a:lnTo>
                <a:cubicBezTo>
                  <a:pt x="146011" y="177028"/>
                  <a:pt x="147357" y="176523"/>
                  <a:pt x="148360" y="175521"/>
                </a:cubicBezTo>
                <a:cubicBezTo>
                  <a:pt x="149537" y="174343"/>
                  <a:pt x="150123" y="173004"/>
                  <a:pt x="150123" y="171498"/>
                </a:cubicBezTo>
                <a:lnTo>
                  <a:pt x="150123" y="139311"/>
                </a:lnTo>
                <a:cubicBezTo>
                  <a:pt x="150123" y="137804"/>
                  <a:pt x="149537" y="136458"/>
                  <a:pt x="148360" y="135287"/>
                </a:cubicBezTo>
                <a:cubicBezTo>
                  <a:pt x="147357" y="134278"/>
                  <a:pt x="146011" y="133780"/>
                  <a:pt x="144336" y="133780"/>
                </a:cubicBezTo>
                <a:lnTo>
                  <a:pt x="106114" y="133780"/>
                </a:lnTo>
                <a:lnTo>
                  <a:pt x="106114" y="113159"/>
                </a:lnTo>
                <a:lnTo>
                  <a:pt x="144336" y="113159"/>
                </a:lnTo>
                <a:cubicBezTo>
                  <a:pt x="146011" y="113159"/>
                  <a:pt x="147357" y="112574"/>
                  <a:pt x="148360" y="111396"/>
                </a:cubicBezTo>
                <a:cubicBezTo>
                  <a:pt x="149537" y="110394"/>
                  <a:pt x="150123" y="109048"/>
                  <a:pt x="150123" y="107373"/>
                </a:cubicBezTo>
                <a:cubicBezTo>
                  <a:pt x="150123" y="105697"/>
                  <a:pt x="149537" y="104359"/>
                  <a:pt x="148360" y="103349"/>
                </a:cubicBezTo>
                <a:cubicBezTo>
                  <a:pt x="147357" y="102179"/>
                  <a:pt x="146011" y="101593"/>
                  <a:pt x="144336" y="101593"/>
                </a:cubicBezTo>
                <a:lnTo>
                  <a:pt x="128243" y="101593"/>
                </a:lnTo>
                <a:lnTo>
                  <a:pt x="128243" y="95054"/>
                </a:lnTo>
                <a:cubicBezTo>
                  <a:pt x="128243" y="94044"/>
                  <a:pt x="127906" y="93210"/>
                  <a:pt x="127241" y="92537"/>
                </a:cubicBezTo>
                <a:cubicBezTo>
                  <a:pt x="126399" y="91864"/>
                  <a:pt x="125565" y="91535"/>
                  <a:pt x="124724" y="91535"/>
                </a:cubicBezTo>
                <a:lnTo>
                  <a:pt x="120452" y="91535"/>
                </a:lnTo>
                <a:cubicBezTo>
                  <a:pt x="119443" y="91535"/>
                  <a:pt x="118609" y="91952"/>
                  <a:pt x="117936" y="92786"/>
                </a:cubicBezTo>
                <a:cubicBezTo>
                  <a:pt x="117094" y="93459"/>
                  <a:pt x="116677" y="94300"/>
                  <a:pt x="116677" y="95302"/>
                </a:cubicBezTo>
                <a:lnTo>
                  <a:pt x="116677" y="101593"/>
                </a:lnTo>
                <a:lnTo>
                  <a:pt x="100584" y="101593"/>
                </a:lnTo>
                <a:cubicBezTo>
                  <a:pt x="98909" y="101593"/>
                  <a:pt x="97482" y="102179"/>
                  <a:pt x="96312" y="103349"/>
                </a:cubicBezTo>
                <a:cubicBezTo>
                  <a:pt x="95302" y="104359"/>
                  <a:pt x="94798" y="105697"/>
                  <a:pt x="94798" y="107373"/>
                </a:cubicBezTo>
                <a:lnTo>
                  <a:pt x="94798" y="139311"/>
                </a:lnTo>
                <a:cubicBezTo>
                  <a:pt x="94798" y="140986"/>
                  <a:pt x="95302" y="142412"/>
                  <a:pt x="96312" y="143583"/>
                </a:cubicBezTo>
                <a:cubicBezTo>
                  <a:pt x="97482" y="144592"/>
                  <a:pt x="98909" y="145090"/>
                  <a:pt x="100584" y="145090"/>
                </a:cubicBezTo>
                <a:lnTo>
                  <a:pt x="138806" y="145090"/>
                </a:lnTo>
                <a:lnTo>
                  <a:pt x="138806" y="165711"/>
                </a:lnTo>
                <a:lnTo>
                  <a:pt x="100584" y="165711"/>
                </a:lnTo>
                <a:cubicBezTo>
                  <a:pt x="98909" y="165711"/>
                  <a:pt x="97482" y="166296"/>
                  <a:pt x="96312" y="167474"/>
                </a:cubicBezTo>
                <a:cubicBezTo>
                  <a:pt x="95302" y="168476"/>
                  <a:pt x="94798" y="169822"/>
                  <a:pt x="94798" y="171498"/>
                </a:cubicBezTo>
                <a:cubicBezTo>
                  <a:pt x="94798" y="173173"/>
                  <a:pt x="95302" y="174511"/>
                  <a:pt x="96312" y="175521"/>
                </a:cubicBezTo>
                <a:cubicBezTo>
                  <a:pt x="97482" y="176523"/>
                  <a:pt x="98909" y="177028"/>
                  <a:pt x="100584" y="177028"/>
                </a:cubicBezTo>
                <a:lnTo>
                  <a:pt x="116677" y="177028"/>
                </a:lnTo>
                <a:close/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39729"/>
                </a:lnTo>
                <a:cubicBezTo>
                  <a:pt x="45266" y="35705"/>
                  <a:pt x="46686" y="32267"/>
                  <a:pt x="49539" y="29422"/>
                </a:cubicBezTo>
                <a:cubicBezTo>
                  <a:pt x="52384" y="26569"/>
                  <a:pt x="55822" y="25150"/>
                  <a:pt x="59846" y="25150"/>
                </a:cubicBezTo>
                <a:lnTo>
                  <a:pt x="146099" y="25150"/>
                </a:lnTo>
                <a:lnTo>
                  <a:pt x="196142" y="75186"/>
                </a:ln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59846" y="204943"/>
                </a:moveTo>
                <a:lnTo>
                  <a:pt x="181556" y="204943"/>
                </a:lnTo>
                <a:cubicBezTo>
                  <a:pt x="182390" y="204943"/>
                  <a:pt x="183143" y="204606"/>
                  <a:pt x="183816" y="203933"/>
                </a:cubicBezTo>
                <a:cubicBezTo>
                  <a:pt x="184489" y="203260"/>
                  <a:pt x="184826" y="202507"/>
                  <a:pt x="184826" y="201673"/>
                </a:cubicBezTo>
                <a:lnTo>
                  <a:pt x="184826" y="80467"/>
                </a:lnTo>
                <a:lnTo>
                  <a:pt x="148111" y="80467"/>
                </a:lnTo>
                <a:cubicBezTo>
                  <a:pt x="146099" y="80467"/>
                  <a:pt x="144424" y="79714"/>
                  <a:pt x="143078" y="78207"/>
                </a:cubicBezTo>
                <a:cubicBezTo>
                  <a:pt x="141571" y="76861"/>
                  <a:pt x="140818" y="75186"/>
                  <a:pt x="140818" y="73174"/>
                </a:cubicBezTo>
                <a:lnTo>
                  <a:pt x="140818" y="36459"/>
                </a:lnTo>
                <a:lnTo>
                  <a:pt x="59846" y="36459"/>
                </a:lnTo>
                <a:cubicBezTo>
                  <a:pt x="59012" y="36459"/>
                  <a:pt x="58258" y="36795"/>
                  <a:pt x="57585" y="37468"/>
                </a:cubicBezTo>
                <a:cubicBezTo>
                  <a:pt x="56912" y="38141"/>
                  <a:pt x="56576" y="38895"/>
                  <a:pt x="56576" y="39729"/>
                </a:cubicBezTo>
                <a:lnTo>
                  <a:pt x="56576" y="201673"/>
                </a:lnTo>
                <a:cubicBezTo>
                  <a:pt x="56576" y="202507"/>
                  <a:pt x="56912" y="203260"/>
                  <a:pt x="57585" y="203933"/>
                </a:cubicBezTo>
                <a:cubicBezTo>
                  <a:pt x="58258" y="204606"/>
                  <a:pt x="59012" y="204943"/>
                  <a:pt x="59846" y="204943"/>
                </a:cubicBezTo>
                <a:close/>
                <a:moveTo>
                  <a:pt x="56576" y="36459"/>
                </a:moveTo>
                <a:lnTo>
                  <a:pt x="56576" y="80467"/>
                </a:lnTo>
                <a:lnTo>
                  <a:pt x="56576" y="36459"/>
                </a:lnTo>
                <a:lnTo>
                  <a:pt x="56576" y="204943"/>
                </a:lnTo>
                <a:lnTo>
                  <a:pt x="56576" y="3645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752470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600" dirty="0"/>
          </a:p>
        </p:txBody>
      </p:sp>
      <p:sp>
        <p:nvSpPr>
          <p:cNvPr id="159" name="圖示 資料夾"/>
          <p:cNvSpPr/>
          <p:nvPr/>
        </p:nvSpPr>
        <p:spPr>
          <a:xfrm>
            <a:off x="808430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196142"/>
                </a:moveTo>
                <a:cubicBezTo>
                  <a:pt x="35705" y="196142"/>
                  <a:pt x="32267" y="194716"/>
                  <a:pt x="29422" y="191863"/>
                </a:cubicBezTo>
                <a:cubicBezTo>
                  <a:pt x="26569" y="188849"/>
                  <a:pt x="25150" y="185411"/>
                  <a:pt x="25150" y="181556"/>
                </a:cubicBezTo>
                <a:lnTo>
                  <a:pt x="25150" y="59846"/>
                </a:lnTo>
                <a:cubicBezTo>
                  <a:pt x="25150" y="55991"/>
                  <a:pt x="26569" y="52552"/>
                  <a:pt x="29422" y="49539"/>
                </a:cubicBezTo>
                <a:cubicBezTo>
                  <a:pt x="32267" y="46686"/>
                  <a:pt x="35705" y="45266"/>
                  <a:pt x="39729" y="45266"/>
                </a:cubicBezTo>
                <a:lnTo>
                  <a:pt x="96312" y="45266"/>
                </a:lnTo>
                <a:cubicBezTo>
                  <a:pt x="98324" y="45266"/>
                  <a:pt x="100248" y="45683"/>
                  <a:pt x="102091" y="46517"/>
                </a:cubicBezTo>
                <a:cubicBezTo>
                  <a:pt x="103934" y="47359"/>
                  <a:pt x="105529" y="48361"/>
                  <a:pt x="106868" y="49539"/>
                </a:cubicBezTo>
                <a:lnTo>
                  <a:pt x="118938" y="61609"/>
                </a:lnTo>
                <a:lnTo>
                  <a:pt x="201673" y="61609"/>
                </a:lnTo>
                <a:cubicBezTo>
                  <a:pt x="205528" y="61609"/>
                  <a:pt x="208966" y="63116"/>
                  <a:pt x="211980" y="66137"/>
                </a:cubicBezTo>
                <a:cubicBezTo>
                  <a:pt x="214833" y="68982"/>
                  <a:pt x="216259" y="72340"/>
                  <a:pt x="216259" y="76195"/>
                </a:cubicBezTo>
                <a:lnTo>
                  <a:pt x="216259" y="181556"/>
                </a:lnTo>
                <a:cubicBezTo>
                  <a:pt x="216259" y="185411"/>
                  <a:pt x="214833" y="188849"/>
                  <a:pt x="211980" y="191863"/>
                </a:cubicBezTo>
                <a:cubicBezTo>
                  <a:pt x="208966" y="194716"/>
                  <a:pt x="205528" y="196142"/>
                  <a:pt x="201673" y="196142"/>
                </a:cubicBezTo>
                <a:lnTo>
                  <a:pt x="39729" y="196142"/>
                </a:lnTo>
                <a:close/>
                <a:moveTo>
                  <a:pt x="39729" y="184826"/>
                </a:moveTo>
                <a:lnTo>
                  <a:pt x="201673" y="184826"/>
                </a:lnTo>
                <a:cubicBezTo>
                  <a:pt x="202675" y="184826"/>
                  <a:pt x="203428" y="184489"/>
                  <a:pt x="203933" y="183816"/>
                </a:cubicBezTo>
                <a:cubicBezTo>
                  <a:pt x="204606" y="183312"/>
                  <a:pt x="204943" y="182558"/>
                  <a:pt x="204943" y="181556"/>
                </a:cubicBezTo>
                <a:lnTo>
                  <a:pt x="204943" y="76195"/>
                </a:lnTo>
                <a:cubicBezTo>
                  <a:pt x="204943" y="75354"/>
                  <a:pt x="204606" y="74600"/>
                  <a:pt x="203933" y="73927"/>
                </a:cubicBezTo>
                <a:cubicBezTo>
                  <a:pt x="203428" y="73430"/>
                  <a:pt x="202675" y="73174"/>
                  <a:pt x="201673" y="73174"/>
                </a:cubicBezTo>
                <a:lnTo>
                  <a:pt x="114161" y="73174"/>
                </a:lnTo>
                <a:lnTo>
                  <a:pt x="98572" y="57585"/>
                </a:lnTo>
                <a:cubicBezTo>
                  <a:pt x="98236" y="57249"/>
                  <a:pt x="97899" y="57000"/>
                  <a:pt x="97570" y="56832"/>
                </a:cubicBezTo>
                <a:cubicBezTo>
                  <a:pt x="97234" y="56664"/>
                  <a:pt x="96897" y="56576"/>
                  <a:pt x="96561" y="56576"/>
                </a:cubicBezTo>
                <a:lnTo>
                  <a:pt x="39729" y="56576"/>
                </a:lnTo>
                <a:cubicBezTo>
                  <a:pt x="38727" y="56576"/>
                  <a:pt x="37973" y="56912"/>
                  <a:pt x="37468" y="57585"/>
                </a:cubicBezTo>
                <a:cubicBezTo>
                  <a:pt x="36795" y="58090"/>
                  <a:pt x="36459" y="58843"/>
                  <a:pt x="36459" y="59846"/>
                </a:cubicBezTo>
                <a:lnTo>
                  <a:pt x="36459" y="181556"/>
                </a:lnTo>
                <a:cubicBezTo>
                  <a:pt x="36459" y="182558"/>
                  <a:pt x="36795" y="183312"/>
                  <a:pt x="37468" y="183816"/>
                </a:cubicBezTo>
                <a:cubicBezTo>
                  <a:pt x="37973" y="184489"/>
                  <a:pt x="38727" y="184826"/>
                  <a:pt x="39729" y="184826"/>
                </a:cubicBezTo>
                <a:close/>
                <a:moveTo>
                  <a:pt x="36459" y="184826"/>
                </a:moveTo>
                <a:lnTo>
                  <a:pt x="36459" y="56576"/>
                </a:lnTo>
                <a:lnTo>
                  <a:pt x="36459" y="18482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796848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600" dirty="0"/>
          </a:p>
        </p:txBody>
      </p:sp>
      <p:sp>
        <p:nvSpPr>
          <p:cNvPr id="161" name="圖示 手冊"/>
          <p:cNvSpPr/>
          <p:nvPr/>
        </p:nvSpPr>
        <p:spPr>
          <a:xfrm>
            <a:off x="8528078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116" y="164709"/>
                </a:moveTo>
                <a:cubicBezTo>
                  <a:pt x="72340" y="164709"/>
                  <a:pt x="81221" y="165799"/>
                  <a:pt x="89772" y="167979"/>
                </a:cubicBezTo>
                <a:cubicBezTo>
                  <a:pt x="98492" y="170152"/>
                  <a:pt x="107036" y="173509"/>
                  <a:pt x="115419" y="178037"/>
                </a:cubicBezTo>
                <a:lnTo>
                  <a:pt x="115419" y="72925"/>
                </a:lnTo>
                <a:cubicBezTo>
                  <a:pt x="107877" y="67556"/>
                  <a:pt x="99582" y="63533"/>
                  <a:pt x="90526" y="60855"/>
                </a:cubicBezTo>
                <a:cubicBezTo>
                  <a:pt x="81477" y="58002"/>
                  <a:pt x="72340" y="56576"/>
                  <a:pt x="63116" y="56576"/>
                </a:cubicBezTo>
                <a:cubicBezTo>
                  <a:pt x="56744" y="56576"/>
                  <a:pt x="50965" y="57168"/>
                  <a:pt x="45764" y="58339"/>
                </a:cubicBezTo>
                <a:cubicBezTo>
                  <a:pt x="40402" y="59509"/>
                  <a:pt x="34703" y="61192"/>
                  <a:pt x="28668" y="63372"/>
                </a:cubicBezTo>
                <a:cubicBezTo>
                  <a:pt x="27827" y="63701"/>
                  <a:pt x="27242" y="64125"/>
                  <a:pt x="26905" y="64622"/>
                </a:cubicBezTo>
                <a:cubicBezTo>
                  <a:pt x="26569" y="65127"/>
                  <a:pt x="26401" y="65632"/>
                  <a:pt x="26401" y="66137"/>
                </a:cubicBezTo>
                <a:lnTo>
                  <a:pt x="26401" y="168228"/>
                </a:lnTo>
                <a:cubicBezTo>
                  <a:pt x="26401" y="169062"/>
                  <a:pt x="26737" y="169735"/>
                  <a:pt x="27410" y="170239"/>
                </a:cubicBezTo>
                <a:cubicBezTo>
                  <a:pt x="28083" y="170576"/>
                  <a:pt x="28837" y="170656"/>
                  <a:pt x="29670" y="170488"/>
                </a:cubicBezTo>
                <a:cubicBezTo>
                  <a:pt x="33862" y="168476"/>
                  <a:pt x="38895" y="167050"/>
                  <a:pt x="44762" y="166216"/>
                </a:cubicBezTo>
                <a:cubicBezTo>
                  <a:pt x="50628" y="165206"/>
                  <a:pt x="56744" y="164709"/>
                  <a:pt x="63116" y="164709"/>
                </a:cubicBezTo>
                <a:close/>
                <a:moveTo>
                  <a:pt x="126736" y="178037"/>
                </a:moveTo>
                <a:cubicBezTo>
                  <a:pt x="135287" y="173509"/>
                  <a:pt x="143671" y="170152"/>
                  <a:pt x="151885" y="167979"/>
                </a:cubicBezTo>
                <a:cubicBezTo>
                  <a:pt x="160261" y="165799"/>
                  <a:pt x="169062" y="164709"/>
                  <a:pt x="178286" y="164709"/>
                </a:cubicBezTo>
                <a:cubicBezTo>
                  <a:pt x="184658" y="164709"/>
                  <a:pt x="190773" y="165206"/>
                  <a:pt x="196640" y="166216"/>
                </a:cubicBezTo>
                <a:cubicBezTo>
                  <a:pt x="202675" y="167050"/>
                  <a:pt x="207708" y="168140"/>
                  <a:pt x="211731" y="169486"/>
                </a:cubicBezTo>
                <a:cubicBezTo>
                  <a:pt x="212565" y="169822"/>
                  <a:pt x="213319" y="169735"/>
                  <a:pt x="213992" y="169230"/>
                </a:cubicBezTo>
                <a:cubicBezTo>
                  <a:pt x="214665" y="168901"/>
                  <a:pt x="215001" y="168228"/>
                  <a:pt x="215001" y="167218"/>
                </a:cubicBezTo>
                <a:lnTo>
                  <a:pt x="215001" y="66137"/>
                </a:lnTo>
                <a:cubicBezTo>
                  <a:pt x="215001" y="65632"/>
                  <a:pt x="214833" y="65127"/>
                  <a:pt x="214496" y="64622"/>
                </a:cubicBezTo>
                <a:cubicBezTo>
                  <a:pt x="214160" y="64125"/>
                  <a:pt x="213575" y="63701"/>
                  <a:pt x="212733" y="63372"/>
                </a:cubicBezTo>
                <a:cubicBezTo>
                  <a:pt x="207203" y="61023"/>
                  <a:pt x="201673" y="59260"/>
                  <a:pt x="196142" y="58090"/>
                </a:cubicBezTo>
                <a:cubicBezTo>
                  <a:pt x="190605" y="57081"/>
                  <a:pt x="184658" y="56576"/>
                  <a:pt x="178286" y="56576"/>
                </a:cubicBezTo>
                <a:cubicBezTo>
                  <a:pt x="169062" y="56576"/>
                  <a:pt x="160013" y="58002"/>
                  <a:pt x="151125" y="60855"/>
                </a:cubicBezTo>
                <a:cubicBezTo>
                  <a:pt x="142412" y="63533"/>
                  <a:pt x="134278" y="67556"/>
                  <a:pt x="126736" y="72925"/>
                </a:cubicBezTo>
                <a:lnTo>
                  <a:pt x="126736" y="178037"/>
                </a:lnTo>
                <a:close/>
                <a:moveTo>
                  <a:pt x="117687" y="192119"/>
                </a:moveTo>
                <a:cubicBezTo>
                  <a:pt x="116846" y="191951"/>
                  <a:pt x="116004" y="191614"/>
                  <a:pt x="115171" y="191110"/>
                </a:cubicBezTo>
                <a:cubicBezTo>
                  <a:pt x="107292" y="186413"/>
                  <a:pt x="98909" y="182814"/>
                  <a:pt x="90021" y="180298"/>
                </a:cubicBezTo>
                <a:cubicBezTo>
                  <a:pt x="81308" y="177613"/>
                  <a:pt x="72340" y="176274"/>
                  <a:pt x="63116" y="176274"/>
                </a:cubicBezTo>
                <a:cubicBezTo>
                  <a:pt x="57754" y="176274"/>
                  <a:pt x="52384" y="176860"/>
                  <a:pt x="47022" y="178037"/>
                </a:cubicBezTo>
                <a:cubicBezTo>
                  <a:pt x="41828" y="179208"/>
                  <a:pt x="36547" y="180634"/>
                  <a:pt x="31185" y="182309"/>
                </a:cubicBezTo>
                <a:cubicBezTo>
                  <a:pt x="27322" y="184153"/>
                  <a:pt x="23723" y="183816"/>
                  <a:pt x="20366" y="181300"/>
                </a:cubicBezTo>
                <a:cubicBezTo>
                  <a:pt x="16847" y="178959"/>
                  <a:pt x="15091" y="175601"/>
                  <a:pt x="15091" y="171242"/>
                </a:cubicBezTo>
                <a:lnTo>
                  <a:pt x="15091" y="65383"/>
                </a:lnTo>
                <a:cubicBezTo>
                  <a:pt x="15091" y="62699"/>
                  <a:pt x="15757" y="60270"/>
                  <a:pt x="17103" y="58090"/>
                </a:cubicBezTo>
                <a:cubicBezTo>
                  <a:pt x="18442" y="55910"/>
                  <a:pt x="20285" y="54235"/>
                  <a:pt x="22633" y="53057"/>
                </a:cubicBezTo>
                <a:cubicBezTo>
                  <a:pt x="29005" y="50372"/>
                  <a:pt x="35625" y="48361"/>
                  <a:pt x="42494" y="47022"/>
                </a:cubicBezTo>
                <a:cubicBezTo>
                  <a:pt x="49202" y="45683"/>
                  <a:pt x="56078" y="45010"/>
                  <a:pt x="63116" y="45010"/>
                </a:cubicBezTo>
                <a:cubicBezTo>
                  <a:pt x="73510" y="45010"/>
                  <a:pt x="83649" y="46517"/>
                  <a:pt x="93547" y="49539"/>
                </a:cubicBezTo>
                <a:cubicBezTo>
                  <a:pt x="103269" y="52384"/>
                  <a:pt x="112486" y="56744"/>
                  <a:pt x="121206" y="62611"/>
                </a:cubicBezTo>
                <a:cubicBezTo>
                  <a:pt x="129589" y="56744"/>
                  <a:pt x="138638" y="52384"/>
                  <a:pt x="148360" y="49539"/>
                </a:cubicBezTo>
                <a:cubicBezTo>
                  <a:pt x="158081" y="46517"/>
                  <a:pt x="168059" y="45010"/>
                  <a:pt x="178286" y="45010"/>
                </a:cubicBezTo>
                <a:cubicBezTo>
                  <a:pt x="185155" y="45010"/>
                  <a:pt x="192031" y="45683"/>
                  <a:pt x="198908" y="47022"/>
                </a:cubicBezTo>
                <a:cubicBezTo>
                  <a:pt x="205608" y="48361"/>
                  <a:pt x="212148" y="50372"/>
                  <a:pt x="218520" y="53057"/>
                </a:cubicBezTo>
                <a:cubicBezTo>
                  <a:pt x="221036" y="54235"/>
                  <a:pt x="222960" y="55910"/>
                  <a:pt x="224306" y="58090"/>
                </a:cubicBezTo>
                <a:cubicBezTo>
                  <a:pt x="225645" y="60270"/>
                  <a:pt x="226318" y="62699"/>
                  <a:pt x="226318" y="65383"/>
                </a:cubicBezTo>
                <a:lnTo>
                  <a:pt x="226318" y="171242"/>
                </a:lnTo>
                <a:cubicBezTo>
                  <a:pt x="226318" y="175770"/>
                  <a:pt x="224467" y="179208"/>
                  <a:pt x="220780" y="181556"/>
                </a:cubicBezTo>
                <a:cubicBezTo>
                  <a:pt x="216925" y="184072"/>
                  <a:pt x="213158" y="184321"/>
                  <a:pt x="209463" y="182309"/>
                </a:cubicBezTo>
                <a:cubicBezTo>
                  <a:pt x="204270" y="180466"/>
                  <a:pt x="199076" y="179040"/>
                  <a:pt x="193875" y="178037"/>
                </a:cubicBezTo>
                <a:cubicBezTo>
                  <a:pt x="188681" y="176860"/>
                  <a:pt x="183480" y="176274"/>
                  <a:pt x="178286" y="176274"/>
                </a:cubicBezTo>
                <a:cubicBezTo>
                  <a:pt x="169230" y="176274"/>
                  <a:pt x="160349" y="177613"/>
                  <a:pt x="151629" y="180298"/>
                </a:cubicBezTo>
                <a:cubicBezTo>
                  <a:pt x="142910" y="182814"/>
                  <a:pt x="134702" y="186413"/>
                  <a:pt x="126985" y="191110"/>
                </a:cubicBezTo>
                <a:cubicBezTo>
                  <a:pt x="126151" y="191614"/>
                  <a:pt x="125229" y="191951"/>
                  <a:pt x="124219" y="192119"/>
                </a:cubicBezTo>
                <a:cubicBezTo>
                  <a:pt x="123217" y="192448"/>
                  <a:pt x="122127" y="192617"/>
                  <a:pt x="120950" y="192617"/>
                </a:cubicBezTo>
                <a:cubicBezTo>
                  <a:pt x="119779" y="192617"/>
                  <a:pt x="118689" y="192448"/>
                  <a:pt x="117687" y="192119"/>
                </a:cubicBezTo>
                <a:close/>
                <a:moveTo>
                  <a:pt x="70914" y="117431"/>
                </a:moveTo>
                <a:close/>
                <a:moveTo>
                  <a:pt x="140313" y="89267"/>
                </a:moveTo>
                <a:cubicBezTo>
                  <a:pt x="140313" y="88594"/>
                  <a:pt x="140569" y="87929"/>
                  <a:pt x="141066" y="87256"/>
                </a:cubicBezTo>
                <a:cubicBezTo>
                  <a:pt x="141403" y="86422"/>
                  <a:pt x="141988" y="85917"/>
                  <a:pt x="142829" y="85749"/>
                </a:cubicBezTo>
                <a:cubicBezTo>
                  <a:pt x="147862" y="83569"/>
                  <a:pt x="153136" y="81894"/>
                  <a:pt x="158674" y="80716"/>
                </a:cubicBezTo>
                <a:cubicBezTo>
                  <a:pt x="164204" y="79545"/>
                  <a:pt x="169991" y="78960"/>
                  <a:pt x="176026" y="78960"/>
                </a:cubicBezTo>
                <a:cubicBezTo>
                  <a:pt x="179544" y="78960"/>
                  <a:pt x="182895" y="79209"/>
                  <a:pt x="186084" y="79714"/>
                </a:cubicBezTo>
                <a:cubicBezTo>
                  <a:pt x="189434" y="80050"/>
                  <a:pt x="192704" y="80548"/>
                  <a:pt x="195886" y="81221"/>
                </a:cubicBezTo>
                <a:cubicBezTo>
                  <a:pt x="196728" y="81557"/>
                  <a:pt x="197481" y="82062"/>
                  <a:pt x="198154" y="82728"/>
                </a:cubicBezTo>
                <a:cubicBezTo>
                  <a:pt x="198820" y="83569"/>
                  <a:pt x="199156" y="84410"/>
                  <a:pt x="199156" y="85244"/>
                </a:cubicBezTo>
                <a:cubicBezTo>
                  <a:pt x="199156" y="86919"/>
                  <a:pt x="198652" y="88097"/>
                  <a:pt x="197649" y="88763"/>
                </a:cubicBezTo>
                <a:cubicBezTo>
                  <a:pt x="196640" y="89604"/>
                  <a:pt x="195382" y="89853"/>
                  <a:pt x="193875" y="89523"/>
                </a:cubicBezTo>
                <a:cubicBezTo>
                  <a:pt x="191190" y="88850"/>
                  <a:pt x="188344" y="88265"/>
                  <a:pt x="185323" y="87760"/>
                </a:cubicBezTo>
                <a:cubicBezTo>
                  <a:pt x="182309" y="87424"/>
                  <a:pt x="179208" y="87256"/>
                  <a:pt x="176026" y="87256"/>
                </a:cubicBezTo>
                <a:cubicBezTo>
                  <a:pt x="170825" y="87256"/>
                  <a:pt x="165711" y="87760"/>
                  <a:pt x="160686" y="88763"/>
                </a:cubicBezTo>
                <a:cubicBezTo>
                  <a:pt x="155821" y="89772"/>
                  <a:pt x="151125" y="91279"/>
                  <a:pt x="146604" y="93291"/>
                </a:cubicBezTo>
                <a:cubicBezTo>
                  <a:pt x="144760" y="93964"/>
                  <a:pt x="143246" y="93964"/>
                  <a:pt x="142076" y="93291"/>
                </a:cubicBezTo>
                <a:cubicBezTo>
                  <a:pt x="140898" y="92457"/>
                  <a:pt x="140313" y="91111"/>
                  <a:pt x="140313" y="89267"/>
                </a:cubicBezTo>
                <a:close/>
                <a:moveTo>
                  <a:pt x="140313" y="144336"/>
                </a:moveTo>
                <a:cubicBezTo>
                  <a:pt x="140313" y="143502"/>
                  <a:pt x="140569" y="142661"/>
                  <a:pt x="141066" y="141827"/>
                </a:cubicBezTo>
                <a:cubicBezTo>
                  <a:pt x="141403" y="141154"/>
                  <a:pt x="141988" y="140649"/>
                  <a:pt x="142829" y="140313"/>
                </a:cubicBezTo>
                <a:cubicBezTo>
                  <a:pt x="147694" y="138133"/>
                  <a:pt x="152968" y="136546"/>
                  <a:pt x="158674" y="135536"/>
                </a:cubicBezTo>
                <a:cubicBezTo>
                  <a:pt x="164373" y="134534"/>
                  <a:pt x="170152" y="134029"/>
                  <a:pt x="176026" y="134029"/>
                </a:cubicBezTo>
                <a:cubicBezTo>
                  <a:pt x="179544" y="134029"/>
                  <a:pt x="182895" y="134197"/>
                  <a:pt x="186084" y="134534"/>
                </a:cubicBezTo>
                <a:cubicBezTo>
                  <a:pt x="189434" y="134863"/>
                  <a:pt x="192704" y="135456"/>
                  <a:pt x="195886" y="136289"/>
                </a:cubicBezTo>
                <a:cubicBezTo>
                  <a:pt x="196728" y="136626"/>
                  <a:pt x="197481" y="137131"/>
                  <a:pt x="198154" y="137804"/>
                </a:cubicBezTo>
                <a:cubicBezTo>
                  <a:pt x="198820" y="138469"/>
                  <a:pt x="199156" y="139311"/>
                  <a:pt x="199156" y="140313"/>
                </a:cubicBezTo>
                <a:cubicBezTo>
                  <a:pt x="199156" y="141827"/>
                  <a:pt x="198652" y="142998"/>
                  <a:pt x="197649" y="143839"/>
                </a:cubicBezTo>
                <a:cubicBezTo>
                  <a:pt x="196640" y="144504"/>
                  <a:pt x="195382" y="144673"/>
                  <a:pt x="193875" y="144336"/>
                </a:cubicBezTo>
                <a:cubicBezTo>
                  <a:pt x="191190" y="143671"/>
                  <a:pt x="188344" y="143166"/>
                  <a:pt x="185323" y="142829"/>
                </a:cubicBezTo>
                <a:cubicBezTo>
                  <a:pt x="182309" y="142493"/>
                  <a:pt x="179208" y="142325"/>
                  <a:pt x="176026" y="142325"/>
                </a:cubicBezTo>
                <a:cubicBezTo>
                  <a:pt x="170825" y="142325"/>
                  <a:pt x="165799" y="142829"/>
                  <a:pt x="160934" y="143839"/>
                </a:cubicBezTo>
                <a:cubicBezTo>
                  <a:pt x="155909" y="144841"/>
                  <a:pt x="151125" y="146267"/>
                  <a:pt x="146604" y="148111"/>
                </a:cubicBezTo>
                <a:cubicBezTo>
                  <a:pt x="144760" y="148945"/>
                  <a:pt x="143246" y="149033"/>
                  <a:pt x="142076" y="148360"/>
                </a:cubicBezTo>
                <a:cubicBezTo>
                  <a:pt x="140898" y="147526"/>
                  <a:pt x="140313" y="146180"/>
                  <a:pt x="140313" y="144336"/>
                </a:cubicBezTo>
                <a:close/>
                <a:moveTo>
                  <a:pt x="140313" y="116926"/>
                </a:moveTo>
                <a:cubicBezTo>
                  <a:pt x="140313" y="116260"/>
                  <a:pt x="140569" y="115507"/>
                  <a:pt x="141066" y="114666"/>
                </a:cubicBezTo>
                <a:cubicBezTo>
                  <a:pt x="141403" y="113993"/>
                  <a:pt x="141988" y="113495"/>
                  <a:pt x="142829" y="113159"/>
                </a:cubicBezTo>
                <a:cubicBezTo>
                  <a:pt x="147862" y="110979"/>
                  <a:pt x="153136" y="109384"/>
                  <a:pt x="158674" y="108382"/>
                </a:cubicBezTo>
                <a:cubicBezTo>
                  <a:pt x="164204" y="107204"/>
                  <a:pt x="169991" y="106619"/>
                  <a:pt x="176026" y="106619"/>
                </a:cubicBezTo>
                <a:cubicBezTo>
                  <a:pt x="179544" y="106619"/>
                  <a:pt x="182895" y="106787"/>
                  <a:pt x="186084" y="107124"/>
                </a:cubicBezTo>
                <a:cubicBezTo>
                  <a:pt x="189434" y="107460"/>
                  <a:pt x="192704" y="108046"/>
                  <a:pt x="195886" y="108879"/>
                </a:cubicBezTo>
                <a:cubicBezTo>
                  <a:pt x="196728" y="109216"/>
                  <a:pt x="197481" y="109721"/>
                  <a:pt x="198154" y="110394"/>
                </a:cubicBezTo>
                <a:cubicBezTo>
                  <a:pt x="198820" y="111059"/>
                  <a:pt x="199156" y="111901"/>
                  <a:pt x="199156" y="112903"/>
                </a:cubicBezTo>
                <a:cubicBezTo>
                  <a:pt x="199156" y="114417"/>
                  <a:pt x="198652" y="115587"/>
                  <a:pt x="197649" y="116429"/>
                </a:cubicBezTo>
                <a:cubicBezTo>
                  <a:pt x="196640" y="117263"/>
                  <a:pt x="195382" y="117431"/>
                  <a:pt x="193875" y="116926"/>
                </a:cubicBezTo>
                <a:cubicBezTo>
                  <a:pt x="191190" y="116260"/>
                  <a:pt x="188344" y="115756"/>
                  <a:pt x="185323" y="115419"/>
                </a:cubicBezTo>
                <a:cubicBezTo>
                  <a:pt x="182309" y="115083"/>
                  <a:pt x="179208" y="114914"/>
                  <a:pt x="176026" y="114914"/>
                </a:cubicBezTo>
                <a:cubicBezTo>
                  <a:pt x="170825" y="114914"/>
                  <a:pt x="165711" y="115419"/>
                  <a:pt x="160686" y="116429"/>
                </a:cubicBezTo>
                <a:cubicBezTo>
                  <a:pt x="155821" y="117431"/>
                  <a:pt x="151125" y="118857"/>
                  <a:pt x="146604" y="120701"/>
                </a:cubicBezTo>
                <a:cubicBezTo>
                  <a:pt x="144760" y="121542"/>
                  <a:pt x="143246" y="121542"/>
                  <a:pt x="142076" y="120701"/>
                </a:cubicBezTo>
                <a:cubicBezTo>
                  <a:pt x="140898" y="120028"/>
                  <a:pt x="140313" y="118770"/>
                  <a:pt x="140313" y="11692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841226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600" dirty="0"/>
          </a:p>
        </p:txBody>
      </p:sp>
      <p:sp>
        <p:nvSpPr>
          <p:cNvPr id="163" name="圖示 稽核"/>
          <p:cNvSpPr/>
          <p:nvPr/>
        </p:nvSpPr>
        <p:spPr>
          <a:xfrm>
            <a:off x="897185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14745"/>
                </a:moveTo>
                <a:cubicBezTo>
                  <a:pt x="117350" y="214577"/>
                  <a:pt x="116509" y="214328"/>
                  <a:pt x="115675" y="213992"/>
                </a:cubicBezTo>
                <a:cubicBezTo>
                  <a:pt x="94044" y="206281"/>
                  <a:pt x="76861" y="192873"/>
                  <a:pt x="64125" y="173758"/>
                </a:cubicBezTo>
                <a:cubicBezTo>
                  <a:pt x="51550" y="154482"/>
                  <a:pt x="45266" y="133444"/>
                  <a:pt x="45266" y="110642"/>
                </a:cubicBezTo>
                <a:lnTo>
                  <a:pt x="45266" y="63869"/>
                </a:lnTo>
                <a:cubicBezTo>
                  <a:pt x="45266" y="60855"/>
                  <a:pt x="46100" y="58090"/>
                  <a:pt x="47776" y="55574"/>
                </a:cubicBezTo>
                <a:cubicBezTo>
                  <a:pt x="49619" y="53057"/>
                  <a:pt x="51887" y="51214"/>
                  <a:pt x="54564" y="50043"/>
                </a:cubicBezTo>
                <a:lnTo>
                  <a:pt x="115675" y="27410"/>
                </a:lnTo>
                <a:cubicBezTo>
                  <a:pt x="117519" y="26905"/>
                  <a:pt x="119194" y="26657"/>
                  <a:pt x="120701" y="26657"/>
                </a:cubicBezTo>
                <a:cubicBezTo>
                  <a:pt x="122208" y="26657"/>
                  <a:pt x="123883" y="26905"/>
                  <a:pt x="125734" y="27410"/>
                </a:cubicBezTo>
                <a:lnTo>
                  <a:pt x="186838" y="50043"/>
                </a:lnTo>
                <a:cubicBezTo>
                  <a:pt x="189515" y="51214"/>
                  <a:pt x="191783" y="53057"/>
                  <a:pt x="193626" y="55574"/>
                </a:cubicBezTo>
                <a:cubicBezTo>
                  <a:pt x="195301" y="58090"/>
                  <a:pt x="196142" y="60855"/>
                  <a:pt x="196142" y="63869"/>
                </a:cubicBezTo>
                <a:lnTo>
                  <a:pt x="196142" y="110642"/>
                </a:lnTo>
                <a:cubicBezTo>
                  <a:pt x="196142" y="121206"/>
                  <a:pt x="194884" y="131849"/>
                  <a:pt x="192368" y="142581"/>
                </a:cubicBezTo>
                <a:cubicBezTo>
                  <a:pt x="189683" y="153136"/>
                  <a:pt x="185155" y="163283"/>
                  <a:pt x="178791" y="173004"/>
                </a:cubicBezTo>
                <a:cubicBezTo>
                  <a:pt x="177613" y="174848"/>
                  <a:pt x="175938" y="175857"/>
                  <a:pt x="173758" y="176026"/>
                </a:cubicBezTo>
                <a:cubicBezTo>
                  <a:pt x="171746" y="176187"/>
                  <a:pt x="169903" y="175601"/>
                  <a:pt x="168228" y="174263"/>
                </a:cubicBezTo>
                <a:lnTo>
                  <a:pt x="140313" y="147101"/>
                </a:lnTo>
                <a:cubicBezTo>
                  <a:pt x="137299" y="148945"/>
                  <a:pt x="134110" y="150459"/>
                  <a:pt x="130759" y="151629"/>
                </a:cubicBezTo>
                <a:cubicBezTo>
                  <a:pt x="127577" y="152807"/>
                  <a:pt x="124219" y="153392"/>
                  <a:pt x="120701" y="153392"/>
                </a:cubicBezTo>
                <a:cubicBezTo>
                  <a:pt x="111484" y="153392"/>
                  <a:pt x="103605" y="150203"/>
                  <a:pt x="97065" y="143839"/>
                </a:cubicBezTo>
                <a:cubicBezTo>
                  <a:pt x="90694" y="137299"/>
                  <a:pt x="87512" y="129421"/>
                  <a:pt x="87512" y="120196"/>
                </a:cubicBezTo>
                <a:cubicBezTo>
                  <a:pt x="87512" y="110979"/>
                  <a:pt x="90694" y="103100"/>
                  <a:pt x="97065" y="96561"/>
                </a:cubicBezTo>
                <a:cubicBezTo>
                  <a:pt x="103605" y="90189"/>
                  <a:pt x="111484" y="87007"/>
                  <a:pt x="120701" y="87007"/>
                </a:cubicBezTo>
                <a:cubicBezTo>
                  <a:pt x="129918" y="87007"/>
                  <a:pt x="137804" y="90189"/>
                  <a:pt x="144336" y="96561"/>
                </a:cubicBezTo>
                <a:cubicBezTo>
                  <a:pt x="150708" y="103100"/>
                  <a:pt x="153897" y="110979"/>
                  <a:pt x="153897" y="120196"/>
                </a:cubicBezTo>
                <a:cubicBezTo>
                  <a:pt x="153897" y="123554"/>
                  <a:pt x="153392" y="126816"/>
                  <a:pt x="152383" y="130006"/>
                </a:cubicBezTo>
                <a:cubicBezTo>
                  <a:pt x="151381" y="133188"/>
                  <a:pt x="149954" y="136121"/>
                  <a:pt x="148111" y="138806"/>
                </a:cubicBezTo>
                <a:lnTo>
                  <a:pt x="172002" y="161944"/>
                </a:lnTo>
                <a:cubicBezTo>
                  <a:pt x="176026" y="154731"/>
                  <a:pt x="179120" y="146684"/>
                  <a:pt x="181300" y="137804"/>
                </a:cubicBezTo>
                <a:cubicBezTo>
                  <a:pt x="183648" y="129084"/>
                  <a:pt x="184826" y="120028"/>
                  <a:pt x="184826" y="110642"/>
                </a:cubicBezTo>
                <a:lnTo>
                  <a:pt x="184826" y="63372"/>
                </a:lnTo>
                <a:cubicBezTo>
                  <a:pt x="184826" y="62699"/>
                  <a:pt x="184570" y="62113"/>
                  <a:pt x="184072" y="61609"/>
                </a:cubicBezTo>
                <a:cubicBezTo>
                  <a:pt x="183736" y="61104"/>
                  <a:pt x="183312" y="60687"/>
                  <a:pt x="182814" y="60350"/>
                </a:cubicBezTo>
                <a:lnTo>
                  <a:pt x="121710" y="38222"/>
                </a:lnTo>
                <a:cubicBezTo>
                  <a:pt x="121374" y="38222"/>
                  <a:pt x="121037" y="38222"/>
                  <a:pt x="120701" y="38222"/>
                </a:cubicBezTo>
                <a:cubicBezTo>
                  <a:pt x="120364" y="38222"/>
                  <a:pt x="120028" y="38222"/>
                  <a:pt x="119699" y="38222"/>
                </a:cubicBezTo>
                <a:lnTo>
                  <a:pt x="58587" y="60350"/>
                </a:lnTo>
                <a:cubicBezTo>
                  <a:pt x="58090" y="60687"/>
                  <a:pt x="57585" y="61104"/>
                  <a:pt x="57081" y="61609"/>
                </a:cubicBezTo>
                <a:cubicBezTo>
                  <a:pt x="56744" y="62113"/>
                  <a:pt x="56576" y="62699"/>
                  <a:pt x="56576" y="63372"/>
                </a:cubicBezTo>
                <a:lnTo>
                  <a:pt x="56576" y="110642"/>
                </a:lnTo>
                <a:cubicBezTo>
                  <a:pt x="56576" y="132098"/>
                  <a:pt x="62611" y="151549"/>
                  <a:pt x="74681" y="168981"/>
                </a:cubicBezTo>
                <a:cubicBezTo>
                  <a:pt x="86583" y="186245"/>
                  <a:pt x="101923" y="197986"/>
                  <a:pt x="120701" y="204189"/>
                </a:cubicBezTo>
                <a:cubicBezTo>
                  <a:pt x="124556" y="203011"/>
                  <a:pt x="128996" y="201168"/>
                  <a:pt x="134029" y="198652"/>
                </a:cubicBezTo>
                <a:cubicBezTo>
                  <a:pt x="138886" y="195974"/>
                  <a:pt x="143414" y="193041"/>
                  <a:pt x="147606" y="189851"/>
                </a:cubicBezTo>
                <a:cubicBezTo>
                  <a:pt x="148784" y="188849"/>
                  <a:pt x="150123" y="188344"/>
                  <a:pt x="151629" y="188344"/>
                </a:cubicBezTo>
                <a:cubicBezTo>
                  <a:pt x="153305" y="188513"/>
                  <a:pt x="154651" y="189266"/>
                  <a:pt x="155653" y="190605"/>
                </a:cubicBezTo>
                <a:cubicBezTo>
                  <a:pt x="156662" y="191951"/>
                  <a:pt x="156992" y="193458"/>
                  <a:pt x="156662" y="195133"/>
                </a:cubicBezTo>
                <a:cubicBezTo>
                  <a:pt x="156494" y="196640"/>
                  <a:pt x="155741" y="197898"/>
                  <a:pt x="154395" y="198908"/>
                </a:cubicBezTo>
                <a:cubicBezTo>
                  <a:pt x="149874" y="202258"/>
                  <a:pt x="145258" y="205111"/>
                  <a:pt x="140569" y="207452"/>
                </a:cubicBezTo>
                <a:cubicBezTo>
                  <a:pt x="135873" y="209968"/>
                  <a:pt x="131008" y="212236"/>
                  <a:pt x="125982" y="214248"/>
                </a:cubicBezTo>
                <a:cubicBezTo>
                  <a:pt x="124973" y="214409"/>
                  <a:pt x="124051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  <a:moveTo>
                  <a:pt x="136041" y="135792"/>
                </a:moveTo>
                <a:cubicBezTo>
                  <a:pt x="140401" y="131600"/>
                  <a:pt x="142581" y="126399"/>
                  <a:pt x="142581" y="120196"/>
                </a:cubicBezTo>
                <a:cubicBezTo>
                  <a:pt x="142581" y="114161"/>
                  <a:pt x="140401" y="109048"/>
                  <a:pt x="136041" y="104856"/>
                </a:cubicBezTo>
                <a:cubicBezTo>
                  <a:pt x="131681" y="100504"/>
                  <a:pt x="126568" y="98324"/>
                  <a:pt x="120701" y="98324"/>
                </a:cubicBezTo>
                <a:cubicBezTo>
                  <a:pt x="114666" y="98324"/>
                  <a:pt x="109552" y="100504"/>
                  <a:pt x="105361" y="104856"/>
                </a:cubicBezTo>
                <a:cubicBezTo>
                  <a:pt x="101001" y="109048"/>
                  <a:pt x="98821" y="114161"/>
                  <a:pt x="98821" y="120196"/>
                </a:cubicBezTo>
                <a:cubicBezTo>
                  <a:pt x="98821" y="126399"/>
                  <a:pt x="101001" y="131600"/>
                  <a:pt x="105361" y="135792"/>
                </a:cubicBezTo>
                <a:cubicBezTo>
                  <a:pt x="109721" y="139815"/>
                  <a:pt x="114834" y="141827"/>
                  <a:pt x="120701" y="141827"/>
                </a:cubicBezTo>
                <a:cubicBezTo>
                  <a:pt x="126736" y="141827"/>
                  <a:pt x="131849" y="139815"/>
                  <a:pt x="136041" y="135792"/>
                </a:cubicBezTo>
                <a:close/>
                <a:moveTo>
                  <a:pt x="120452" y="12095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885603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600" dirty="0"/>
          </a:p>
        </p:txBody>
      </p:sp>
      <p:sp>
        <p:nvSpPr>
          <p:cNvPr id="165" name="圖示 里程碑"/>
          <p:cNvSpPr/>
          <p:nvPr/>
        </p:nvSpPr>
        <p:spPr>
          <a:xfrm>
            <a:off x="540100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6634" y="130510"/>
                </a:moveTo>
                <a:lnTo>
                  <a:pt x="66634" y="202931"/>
                </a:lnTo>
                <a:cubicBezTo>
                  <a:pt x="66634" y="204606"/>
                  <a:pt x="66137" y="205945"/>
                  <a:pt x="65127" y="206954"/>
                </a:cubicBezTo>
                <a:cubicBezTo>
                  <a:pt x="63957" y="208125"/>
                  <a:pt x="62611" y="208710"/>
                  <a:pt x="61104" y="208710"/>
                </a:cubicBezTo>
                <a:cubicBezTo>
                  <a:pt x="59429" y="208710"/>
                  <a:pt x="58002" y="208125"/>
                  <a:pt x="56832" y="206954"/>
                </a:cubicBezTo>
                <a:cubicBezTo>
                  <a:pt x="55822" y="205945"/>
                  <a:pt x="55325" y="204606"/>
                  <a:pt x="55325" y="202931"/>
                </a:cubicBezTo>
                <a:lnTo>
                  <a:pt x="55325" y="52552"/>
                </a:lnTo>
                <a:cubicBezTo>
                  <a:pt x="55325" y="50541"/>
                  <a:pt x="55991" y="48785"/>
                  <a:pt x="57337" y="47278"/>
                </a:cubicBezTo>
                <a:cubicBezTo>
                  <a:pt x="58843" y="45932"/>
                  <a:pt x="60599" y="45266"/>
                  <a:pt x="62611" y="45266"/>
                </a:cubicBezTo>
                <a:lnTo>
                  <a:pt x="127745" y="45266"/>
                </a:lnTo>
                <a:cubicBezTo>
                  <a:pt x="129421" y="45266"/>
                  <a:pt x="130927" y="45764"/>
                  <a:pt x="132266" y="46773"/>
                </a:cubicBezTo>
                <a:cubicBezTo>
                  <a:pt x="133612" y="47944"/>
                  <a:pt x="134446" y="49370"/>
                  <a:pt x="134783" y="51045"/>
                </a:cubicBezTo>
                <a:lnTo>
                  <a:pt x="138301" y="66385"/>
                </a:lnTo>
                <a:lnTo>
                  <a:pt x="188849" y="66385"/>
                </a:lnTo>
                <a:cubicBezTo>
                  <a:pt x="190861" y="66385"/>
                  <a:pt x="192617" y="67139"/>
                  <a:pt x="194131" y="68646"/>
                </a:cubicBezTo>
                <a:cubicBezTo>
                  <a:pt x="195469" y="69992"/>
                  <a:pt x="196142" y="71667"/>
                  <a:pt x="196142" y="73679"/>
                </a:cubicBezTo>
                <a:lnTo>
                  <a:pt x="196142" y="144336"/>
                </a:lnTo>
                <a:cubicBezTo>
                  <a:pt x="196142" y="146348"/>
                  <a:pt x="195469" y="148023"/>
                  <a:pt x="194131" y="149369"/>
                </a:cubicBezTo>
                <a:cubicBezTo>
                  <a:pt x="192617" y="150876"/>
                  <a:pt x="190861" y="151629"/>
                  <a:pt x="188849" y="151629"/>
                </a:cubicBezTo>
                <a:lnTo>
                  <a:pt x="145090" y="151629"/>
                </a:lnTo>
                <a:cubicBezTo>
                  <a:pt x="143414" y="151629"/>
                  <a:pt x="141908" y="151125"/>
                  <a:pt x="140569" y="150123"/>
                </a:cubicBezTo>
                <a:cubicBezTo>
                  <a:pt x="139223" y="149113"/>
                  <a:pt x="138389" y="147694"/>
                  <a:pt x="138052" y="145850"/>
                </a:cubicBezTo>
                <a:lnTo>
                  <a:pt x="134534" y="130510"/>
                </a:lnTo>
                <a:lnTo>
                  <a:pt x="66634" y="130510"/>
                </a:lnTo>
                <a:close/>
                <a:moveTo>
                  <a:pt x="149113" y="140064"/>
                </a:moveTo>
                <a:lnTo>
                  <a:pt x="184826" y="140064"/>
                </a:lnTo>
                <a:lnTo>
                  <a:pt x="184826" y="77951"/>
                </a:lnTo>
                <a:lnTo>
                  <a:pt x="134278" y="77951"/>
                </a:lnTo>
                <a:cubicBezTo>
                  <a:pt x="132603" y="77951"/>
                  <a:pt x="131096" y="77453"/>
                  <a:pt x="129757" y="76444"/>
                </a:cubicBezTo>
                <a:cubicBezTo>
                  <a:pt x="128411" y="75273"/>
                  <a:pt x="127577" y="73847"/>
                  <a:pt x="127241" y="72172"/>
                </a:cubicBezTo>
                <a:lnTo>
                  <a:pt x="123722" y="56576"/>
                </a:lnTo>
                <a:lnTo>
                  <a:pt x="66634" y="56576"/>
                </a:lnTo>
                <a:lnTo>
                  <a:pt x="66634" y="118938"/>
                </a:lnTo>
                <a:lnTo>
                  <a:pt x="138557" y="118938"/>
                </a:lnTo>
                <a:cubicBezTo>
                  <a:pt x="140232" y="118938"/>
                  <a:pt x="141739" y="119443"/>
                  <a:pt x="143078" y="120452"/>
                </a:cubicBezTo>
                <a:cubicBezTo>
                  <a:pt x="144424" y="121454"/>
                  <a:pt x="145258" y="122881"/>
                  <a:pt x="145594" y="124724"/>
                </a:cubicBezTo>
                <a:lnTo>
                  <a:pt x="149113" y="140064"/>
                </a:lnTo>
                <a:close/>
                <a:moveTo>
                  <a:pt x="125734" y="9832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424282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00" dirty="0"/>
          </a:p>
        </p:txBody>
      </p:sp>
      <p:sp>
        <p:nvSpPr>
          <p:cNvPr id="167" name="圖示 循環"/>
          <p:cNvSpPr/>
          <p:nvPr/>
        </p:nvSpPr>
        <p:spPr>
          <a:xfrm>
            <a:off x="98387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4067" y="121206"/>
                </a:moveTo>
                <a:cubicBezTo>
                  <a:pt x="54067" y="124556"/>
                  <a:pt x="54315" y="127994"/>
                  <a:pt x="54820" y="131513"/>
                </a:cubicBezTo>
                <a:cubicBezTo>
                  <a:pt x="55325" y="134863"/>
                  <a:pt x="56078" y="138052"/>
                  <a:pt x="57081" y="141066"/>
                </a:cubicBezTo>
                <a:cubicBezTo>
                  <a:pt x="57417" y="142581"/>
                  <a:pt x="57337" y="144087"/>
                  <a:pt x="56832" y="145594"/>
                </a:cubicBezTo>
                <a:cubicBezTo>
                  <a:pt x="56159" y="147101"/>
                  <a:pt x="55157" y="148191"/>
                  <a:pt x="53811" y="148864"/>
                </a:cubicBezTo>
                <a:cubicBezTo>
                  <a:pt x="52304" y="149369"/>
                  <a:pt x="50877" y="149369"/>
                  <a:pt x="49539" y="148864"/>
                </a:cubicBezTo>
                <a:cubicBezTo>
                  <a:pt x="48032" y="148191"/>
                  <a:pt x="47022" y="147101"/>
                  <a:pt x="46517" y="145594"/>
                </a:cubicBezTo>
                <a:cubicBezTo>
                  <a:pt x="45179" y="141571"/>
                  <a:pt x="44257" y="137548"/>
                  <a:pt x="43752" y="133524"/>
                </a:cubicBezTo>
                <a:cubicBezTo>
                  <a:pt x="43087" y="129501"/>
                  <a:pt x="42750" y="125397"/>
                  <a:pt x="42750" y="121206"/>
                </a:cubicBezTo>
                <a:cubicBezTo>
                  <a:pt x="42750" y="99743"/>
                  <a:pt x="50372" y="81389"/>
                  <a:pt x="65632" y="66137"/>
                </a:cubicBezTo>
                <a:cubicBezTo>
                  <a:pt x="80884" y="50877"/>
                  <a:pt x="99245" y="43255"/>
                  <a:pt x="120701" y="43255"/>
                </a:cubicBezTo>
                <a:lnTo>
                  <a:pt x="135287" y="43255"/>
                </a:lnTo>
                <a:lnTo>
                  <a:pt x="117182" y="25150"/>
                </a:lnTo>
                <a:cubicBezTo>
                  <a:pt x="116173" y="24140"/>
                  <a:pt x="115675" y="22970"/>
                  <a:pt x="115675" y="21624"/>
                </a:cubicBezTo>
                <a:cubicBezTo>
                  <a:pt x="115675" y="20285"/>
                  <a:pt x="116173" y="19027"/>
                  <a:pt x="117182" y="17856"/>
                </a:cubicBezTo>
                <a:cubicBezTo>
                  <a:pt x="118353" y="16847"/>
                  <a:pt x="119611" y="16342"/>
                  <a:pt x="120950" y="16342"/>
                </a:cubicBezTo>
                <a:cubicBezTo>
                  <a:pt x="122464" y="16342"/>
                  <a:pt x="123722" y="16847"/>
                  <a:pt x="124724" y="17856"/>
                </a:cubicBezTo>
                <a:lnTo>
                  <a:pt x="150876" y="43752"/>
                </a:lnTo>
                <a:cubicBezTo>
                  <a:pt x="152215" y="45266"/>
                  <a:pt x="152888" y="46942"/>
                  <a:pt x="152888" y="48785"/>
                </a:cubicBezTo>
                <a:cubicBezTo>
                  <a:pt x="152888" y="50797"/>
                  <a:pt x="152215" y="52472"/>
                  <a:pt x="150876" y="53811"/>
                </a:cubicBezTo>
                <a:lnTo>
                  <a:pt x="124973" y="79714"/>
                </a:lnTo>
                <a:cubicBezTo>
                  <a:pt x="123971" y="80716"/>
                  <a:pt x="122712" y="81221"/>
                  <a:pt x="121206" y="81221"/>
                </a:cubicBezTo>
                <a:cubicBezTo>
                  <a:pt x="119699" y="81221"/>
                  <a:pt x="118353" y="80716"/>
                  <a:pt x="117182" y="79714"/>
                </a:cubicBezTo>
                <a:cubicBezTo>
                  <a:pt x="116173" y="78704"/>
                  <a:pt x="115675" y="77453"/>
                  <a:pt x="115675" y="75939"/>
                </a:cubicBezTo>
                <a:cubicBezTo>
                  <a:pt x="115675" y="74432"/>
                  <a:pt x="116173" y="73093"/>
                  <a:pt x="117182" y="71916"/>
                </a:cubicBezTo>
                <a:lnTo>
                  <a:pt x="134783" y="54564"/>
                </a:lnTo>
                <a:lnTo>
                  <a:pt x="120701" y="54564"/>
                </a:lnTo>
                <a:cubicBezTo>
                  <a:pt x="102427" y="54564"/>
                  <a:pt x="86751" y="61104"/>
                  <a:pt x="73679" y="74183"/>
                </a:cubicBezTo>
                <a:cubicBezTo>
                  <a:pt x="60599" y="87256"/>
                  <a:pt x="54067" y="102932"/>
                  <a:pt x="54067" y="121206"/>
                </a:cubicBezTo>
                <a:close/>
                <a:moveTo>
                  <a:pt x="187335" y="120701"/>
                </a:moveTo>
                <a:cubicBezTo>
                  <a:pt x="187335" y="117350"/>
                  <a:pt x="187086" y="113993"/>
                  <a:pt x="186581" y="110642"/>
                </a:cubicBezTo>
                <a:cubicBezTo>
                  <a:pt x="186084" y="107292"/>
                  <a:pt x="185323" y="104022"/>
                  <a:pt x="184321" y="100833"/>
                </a:cubicBezTo>
                <a:cubicBezTo>
                  <a:pt x="183816" y="99158"/>
                  <a:pt x="183904" y="97651"/>
                  <a:pt x="184570" y="96312"/>
                </a:cubicBezTo>
                <a:cubicBezTo>
                  <a:pt x="185075" y="94798"/>
                  <a:pt x="186084" y="93708"/>
                  <a:pt x="187591" y="93042"/>
                </a:cubicBezTo>
                <a:cubicBezTo>
                  <a:pt x="188930" y="92369"/>
                  <a:pt x="190268" y="92369"/>
                  <a:pt x="191614" y="93042"/>
                </a:cubicBezTo>
                <a:cubicBezTo>
                  <a:pt x="192953" y="93708"/>
                  <a:pt x="193875" y="94717"/>
                  <a:pt x="194379" y="96056"/>
                </a:cubicBezTo>
                <a:cubicBezTo>
                  <a:pt x="195886" y="100079"/>
                  <a:pt x="196976" y="104103"/>
                  <a:pt x="197649" y="108126"/>
                </a:cubicBezTo>
                <a:cubicBezTo>
                  <a:pt x="198315" y="112318"/>
                  <a:pt x="198652" y="116509"/>
                  <a:pt x="198652" y="120701"/>
                </a:cubicBezTo>
                <a:cubicBezTo>
                  <a:pt x="198652" y="142156"/>
                  <a:pt x="191029" y="160517"/>
                  <a:pt x="175770" y="175770"/>
                </a:cubicBezTo>
                <a:cubicBezTo>
                  <a:pt x="160517" y="191190"/>
                  <a:pt x="142156" y="198908"/>
                  <a:pt x="120701" y="198908"/>
                </a:cubicBezTo>
                <a:lnTo>
                  <a:pt x="105866" y="198908"/>
                </a:lnTo>
                <a:lnTo>
                  <a:pt x="123722" y="216757"/>
                </a:lnTo>
                <a:cubicBezTo>
                  <a:pt x="124724" y="217766"/>
                  <a:pt x="125229" y="218937"/>
                  <a:pt x="125229" y="220283"/>
                </a:cubicBezTo>
                <a:cubicBezTo>
                  <a:pt x="125397" y="221790"/>
                  <a:pt x="124892" y="223048"/>
                  <a:pt x="123722" y="224050"/>
                </a:cubicBezTo>
                <a:cubicBezTo>
                  <a:pt x="122712" y="225059"/>
                  <a:pt x="121454" y="225557"/>
                  <a:pt x="119947" y="225557"/>
                </a:cubicBezTo>
                <a:cubicBezTo>
                  <a:pt x="118609" y="225557"/>
                  <a:pt x="117350" y="225059"/>
                  <a:pt x="116173" y="224050"/>
                </a:cubicBezTo>
                <a:lnTo>
                  <a:pt x="90277" y="198154"/>
                </a:lnTo>
                <a:cubicBezTo>
                  <a:pt x="88931" y="196808"/>
                  <a:pt x="88265" y="195133"/>
                  <a:pt x="88265" y="193121"/>
                </a:cubicBezTo>
                <a:cubicBezTo>
                  <a:pt x="88265" y="191278"/>
                  <a:pt x="88931" y="189603"/>
                  <a:pt x="90277" y="188096"/>
                </a:cubicBezTo>
                <a:lnTo>
                  <a:pt x="116173" y="161944"/>
                </a:lnTo>
                <a:cubicBezTo>
                  <a:pt x="117182" y="160934"/>
                  <a:pt x="118440" y="160430"/>
                  <a:pt x="119947" y="160430"/>
                </a:cubicBezTo>
                <a:cubicBezTo>
                  <a:pt x="121454" y="160430"/>
                  <a:pt x="122712" y="160934"/>
                  <a:pt x="123722" y="161944"/>
                </a:cubicBezTo>
                <a:cubicBezTo>
                  <a:pt x="124892" y="163114"/>
                  <a:pt x="125478" y="164373"/>
                  <a:pt x="125478" y="165711"/>
                </a:cubicBezTo>
                <a:cubicBezTo>
                  <a:pt x="125478" y="167218"/>
                  <a:pt x="124892" y="168476"/>
                  <a:pt x="123722" y="169486"/>
                </a:cubicBezTo>
                <a:lnTo>
                  <a:pt x="105866" y="187335"/>
                </a:lnTo>
                <a:lnTo>
                  <a:pt x="120701" y="187335"/>
                </a:lnTo>
                <a:cubicBezTo>
                  <a:pt x="138974" y="187335"/>
                  <a:pt x="154651" y="180802"/>
                  <a:pt x="167723" y="167723"/>
                </a:cubicBezTo>
                <a:cubicBezTo>
                  <a:pt x="180802" y="154819"/>
                  <a:pt x="187335" y="139142"/>
                  <a:pt x="187335" y="12070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86805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600" dirty="0"/>
          </a:p>
        </p:txBody>
      </p:sp>
      <p:sp>
        <p:nvSpPr>
          <p:cNvPr id="169" name="圖示 目標"/>
          <p:cNvSpPr/>
          <p:nvPr/>
        </p:nvSpPr>
        <p:spPr>
          <a:xfrm>
            <a:off x="142765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80298" y="180298"/>
                </a:moveTo>
                <a:cubicBezTo>
                  <a:pt x="196728" y="164036"/>
                  <a:pt x="204943" y="144168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234" y="36459"/>
                  <a:pt x="77366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168"/>
                  <a:pt x="44674" y="164036"/>
                  <a:pt x="61104" y="180298"/>
                </a:cubicBezTo>
                <a:cubicBezTo>
                  <a:pt x="77366" y="196728"/>
                  <a:pt x="97234" y="204943"/>
                  <a:pt x="120701" y="204943"/>
                </a:cubicBezTo>
                <a:cubicBezTo>
                  <a:pt x="144168" y="204943"/>
                  <a:pt x="164036" y="196728"/>
                  <a:pt x="180298" y="180298"/>
                </a:cubicBezTo>
                <a:close/>
                <a:moveTo>
                  <a:pt x="81477" y="159932"/>
                </a:moveTo>
                <a:cubicBezTo>
                  <a:pt x="70745" y="149201"/>
                  <a:pt x="65383" y="136121"/>
                  <a:pt x="65383" y="120701"/>
                </a:cubicBezTo>
                <a:cubicBezTo>
                  <a:pt x="65383" y="105280"/>
                  <a:pt x="70745" y="92201"/>
                  <a:pt x="81477" y="81477"/>
                </a:cubicBezTo>
                <a:cubicBezTo>
                  <a:pt x="92201" y="70745"/>
                  <a:pt x="105280" y="65383"/>
                  <a:pt x="120701" y="65383"/>
                </a:cubicBezTo>
                <a:cubicBezTo>
                  <a:pt x="136121" y="65383"/>
                  <a:pt x="149201" y="70745"/>
                  <a:pt x="159932" y="81477"/>
                </a:cubicBezTo>
                <a:cubicBezTo>
                  <a:pt x="170656" y="92201"/>
                  <a:pt x="176026" y="105280"/>
                  <a:pt x="176026" y="120701"/>
                </a:cubicBezTo>
                <a:cubicBezTo>
                  <a:pt x="176026" y="136121"/>
                  <a:pt x="170656" y="149201"/>
                  <a:pt x="159932" y="159932"/>
                </a:cubicBezTo>
                <a:cubicBezTo>
                  <a:pt x="149201" y="170656"/>
                  <a:pt x="136121" y="176026"/>
                  <a:pt x="120701" y="176026"/>
                </a:cubicBezTo>
                <a:cubicBezTo>
                  <a:pt x="105280" y="176026"/>
                  <a:pt x="92201" y="170656"/>
                  <a:pt x="81477" y="159932"/>
                </a:cubicBezTo>
                <a:close/>
                <a:moveTo>
                  <a:pt x="151885" y="151885"/>
                </a:moveTo>
                <a:cubicBezTo>
                  <a:pt x="160430" y="143334"/>
                  <a:pt x="164709" y="132939"/>
                  <a:pt x="164709" y="120701"/>
                </a:cubicBezTo>
                <a:cubicBezTo>
                  <a:pt x="164709" y="108462"/>
                  <a:pt x="160430" y="98068"/>
                  <a:pt x="151885" y="89523"/>
                </a:cubicBezTo>
                <a:cubicBezTo>
                  <a:pt x="143334" y="80972"/>
                  <a:pt x="132939" y="76693"/>
                  <a:pt x="120701" y="76693"/>
                </a:cubicBezTo>
                <a:cubicBezTo>
                  <a:pt x="108462" y="76693"/>
                  <a:pt x="98068" y="80972"/>
                  <a:pt x="89523" y="89523"/>
                </a:cubicBezTo>
                <a:cubicBezTo>
                  <a:pt x="80972" y="98068"/>
                  <a:pt x="76693" y="108462"/>
                  <a:pt x="76693" y="120701"/>
                </a:cubicBezTo>
                <a:cubicBezTo>
                  <a:pt x="76693" y="132939"/>
                  <a:pt x="80972" y="143334"/>
                  <a:pt x="89523" y="151885"/>
                </a:cubicBezTo>
                <a:cubicBezTo>
                  <a:pt x="98068" y="160430"/>
                  <a:pt x="108462" y="164709"/>
                  <a:pt x="120701" y="164709"/>
                </a:cubicBezTo>
                <a:cubicBezTo>
                  <a:pt x="132939" y="164709"/>
                  <a:pt x="143334" y="160430"/>
                  <a:pt x="151885" y="151885"/>
                </a:cubicBezTo>
                <a:close/>
                <a:moveTo>
                  <a:pt x="110138" y="131264"/>
                </a:moveTo>
                <a:cubicBezTo>
                  <a:pt x="107124" y="128411"/>
                  <a:pt x="105617" y="124892"/>
                  <a:pt x="105617" y="120701"/>
                </a:cubicBezTo>
                <a:cubicBezTo>
                  <a:pt x="105617" y="116509"/>
                  <a:pt x="107124" y="112991"/>
                  <a:pt x="110138" y="110138"/>
                </a:cubicBezTo>
                <a:cubicBezTo>
                  <a:pt x="112991" y="107124"/>
                  <a:pt x="116509" y="105617"/>
                  <a:pt x="120701" y="105617"/>
                </a:cubicBezTo>
                <a:cubicBezTo>
                  <a:pt x="124892" y="105617"/>
                  <a:pt x="128411" y="107124"/>
                  <a:pt x="131264" y="110138"/>
                </a:cubicBezTo>
                <a:cubicBezTo>
                  <a:pt x="134278" y="112991"/>
                  <a:pt x="135792" y="116509"/>
                  <a:pt x="135792" y="120701"/>
                </a:cubicBezTo>
                <a:cubicBezTo>
                  <a:pt x="135792" y="124892"/>
                  <a:pt x="134278" y="128411"/>
                  <a:pt x="131264" y="131264"/>
                </a:cubicBezTo>
                <a:cubicBezTo>
                  <a:pt x="128411" y="134278"/>
                  <a:pt x="124892" y="135792"/>
                  <a:pt x="120701" y="135792"/>
                </a:cubicBezTo>
                <a:cubicBezTo>
                  <a:pt x="116509" y="135792"/>
                  <a:pt x="112991" y="134278"/>
                  <a:pt x="110138" y="13126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131183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00" dirty="0"/>
          </a:p>
        </p:txBody>
      </p:sp>
      <p:sp>
        <p:nvSpPr>
          <p:cNvPr id="171" name="圖示 想法"/>
          <p:cNvSpPr/>
          <p:nvPr/>
        </p:nvSpPr>
        <p:spPr>
          <a:xfrm>
            <a:off x="187142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7373" y="211731"/>
                </a:moveTo>
                <a:cubicBezTo>
                  <a:pt x="103686" y="208213"/>
                  <a:pt x="101674" y="203853"/>
                  <a:pt x="101337" y="198652"/>
                </a:cubicBezTo>
                <a:lnTo>
                  <a:pt x="140064" y="198652"/>
                </a:lnTo>
                <a:cubicBezTo>
                  <a:pt x="139728" y="203853"/>
                  <a:pt x="137716" y="208213"/>
                  <a:pt x="134029" y="211731"/>
                </a:cubicBezTo>
                <a:cubicBezTo>
                  <a:pt x="130342" y="215250"/>
                  <a:pt x="125895" y="217013"/>
                  <a:pt x="120701" y="217013"/>
                </a:cubicBezTo>
                <a:cubicBezTo>
                  <a:pt x="115507" y="217013"/>
                  <a:pt x="111059" y="215250"/>
                  <a:pt x="107373" y="211731"/>
                </a:cubicBezTo>
                <a:close/>
                <a:moveTo>
                  <a:pt x="88265" y="180802"/>
                </a:moveTo>
                <a:cubicBezTo>
                  <a:pt x="86583" y="180802"/>
                  <a:pt x="85244" y="180210"/>
                  <a:pt x="84242" y="179040"/>
                </a:cubicBezTo>
                <a:cubicBezTo>
                  <a:pt x="83064" y="178037"/>
                  <a:pt x="82479" y="176691"/>
                  <a:pt x="82479" y="175016"/>
                </a:cubicBezTo>
                <a:cubicBezTo>
                  <a:pt x="82479" y="173341"/>
                  <a:pt x="83064" y="172002"/>
                  <a:pt x="84242" y="170993"/>
                </a:cubicBezTo>
                <a:cubicBezTo>
                  <a:pt x="85244" y="169822"/>
                  <a:pt x="86583" y="169230"/>
                  <a:pt x="88265" y="169230"/>
                </a:cubicBezTo>
                <a:lnTo>
                  <a:pt x="153136" y="169230"/>
                </a:lnTo>
                <a:cubicBezTo>
                  <a:pt x="154819" y="169230"/>
                  <a:pt x="156158" y="169822"/>
                  <a:pt x="157160" y="170993"/>
                </a:cubicBezTo>
                <a:cubicBezTo>
                  <a:pt x="158338" y="172002"/>
                  <a:pt x="158923" y="173341"/>
                  <a:pt x="158923" y="175016"/>
                </a:cubicBezTo>
                <a:cubicBezTo>
                  <a:pt x="158923" y="176691"/>
                  <a:pt x="158338" y="178037"/>
                  <a:pt x="157160" y="179040"/>
                </a:cubicBezTo>
                <a:cubicBezTo>
                  <a:pt x="156158" y="180210"/>
                  <a:pt x="154819" y="180802"/>
                  <a:pt x="153136" y="180802"/>
                </a:cubicBezTo>
                <a:lnTo>
                  <a:pt x="88265" y="180802"/>
                </a:lnTo>
                <a:close/>
                <a:moveTo>
                  <a:pt x="83232" y="151629"/>
                </a:moveTo>
                <a:cubicBezTo>
                  <a:pt x="73006" y="144760"/>
                  <a:pt x="64959" y="136289"/>
                  <a:pt x="59092" y="126231"/>
                </a:cubicBezTo>
                <a:cubicBezTo>
                  <a:pt x="53225" y="116173"/>
                  <a:pt x="50292" y="104944"/>
                  <a:pt x="50292" y="92537"/>
                </a:cubicBezTo>
                <a:cubicBezTo>
                  <a:pt x="50292" y="73262"/>
                  <a:pt x="57249" y="56664"/>
                  <a:pt x="71162" y="42750"/>
                </a:cubicBezTo>
                <a:cubicBezTo>
                  <a:pt x="84908" y="29005"/>
                  <a:pt x="101425" y="22128"/>
                  <a:pt x="120701" y="22128"/>
                </a:cubicBezTo>
                <a:cubicBezTo>
                  <a:pt x="139976" y="22128"/>
                  <a:pt x="156494" y="29005"/>
                  <a:pt x="170239" y="42750"/>
                </a:cubicBezTo>
                <a:cubicBezTo>
                  <a:pt x="184153" y="56664"/>
                  <a:pt x="191110" y="73262"/>
                  <a:pt x="191110" y="92537"/>
                </a:cubicBezTo>
                <a:cubicBezTo>
                  <a:pt x="191110" y="104944"/>
                  <a:pt x="188176" y="116173"/>
                  <a:pt x="182309" y="126231"/>
                </a:cubicBezTo>
                <a:cubicBezTo>
                  <a:pt x="176443" y="136289"/>
                  <a:pt x="168396" y="144760"/>
                  <a:pt x="158169" y="151629"/>
                </a:cubicBezTo>
                <a:lnTo>
                  <a:pt x="83232" y="151629"/>
                </a:lnTo>
                <a:close/>
                <a:moveTo>
                  <a:pt x="87256" y="140064"/>
                </a:moveTo>
                <a:lnTo>
                  <a:pt x="154146" y="140064"/>
                </a:lnTo>
                <a:cubicBezTo>
                  <a:pt x="162193" y="134702"/>
                  <a:pt x="168476" y="127826"/>
                  <a:pt x="173004" y="119443"/>
                </a:cubicBezTo>
                <a:cubicBezTo>
                  <a:pt x="177533" y="111059"/>
                  <a:pt x="179793" y="102091"/>
                  <a:pt x="179793" y="92537"/>
                </a:cubicBezTo>
                <a:cubicBezTo>
                  <a:pt x="179793" y="76276"/>
                  <a:pt x="174014" y="62362"/>
                  <a:pt x="162441" y="50797"/>
                </a:cubicBezTo>
                <a:cubicBezTo>
                  <a:pt x="150876" y="39231"/>
                  <a:pt x="136962" y="33445"/>
                  <a:pt x="120701" y="33445"/>
                </a:cubicBezTo>
                <a:cubicBezTo>
                  <a:pt x="104439" y="33445"/>
                  <a:pt x="90526" y="39231"/>
                  <a:pt x="78960" y="50797"/>
                </a:cubicBezTo>
                <a:cubicBezTo>
                  <a:pt x="67395" y="62362"/>
                  <a:pt x="61609" y="76276"/>
                  <a:pt x="61609" y="92537"/>
                </a:cubicBezTo>
                <a:cubicBezTo>
                  <a:pt x="61609" y="102091"/>
                  <a:pt x="63869" y="111059"/>
                  <a:pt x="68397" y="119443"/>
                </a:cubicBezTo>
                <a:cubicBezTo>
                  <a:pt x="72925" y="127826"/>
                  <a:pt x="79209" y="134702"/>
                  <a:pt x="87256" y="140064"/>
                </a:cubicBezTo>
                <a:close/>
                <a:moveTo>
                  <a:pt x="120701" y="14006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175561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00" dirty="0"/>
          </a:p>
        </p:txBody>
      </p:sp>
      <p:sp>
        <p:nvSpPr>
          <p:cNvPr id="173" name="圖示 啟動"/>
          <p:cNvSpPr/>
          <p:nvPr/>
        </p:nvSpPr>
        <p:spPr>
          <a:xfrm>
            <a:off x="231520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4937" y="119194"/>
                </a:moveTo>
                <a:cubicBezTo>
                  <a:pt x="78119" y="112822"/>
                  <a:pt x="81638" y="106539"/>
                  <a:pt x="85500" y="100335"/>
                </a:cubicBezTo>
                <a:cubicBezTo>
                  <a:pt x="89187" y="94132"/>
                  <a:pt x="93210" y="88177"/>
                  <a:pt x="97570" y="82479"/>
                </a:cubicBezTo>
                <a:lnTo>
                  <a:pt x="78704" y="78704"/>
                </a:lnTo>
                <a:cubicBezTo>
                  <a:pt x="78207" y="78536"/>
                  <a:pt x="77702" y="78536"/>
                  <a:pt x="77197" y="78704"/>
                </a:cubicBezTo>
                <a:cubicBezTo>
                  <a:pt x="76693" y="78872"/>
                  <a:pt x="76276" y="79129"/>
                  <a:pt x="75939" y="79465"/>
                </a:cubicBezTo>
                <a:lnTo>
                  <a:pt x="48529" y="106868"/>
                </a:lnTo>
                <a:cubicBezTo>
                  <a:pt x="48200" y="107036"/>
                  <a:pt x="48112" y="107292"/>
                  <a:pt x="48280" y="107629"/>
                </a:cubicBezTo>
                <a:cubicBezTo>
                  <a:pt x="48280" y="107789"/>
                  <a:pt x="48449" y="107958"/>
                  <a:pt x="48785" y="108126"/>
                </a:cubicBezTo>
                <a:lnTo>
                  <a:pt x="74937" y="119194"/>
                </a:lnTo>
                <a:close/>
                <a:moveTo>
                  <a:pt x="199156" y="40234"/>
                </a:moveTo>
                <a:cubicBezTo>
                  <a:pt x="181724" y="41404"/>
                  <a:pt x="166552" y="45010"/>
                  <a:pt x="153641" y="51045"/>
                </a:cubicBezTo>
                <a:cubicBezTo>
                  <a:pt x="140737" y="57081"/>
                  <a:pt x="128162" y="66217"/>
                  <a:pt x="115924" y="78456"/>
                </a:cubicBezTo>
                <a:cubicBezTo>
                  <a:pt x="110057" y="84322"/>
                  <a:pt x="104359" y="91367"/>
                  <a:pt x="98821" y="99582"/>
                </a:cubicBezTo>
                <a:cubicBezTo>
                  <a:pt x="93291" y="107958"/>
                  <a:pt x="88346" y="116846"/>
                  <a:pt x="83986" y="126231"/>
                </a:cubicBezTo>
                <a:lnTo>
                  <a:pt x="115924" y="158169"/>
                </a:lnTo>
                <a:cubicBezTo>
                  <a:pt x="125309" y="153809"/>
                  <a:pt x="134197" y="148864"/>
                  <a:pt x="142581" y="143334"/>
                </a:cubicBezTo>
                <a:cubicBezTo>
                  <a:pt x="150956" y="137804"/>
                  <a:pt x="158081" y="132098"/>
                  <a:pt x="163956" y="126231"/>
                </a:cubicBezTo>
                <a:cubicBezTo>
                  <a:pt x="176187" y="113993"/>
                  <a:pt x="185323" y="101506"/>
                  <a:pt x="191358" y="88763"/>
                </a:cubicBezTo>
                <a:cubicBezTo>
                  <a:pt x="197393" y="75859"/>
                  <a:pt x="200919" y="60687"/>
                  <a:pt x="201921" y="43255"/>
                </a:cubicBezTo>
                <a:cubicBezTo>
                  <a:pt x="201921" y="42918"/>
                  <a:pt x="201921" y="42494"/>
                  <a:pt x="201921" y="41997"/>
                </a:cubicBezTo>
                <a:cubicBezTo>
                  <a:pt x="201753" y="41660"/>
                  <a:pt x="201504" y="41324"/>
                  <a:pt x="201168" y="40987"/>
                </a:cubicBezTo>
                <a:cubicBezTo>
                  <a:pt x="201000" y="40651"/>
                  <a:pt x="200751" y="40482"/>
                  <a:pt x="200415" y="40482"/>
                </a:cubicBezTo>
                <a:cubicBezTo>
                  <a:pt x="200078" y="40314"/>
                  <a:pt x="199661" y="40234"/>
                  <a:pt x="199156" y="40234"/>
                </a:cubicBezTo>
                <a:close/>
                <a:moveTo>
                  <a:pt x="137043" y="89772"/>
                </a:moveTo>
                <a:cubicBezTo>
                  <a:pt x="137043" y="85412"/>
                  <a:pt x="138557" y="81725"/>
                  <a:pt x="141571" y="78704"/>
                </a:cubicBezTo>
                <a:cubicBezTo>
                  <a:pt x="144592" y="75690"/>
                  <a:pt x="148279" y="74183"/>
                  <a:pt x="152639" y="74183"/>
                </a:cubicBezTo>
                <a:cubicBezTo>
                  <a:pt x="156992" y="74183"/>
                  <a:pt x="160686" y="75690"/>
                  <a:pt x="163700" y="78704"/>
                </a:cubicBezTo>
                <a:cubicBezTo>
                  <a:pt x="166721" y="81725"/>
                  <a:pt x="168228" y="85412"/>
                  <a:pt x="168228" y="89772"/>
                </a:cubicBezTo>
                <a:cubicBezTo>
                  <a:pt x="168228" y="94300"/>
                  <a:pt x="166721" y="98068"/>
                  <a:pt x="163700" y="101089"/>
                </a:cubicBezTo>
                <a:cubicBezTo>
                  <a:pt x="160686" y="103934"/>
                  <a:pt x="156992" y="105361"/>
                  <a:pt x="152639" y="105361"/>
                </a:cubicBezTo>
                <a:cubicBezTo>
                  <a:pt x="148279" y="105361"/>
                  <a:pt x="144592" y="103934"/>
                  <a:pt x="141571" y="101089"/>
                </a:cubicBezTo>
                <a:cubicBezTo>
                  <a:pt x="138557" y="98068"/>
                  <a:pt x="137043" y="94300"/>
                  <a:pt x="137043" y="89772"/>
                </a:cubicBezTo>
                <a:close/>
                <a:moveTo>
                  <a:pt x="122961" y="167474"/>
                </a:moveTo>
                <a:lnTo>
                  <a:pt x="134029" y="193626"/>
                </a:lnTo>
                <a:cubicBezTo>
                  <a:pt x="134197" y="193794"/>
                  <a:pt x="134366" y="193875"/>
                  <a:pt x="134534" y="193875"/>
                </a:cubicBezTo>
                <a:cubicBezTo>
                  <a:pt x="134863" y="194043"/>
                  <a:pt x="135119" y="193963"/>
                  <a:pt x="135287" y="193626"/>
                </a:cubicBezTo>
                <a:lnTo>
                  <a:pt x="162697" y="166465"/>
                </a:lnTo>
                <a:cubicBezTo>
                  <a:pt x="163027" y="166128"/>
                  <a:pt x="163283" y="165711"/>
                  <a:pt x="163451" y="165206"/>
                </a:cubicBezTo>
                <a:cubicBezTo>
                  <a:pt x="163619" y="164709"/>
                  <a:pt x="163619" y="164204"/>
                  <a:pt x="163451" y="163700"/>
                </a:cubicBezTo>
                <a:lnTo>
                  <a:pt x="159932" y="144841"/>
                </a:lnTo>
                <a:cubicBezTo>
                  <a:pt x="154226" y="149033"/>
                  <a:pt x="148279" y="153056"/>
                  <a:pt x="142076" y="156911"/>
                </a:cubicBezTo>
                <a:cubicBezTo>
                  <a:pt x="135873" y="160766"/>
                  <a:pt x="129501" y="164285"/>
                  <a:pt x="122961" y="167474"/>
                </a:cubicBezTo>
                <a:close/>
                <a:moveTo>
                  <a:pt x="213743" y="35962"/>
                </a:moveTo>
                <a:cubicBezTo>
                  <a:pt x="213743" y="55405"/>
                  <a:pt x="210305" y="73093"/>
                  <a:pt x="203428" y="89019"/>
                </a:cubicBezTo>
                <a:cubicBezTo>
                  <a:pt x="196728" y="105112"/>
                  <a:pt x="186333" y="120196"/>
                  <a:pt x="172251" y="134278"/>
                </a:cubicBezTo>
                <a:cubicBezTo>
                  <a:pt x="171915" y="134614"/>
                  <a:pt x="171498" y="134951"/>
                  <a:pt x="170993" y="135287"/>
                </a:cubicBezTo>
                <a:cubicBezTo>
                  <a:pt x="170656" y="135624"/>
                  <a:pt x="170239" y="136041"/>
                  <a:pt x="169735" y="136546"/>
                </a:cubicBezTo>
                <a:lnTo>
                  <a:pt x="174767" y="161439"/>
                </a:lnTo>
                <a:cubicBezTo>
                  <a:pt x="175265" y="163787"/>
                  <a:pt x="175184" y="166128"/>
                  <a:pt x="174511" y="168476"/>
                </a:cubicBezTo>
                <a:cubicBezTo>
                  <a:pt x="173677" y="170656"/>
                  <a:pt x="172419" y="172588"/>
                  <a:pt x="170744" y="174263"/>
                </a:cubicBezTo>
                <a:lnTo>
                  <a:pt x="138301" y="206954"/>
                </a:lnTo>
                <a:cubicBezTo>
                  <a:pt x="136458" y="208798"/>
                  <a:pt x="134278" y="209463"/>
                  <a:pt x="131769" y="208966"/>
                </a:cubicBezTo>
                <a:cubicBezTo>
                  <a:pt x="129252" y="208461"/>
                  <a:pt x="127489" y="206954"/>
                  <a:pt x="126487" y="204438"/>
                </a:cubicBezTo>
                <a:lnTo>
                  <a:pt x="111652" y="169735"/>
                </a:lnTo>
                <a:lnTo>
                  <a:pt x="72420" y="130510"/>
                </a:lnTo>
                <a:lnTo>
                  <a:pt x="37717" y="115675"/>
                </a:lnTo>
                <a:cubicBezTo>
                  <a:pt x="35208" y="114666"/>
                  <a:pt x="33782" y="112903"/>
                  <a:pt x="33445" y="110394"/>
                </a:cubicBezTo>
                <a:cubicBezTo>
                  <a:pt x="32940" y="107877"/>
                  <a:pt x="33613" y="105697"/>
                  <a:pt x="35457" y="103854"/>
                </a:cubicBezTo>
                <a:lnTo>
                  <a:pt x="67892" y="71418"/>
                </a:lnTo>
                <a:cubicBezTo>
                  <a:pt x="69568" y="69736"/>
                  <a:pt x="71579" y="68565"/>
                  <a:pt x="73927" y="67892"/>
                </a:cubicBezTo>
                <a:cubicBezTo>
                  <a:pt x="76107" y="67058"/>
                  <a:pt x="78456" y="66890"/>
                  <a:pt x="80972" y="67395"/>
                </a:cubicBezTo>
                <a:lnTo>
                  <a:pt x="105866" y="72420"/>
                </a:lnTo>
                <a:cubicBezTo>
                  <a:pt x="106202" y="72084"/>
                  <a:pt x="106539" y="71747"/>
                  <a:pt x="106868" y="71418"/>
                </a:cubicBezTo>
                <a:cubicBezTo>
                  <a:pt x="107373" y="70914"/>
                  <a:pt x="107789" y="70489"/>
                  <a:pt x="108126" y="70160"/>
                </a:cubicBezTo>
                <a:cubicBezTo>
                  <a:pt x="122208" y="56078"/>
                  <a:pt x="137211" y="45683"/>
                  <a:pt x="153136" y="38975"/>
                </a:cubicBezTo>
                <a:cubicBezTo>
                  <a:pt x="169062" y="32106"/>
                  <a:pt x="186750" y="28668"/>
                  <a:pt x="206201" y="28668"/>
                </a:cubicBezTo>
                <a:cubicBezTo>
                  <a:pt x="207203" y="28668"/>
                  <a:pt x="208125" y="28837"/>
                  <a:pt x="208966" y="29173"/>
                </a:cubicBezTo>
                <a:cubicBezTo>
                  <a:pt x="209800" y="29670"/>
                  <a:pt x="210641" y="30256"/>
                  <a:pt x="211475" y="30929"/>
                </a:cubicBezTo>
                <a:cubicBezTo>
                  <a:pt x="212148" y="31770"/>
                  <a:pt x="212733" y="32604"/>
                  <a:pt x="213238" y="33445"/>
                </a:cubicBezTo>
                <a:cubicBezTo>
                  <a:pt x="213575" y="34118"/>
                  <a:pt x="213743" y="34952"/>
                  <a:pt x="213743" y="35962"/>
                </a:cubicBezTo>
                <a:close/>
                <a:moveTo>
                  <a:pt x="44008" y="160934"/>
                </a:moveTo>
                <a:cubicBezTo>
                  <a:pt x="48866" y="155909"/>
                  <a:pt x="54820" y="153392"/>
                  <a:pt x="61857" y="153392"/>
                </a:cubicBezTo>
                <a:cubicBezTo>
                  <a:pt x="68902" y="153392"/>
                  <a:pt x="74937" y="155909"/>
                  <a:pt x="79962" y="160934"/>
                </a:cubicBezTo>
                <a:cubicBezTo>
                  <a:pt x="84827" y="165799"/>
                  <a:pt x="87256" y="171746"/>
                  <a:pt x="87256" y="178791"/>
                </a:cubicBezTo>
                <a:cubicBezTo>
                  <a:pt x="87087" y="185828"/>
                  <a:pt x="84571" y="191783"/>
                  <a:pt x="79714" y="196640"/>
                </a:cubicBezTo>
                <a:cubicBezTo>
                  <a:pt x="73006" y="203348"/>
                  <a:pt x="65047" y="207452"/>
                  <a:pt x="55822" y="208966"/>
                </a:cubicBezTo>
                <a:cubicBezTo>
                  <a:pt x="46437" y="210641"/>
                  <a:pt x="37051" y="211980"/>
                  <a:pt x="27659" y="212989"/>
                </a:cubicBezTo>
                <a:cubicBezTo>
                  <a:pt x="28837" y="203597"/>
                  <a:pt x="30175" y="194211"/>
                  <a:pt x="31682" y="184826"/>
                </a:cubicBezTo>
                <a:cubicBezTo>
                  <a:pt x="33196" y="175601"/>
                  <a:pt x="37300" y="167642"/>
                  <a:pt x="44008" y="160934"/>
                </a:cubicBezTo>
                <a:close/>
                <a:moveTo>
                  <a:pt x="52055" y="169230"/>
                </a:moveTo>
                <a:cubicBezTo>
                  <a:pt x="48200" y="173253"/>
                  <a:pt x="45683" y="177869"/>
                  <a:pt x="44506" y="183063"/>
                </a:cubicBezTo>
                <a:cubicBezTo>
                  <a:pt x="43335" y="188425"/>
                  <a:pt x="42326" y="193794"/>
                  <a:pt x="41492" y="199156"/>
                </a:cubicBezTo>
                <a:cubicBezTo>
                  <a:pt x="47022" y="198315"/>
                  <a:pt x="52384" y="197313"/>
                  <a:pt x="57585" y="196142"/>
                </a:cubicBezTo>
                <a:cubicBezTo>
                  <a:pt x="62779" y="194796"/>
                  <a:pt x="67395" y="192280"/>
                  <a:pt x="71418" y="188593"/>
                </a:cubicBezTo>
                <a:cubicBezTo>
                  <a:pt x="74432" y="185916"/>
                  <a:pt x="75939" y="182646"/>
                  <a:pt x="75939" y="178791"/>
                </a:cubicBezTo>
                <a:cubicBezTo>
                  <a:pt x="75939" y="174936"/>
                  <a:pt x="74600" y="171578"/>
                  <a:pt x="71916" y="168732"/>
                </a:cubicBezTo>
                <a:cubicBezTo>
                  <a:pt x="69070" y="166048"/>
                  <a:pt x="65712" y="164709"/>
                  <a:pt x="61857" y="164709"/>
                </a:cubicBezTo>
                <a:cubicBezTo>
                  <a:pt x="58002" y="164709"/>
                  <a:pt x="54732" y="166216"/>
                  <a:pt x="52055" y="16923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219938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00" dirty="0"/>
          </a:p>
        </p:txBody>
      </p:sp>
      <p:sp>
        <p:nvSpPr>
          <p:cNvPr id="175" name="圖示 快速"/>
          <p:cNvSpPr/>
          <p:nvPr/>
        </p:nvSpPr>
        <p:spPr>
          <a:xfrm>
            <a:off x="275898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0833" y="195382"/>
                </a:moveTo>
                <a:lnTo>
                  <a:pt x="165967" y="116926"/>
                </a:lnTo>
                <a:lnTo>
                  <a:pt x="122208" y="116926"/>
                </a:lnTo>
                <a:lnTo>
                  <a:pt x="130759" y="49034"/>
                </a:lnTo>
                <a:lnTo>
                  <a:pt x="71667" y="134534"/>
                </a:lnTo>
                <a:lnTo>
                  <a:pt x="109384" y="134534"/>
                </a:lnTo>
                <a:lnTo>
                  <a:pt x="100833" y="195382"/>
                </a:lnTo>
                <a:close/>
                <a:moveTo>
                  <a:pt x="96312" y="145850"/>
                </a:moveTo>
                <a:lnTo>
                  <a:pt x="62113" y="145850"/>
                </a:lnTo>
                <a:cubicBezTo>
                  <a:pt x="59597" y="145850"/>
                  <a:pt x="57754" y="144673"/>
                  <a:pt x="56576" y="142325"/>
                </a:cubicBezTo>
                <a:cubicBezTo>
                  <a:pt x="55237" y="140145"/>
                  <a:pt x="55405" y="137965"/>
                  <a:pt x="57081" y="135792"/>
                </a:cubicBezTo>
                <a:lnTo>
                  <a:pt x="130254" y="29926"/>
                </a:lnTo>
                <a:cubicBezTo>
                  <a:pt x="131264" y="28412"/>
                  <a:pt x="132603" y="27410"/>
                  <a:pt x="134278" y="26905"/>
                </a:cubicBezTo>
                <a:cubicBezTo>
                  <a:pt x="135792" y="26401"/>
                  <a:pt x="137379" y="26488"/>
                  <a:pt x="139055" y="27161"/>
                </a:cubicBezTo>
                <a:cubicBezTo>
                  <a:pt x="140737" y="27827"/>
                  <a:pt x="141988" y="28917"/>
                  <a:pt x="142829" y="30424"/>
                </a:cubicBezTo>
                <a:cubicBezTo>
                  <a:pt x="143839" y="31938"/>
                  <a:pt x="144168" y="33526"/>
                  <a:pt x="143839" y="35208"/>
                </a:cubicBezTo>
                <a:lnTo>
                  <a:pt x="135031" y="105617"/>
                </a:lnTo>
                <a:lnTo>
                  <a:pt x="176523" y="105617"/>
                </a:lnTo>
                <a:cubicBezTo>
                  <a:pt x="179208" y="105617"/>
                  <a:pt x="181132" y="106868"/>
                  <a:pt x="182309" y="109384"/>
                </a:cubicBezTo>
                <a:cubicBezTo>
                  <a:pt x="183480" y="111732"/>
                  <a:pt x="183231" y="113993"/>
                  <a:pt x="181556" y="116173"/>
                </a:cubicBezTo>
                <a:lnTo>
                  <a:pt x="100833" y="212989"/>
                </a:lnTo>
                <a:cubicBezTo>
                  <a:pt x="99831" y="214328"/>
                  <a:pt x="98492" y="215169"/>
                  <a:pt x="96809" y="215498"/>
                </a:cubicBezTo>
                <a:cubicBezTo>
                  <a:pt x="95134" y="216003"/>
                  <a:pt x="93547" y="215923"/>
                  <a:pt x="92033" y="215250"/>
                </a:cubicBezTo>
                <a:cubicBezTo>
                  <a:pt x="90526" y="214577"/>
                  <a:pt x="89355" y="213487"/>
                  <a:pt x="88514" y="211980"/>
                </a:cubicBezTo>
                <a:cubicBezTo>
                  <a:pt x="87673" y="210473"/>
                  <a:pt x="87343" y="208798"/>
                  <a:pt x="87512" y="206954"/>
                </a:cubicBezTo>
                <a:lnTo>
                  <a:pt x="96312" y="145850"/>
                </a:lnTo>
                <a:close/>
                <a:moveTo>
                  <a:pt x="118938" y="12220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264316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600" dirty="0"/>
          </a:p>
        </p:txBody>
      </p:sp>
      <p:sp>
        <p:nvSpPr>
          <p:cNvPr id="177" name="圖示 設定"/>
          <p:cNvSpPr/>
          <p:nvPr/>
        </p:nvSpPr>
        <p:spPr>
          <a:xfrm>
            <a:off x="320275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7373" y="216259"/>
                </a:moveTo>
                <a:cubicBezTo>
                  <a:pt x="105529" y="216259"/>
                  <a:pt x="103854" y="215667"/>
                  <a:pt x="102347" y="214496"/>
                </a:cubicBezTo>
                <a:cubicBezTo>
                  <a:pt x="100833" y="213319"/>
                  <a:pt x="99999" y="211812"/>
                  <a:pt x="99831" y="209968"/>
                </a:cubicBezTo>
                <a:lnTo>
                  <a:pt x="96312" y="186084"/>
                </a:lnTo>
                <a:cubicBezTo>
                  <a:pt x="92786" y="184906"/>
                  <a:pt x="89019" y="183143"/>
                  <a:pt x="84995" y="180802"/>
                </a:cubicBezTo>
                <a:cubicBezTo>
                  <a:pt x="81140" y="178623"/>
                  <a:pt x="77783" y="176274"/>
                  <a:pt x="74937" y="173758"/>
                </a:cubicBezTo>
                <a:lnTo>
                  <a:pt x="53057" y="183816"/>
                </a:lnTo>
                <a:cubicBezTo>
                  <a:pt x="51214" y="184658"/>
                  <a:pt x="49370" y="184738"/>
                  <a:pt x="47527" y="184072"/>
                </a:cubicBezTo>
                <a:cubicBezTo>
                  <a:pt x="45683" y="183568"/>
                  <a:pt x="44257" y="182478"/>
                  <a:pt x="43255" y="180802"/>
                </a:cubicBezTo>
                <a:lnTo>
                  <a:pt x="29926" y="156911"/>
                </a:lnTo>
                <a:cubicBezTo>
                  <a:pt x="28749" y="155236"/>
                  <a:pt x="28412" y="153473"/>
                  <a:pt x="28917" y="151629"/>
                </a:cubicBezTo>
                <a:cubicBezTo>
                  <a:pt x="29422" y="149786"/>
                  <a:pt x="30424" y="148279"/>
                  <a:pt x="31938" y="147101"/>
                </a:cubicBezTo>
                <a:lnTo>
                  <a:pt x="52055" y="132266"/>
                </a:lnTo>
                <a:cubicBezTo>
                  <a:pt x="51718" y="130591"/>
                  <a:pt x="51462" y="128667"/>
                  <a:pt x="51301" y="126487"/>
                </a:cubicBezTo>
                <a:cubicBezTo>
                  <a:pt x="51133" y="124475"/>
                  <a:pt x="51045" y="122544"/>
                  <a:pt x="51045" y="120701"/>
                </a:cubicBezTo>
                <a:cubicBezTo>
                  <a:pt x="51045" y="119026"/>
                  <a:pt x="51133" y="117182"/>
                  <a:pt x="51301" y="115171"/>
                </a:cubicBezTo>
                <a:cubicBezTo>
                  <a:pt x="51462" y="112991"/>
                  <a:pt x="51718" y="110979"/>
                  <a:pt x="52055" y="109135"/>
                </a:cubicBezTo>
                <a:lnTo>
                  <a:pt x="31938" y="94300"/>
                </a:lnTo>
                <a:cubicBezTo>
                  <a:pt x="30424" y="93122"/>
                  <a:pt x="29422" y="91616"/>
                  <a:pt x="28917" y="89772"/>
                </a:cubicBezTo>
                <a:cubicBezTo>
                  <a:pt x="28580" y="87929"/>
                  <a:pt x="28917" y="86085"/>
                  <a:pt x="29926" y="84242"/>
                </a:cubicBezTo>
                <a:lnTo>
                  <a:pt x="43255" y="60855"/>
                </a:lnTo>
                <a:cubicBezTo>
                  <a:pt x="44257" y="59180"/>
                  <a:pt x="45683" y="58090"/>
                  <a:pt x="47527" y="57585"/>
                </a:cubicBezTo>
                <a:cubicBezTo>
                  <a:pt x="49370" y="56912"/>
                  <a:pt x="51214" y="57000"/>
                  <a:pt x="53057" y="57834"/>
                </a:cubicBezTo>
                <a:lnTo>
                  <a:pt x="74681" y="67644"/>
                </a:lnTo>
                <a:cubicBezTo>
                  <a:pt x="77702" y="65127"/>
                  <a:pt x="81140" y="62779"/>
                  <a:pt x="84995" y="60599"/>
                </a:cubicBezTo>
                <a:cubicBezTo>
                  <a:pt x="88850" y="58419"/>
                  <a:pt x="92537" y="56744"/>
                  <a:pt x="96056" y="55574"/>
                </a:cubicBezTo>
                <a:lnTo>
                  <a:pt x="99831" y="31433"/>
                </a:lnTo>
                <a:cubicBezTo>
                  <a:pt x="99999" y="29590"/>
                  <a:pt x="100833" y="28083"/>
                  <a:pt x="102347" y="26905"/>
                </a:cubicBezTo>
                <a:cubicBezTo>
                  <a:pt x="103854" y="25735"/>
                  <a:pt x="105529" y="25150"/>
                  <a:pt x="107373" y="25150"/>
                </a:cubicBezTo>
                <a:lnTo>
                  <a:pt x="134029" y="25150"/>
                </a:lnTo>
                <a:cubicBezTo>
                  <a:pt x="135873" y="25150"/>
                  <a:pt x="137548" y="25735"/>
                  <a:pt x="139055" y="26905"/>
                </a:cubicBezTo>
                <a:cubicBezTo>
                  <a:pt x="140569" y="28083"/>
                  <a:pt x="141403" y="29590"/>
                  <a:pt x="141571" y="31433"/>
                </a:cubicBezTo>
                <a:lnTo>
                  <a:pt x="145090" y="55574"/>
                </a:lnTo>
                <a:cubicBezTo>
                  <a:pt x="148784" y="56912"/>
                  <a:pt x="152551" y="58587"/>
                  <a:pt x="156406" y="60599"/>
                </a:cubicBezTo>
                <a:cubicBezTo>
                  <a:pt x="160093" y="62611"/>
                  <a:pt x="163363" y="64959"/>
                  <a:pt x="166216" y="67644"/>
                </a:cubicBezTo>
                <a:lnTo>
                  <a:pt x="188593" y="57834"/>
                </a:lnTo>
                <a:cubicBezTo>
                  <a:pt x="190437" y="57000"/>
                  <a:pt x="192200" y="56912"/>
                  <a:pt x="193875" y="57585"/>
                </a:cubicBezTo>
                <a:cubicBezTo>
                  <a:pt x="195718" y="58090"/>
                  <a:pt x="197145" y="59180"/>
                  <a:pt x="198154" y="60855"/>
                </a:cubicBezTo>
                <a:lnTo>
                  <a:pt x="211475" y="84491"/>
                </a:lnTo>
                <a:cubicBezTo>
                  <a:pt x="212653" y="86166"/>
                  <a:pt x="212989" y="87929"/>
                  <a:pt x="212485" y="89772"/>
                </a:cubicBezTo>
                <a:cubicBezTo>
                  <a:pt x="211980" y="91784"/>
                  <a:pt x="210978" y="93291"/>
                  <a:pt x="209463" y="94300"/>
                </a:cubicBezTo>
                <a:lnTo>
                  <a:pt x="189098" y="108879"/>
                </a:lnTo>
                <a:cubicBezTo>
                  <a:pt x="189434" y="110891"/>
                  <a:pt x="189683" y="112903"/>
                  <a:pt x="189851" y="114914"/>
                </a:cubicBezTo>
                <a:cubicBezTo>
                  <a:pt x="190020" y="116926"/>
                  <a:pt x="190107" y="118857"/>
                  <a:pt x="190107" y="120701"/>
                </a:cubicBezTo>
                <a:cubicBezTo>
                  <a:pt x="190107" y="122376"/>
                  <a:pt x="190020" y="124219"/>
                  <a:pt x="189851" y="126231"/>
                </a:cubicBezTo>
                <a:cubicBezTo>
                  <a:pt x="189683" y="128243"/>
                  <a:pt x="189434" y="130342"/>
                  <a:pt x="189098" y="132522"/>
                </a:cubicBezTo>
                <a:lnTo>
                  <a:pt x="209215" y="147101"/>
                </a:lnTo>
                <a:cubicBezTo>
                  <a:pt x="210722" y="148111"/>
                  <a:pt x="211731" y="149618"/>
                  <a:pt x="212236" y="151629"/>
                </a:cubicBezTo>
                <a:cubicBezTo>
                  <a:pt x="212733" y="153473"/>
                  <a:pt x="212485" y="155236"/>
                  <a:pt x="211475" y="156911"/>
                </a:cubicBezTo>
                <a:lnTo>
                  <a:pt x="198154" y="180546"/>
                </a:lnTo>
                <a:cubicBezTo>
                  <a:pt x="197145" y="182390"/>
                  <a:pt x="195638" y="183568"/>
                  <a:pt x="193626" y="184072"/>
                </a:cubicBezTo>
                <a:cubicBezTo>
                  <a:pt x="191783" y="184570"/>
                  <a:pt x="190020" y="184489"/>
                  <a:pt x="188344" y="183816"/>
                </a:cubicBezTo>
                <a:lnTo>
                  <a:pt x="166216" y="173758"/>
                </a:lnTo>
                <a:cubicBezTo>
                  <a:pt x="163195" y="176274"/>
                  <a:pt x="159844" y="178703"/>
                  <a:pt x="156158" y="181051"/>
                </a:cubicBezTo>
                <a:cubicBezTo>
                  <a:pt x="152471" y="183231"/>
                  <a:pt x="148784" y="184826"/>
                  <a:pt x="145090" y="185828"/>
                </a:cubicBezTo>
                <a:lnTo>
                  <a:pt x="141571" y="209968"/>
                </a:lnTo>
                <a:cubicBezTo>
                  <a:pt x="141403" y="211812"/>
                  <a:pt x="140569" y="213319"/>
                  <a:pt x="139055" y="214496"/>
                </a:cubicBezTo>
                <a:cubicBezTo>
                  <a:pt x="137548" y="215667"/>
                  <a:pt x="135873" y="216259"/>
                  <a:pt x="134029" y="216259"/>
                </a:cubicBezTo>
                <a:lnTo>
                  <a:pt x="107373" y="216259"/>
                </a:lnTo>
                <a:close/>
                <a:moveTo>
                  <a:pt x="109889" y="204943"/>
                </a:moveTo>
                <a:lnTo>
                  <a:pt x="131264" y="204943"/>
                </a:lnTo>
                <a:lnTo>
                  <a:pt x="135031" y="176779"/>
                </a:lnTo>
                <a:cubicBezTo>
                  <a:pt x="140401" y="175433"/>
                  <a:pt x="145346" y="173421"/>
                  <a:pt x="149874" y="170744"/>
                </a:cubicBezTo>
                <a:cubicBezTo>
                  <a:pt x="154563" y="168059"/>
                  <a:pt x="159003" y="164709"/>
                  <a:pt x="163195" y="160686"/>
                </a:cubicBezTo>
                <a:lnTo>
                  <a:pt x="189347" y="172002"/>
                </a:lnTo>
                <a:lnTo>
                  <a:pt x="199405" y="154146"/>
                </a:lnTo>
                <a:lnTo>
                  <a:pt x="176274" y="137043"/>
                </a:lnTo>
                <a:cubicBezTo>
                  <a:pt x="176947" y="134029"/>
                  <a:pt x="177445" y="131264"/>
                  <a:pt x="177781" y="128748"/>
                </a:cubicBezTo>
                <a:cubicBezTo>
                  <a:pt x="178286" y="126063"/>
                  <a:pt x="178535" y="123385"/>
                  <a:pt x="178535" y="120701"/>
                </a:cubicBezTo>
                <a:cubicBezTo>
                  <a:pt x="178535" y="117848"/>
                  <a:pt x="178367" y="115171"/>
                  <a:pt x="178037" y="112654"/>
                </a:cubicBezTo>
                <a:cubicBezTo>
                  <a:pt x="177701" y="110138"/>
                  <a:pt x="177108" y="107460"/>
                  <a:pt x="176274" y="104607"/>
                </a:cubicBezTo>
                <a:lnTo>
                  <a:pt x="199661" y="87256"/>
                </a:lnTo>
                <a:lnTo>
                  <a:pt x="189603" y="69407"/>
                </a:lnTo>
                <a:lnTo>
                  <a:pt x="163195" y="80716"/>
                </a:lnTo>
                <a:cubicBezTo>
                  <a:pt x="159676" y="76693"/>
                  <a:pt x="155404" y="73174"/>
                  <a:pt x="150371" y="70160"/>
                </a:cubicBezTo>
                <a:cubicBezTo>
                  <a:pt x="145346" y="67139"/>
                  <a:pt x="140145" y="65295"/>
                  <a:pt x="134783" y="64622"/>
                </a:cubicBezTo>
                <a:lnTo>
                  <a:pt x="131513" y="36459"/>
                </a:lnTo>
                <a:lnTo>
                  <a:pt x="109889" y="36459"/>
                </a:lnTo>
                <a:lnTo>
                  <a:pt x="106619" y="64622"/>
                </a:lnTo>
                <a:cubicBezTo>
                  <a:pt x="101089" y="65632"/>
                  <a:pt x="95975" y="67475"/>
                  <a:pt x="91279" y="70160"/>
                </a:cubicBezTo>
                <a:cubicBezTo>
                  <a:pt x="86583" y="72837"/>
                  <a:pt x="82230" y="76363"/>
                  <a:pt x="78207" y="80716"/>
                </a:cubicBezTo>
                <a:lnTo>
                  <a:pt x="51799" y="69407"/>
                </a:lnTo>
                <a:lnTo>
                  <a:pt x="41741" y="87256"/>
                </a:lnTo>
                <a:lnTo>
                  <a:pt x="64879" y="104359"/>
                </a:lnTo>
                <a:cubicBezTo>
                  <a:pt x="64206" y="106868"/>
                  <a:pt x="63701" y="109552"/>
                  <a:pt x="63372" y="112405"/>
                </a:cubicBezTo>
                <a:cubicBezTo>
                  <a:pt x="62867" y="115083"/>
                  <a:pt x="62611" y="117848"/>
                  <a:pt x="62611" y="120701"/>
                </a:cubicBezTo>
                <a:cubicBezTo>
                  <a:pt x="62611" y="123554"/>
                  <a:pt x="62867" y="126319"/>
                  <a:pt x="63372" y="128996"/>
                </a:cubicBezTo>
                <a:cubicBezTo>
                  <a:pt x="63701" y="131681"/>
                  <a:pt x="64206" y="134366"/>
                  <a:pt x="64879" y="137043"/>
                </a:cubicBezTo>
                <a:lnTo>
                  <a:pt x="41741" y="154146"/>
                </a:lnTo>
                <a:lnTo>
                  <a:pt x="51799" y="172002"/>
                </a:lnTo>
                <a:lnTo>
                  <a:pt x="77951" y="160686"/>
                </a:lnTo>
                <a:cubicBezTo>
                  <a:pt x="81974" y="164877"/>
                  <a:pt x="86334" y="168308"/>
                  <a:pt x="91030" y="170993"/>
                </a:cubicBezTo>
                <a:cubicBezTo>
                  <a:pt x="95888" y="173509"/>
                  <a:pt x="101089" y="175433"/>
                  <a:pt x="106619" y="176779"/>
                </a:cubicBezTo>
                <a:lnTo>
                  <a:pt x="109889" y="204943"/>
                </a:lnTo>
                <a:close/>
                <a:moveTo>
                  <a:pt x="120452" y="149113"/>
                </a:moveTo>
                <a:cubicBezTo>
                  <a:pt x="128331" y="149113"/>
                  <a:pt x="135031" y="146348"/>
                  <a:pt x="140569" y="140818"/>
                </a:cubicBezTo>
                <a:cubicBezTo>
                  <a:pt x="146099" y="135287"/>
                  <a:pt x="148864" y="128579"/>
                  <a:pt x="148864" y="120701"/>
                </a:cubicBezTo>
                <a:cubicBezTo>
                  <a:pt x="148864" y="112822"/>
                  <a:pt x="146099" y="106114"/>
                  <a:pt x="140569" y="100584"/>
                </a:cubicBezTo>
                <a:cubicBezTo>
                  <a:pt x="135031" y="95054"/>
                  <a:pt x="128331" y="92289"/>
                  <a:pt x="120452" y="92289"/>
                </a:cubicBezTo>
                <a:cubicBezTo>
                  <a:pt x="112574" y="92289"/>
                  <a:pt x="105866" y="95054"/>
                  <a:pt x="100335" y="100584"/>
                </a:cubicBezTo>
                <a:cubicBezTo>
                  <a:pt x="94798" y="106114"/>
                  <a:pt x="92033" y="112822"/>
                  <a:pt x="92033" y="120701"/>
                </a:cubicBezTo>
                <a:cubicBezTo>
                  <a:pt x="92033" y="128579"/>
                  <a:pt x="94798" y="135287"/>
                  <a:pt x="100335" y="140818"/>
                </a:cubicBezTo>
                <a:cubicBezTo>
                  <a:pt x="105866" y="146348"/>
                  <a:pt x="112574" y="149113"/>
                  <a:pt x="120452" y="149113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308694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00" dirty="0"/>
          </a:p>
        </p:txBody>
      </p:sp>
      <p:sp>
        <p:nvSpPr>
          <p:cNvPr id="179" name="圖示 參數"/>
          <p:cNvSpPr/>
          <p:nvPr/>
        </p:nvSpPr>
        <p:spPr>
          <a:xfrm>
            <a:off x="364653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405" y="206954"/>
                </a:moveTo>
                <a:cubicBezTo>
                  <a:pt x="111228" y="205945"/>
                  <a:pt x="110642" y="204606"/>
                  <a:pt x="110642" y="202931"/>
                </a:cubicBezTo>
                <a:lnTo>
                  <a:pt x="110642" y="161688"/>
                </a:lnTo>
                <a:cubicBezTo>
                  <a:pt x="110642" y="160181"/>
                  <a:pt x="111228" y="158842"/>
                  <a:pt x="112405" y="157665"/>
                </a:cubicBezTo>
                <a:cubicBezTo>
                  <a:pt x="113576" y="156662"/>
                  <a:pt x="114914" y="156158"/>
                  <a:pt x="116429" y="156158"/>
                </a:cubicBezTo>
                <a:cubicBezTo>
                  <a:pt x="118104" y="156158"/>
                  <a:pt x="119443" y="156662"/>
                  <a:pt x="120452" y="157665"/>
                </a:cubicBezTo>
                <a:cubicBezTo>
                  <a:pt x="121623" y="158842"/>
                  <a:pt x="122208" y="160181"/>
                  <a:pt x="122208" y="161688"/>
                </a:cubicBezTo>
                <a:lnTo>
                  <a:pt x="122208" y="176779"/>
                </a:lnTo>
                <a:lnTo>
                  <a:pt x="202931" y="176779"/>
                </a:lnTo>
                <a:cubicBezTo>
                  <a:pt x="204606" y="176779"/>
                  <a:pt x="205945" y="177364"/>
                  <a:pt x="206954" y="178535"/>
                </a:cubicBezTo>
                <a:cubicBezTo>
                  <a:pt x="208125" y="179544"/>
                  <a:pt x="208710" y="180883"/>
                  <a:pt x="208710" y="182558"/>
                </a:cubicBezTo>
                <a:cubicBezTo>
                  <a:pt x="208710" y="184233"/>
                  <a:pt x="208125" y="185579"/>
                  <a:pt x="206954" y="186581"/>
                </a:cubicBezTo>
                <a:cubicBezTo>
                  <a:pt x="205945" y="187591"/>
                  <a:pt x="204606" y="188096"/>
                  <a:pt x="202931" y="188096"/>
                </a:cubicBezTo>
                <a:lnTo>
                  <a:pt x="122208" y="188096"/>
                </a:lnTo>
                <a:lnTo>
                  <a:pt x="122208" y="202931"/>
                </a:lnTo>
                <a:cubicBezTo>
                  <a:pt x="122208" y="204606"/>
                  <a:pt x="121623" y="205945"/>
                  <a:pt x="120452" y="206954"/>
                </a:cubicBezTo>
                <a:cubicBezTo>
                  <a:pt x="119443" y="208125"/>
                  <a:pt x="118104" y="208710"/>
                  <a:pt x="116429" y="208710"/>
                </a:cubicBezTo>
                <a:cubicBezTo>
                  <a:pt x="114746" y="208710"/>
                  <a:pt x="113408" y="208125"/>
                  <a:pt x="112405" y="206954"/>
                </a:cubicBezTo>
                <a:close/>
                <a:moveTo>
                  <a:pt x="38471" y="188096"/>
                </a:moveTo>
                <a:cubicBezTo>
                  <a:pt x="36795" y="188096"/>
                  <a:pt x="35457" y="187591"/>
                  <a:pt x="34447" y="186581"/>
                </a:cubicBezTo>
                <a:cubicBezTo>
                  <a:pt x="33277" y="185411"/>
                  <a:pt x="32692" y="183985"/>
                  <a:pt x="32692" y="182309"/>
                </a:cubicBezTo>
                <a:cubicBezTo>
                  <a:pt x="32692" y="180802"/>
                  <a:pt x="33277" y="179456"/>
                  <a:pt x="34447" y="178286"/>
                </a:cubicBezTo>
                <a:cubicBezTo>
                  <a:pt x="35457" y="177277"/>
                  <a:pt x="36795" y="176779"/>
                  <a:pt x="38471" y="176779"/>
                </a:cubicBezTo>
                <a:lnTo>
                  <a:pt x="83488" y="176779"/>
                </a:lnTo>
                <a:cubicBezTo>
                  <a:pt x="85164" y="176779"/>
                  <a:pt x="86583" y="177364"/>
                  <a:pt x="87760" y="178535"/>
                </a:cubicBezTo>
                <a:cubicBezTo>
                  <a:pt x="88763" y="179544"/>
                  <a:pt x="89267" y="180883"/>
                  <a:pt x="89267" y="182558"/>
                </a:cubicBezTo>
                <a:cubicBezTo>
                  <a:pt x="89267" y="184233"/>
                  <a:pt x="88763" y="185579"/>
                  <a:pt x="87760" y="186581"/>
                </a:cubicBezTo>
                <a:cubicBezTo>
                  <a:pt x="86583" y="187591"/>
                  <a:pt x="85164" y="188096"/>
                  <a:pt x="83488" y="188096"/>
                </a:cubicBezTo>
                <a:lnTo>
                  <a:pt x="38471" y="188096"/>
                </a:lnTo>
                <a:close/>
                <a:moveTo>
                  <a:pt x="79465" y="145346"/>
                </a:moveTo>
                <a:cubicBezTo>
                  <a:pt x="78456" y="144168"/>
                  <a:pt x="77951" y="142829"/>
                  <a:pt x="77951" y="141322"/>
                </a:cubicBezTo>
                <a:lnTo>
                  <a:pt x="77951" y="126487"/>
                </a:lnTo>
                <a:lnTo>
                  <a:pt x="38471" y="126487"/>
                </a:lnTo>
                <a:cubicBezTo>
                  <a:pt x="36795" y="126487"/>
                  <a:pt x="35457" y="125895"/>
                  <a:pt x="34447" y="124724"/>
                </a:cubicBezTo>
                <a:cubicBezTo>
                  <a:pt x="33277" y="123722"/>
                  <a:pt x="32692" y="122376"/>
                  <a:pt x="32692" y="120701"/>
                </a:cubicBezTo>
                <a:cubicBezTo>
                  <a:pt x="32692" y="119026"/>
                  <a:pt x="33277" y="117687"/>
                  <a:pt x="34447" y="116677"/>
                </a:cubicBezTo>
                <a:cubicBezTo>
                  <a:pt x="35457" y="115507"/>
                  <a:pt x="36795" y="114914"/>
                  <a:pt x="38471" y="114914"/>
                </a:cubicBezTo>
                <a:lnTo>
                  <a:pt x="77951" y="114914"/>
                </a:lnTo>
                <a:lnTo>
                  <a:pt x="77951" y="99831"/>
                </a:lnTo>
                <a:cubicBezTo>
                  <a:pt x="77951" y="98324"/>
                  <a:pt x="78456" y="96978"/>
                  <a:pt x="79465" y="95807"/>
                </a:cubicBezTo>
                <a:cubicBezTo>
                  <a:pt x="80635" y="94629"/>
                  <a:pt x="82062" y="94044"/>
                  <a:pt x="83737" y="94044"/>
                </a:cubicBezTo>
                <a:cubicBezTo>
                  <a:pt x="85244" y="94044"/>
                  <a:pt x="86583" y="94629"/>
                  <a:pt x="87760" y="95807"/>
                </a:cubicBezTo>
                <a:cubicBezTo>
                  <a:pt x="88763" y="96978"/>
                  <a:pt x="89267" y="98324"/>
                  <a:pt x="89267" y="99831"/>
                </a:cubicBezTo>
                <a:lnTo>
                  <a:pt x="89267" y="141322"/>
                </a:lnTo>
                <a:cubicBezTo>
                  <a:pt x="89267" y="142829"/>
                  <a:pt x="88763" y="144168"/>
                  <a:pt x="87760" y="145346"/>
                </a:cubicBezTo>
                <a:cubicBezTo>
                  <a:pt x="86583" y="146348"/>
                  <a:pt x="85164" y="146853"/>
                  <a:pt x="83488" y="146853"/>
                </a:cubicBezTo>
                <a:cubicBezTo>
                  <a:pt x="81806" y="146853"/>
                  <a:pt x="80467" y="146348"/>
                  <a:pt x="79465" y="145346"/>
                </a:cubicBezTo>
                <a:close/>
                <a:moveTo>
                  <a:pt x="116429" y="126487"/>
                </a:moveTo>
                <a:cubicBezTo>
                  <a:pt x="114914" y="126487"/>
                  <a:pt x="113576" y="125895"/>
                  <a:pt x="112405" y="124724"/>
                </a:cubicBezTo>
                <a:cubicBezTo>
                  <a:pt x="111228" y="123722"/>
                  <a:pt x="110642" y="122376"/>
                  <a:pt x="110642" y="120701"/>
                </a:cubicBezTo>
                <a:cubicBezTo>
                  <a:pt x="110642" y="119026"/>
                  <a:pt x="111228" y="117687"/>
                  <a:pt x="112405" y="116677"/>
                </a:cubicBezTo>
                <a:cubicBezTo>
                  <a:pt x="113576" y="115507"/>
                  <a:pt x="114914" y="114914"/>
                  <a:pt x="116429" y="114914"/>
                </a:cubicBezTo>
                <a:lnTo>
                  <a:pt x="202931" y="114914"/>
                </a:lnTo>
                <a:cubicBezTo>
                  <a:pt x="204606" y="114914"/>
                  <a:pt x="205945" y="115507"/>
                  <a:pt x="206954" y="116677"/>
                </a:cubicBezTo>
                <a:cubicBezTo>
                  <a:pt x="208125" y="117687"/>
                  <a:pt x="208710" y="119026"/>
                  <a:pt x="208710" y="120701"/>
                </a:cubicBezTo>
                <a:cubicBezTo>
                  <a:pt x="208710" y="122376"/>
                  <a:pt x="208125" y="123722"/>
                  <a:pt x="206954" y="124724"/>
                </a:cubicBezTo>
                <a:cubicBezTo>
                  <a:pt x="205945" y="125895"/>
                  <a:pt x="204606" y="126487"/>
                  <a:pt x="202931" y="126487"/>
                </a:cubicBezTo>
                <a:lnTo>
                  <a:pt x="116429" y="126487"/>
                </a:lnTo>
                <a:close/>
                <a:moveTo>
                  <a:pt x="153641" y="83488"/>
                </a:moveTo>
                <a:cubicBezTo>
                  <a:pt x="152639" y="82479"/>
                  <a:pt x="152134" y="81140"/>
                  <a:pt x="152134" y="79465"/>
                </a:cubicBezTo>
                <a:lnTo>
                  <a:pt x="152134" y="38471"/>
                </a:lnTo>
                <a:cubicBezTo>
                  <a:pt x="152134" y="36795"/>
                  <a:pt x="152719" y="35457"/>
                  <a:pt x="153897" y="34447"/>
                </a:cubicBezTo>
                <a:cubicBezTo>
                  <a:pt x="154899" y="33277"/>
                  <a:pt x="156238" y="32692"/>
                  <a:pt x="157921" y="32692"/>
                </a:cubicBezTo>
                <a:cubicBezTo>
                  <a:pt x="159596" y="32692"/>
                  <a:pt x="160934" y="33277"/>
                  <a:pt x="161944" y="34447"/>
                </a:cubicBezTo>
                <a:cubicBezTo>
                  <a:pt x="162946" y="35457"/>
                  <a:pt x="163451" y="36795"/>
                  <a:pt x="163451" y="38471"/>
                </a:cubicBezTo>
                <a:lnTo>
                  <a:pt x="163451" y="53313"/>
                </a:lnTo>
                <a:lnTo>
                  <a:pt x="202931" y="53313"/>
                </a:lnTo>
                <a:cubicBezTo>
                  <a:pt x="204606" y="53313"/>
                  <a:pt x="205945" y="53811"/>
                  <a:pt x="206954" y="54820"/>
                </a:cubicBezTo>
                <a:cubicBezTo>
                  <a:pt x="208125" y="55991"/>
                  <a:pt x="208710" y="57337"/>
                  <a:pt x="208710" y="58843"/>
                </a:cubicBezTo>
                <a:cubicBezTo>
                  <a:pt x="208710" y="60519"/>
                  <a:pt x="208125" y="61945"/>
                  <a:pt x="206954" y="63116"/>
                </a:cubicBezTo>
                <a:cubicBezTo>
                  <a:pt x="205945" y="64125"/>
                  <a:pt x="204606" y="64622"/>
                  <a:pt x="202931" y="64622"/>
                </a:cubicBezTo>
                <a:lnTo>
                  <a:pt x="163451" y="64622"/>
                </a:lnTo>
                <a:lnTo>
                  <a:pt x="163451" y="79465"/>
                </a:lnTo>
                <a:cubicBezTo>
                  <a:pt x="163451" y="81140"/>
                  <a:pt x="162946" y="82479"/>
                  <a:pt x="161944" y="83488"/>
                </a:cubicBezTo>
                <a:cubicBezTo>
                  <a:pt x="160766" y="84659"/>
                  <a:pt x="159340" y="85244"/>
                  <a:pt x="157665" y="85244"/>
                </a:cubicBezTo>
                <a:cubicBezTo>
                  <a:pt x="156158" y="85244"/>
                  <a:pt x="154819" y="84659"/>
                  <a:pt x="153641" y="83488"/>
                </a:cubicBezTo>
                <a:close/>
                <a:moveTo>
                  <a:pt x="38471" y="64622"/>
                </a:moveTo>
                <a:cubicBezTo>
                  <a:pt x="36795" y="64622"/>
                  <a:pt x="35457" y="64037"/>
                  <a:pt x="34447" y="62867"/>
                </a:cubicBezTo>
                <a:cubicBezTo>
                  <a:pt x="33277" y="61857"/>
                  <a:pt x="32692" y="60519"/>
                  <a:pt x="32692" y="58843"/>
                </a:cubicBezTo>
                <a:cubicBezTo>
                  <a:pt x="32692" y="57168"/>
                  <a:pt x="33277" y="55822"/>
                  <a:pt x="34447" y="54820"/>
                </a:cubicBezTo>
                <a:cubicBezTo>
                  <a:pt x="35457" y="53811"/>
                  <a:pt x="36795" y="53313"/>
                  <a:pt x="38471" y="53313"/>
                </a:cubicBezTo>
                <a:lnTo>
                  <a:pt x="124973" y="53313"/>
                </a:lnTo>
                <a:cubicBezTo>
                  <a:pt x="126487" y="53313"/>
                  <a:pt x="127826" y="53811"/>
                  <a:pt x="128996" y="54820"/>
                </a:cubicBezTo>
                <a:cubicBezTo>
                  <a:pt x="130174" y="55991"/>
                  <a:pt x="130759" y="57417"/>
                  <a:pt x="130759" y="59092"/>
                </a:cubicBezTo>
                <a:cubicBezTo>
                  <a:pt x="130759" y="60599"/>
                  <a:pt x="130174" y="61945"/>
                  <a:pt x="128996" y="63116"/>
                </a:cubicBezTo>
                <a:cubicBezTo>
                  <a:pt x="127826" y="64125"/>
                  <a:pt x="126487" y="64622"/>
                  <a:pt x="124973" y="64622"/>
                </a:cubicBezTo>
                <a:lnTo>
                  <a:pt x="38471" y="6462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353071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00" dirty="0"/>
          </a:p>
        </p:txBody>
      </p:sp>
      <p:sp>
        <p:nvSpPr>
          <p:cNvPr id="181" name="圖示 篩選"/>
          <p:cNvSpPr/>
          <p:nvPr/>
        </p:nvSpPr>
        <p:spPr>
          <a:xfrm>
            <a:off x="409031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417" y="196142"/>
                </a:moveTo>
                <a:cubicBezTo>
                  <a:pt x="111901" y="196142"/>
                  <a:pt x="109801" y="195301"/>
                  <a:pt x="108126" y="193626"/>
                </a:cubicBezTo>
                <a:cubicBezTo>
                  <a:pt x="106451" y="191951"/>
                  <a:pt x="105617" y="189851"/>
                  <a:pt x="105617" y="187335"/>
                </a:cubicBezTo>
                <a:lnTo>
                  <a:pt x="105617" y="128996"/>
                </a:lnTo>
                <a:lnTo>
                  <a:pt x="48032" y="55822"/>
                </a:lnTo>
                <a:cubicBezTo>
                  <a:pt x="46188" y="53642"/>
                  <a:pt x="45932" y="51382"/>
                  <a:pt x="47278" y="49034"/>
                </a:cubicBezTo>
                <a:cubicBezTo>
                  <a:pt x="48617" y="46517"/>
                  <a:pt x="50541" y="45266"/>
                  <a:pt x="53057" y="45266"/>
                </a:cubicBezTo>
                <a:lnTo>
                  <a:pt x="188344" y="45266"/>
                </a:lnTo>
                <a:cubicBezTo>
                  <a:pt x="190861" y="45266"/>
                  <a:pt x="192785" y="46517"/>
                  <a:pt x="194131" y="49034"/>
                </a:cubicBezTo>
                <a:cubicBezTo>
                  <a:pt x="195469" y="51382"/>
                  <a:pt x="195213" y="53642"/>
                  <a:pt x="193370" y="55822"/>
                </a:cubicBezTo>
                <a:lnTo>
                  <a:pt x="135792" y="128996"/>
                </a:lnTo>
                <a:lnTo>
                  <a:pt x="135792" y="187335"/>
                </a:lnTo>
                <a:cubicBezTo>
                  <a:pt x="135792" y="189851"/>
                  <a:pt x="134951" y="191951"/>
                  <a:pt x="133276" y="193626"/>
                </a:cubicBezTo>
                <a:cubicBezTo>
                  <a:pt x="131600" y="195301"/>
                  <a:pt x="129501" y="196142"/>
                  <a:pt x="126985" y="196142"/>
                </a:cubicBezTo>
                <a:lnTo>
                  <a:pt x="114417" y="196142"/>
                </a:lnTo>
                <a:close/>
                <a:moveTo>
                  <a:pt x="120701" y="129757"/>
                </a:moveTo>
                <a:lnTo>
                  <a:pt x="178286" y="56576"/>
                </a:lnTo>
                <a:lnTo>
                  <a:pt x="63116" y="56576"/>
                </a:lnTo>
                <a:lnTo>
                  <a:pt x="120701" y="129757"/>
                </a:lnTo>
                <a:close/>
                <a:moveTo>
                  <a:pt x="120701" y="12975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397449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00" dirty="0"/>
          </a:p>
        </p:txBody>
      </p:sp>
      <p:sp>
        <p:nvSpPr>
          <p:cNvPr id="183" name="圖示 搜尋"/>
          <p:cNvSpPr/>
          <p:nvPr/>
        </p:nvSpPr>
        <p:spPr>
          <a:xfrm>
            <a:off x="453408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302" y="155404"/>
                </a:moveTo>
                <a:cubicBezTo>
                  <a:pt x="78207" y="155404"/>
                  <a:pt x="63789" y="149450"/>
                  <a:pt x="52055" y="137548"/>
                </a:cubicBezTo>
                <a:cubicBezTo>
                  <a:pt x="40153" y="125814"/>
                  <a:pt x="34199" y="111484"/>
                  <a:pt x="34199" y="94549"/>
                </a:cubicBezTo>
                <a:cubicBezTo>
                  <a:pt x="34199" y="77783"/>
                  <a:pt x="40153" y="63452"/>
                  <a:pt x="52055" y="51550"/>
                </a:cubicBezTo>
                <a:cubicBezTo>
                  <a:pt x="63789" y="39817"/>
                  <a:pt x="78119" y="33950"/>
                  <a:pt x="95054" y="33950"/>
                </a:cubicBezTo>
                <a:cubicBezTo>
                  <a:pt x="111981" y="33950"/>
                  <a:pt x="126319" y="39817"/>
                  <a:pt x="138052" y="51550"/>
                </a:cubicBezTo>
                <a:cubicBezTo>
                  <a:pt x="149954" y="63452"/>
                  <a:pt x="155909" y="77783"/>
                  <a:pt x="155909" y="94549"/>
                </a:cubicBezTo>
                <a:cubicBezTo>
                  <a:pt x="155909" y="101593"/>
                  <a:pt x="154651" y="108462"/>
                  <a:pt x="152134" y="115171"/>
                </a:cubicBezTo>
                <a:cubicBezTo>
                  <a:pt x="149786" y="121871"/>
                  <a:pt x="146348" y="127906"/>
                  <a:pt x="141827" y="133276"/>
                </a:cubicBezTo>
                <a:lnTo>
                  <a:pt x="202931" y="194131"/>
                </a:lnTo>
                <a:cubicBezTo>
                  <a:pt x="204101" y="195133"/>
                  <a:pt x="204687" y="196559"/>
                  <a:pt x="204687" y="198403"/>
                </a:cubicBezTo>
                <a:cubicBezTo>
                  <a:pt x="204687" y="200078"/>
                  <a:pt x="204101" y="201504"/>
                  <a:pt x="202931" y="202675"/>
                </a:cubicBezTo>
                <a:cubicBezTo>
                  <a:pt x="201753" y="203853"/>
                  <a:pt x="200327" y="204438"/>
                  <a:pt x="198652" y="204438"/>
                </a:cubicBezTo>
                <a:cubicBezTo>
                  <a:pt x="196976" y="204438"/>
                  <a:pt x="195638" y="203765"/>
                  <a:pt x="194628" y="202426"/>
                </a:cubicBezTo>
                <a:lnTo>
                  <a:pt x="133524" y="141571"/>
                </a:lnTo>
                <a:cubicBezTo>
                  <a:pt x="128499" y="145931"/>
                  <a:pt x="122632" y="149369"/>
                  <a:pt x="115924" y="151885"/>
                </a:cubicBezTo>
                <a:cubicBezTo>
                  <a:pt x="109384" y="154226"/>
                  <a:pt x="102515" y="155404"/>
                  <a:pt x="95302" y="155404"/>
                </a:cubicBezTo>
                <a:close/>
                <a:moveTo>
                  <a:pt x="95302" y="144087"/>
                </a:moveTo>
                <a:cubicBezTo>
                  <a:pt x="108879" y="144087"/>
                  <a:pt x="120452" y="139223"/>
                  <a:pt x="130006" y="129501"/>
                </a:cubicBezTo>
                <a:cubicBezTo>
                  <a:pt x="139559" y="119947"/>
                  <a:pt x="144336" y="108294"/>
                  <a:pt x="144336" y="94549"/>
                </a:cubicBezTo>
                <a:cubicBezTo>
                  <a:pt x="144336" y="80804"/>
                  <a:pt x="139559" y="69151"/>
                  <a:pt x="130006" y="59597"/>
                </a:cubicBezTo>
                <a:cubicBezTo>
                  <a:pt x="120452" y="50043"/>
                  <a:pt x="108879" y="45266"/>
                  <a:pt x="95302" y="45266"/>
                </a:cubicBezTo>
                <a:cubicBezTo>
                  <a:pt x="81389" y="45266"/>
                  <a:pt x="69655" y="50043"/>
                  <a:pt x="60102" y="59597"/>
                </a:cubicBezTo>
                <a:cubicBezTo>
                  <a:pt x="50541" y="69151"/>
                  <a:pt x="45764" y="80804"/>
                  <a:pt x="45764" y="94549"/>
                </a:cubicBezTo>
                <a:cubicBezTo>
                  <a:pt x="45764" y="108294"/>
                  <a:pt x="50541" y="119947"/>
                  <a:pt x="60102" y="129501"/>
                </a:cubicBezTo>
                <a:cubicBezTo>
                  <a:pt x="69655" y="139223"/>
                  <a:pt x="81389" y="144087"/>
                  <a:pt x="95302" y="14408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441827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00" dirty="0"/>
          </a:p>
        </p:txBody>
      </p:sp>
      <p:sp>
        <p:nvSpPr>
          <p:cNvPr id="185" name="圖示 鎖定"/>
          <p:cNvSpPr/>
          <p:nvPr/>
        </p:nvSpPr>
        <p:spPr>
          <a:xfrm>
            <a:off x="497786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9846" y="216259"/>
                </a:moveTo>
                <a:cubicBezTo>
                  <a:pt x="55822" y="216259"/>
                  <a:pt x="52384" y="214833"/>
                  <a:pt x="49539" y="211980"/>
                </a:cubicBezTo>
                <a:cubicBezTo>
                  <a:pt x="46686" y="209134"/>
                  <a:pt x="45266" y="205696"/>
                  <a:pt x="45266" y="201673"/>
                </a:cubicBezTo>
                <a:lnTo>
                  <a:pt x="45266" y="101089"/>
                </a:lnTo>
                <a:cubicBezTo>
                  <a:pt x="45266" y="97065"/>
                  <a:pt x="46686" y="93627"/>
                  <a:pt x="49539" y="90774"/>
                </a:cubicBezTo>
                <a:cubicBezTo>
                  <a:pt x="52384" y="87929"/>
                  <a:pt x="55822" y="86502"/>
                  <a:pt x="59846" y="86502"/>
                </a:cubicBezTo>
                <a:lnTo>
                  <a:pt x="77197" y="86502"/>
                </a:lnTo>
                <a:lnTo>
                  <a:pt x="77197" y="63620"/>
                </a:lnTo>
                <a:cubicBezTo>
                  <a:pt x="77197" y="51550"/>
                  <a:pt x="81477" y="41243"/>
                  <a:pt x="90021" y="32692"/>
                </a:cubicBezTo>
                <a:cubicBezTo>
                  <a:pt x="98404" y="24308"/>
                  <a:pt x="108631" y="20117"/>
                  <a:pt x="120701" y="20117"/>
                </a:cubicBezTo>
                <a:cubicBezTo>
                  <a:pt x="132771" y="20117"/>
                  <a:pt x="142998" y="24308"/>
                  <a:pt x="151381" y="32692"/>
                </a:cubicBezTo>
                <a:cubicBezTo>
                  <a:pt x="159932" y="41243"/>
                  <a:pt x="164204" y="51550"/>
                  <a:pt x="164204" y="63620"/>
                </a:cubicBezTo>
                <a:lnTo>
                  <a:pt x="164204" y="86502"/>
                </a:lnTo>
                <a:lnTo>
                  <a:pt x="181556" y="86502"/>
                </a:lnTo>
                <a:cubicBezTo>
                  <a:pt x="185579" y="86502"/>
                  <a:pt x="189017" y="87929"/>
                  <a:pt x="191863" y="90774"/>
                </a:cubicBezTo>
                <a:cubicBezTo>
                  <a:pt x="194716" y="93627"/>
                  <a:pt x="196142" y="97065"/>
                  <a:pt x="196142" y="101089"/>
                </a:cubicBezTo>
                <a:lnTo>
                  <a:pt x="196142" y="201673"/>
                </a:lnTo>
                <a:cubicBezTo>
                  <a:pt x="196142" y="205696"/>
                  <a:pt x="194716" y="209134"/>
                  <a:pt x="191863" y="211980"/>
                </a:cubicBezTo>
                <a:cubicBezTo>
                  <a:pt x="189017" y="214833"/>
                  <a:pt x="185579" y="216259"/>
                  <a:pt x="181556" y="216259"/>
                </a:cubicBezTo>
                <a:lnTo>
                  <a:pt x="59846" y="216259"/>
                </a:lnTo>
                <a:close/>
                <a:moveTo>
                  <a:pt x="59846" y="204943"/>
                </a:moveTo>
                <a:lnTo>
                  <a:pt x="181556" y="204943"/>
                </a:lnTo>
                <a:cubicBezTo>
                  <a:pt x="182558" y="204943"/>
                  <a:pt x="183312" y="204606"/>
                  <a:pt x="183816" y="203933"/>
                </a:cubicBezTo>
                <a:cubicBezTo>
                  <a:pt x="184489" y="203428"/>
                  <a:pt x="184826" y="202675"/>
                  <a:pt x="184826" y="201673"/>
                </a:cubicBezTo>
                <a:lnTo>
                  <a:pt x="184826" y="101089"/>
                </a:lnTo>
                <a:cubicBezTo>
                  <a:pt x="184826" y="100248"/>
                  <a:pt x="184489" y="99494"/>
                  <a:pt x="183816" y="98821"/>
                </a:cubicBezTo>
                <a:cubicBezTo>
                  <a:pt x="183312" y="98324"/>
                  <a:pt x="182558" y="98068"/>
                  <a:pt x="181556" y="98068"/>
                </a:cubicBezTo>
                <a:lnTo>
                  <a:pt x="59846" y="98068"/>
                </a:lnTo>
                <a:cubicBezTo>
                  <a:pt x="58843" y="98068"/>
                  <a:pt x="58090" y="98324"/>
                  <a:pt x="57585" y="98821"/>
                </a:cubicBezTo>
                <a:cubicBezTo>
                  <a:pt x="56912" y="99494"/>
                  <a:pt x="56576" y="100248"/>
                  <a:pt x="56576" y="101089"/>
                </a:cubicBezTo>
                <a:lnTo>
                  <a:pt x="56576" y="201673"/>
                </a:lnTo>
                <a:cubicBezTo>
                  <a:pt x="56576" y="202675"/>
                  <a:pt x="56912" y="203428"/>
                  <a:pt x="57585" y="203933"/>
                </a:cubicBezTo>
                <a:cubicBezTo>
                  <a:pt x="58090" y="204606"/>
                  <a:pt x="58843" y="204943"/>
                  <a:pt x="59846" y="204943"/>
                </a:cubicBezTo>
                <a:close/>
                <a:moveTo>
                  <a:pt x="132771" y="163451"/>
                </a:moveTo>
                <a:cubicBezTo>
                  <a:pt x="136121" y="160261"/>
                  <a:pt x="137804" y="156326"/>
                  <a:pt x="137804" y="151629"/>
                </a:cubicBezTo>
                <a:cubicBezTo>
                  <a:pt x="137804" y="147270"/>
                  <a:pt x="136121" y="143334"/>
                  <a:pt x="132771" y="139815"/>
                </a:cubicBezTo>
                <a:cubicBezTo>
                  <a:pt x="129421" y="136121"/>
                  <a:pt x="125397" y="134278"/>
                  <a:pt x="120701" y="134278"/>
                </a:cubicBezTo>
                <a:cubicBezTo>
                  <a:pt x="116004" y="134278"/>
                  <a:pt x="111981" y="136121"/>
                  <a:pt x="108631" y="139815"/>
                </a:cubicBezTo>
                <a:cubicBezTo>
                  <a:pt x="105280" y="143334"/>
                  <a:pt x="103605" y="147357"/>
                  <a:pt x="103605" y="151885"/>
                </a:cubicBezTo>
                <a:cubicBezTo>
                  <a:pt x="103605" y="156406"/>
                  <a:pt x="105280" y="160349"/>
                  <a:pt x="108631" y="163700"/>
                </a:cubicBezTo>
                <a:cubicBezTo>
                  <a:pt x="111981" y="166889"/>
                  <a:pt x="116004" y="168476"/>
                  <a:pt x="120701" y="168476"/>
                </a:cubicBezTo>
                <a:cubicBezTo>
                  <a:pt x="125397" y="168476"/>
                  <a:pt x="129421" y="166801"/>
                  <a:pt x="132771" y="163451"/>
                </a:cubicBezTo>
                <a:close/>
                <a:moveTo>
                  <a:pt x="88763" y="86502"/>
                </a:moveTo>
                <a:lnTo>
                  <a:pt x="152639" y="86502"/>
                </a:lnTo>
                <a:lnTo>
                  <a:pt x="152639" y="63620"/>
                </a:lnTo>
                <a:cubicBezTo>
                  <a:pt x="152639" y="54732"/>
                  <a:pt x="149537" y="47190"/>
                  <a:pt x="143334" y="40987"/>
                </a:cubicBezTo>
                <a:cubicBezTo>
                  <a:pt x="137131" y="34616"/>
                  <a:pt x="129589" y="31433"/>
                  <a:pt x="120701" y="31433"/>
                </a:cubicBezTo>
                <a:cubicBezTo>
                  <a:pt x="111813" y="31433"/>
                  <a:pt x="104271" y="34616"/>
                  <a:pt x="98068" y="40987"/>
                </a:cubicBezTo>
                <a:cubicBezTo>
                  <a:pt x="91864" y="47190"/>
                  <a:pt x="88763" y="54732"/>
                  <a:pt x="88763" y="63620"/>
                </a:cubicBezTo>
                <a:lnTo>
                  <a:pt x="88763" y="86502"/>
                </a:lnTo>
                <a:close/>
                <a:moveTo>
                  <a:pt x="56576" y="204943"/>
                </a:moveTo>
                <a:lnTo>
                  <a:pt x="56576" y="98068"/>
                </a:lnTo>
                <a:lnTo>
                  <a:pt x="56576" y="20494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486204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600" dirty="0"/>
          </a:p>
        </p:txBody>
      </p:sp>
      <p:sp>
        <p:nvSpPr>
          <p:cNvPr id="187" name="圖示 資安"/>
          <p:cNvSpPr/>
          <p:nvPr/>
        </p:nvSpPr>
        <p:spPr>
          <a:xfrm>
            <a:off x="542164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4189"/>
                </a:moveTo>
                <a:cubicBezTo>
                  <a:pt x="137965" y="198483"/>
                  <a:pt x="152383" y="187927"/>
                  <a:pt x="163956" y="172500"/>
                </a:cubicBezTo>
                <a:cubicBezTo>
                  <a:pt x="175353" y="157079"/>
                  <a:pt x="182061" y="139815"/>
                  <a:pt x="184072" y="120701"/>
                </a:cubicBezTo>
                <a:lnTo>
                  <a:pt x="120701" y="120701"/>
                </a:lnTo>
                <a:lnTo>
                  <a:pt x="120701" y="37973"/>
                </a:lnTo>
                <a:lnTo>
                  <a:pt x="58587" y="60855"/>
                </a:lnTo>
                <a:cubicBezTo>
                  <a:pt x="58090" y="61192"/>
                  <a:pt x="57666" y="61609"/>
                  <a:pt x="57337" y="62113"/>
                </a:cubicBezTo>
                <a:cubicBezTo>
                  <a:pt x="56832" y="62611"/>
                  <a:pt x="56576" y="63203"/>
                  <a:pt x="56576" y="63869"/>
                </a:cubicBezTo>
                <a:lnTo>
                  <a:pt x="56576" y="110642"/>
                </a:lnTo>
                <a:cubicBezTo>
                  <a:pt x="56576" y="112486"/>
                  <a:pt x="56664" y="114081"/>
                  <a:pt x="56832" y="115419"/>
                </a:cubicBezTo>
                <a:cubicBezTo>
                  <a:pt x="56832" y="116926"/>
                  <a:pt x="57000" y="118689"/>
                  <a:pt x="57337" y="120701"/>
                </a:cubicBezTo>
                <a:lnTo>
                  <a:pt x="120701" y="120701"/>
                </a:lnTo>
                <a:lnTo>
                  <a:pt x="120701" y="204189"/>
                </a:lnTo>
                <a:close/>
                <a:moveTo>
                  <a:pt x="118184" y="214745"/>
                </a:moveTo>
                <a:cubicBezTo>
                  <a:pt x="117519" y="214577"/>
                  <a:pt x="116758" y="214328"/>
                  <a:pt x="115924" y="213992"/>
                </a:cubicBezTo>
                <a:cubicBezTo>
                  <a:pt x="94132" y="206281"/>
                  <a:pt x="76861" y="192785"/>
                  <a:pt x="64125" y="173509"/>
                </a:cubicBezTo>
                <a:cubicBezTo>
                  <a:pt x="51550" y="154226"/>
                  <a:pt x="45266" y="133188"/>
                  <a:pt x="45266" y="110394"/>
                </a:cubicBezTo>
                <a:lnTo>
                  <a:pt x="45266" y="63869"/>
                </a:lnTo>
                <a:cubicBezTo>
                  <a:pt x="45266" y="60687"/>
                  <a:pt x="46188" y="57834"/>
                  <a:pt x="48032" y="55325"/>
                </a:cubicBezTo>
                <a:cubicBezTo>
                  <a:pt x="49707" y="52808"/>
                  <a:pt x="51887" y="51045"/>
                  <a:pt x="54564" y="50043"/>
                </a:cubicBezTo>
                <a:lnTo>
                  <a:pt x="115675" y="27410"/>
                </a:lnTo>
                <a:cubicBezTo>
                  <a:pt x="117350" y="26737"/>
                  <a:pt x="119026" y="26401"/>
                  <a:pt x="120701" y="26401"/>
                </a:cubicBezTo>
                <a:cubicBezTo>
                  <a:pt x="122376" y="26401"/>
                  <a:pt x="124051" y="26737"/>
                  <a:pt x="125734" y="27410"/>
                </a:cubicBezTo>
                <a:lnTo>
                  <a:pt x="186838" y="50043"/>
                </a:lnTo>
                <a:cubicBezTo>
                  <a:pt x="189515" y="51045"/>
                  <a:pt x="191695" y="52808"/>
                  <a:pt x="193370" y="55325"/>
                </a:cubicBezTo>
                <a:cubicBezTo>
                  <a:pt x="195213" y="57834"/>
                  <a:pt x="196142" y="60687"/>
                  <a:pt x="196142" y="63869"/>
                </a:cubicBezTo>
                <a:lnTo>
                  <a:pt x="196142" y="110394"/>
                </a:lnTo>
                <a:cubicBezTo>
                  <a:pt x="196142" y="133188"/>
                  <a:pt x="189851" y="154226"/>
                  <a:pt x="177277" y="173509"/>
                </a:cubicBezTo>
                <a:cubicBezTo>
                  <a:pt x="164541" y="192785"/>
                  <a:pt x="147270" y="206281"/>
                  <a:pt x="125478" y="213992"/>
                </a:cubicBezTo>
                <a:cubicBezTo>
                  <a:pt x="124644" y="214328"/>
                  <a:pt x="123883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530582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600" dirty="0"/>
          </a:p>
        </p:txBody>
      </p:sp>
      <p:sp>
        <p:nvSpPr>
          <p:cNvPr id="189" name="圖示 認證"/>
          <p:cNvSpPr/>
          <p:nvPr/>
        </p:nvSpPr>
        <p:spPr>
          <a:xfrm>
            <a:off x="586541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394" y="135031"/>
                </a:moveTo>
                <a:lnTo>
                  <a:pt x="90021" y="114666"/>
                </a:lnTo>
                <a:cubicBezTo>
                  <a:pt x="89019" y="113495"/>
                  <a:pt x="87673" y="112903"/>
                  <a:pt x="85997" y="112903"/>
                </a:cubicBezTo>
                <a:cubicBezTo>
                  <a:pt x="84322" y="112903"/>
                  <a:pt x="82896" y="113495"/>
                  <a:pt x="81725" y="114666"/>
                </a:cubicBezTo>
                <a:cubicBezTo>
                  <a:pt x="80548" y="115836"/>
                  <a:pt x="79962" y="117182"/>
                  <a:pt x="79962" y="118689"/>
                </a:cubicBezTo>
                <a:cubicBezTo>
                  <a:pt x="79962" y="120364"/>
                  <a:pt x="80548" y="121791"/>
                  <a:pt x="81725" y="122961"/>
                </a:cubicBezTo>
                <a:lnTo>
                  <a:pt x="104856" y="146099"/>
                </a:lnTo>
                <a:cubicBezTo>
                  <a:pt x="106202" y="147606"/>
                  <a:pt x="107877" y="148360"/>
                  <a:pt x="109889" y="148360"/>
                </a:cubicBezTo>
                <a:cubicBezTo>
                  <a:pt x="111732" y="148360"/>
                  <a:pt x="113408" y="147606"/>
                  <a:pt x="114914" y="146099"/>
                </a:cubicBezTo>
                <a:lnTo>
                  <a:pt x="159427" y="101593"/>
                </a:lnTo>
                <a:cubicBezTo>
                  <a:pt x="160598" y="100416"/>
                  <a:pt x="161183" y="99077"/>
                  <a:pt x="161183" y="97570"/>
                </a:cubicBezTo>
                <a:cubicBezTo>
                  <a:pt x="161183" y="95888"/>
                  <a:pt x="160686" y="94549"/>
                  <a:pt x="159676" y="93547"/>
                </a:cubicBezTo>
                <a:cubicBezTo>
                  <a:pt x="158506" y="92537"/>
                  <a:pt x="157079" y="92033"/>
                  <a:pt x="155404" y="92033"/>
                </a:cubicBezTo>
                <a:cubicBezTo>
                  <a:pt x="153897" y="92201"/>
                  <a:pt x="152639" y="92786"/>
                  <a:pt x="151629" y="93795"/>
                </a:cubicBezTo>
                <a:lnTo>
                  <a:pt x="110394" y="135031"/>
                </a:lnTo>
                <a:close/>
                <a:moveTo>
                  <a:pt x="118184" y="214745"/>
                </a:moveTo>
                <a:cubicBezTo>
                  <a:pt x="117350" y="214577"/>
                  <a:pt x="116597" y="214328"/>
                  <a:pt x="115924" y="213992"/>
                </a:cubicBezTo>
                <a:cubicBezTo>
                  <a:pt x="94132" y="206281"/>
                  <a:pt x="76861" y="192785"/>
                  <a:pt x="64125" y="173509"/>
                </a:cubicBezTo>
                <a:cubicBezTo>
                  <a:pt x="51550" y="154226"/>
                  <a:pt x="45266" y="133188"/>
                  <a:pt x="45266" y="110394"/>
                </a:cubicBezTo>
                <a:lnTo>
                  <a:pt x="45266" y="63869"/>
                </a:lnTo>
                <a:cubicBezTo>
                  <a:pt x="45266" y="60687"/>
                  <a:pt x="46100" y="57834"/>
                  <a:pt x="47776" y="55325"/>
                </a:cubicBezTo>
                <a:cubicBezTo>
                  <a:pt x="49619" y="52808"/>
                  <a:pt x="51887" y="51045"/>
                  <a:pt x="54564" y="50043"/>
                </a:cubicBezTo>
                <a:lnTo>
                  <a:pt x="115675" y="27410"/>
                </a:lnTo>
                <a:cubicBezTo>
                  <a:pt x="117350" y="26737"/>
                  <a:pt x="119026" y="26401"/>
                  <a:pt x="120701" y="26401"/>
                </a:cubicBezTo>
                <a:cubicBezTo>
                  <a:pt x="122376" y="26401"/>
                  <a:pt x="124051" y="26737"/>
                  <a:pt x="125734" y="27410"/>
                </a:cubicBezTo>
                <a:lnTo>
                  <a:pt x="186838" y="50043"/>
                </a:lnTo>
                <a:cubicBezTo>
                  <a:pt x="189515" y="51045"/>
                  <a:pt x="191783" y="52808"/>
                  <a:pt x="193626" y="55325"/>
                </a:cubicBezTo>
                <a:cubicBezTo>
                  <a:pt x="195301" y="57834"/>
                  <a:pt x="196142" y="60687"/>
                  <a:pt x="196142" y="63869"/>
                </a:cubicBezTo>
                <a:lnTo>
                  <a:pt x="196142" y="110394"/>
                </a:lnTo>
                <a:cubicBezTo>
                  <a:pt x="196142" y="133188"/>
                  <a:pt x="189851" y="154226"/>
                  <a:pt x="177277" y="173509"/>
                </a:cubicBezTo>
                <a:cubicBezTo>
                  <a:pt x="164541" y="192785"/>
                  <a:pt x="147270" y="206281"/>
                  <a:pt x="125478" y="213992"/>
                </a:cubicBezTo>
                <a:cubicBezTo>
                  <a:pt x="124805" y="214328"/>
                  <a:pt x="124051" y="214577"/>
                  <a:pt x="123217" y="214745"/>
                </a:cubicBezTo>
                <a:cubicBezTo>
                  <a:pt x="122376" y="214913"/>
                  <a:pt x="121542" y="215001"/>
                  <a:pt x="120701" y="215001"/>
                </a:cubicBezTo>
                <a:cubicBezTo>
                  <a:pt x="119860" y="215001"/>
                  <a:pt x="119026" y="214913"/>
                  <a:pt x="118184" y="214745"/>
                </a:cubicBezTo>
                <a:close/>
                <a:moveTo>
                  <a:pt x="120701" y="203933"/>
                </a:moveTo>
                <a:cubicBezTo>
                  <a:pt x="139479" y="197898"/>
                  <a:pt x="154819" y="186165"/>
                  <a:pt x="166721" y="168732"/>
                </a:cubicBezTo>
                <a:cubicBezTo>
                  <a:pt x="178791" y="151293"/>
                  <a:pt x="184826" y="131849"/>
                  <a:pt x="184826" y="110394"/>
                </a:cubicBezTo>
                <a:lnTo>
                  <a:pt x="184826" y="63620"/>
                </a:lnTo>
                <a:cubicBezTo>
                  <a:pt x="184826" y="62947"/>
                  <a:pt x="184658" y="62362"/>
                  <a:pt x="184321" y="61857"/>
                </a:cubicBezTo>
                <a:cubicBezTo>
                  <a:pt x="183816" y="61360"/>
                  <a:pt x="183312" y="61023"/>
                  <a:pt x="182814" y="60855"/>
                </a:cubicBezTo>
                <a:lnTo>
                  <a:pt x="121710" y="37973"/>
                </a:lnTo>
                <a:cubicBezTo>
                  <a:pt x="121374" y="37805"/>
                  <a:pt x="121037" y="37717"/>
                  <a:pt x="120701" y="37717"/>
                </a:cubicBezTo>
                <a:cubicBezTo>
                  <a:pt x="120364" y="37717"/>
                  <a:pt x="120028" y="37805"/>
                  <a:pt x="119699" y="37973"/>
                </a:cubicBezTo>
                <a:lnTo>
                  <a:pt x="58587" y="60855"/>
                </a:lnTo>
                <a:cubicBezTo>
                  <a:pt x="58090" y="61023"/>
                  <a:pt x="57585" y="61360"/>
                  <a:pt x="57081" y="61857"/>
                </a:cubicBezTo>
                <a:cubicBezTo>
                  <a:pt x="56744" y="62362"/>
                  <a:pt x="56576" y="62947"/>
                  <a:pt x="56576" y="63620"/>
                </a:cubicBezTo>
                <a:lnTo>
                  <a:pt x="56576" y="110394"/>
                </a:lnTo>
                <a:cubicBezTo>
                  <a:pt x="56576" y="131849"/>
                  <a:pt x="62611" y="151293"/>
                  <a:pt x="74681" y="168732"/>
                </a:cubicBezTo>
                <a:cubicBezTo>
                  <a:pt x="86583" y="186165"/>
                  <a:pt x="101923" y="197898"/>
                  <a:pt x="120701" y="203933"/>
                </a:cubicBezTo>
                <a:close/>
                <a:moveTo>
                  <a:pt x="120701" y="12095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574960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600" dirty="0"/>
          </a:p>
        </p:txBody>
      </p:sp>
      <p:sp>
        <p:nvSpPr>
          <p:cNvPr id="191" name="圖示 金鑰"/>
          <p:cNvSpPr/>
          <p:nvPr/>
        </p:nvSpPr>
        <p:spPr>
          <a:xfrm>
            <a:off x="630919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599" y="130510"/>
                </a:moveTo>
                <a:cubicBezTo>
                  <a:pt x="57754" y="127826"/>
                  <a:pt x="56327" y="124556"/>
                  <a:pt x="56327" y="120701"/>
                </a:cubicBezTo>
                <a:cubicBezTo>
                  <a:pt x="56327" y="116846"/>
                  <a:pt x="57754" y="113576"/>
                  <a:pt x="60599" y="110891"/>
                </a:cubicBezTo>
                <a:cubicBezTo>
                  <a:pt x="63284" y="108046"/>
                  <a:pt x="66554" y="106619"/>
                  <a:pt x="70409" y="106619"/>
                </a:cubicBezTo>
                <a:cubicBezTo>
                  <a:pt x="74264" y="106619"/>
                  <a:pt x="77534" y="108046"/>
                  <a:pt x="80218" y="110891"/>
                </a:cubicBezTo>
                <a:cubicBezTo>
                  <a:pt x="83064" y="113576"/>
                  <a:pt x="84491" y="116846"/>
                  <a:pt x="84491" y="120701"/>
                </a:cubicBezTo>
                <a:cubicBezTo>
                  <a:pt x="84491" y="124556"/>
                  <a:pt x="83064" y="127826"/>
                  <a:pt x="80218" y="130510"/>
                </a:cubicBezTo>
                <a:cubicBezTo>
                  <a:pt x="77534" y="133356"/>
                  <a:pt x="74264" y="134783"/>
                  <a:pt x="70409" y="134783"/>
                </a:cubicBezTo>
                <a:cubicBezTo>
                  <a:pt x="66554" y="134783"/>
                  <a:pt x="63284" y="133356"/>
                  <a:pt x="60599" y="130510"/>
                </a:cubicBezTo>
                <a:close/>
                <a:moveTo>
                  <a:pt x="70409" y="176026"/>
                </a:moveTo>
                <a:cubicBezTo>
                  <a:pt x="54988" y="176026"/>
                  <a:pt x="41909" y="170656"/>
                  <a:pt x="31185" y="159932"/>
                </a:cubicBezTo>
                <a:cubicBezTo>
                  <a:pt x="20453" y="149201"/>
                  <a:pt x="15091" y="136121"/>
                  <a:pt x="15091" y="120701"/>
                </a:cubicBezTo>
                <a:cubicBezTo>
                  <a:pt x="15091" y="105280"/>
                  <a:pt x="20453" y="92201"/>
                  <a:pt x="31185" y="81477"/>
                </a:cubicBezTo>
                <a:cubicBezTo>
                  <a:pt x="41909" y="70745"/>
                  <a:pt x="54988" y="65383"/>
                  <a:pt x="70409" y="65383"/>
                </a:cubicBezTo>
                <a:cubicBezTo>
                  <a:pt x="81806" y="65383"/>
                  <a:pt x="91864" y="68229"/>
                  <a:pt x="100584" y="73927"/>
                </a:cubicBezTo>
                <a:cubicBezTo>
                  <a:pt x="109304" y="79626"/>
                  <a:pt x="115836" y="87841"/>
                  <a:pt x="120196" y="98572"/>
                </a:cubicBezTo>
                <a:lnTo>
                  <a:pt x="208710" y="98572"/>
                </a:lnTo>
                <a:cubicBezTo>
                  <a:pt x="209551" y="98572"/>
                  <a:pt x="210385" y="98741"/>
                  <a:pt x="211226" y="99077"/>
                </a:cubicBezTo>
                <a:cubicBezTo>
                  <a:pt x="212068" y="99414"/>
                  <a:pt x="212821" y="99999"/>
                  <a:pt x="213487" y="100833"/>
                </a:cubicBezTo>
                <a:lnTo>
                  <a:pt x="230085" y="117182"/>
                </a:lnTo>
                <a:cubicBezTo>
                  <a:pt x="230926" y="118016"/>
                  <a:pt x="231511" y="118857"/>
                  <a:pt x="231848" y="119699"/>
                </a:cubicBezTo>
                <a:cubicBezTo>
                  <a:pt x="232184" y="120533"/>
                  <a:pt x="232353" y="121454"/>
                  <a:pt x="232353" y="122464"/>
                </a:cubicBezTo>
                <a:cubicBezTo>
                  <a:pt x="232353" y="123466"/>
                  <a:pt x="232097" y="124388"/>
                  <a:pt x="231592" y="125229"/>
                </a:cubicBezTo>
                <a:cubicBezTo>
                  <a:pt x="231263" y="126063"/>
                  <a:pt x="230670" y="126904"/>
                  <a:pt x="229836" y="127745"/>
                </a:cubicBezTo>
                <a:lnTo>
                  <a:pt x="203684" y="151885"/>
                </a:lnTo>
                <a:cubicBezTo>
                  <a:pt x="203011" y="152551"/>
                  <a:pt x="202258" y="153056"/>
                  <a:pt x="201417" y="153392"/>
                </a:cubicBezTo>
                <a:cubicBezTo>
                  <a:pt x="200583" y="153729"/>
                  <a:pt x="199742" y="153897"/>
                  <a:pt x="198908" y="153897"/>
                </a:cubicBezTo>
                <a:cubicBezTo>
                  <a:pt x="198066" y="153897"/>
                  <a:pt x="197313" y="153809"/>
                  <a:pt x="196640" y="153641"/>
                </a:cubicBezTo>
                <a:cubicBezTo>
                  <a:pt x="195974" y="153473"/>
                  <a:pt x="195213" y="153136"/>
                  <a:pt x="194379" y="152639"/>
                </a:cubicBezTo>
                <a:lnTo>
                  <a:pt x="179040" y="141322"/>
                </a:lnTo>
                <a:lnTo>
                  <a:pt x="162441" y="153136"/>
                </a:lnTo>
                <a:cubicBezTo>
                  <a:pt x="161776" y="153641"/>
                  <a:pt x="161103" y="153978"/>
                  <a:pt x="160430" y="154146"/>
                </a:cubicBezTo>
                <a:cubicBezTo>
                  <a:pt x="159764" y="154314"/>
                  <a:pt x="159003" y="154395"/>
                  <a:pt x="158169" y="154395"/>
                </a:cubicBezTo>
                <a:cubicBezTo>
                  <a:pt x="157328" y="154395"/>
                  <a:pt x="156575" y="154314"/>
                  <a:pt x="155909" y="154146"/>
                </a:cubicBezTo>
                <a:cubicBezTo>
                  <a:pt x="155236" y="153809"/>
                  <a:pt x="154563" y="153473"/>
                  <a:pt x="153897" y="153136"/>
                </a:cubicBezTo>
                <a:lnTo>
                  <a:pt x="140569" y="142829"/>
                </a:lnTo>
                <a:lnTo>
                  <a:pt x="120196" y="142829"/>
                </a:lnTo>
                <a:cubicBezTo>
                  <a:pt x="116509" y="152383"/>
                  <a:pt x="110306" y="160349"/>
                  <a:pt x="101593" y="166721"/>
                </a:cubicBezTo>
                <a:cubicBezTo>
                  <a:pt x="93042" y="172924"/>
                  <a:pt x="82647" y="176026"/>
                  <a:pt x="70409" y="176026"/>
                </a:cubicBezTo>
                <a:close/>
                <a:moveTo>
                  <a:pt x="70409" y="164709"/>
                </a:moveTo>
                <a:cubicBezTo>
                  <a:pt x="80299" y="164709"/>
                  <a:pt x="89187" y="161520"/>
                  <a:pt x="97065" y="155148"/>
                </a:cubicBezTo>
                <a:cubicBezTo>
                  <a:pt x="104944" y="148616"/>
                  <a:pt x="109969" y="140649"/>
                  <a:pt x="112149" y="131264"/>
                </a:cubicBezTo>
                <a:lnTo>
                  <a:pt x="144592" y="131264"/>
                </a:lnTo>
                <a:lnTo>
                  <a:pt x="158418" y="142076"/>
                </a:lnTo>
                <a:lnTo>
                  <a:pt x="179288" y="127241"/>
                </a:lnTo>
                <a:lnTo>
                  <a:pt x="198154" y="141827"/>
                </a:lnTo>
                <a:lnTo>
                  <a:pt x="198154" y="141571"/>
                </a:lnTo>
                <a:lnTo>
                  <a:pt x="198154" y="141827"/>
                </a:lnTo>
                <a:lnTo>
                  <a:pt x="218768" y="122208"/>
                </a:lnTo>
                <a:lnTo>
                  <a:pt x="219024" y="122208"/>
                </a:lnTo>
                <a:cubicBezTo>
                  <a:pt x="219024" y="122376"/>
                  <a:pt x="218937" y="122376"/>
                  <a:pt x="218768" y="122208"/>
                </a:cubicBezTo>
                <a:lnTo>
                  <a:pt x="219024" y="122208"/>
                </a:lnTo>
                <a:lnTo>
                  <a:pt x="218768" y="122208"/>
                </a:lnTo>
                <a:lnTo>
                  <a:pt x="206698" y="110138"/>
                </a:lnTo>
                <a:lnTo>
                  <a:pt x="112149" y="110138"/>
                </a:lnTo>
                <a:cubicBezTo>
                  <a:pt x="110138" y="101089"/>
                  <a:pt x="105280" y="93291"/>
                  <a:pt x="97570" y="86751"/>
                </a:cubicBezTo>
                <a:cubicBezTo>
                  <a:pt x="89853" y="80050"/>
                  <a:pt x="80804" y="76693"/>
                  <a:pt x="70409" y="76693"/>
                </a:cubicBezTo>
                <a:cubicBezTo>
                  <a:pt x="58170" y="76693"/>
                  <a:pt x="47776" y="80972"/>
                  <a:pt x="39231" y="89523"/>
                </a:cubicBezTo>
                <a:cubicBezTo>
                  <a:pt x="30680" y="98068"/>
                  <a:pt x="26401" y="108462"/>
                  <a:pt x="26401" y="120701"/>
                </a:cubicBezTo>
                <a:cubicBezTo>
                  <a:pt x="26401" y="132939"/>
                  <a:pt x="30680" y="143334"/>
                  <a:pt x="39231" y="151885"/>
                </a:cubicBezTo>
                <a:cubicBezTo>
                  <a:pt x="47776" y="160430"/>
                  <a:pt x="58170" y="164709"/>
                  <a:pt x="70409" y="16470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619337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600" dirty="0"/>
          </a:p>
        </p:txBody>
      </p:sp>
      <p:sp>
        <p:nvSpPr>
          <p:cNvPr id="193" name="圖示 交換"/>
          <p:cNvSpPr/>
          <p:nvPr/>
        </p:nvSpPr>
        <p:spPr>
          <a:xfrm>
            <a:off x="675297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6773" y="156158"/>
                </a:moveTo>
                <a:lnTo>
                  <a:pt x="74681" y="184072"/>
                </a:lnTo>
                <a:cubicBezTo>
                  <a:pt x="75859" y="185243"/>
                  <a:pt x="76444" y="186581"/>
                  <a:pt x="76444" y="188096"/>
                </a:cubicBezTo>
                <a:cubicBezTo>
                  <a:pt x="76444" y="189603"/>
                  <a:pt x="75859" y="190941"/>
                  <a:pt x="74681" y="192119"/>
                </a:cubicBezTo>
                <a:cubicBezTo>
                  <a:pt x="73510" y="193290"/>
                  <a:pt x="72172" y="193875"/>
                  <a:pt x="70658" y="193875"/>
                </a:cubicBezTo>
                <a:cubicBezTo>
                  <a:pt x="69151" y="193875"/>
                  <a:pt x="67812" y="193290"/>
                  <a:pt x="66634" y="192119"/>
                </a:cubicBezTo>
                <a:lnTo>
                  <a:pt x="30175" y="155653"/>
                </a:lnTo>
                <a:cubicBezTo>
                  <a:pt x="29502" y="154819"/>
                  <a:pt x="29005" y="153978"/>
                  <a:pt x="28668" y="153136"/>
                </a:cubicBezTo>
                <a:cubicBezTo>
                  <a:pt x="28332" y="152471"/>
                  <a:pt x="28164" y="151629"/>
                  <a:pt x="28164" y="150627"/>
                </a:cubicBezTo>
                <a:cubicBezTo>
                  <a:pt x="28164" y="149618"/>
                  <a:pt x="28332" y="148696"/>
                  <a:pt x="28668" y="147862"/>
                </a:cubicBezTo>
                <a:cubicBezTo>
                  <a:pt x="29005" y="147021"/>
                  <a:pt x="29502" y="146180"/>
                  <a:pt x="30175" y="145346"/>
                </a:cubicBezTo>
                <a:lnTo>
                  <a:pt x="66634" y="108879"/>
                </a:lnTo>
                <a:cubicBezTo>
                  <a:pt x="67812" y="107877"/>
                  <a:pt x="69151" y="107373"/>
                  <a:pt x="70658" y="107373"/>
                </a:cubicBezTo>
                <a:cubicBezTo>
                  <a:pt x="72172" y="107204"/>
                  <a:pt x="73510" y="107709"/>
                  <a:pt x="74681" y="108879"/>
                </a:cubicBezTo>
                <a:cubicBezTo>
                  <a:pt x="75859" y="110057"/>
                  <a:pt x="76444" y="111396"/>
                  <a:pt x="76444" y="112903"/>
                </a:cubicBezTo>
                <a:cubicBezTo>
                  <a:pt x="76444" y="114417"/>
                  <a:pt x="75859" y="115756"/>
                  <a:pt x="74681" y="116926"/>
                </a:cubicBezTo>
                <a:lnTo>
                  <a:pt x="46773" y="144841"/>
                </a:lnTo>
                <a:lnTo>
                  <a:pt x="119699" y="144841"/>
                </a:lnTo>
                <a:cubicBezTo>
                  <a:pt x="121374" y="144841"/>
                  <a:pt x="122712" y="145346"/>
                  <a:pt x="123722" y="146348"/>
                </a:cubicBezTo>
                <a:cubicBezTo>
                  <a:pt x="124892" y="147526"/>
                  <a:pt x="125478" y="148945"/>
                  <a:pt x="125478" y="150627"/>
                </a:cubicBezTo>
                <a:cubicBezTo>
                  <a:pt x="125478" y="152134"/>
                  <a:pt x="124892" y="153473"/>
                  <a:pt x="123722" y="154651"/>
                </a:cubicBezTo>
                <a:cubicBezTo>
                  <a:pt x="122712" y="155653"/>
                  <a:pt x="121374" y="156158"/>
                  <a:pt x="119699" y="156158"/>
                </a:cubicBezTo>
                <a:lnTo>
                  <a:pt x="46773" y="156158"/>
                </a:lnTo>
                <a:close/>
                <a:moveTo>
                  <a:pt x="194628" y="96561"/>
                </a:moveTo>
                <a:lnTo>
                  <a:pt x="121710" y="96561"/>
                </a:lnTo>
                <a:cubicBezTo>
                  <a:pt x="120028" y="96561"/>
                  <a:pt x="118689" y="95975"/>
                  <a:pt x="117687" y="94798"/>
                </a:cubicBezTo>
                <a:cubicBezTo>
                  <a:pt x="116509" y="93795"/>
                  <a:pt x="115924" y="92457"/>
                  <a:pt x="115924" y="90774"/>
                </a:cubicBezTo>
                <a:cubicBezTo>
                  <a:pt x="115924" y="89099"/>
                  <a:pt x="116509" y="87760"/>
                  <a:pt x="117687" y="86751"/>
                </a:cubicBezTo>
                <a:cubicBezTo>
                  <a:pt x="118689" y="85581"/>
                  <a:pt x="120028" y="84995"/>
                  <a:pt x="121710" y="84995"/>
                </a:cubicBezTo>
                <a:lnTo>
                  <a:pt x="194628" y="84995"/>
                </a:lnTo>
                <a:lnTo>
                  <a:pt x="166721" y="57337"/>
                </a:lnTo>
                <a:cubicBezTo>
                  <a:pt x="165543" y="56159"/>
                  <a:pt x="164958" y="54820"/>
                  <a:pt x="164958" y="53313"/>
                </a:cubicBezTo>
                <a:cubicBezTo>
                  <a:pt x="164958" y="51799"/>
                  <a:pt x="165543" y="50460"/>
                  <a:pt x="166721" y="49290"/>
                </a:cubicBezTo>
                <a:cubicBezTo>
                  <a:pt x="167891" y="48112"/>
                  <a:pt x="169230" y="47527"/>
                  <a:pt x="170744" y="47527"/>
                </a:cubicBezTo>
                <a:cubicBezTo>
                  <a:pt x="172251" y="47527"/>
                  <a:pt x="173590" y="48112"/>
                  <a:pt x="174767" y="49290"/>
                </a:cubicBezTo>
                <a:lnTo>
                  <a:pt x="211226" y="85749"/>
                </a:lnTo>
                <a:cubicBezTo>
                  <a:pt x="211899" y="86422"/>
                  <a:pt x="212485" y="87175"/>
                  <a:pt x="212989" y="88009"/>
                </a:cubicBezTo>
                <a:cubicBezTo>
                  <a:pt x="213319" y="88850"/>
                  <a:pt x="213487" y="89772"/>
                  <a:pt x="213487" y="90774"/>
                </a:cubicBezTo>
                <a:cubicBezTo>
                  <a:pt x="213487" y="91784"/>
                  <a:pt x="213319" y="92706"/>
                  <a:pt x="212989" y="93547"/>
                </a:cubicBezTo>
                <a:cubicBezTo>
                  <a:pt x="212485" y="94381"/>
                  <a:pt x="211899" y="95134"/>
                  <a:pt x="211226" y="95807"/>
                </a:cubicBezTo>
                <a:lnTo>
                  <a:pt x="174767" y="132266"/>
                </a:lnTo>
                <a:cubicBezTo>
                  <a:pt x="173590" y="133444"/>
                  <a:pt x="172251" y="134029"/>
                  <a:pt x="170744" y="134029"/>
                </a:cubicBezTo>
                <a:cubicBezTo>
                  <a:pt x="169230" y="134029"/>
                  <a:pt x="167891" y="133444"/>
                  <a:pt x="166721" y="132266"/>
                </a:cubicBezTo>
                <a:cubicBezTo>
                  <a:pt x="165543" y="131096"/>
                  <a:pt x="164958" y="129757"/>
                  <a:pt x="164958" y="128243"/>
                </a:cubicBezTo>
                <a:cubicBezTo>
                  <a:pt x="164958" y="126736"/>
                  <a:pt x="165543" y="125397"/>
                  <a:pt x="166721" y="124219"/>
                </a:cubicBezTo>
                <a:lnTo>
                  <a:pt x="194628" y="9656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663715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600" dirty="0"/>
          </a:p>
        </p:txBody>
      </p:sp>
      <p:sp>
        <p:nvSpPr>
          <p:cNvPr id="195" name="圖示 分流"/>
          <p:cNvSpPr/>
          <p:nvPr/>
        </p:nvSpPr>
        <p:spPr>
          <a:xfrm>
            <a:off x="719674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4914" y="210473"/>
                </a:moveTo>
                <a:lnTo>
                  <a:pt x="114914" y="172500"/>
                </a:lnTo>
                <a:cubicBezTo>
                  <a:pt x="114914" y="164285"/>
                  <a:pt x="113664" y="157416"/>
                  <a:pt x="111147" y="151885"/>
                </a:cubicBezTo>
                <a:cubicBezTo>
                  <a:pt x="108462" y="146516"/>
                  <a:pt x="104359" y="141154"/>
                  <a:pt x="98821" y="135792"/>
                </a:cubicBezTo>
                <a:lnTo>
                  <a:pt x="107124" y="127745"/>
                </a:lnTo>
                <a:cubicBezTo>
                  <a:pt x="109304" y="129757"/>
                  <a:pt x="111732" y="132434"/>
                  <a:pt x="114417" y="135792"/>
                </a:cubicBezTo>
                <a:cubicBezTo>
                  <a:pt x="116926" y="139142"/>
                  <a:pt x="119026" y="142412"/>
                  <a:pt x="120701" y="145594"/>
                </a:cubicBezTo>
                <a:cubicBezTo>
                  <a:pt x="123217" y="141066"/>
                  <a:pt x="125982" y="137043"/>
                  <a:pt x="128996" y="133524"/>
                </a:cubicBezTo>
                <a:cubicBezTo>
                  <a:pt x="132186" y="129837"/>
                  <a:pt x="135287" y="126736"/>
                  <a:pt x="138301" y="124219"/>
                </a:cubicBezTo>
                <a:cubicBezTo>
                  <a:pt x="148023" y="116004"/>
                  <a:pt x="155068" y="106034"/>
                  <a:pt x="159427" y="94300"/>
                </a:cubicBezTo>
                <a:cubicBezTo>
                  <a:pt x="163956" y="82398"/>
                  <a:pt x="165711" y="66634"/>
                  <a:pt x="164709" y="47022"/>
                </a:cubicBezTo>
                <a:lnTo>
                  <a:pt x="145594" y="66137"/>
                </a:lnTo>
                <a:cubicBezTo>
                  <a:pt x="144424" y="67307"/>
                  <a:pt x="143078" y="67892"/>
                  <a:pt x="141571" y="67892"/>
                </a:cubicBezTo>
                <a:cubicBezTo>
                  <a:pt x="140064" y="67892"/>
                  <a:pt x="138725" y="67307"/>
                  <a:pt x="137548" y="66137"/>
                </a:cubicBezTo>
                <a:cubicBezTo>
                  <a:pt x="136377" y="65127"/>
                  <a:pt x="135792" y="63869"/>
                  <a:pt x="135792" y="62362"/>
                </a:cubicBezTo>
                <a:cubicBezTo>
                  <a:pt x="135792" y="60855"/>
                  <a:pt x="136377" y="59509"/>
                  <a:pt x="137548" y="58339"/>
                </a:cubicBezTo>
                <a:lnTo>
                  <a:pt x="165711" y="30175"/>
                </a:lnTo>
                <a:cubicBezTo>
                  <a:pt x="166384" y="29502"/>
                  <a:pt x="167138" y="28917"/>
                  <a:pt x="167979" y="28412"/>
                </a:cubicBezTo>
                <a:cubicBezTo>
                  <a:pt x="168813" y="28083"/>
                  <a:pt x="169735" y="27915"/>
                  <a:pt x="170744" y="27915"/>
                </a:cubicBezTo>
                <a:cubicBezTo>
                  <a:pt x="171578" y="27915"/>
                  <a:pt x="172419" y="28083"/>
                  <a:pt x="173253" y="28412"/>
                </a:cubicBezTo>
                <a:cubicBezTo>
                  <a:pt x="174094" y="28917"/>
                  <a:pt x="174936" y="29502"/>
                  <a:pt x="175770" y="30175"/>
                </a:cubicBezTo>
                <a:lnTo>
                  <a:pt x="203684" y="58339"/>
                </a:lnTo>
                <a:cubicBezTo>
                  <a:pt x="204855" y="59348"/>
                  <a:pt x="205440" y="60687"/>
                  <a:pt x="205440" y="62362"/>
                </a:cubicBezTo>
                <a:cubicBezTo>
                  <a:pt x="205440" y="63869"/>
                  <a:pt x="204855" y="65127"/>
                  <a:pt x="203684" y="66137"/>
                </a:cubicBezTo>
                <a:cubicBezTo>
                  <a:pt x="202507" y="67307"/>
                  <a:pt x="201168" y="67892"/>
                  <a:pt x="199661" y="67892"/>
                </a:cubicBezTo>
                <a:cubicBezTo>
                  <a:pt x="198154" y="67892"/>
                  <a:pt x="196808" y="67307"/>
                  <a:pt x="195638" y="66137"/>
                </a:cubicBezTo>
                <a:lnTo>
                  <a:pt x="176274" y="46773"/>
                </a:lnTo>
                <a:cubicBezTo>
                  <a:pt x="177108" y="67892"/>
                  <a:pt x="175184" y="84827"/>
                  <a:pt x="170488" y="97570"/>
                </a:cubicBezTo>
                <a:cubicBezTo>
                  <a:pt x="165631" y="110474"/>
                  <a:pt x="157416" y="122208"/>
                  <a:pt x="145850" y="132771"/>
                </a:cubicBezTo>
                <a:cubicBezTo>
                  <a:pt x="138806" y="139142"/>
                  <a:pt x="133861" y="145090"/>
                  <a:pt x="131008" y="150627"/>
                </a:cubicBezTo>
                <a:cubicBezTo>
                  <a:pt x="127994" y="156158"/>
                  <a:pt x="126487" y="163451"/>
                  <a:pt x="126487" y="172500"/>
                </a:cubicBezTo>
                <a:lnTo>
                  <a:pt x="126487" y="210473"/>
                </a:lnTo>
                <a:cubicBezTo>
                  <a:pt x="126487" y="212148"/>
                  <a:pt x="125895" y="213575"/>
                  <a:pt x="124724" y="214745"/>
                </a:cubicBezTo>
                <a:cubicBezTo>
                  <a:pt x="123722" y="215755"/>
                  <a:pt x="122376" y="216259"/>
                  <a:pt x="120701" y="216259"/>
                </a:cubicBezTo>
                <a:cubicBezTo>
                  <a:pt x="119026" y="216259"/>
                  <a:pt x="117687" y="215755"/>
                  <a:pt x="116677" y="214745"/>
                </a:cubicBezTo>
                <a:cubicBezTo>
                  <a:pt x="115507" y="213575"/>
                  <a:pt x="114914" y="212148"/>
                  <a:pt x="114914" y="210473"/>
                </a:cubicBezTo>
                <a:close/>
                <a:moveTo>
                  <a:pt x="66890" y="81477"/>
                </a:moveTo>
                <a:cubicBezTo>
                  <a:pt x="66217" y="78287"/>
                  <a:pt x="65712" y="73510"/>
                  <a:pt x="65383" y="67139"/>
                </a:cubicBezTo>
                <a:cubicBezTo>
                  <a:pt x="64879" y="60767"/>
                  <a:pt x="64710" y="54067"/>
                  <a:pt x="64879" y="47022"/>
                </a:cubicBezTo>
                <a:lnTo>
                  <a:pt x="45764" y="66137"/>
                </a:lnTo>
                <a:cubicBezTo>
                  <a:pt x="44593" y="67307"/>
                  <a:pt x="43255" y="67892"/>
                  <a:pt x="41741" y="67892"/>
                </a:cubicBezTo>
                <a:cubicBezTo>
                  <a:pt x="40234" y="67892"/>
                  <a:pt x="38895" y="67307"/>
                  <a:pt x="37717" y="66137"/>
                </a:cubicBezTo>
                <a:cubicBezTo>
                  <a:pt x="36547" y="65127"/>
                  <a:pt x="35962" y="63869"/>
                  <a:pt x="35962" y="62362"/>
                </a:cubicBezTo>
                <a:cubicBezTo>
                  <a:pt x="35962" y="60855"/>
                  <a:pt x="36547" y="59509"/>
                  <a:pt x="37717" y="58339"/>
                </a:cubicBezTo>
                <a:lnTo>
                  <a:pt x="65632" y="30175"/>
                </a:lnTo>
                <a:cubicBezTo>
                  <a:pt x="66466" y="29502"/>
                  <a:pt x="67307" y="28917"/>
                  <a:pt x="68148" y="28412"/>
                </a:cubicBezTo>
                <a:cubicBezTo>
                  <a:pt x="68982" y="28083"/>
                  <a:pt x="69824" y="27915"/>
                  <a:pt x="70658" y="27915"/>
                </a:cubicBezTo>
                <a:cubicBezTo>
                  <a:pt x="71667" y="27915"/>
                  <a:pt x="72589" y="28083"/>
                  <a:pt x="73430" y="28412"/>
                </a:cubicBezTo>
                <a:cubicBezTo>
                  <a:pt x="74264" y="28917"/>
                  <a:pt x="75105" y="29502"/>
                  <a:pt x="75939" y="30175"/>
                </a:cubicBezTo>
                <a:lnTo>
                  <a:pt x="103854" y="58339"/>
                </a:lnTo>
                <a:cubicBezTo>
                  <a:pt x="105024" y="59348"/>
                  <a:pt x="105617" y="60687"/>
                  <a:pt x="105617" y="62362"/>
                </a:cubicBezTo>
                <a:cubicBezTo>
                  <a:pt x="105617" y="63869"/>
                  <a:pt x="105024" y="65127"/>
                  <a:pt x="103854" y="66137"/>
                </a:cubicBezTo>
                <a:cubicBezTo>
                  <a:pt x="102676" y="67307"/>
                  <a:pt x="101337" y="67892"/>
                  <a:pt x="99831" y="67892"/>
                </a:cubicBezTo>
                <a:cubicBezTo>
                  <a:pt x="98324" y="67892"/>
                  <a:pt x="96978" y="67307"/>
                  <a:pt x="95807" y="66137"/>
                </a:cubicBezTo>
                <a:lnTo>
                  <a:pt x="76693" y="47022"/>
                </a:lnTo>
                <a:cubicBezTo>
                  <a:pt x="76363" y="53562"/>
                  <a:pt x="76276" y="59597"/>
                  <a:pt x="76444" y="65127"/>
                </a:cubicBezTo>
                <a:cubicBezTo>
                  <a:pt x="76780" y="70489"/>
                  <a:pt x="77285" y="75017"/>
                  <a:pt x="77951" y="78704"/>
                </a:cubicBezTo>
                <a:lnTo>
                  <a:pt x="66890" y="81477"/>
                </a:lnTo>
                <a:close/>
                <a:moveTo>
                  <a:pt x="86751" y="123971"/>
                </a:moveTo>
                <a:cubicBezTo>
                  <a:pt x="84074" y="120950"/>
                  <a:pt x="81221" y="117014"/>
                  <a:pt x="78207" y="112149"/>
                </a:cubicBezTo>
                <a:cubicBezTo>
                  <a:pt x="75017" y="107460"/>
                  <a:pt x="72669" y="102764"/>
                  <a:pt x="71162" y="98068"/>
                </a:cubicBezTo>
                <a:lnTo>
                  <a:pt x="82479" y="95054"/>
                </a:lnTo>
                <a:cubicBezTo>
                  <a:pt x="83818" y="98741"/>
                  <a:pt x="85581" y="102515"/>
                  <a:pt x="87760" y="106370"/>
                </a:cubicBezTo>
                <a:cubicBezTo>
                  <a:pt x="90109" y="110225"/>
                  <a:pt x="92457" y="113408"/>
                  <a:pt x="94798" y="115924"/>
                </a:cubicBezTo>
                <a:lnTo>
                  <a:pt x="86751" y="12397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708093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600" dirty="0"/>
          </a:p>
        </p:txBody>
      </p:sp>
      <p:sp>
        <p:nvSpPr>
          <p:cNvPr id="197" name="圖示 分歧"/>
          <p:cNvSpPr/>
          <p:nvPr/>
        </p:nvSpPr>
        <p:spPr>
          <a:xfrm>
            <a:off x="764052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6576" y="64622"/>
                </a:moveTo>
                <a:lnTo>
                  <a:pt x="56576" y="92033"/>
                </a:lnTo>
                <a:cubicBezTo>
                  <a:pt x="56576" y="93708"/>
                  <a:pt x="56078" y="95054"/>
                  <a:pt x="55069" y="96056"/>
                </a:cubicBezTo>
                <a:cubicBezTo>
                  <a:pt x="53898" y="97234"/>
                  <a:pt x="52552" y="97819"/>
                  <a:pt x="51045" y="97819"/>
                </a:cubicBezTo>
                <a:cubicBezTo>
                  <a:pt x="49370" y="97819"/>
                  <a:pt x="47944" y="97234"/>
                  <a:pt x="46773" y="96056"/>
                </a:cubicBezTo>
                <a:cubicBezTo>
                  <a:pt x="45764" y="95054"/>
                  <a:pt x="45266" y="93708"/>
                  <a:pt x="45266" y="92033"/>
                </a:cubicBezTo>
                <a:lnTo>
                  <a:pt x="45266" y="52552"/>
                </a:lnTo>
                <a:cubicBezTo>
                  <a:pt x="45266" y="50372"/>
                  <a:pt x="45932" y="48617"/>
                  <a:pt x="47278" y="47278"/>
                </a:cubicBezTo>
                <a:cubicBezTo>
                  <a:pt x="48617" y="45932"/>
                  <a:pt x="50372" y="45266"/>
                  <a:pt x="52552" y="45266"/>
                </a:cubicBezTo>
                <a:lnTo>
                  <a:pt x="92289" y="45266"/>
                </a:lnTo>
                <a:cubicBezTo>
                  <a:pt x="93795" y="45266"/>
                  <a:pt x="95134" y="45852"/>
                  <a:pt x="96312" y="47022"/>
                </a:cubicBezTo>
                <a:cubicBezTo>
                  <a:pt x="97314" y="48032"/>
                  <a:pt x="97819" y="49370"/>
                  <a:pt x="97819" y="51045"/>
                </a:cubicBezTo>
                <a:cubicBezTo>
                  <a:pt x="97819" y="52721"/>
                  <a:pt x="97314" y="54067"/>
                  <a:pt x="96312" y="55069"/>
                </a:cubicBezTo>
                <a:cubicBezTo>
                  <a:pt x="95134" y="56078"/>
                  <a:pt x="93795" y="56576"/>
                  <a:pt x="92289" y="56576"/>
                </a:cubicBezTo>
                <a:lnTo>
                  <a:pt x="64879" y="56576"/>
                </a:lnTo>
                <a:lnTo>
                  <a:pt x="122464" y="114161"/>
                </a:lnTo>
                <a:cubicBezTo>
                  <a:pt x="123634" y="115507"/>
                  <a:pt x="124644" y="117094"/>
                  <a:pt x="125478" y="118938"/>
                </a:cubicBezTo>
                <a:cubicBezTo>
                  <a:pt x="126319" y="120781"/>
                  <a:pt x="126736" y="122712"/>
                  <a:pt x="126736" y="124724"/>
                </a:cubicBezTo>
                <a:lnTo>
                  <a:pt x="126736" y="190356"/>
                </a:lnTo>
                <a:cubicBezTo>
                  <a:pt x="126736" y="192031"/>
                  <a:pt x="126231" y="193370"/>
                  <a:pt x="125229" y="194379"/>
                </a:cubicBezTo>
                <a:cubicBezTo>
                  <a:pt x="124051" y="195550"/>
                  <a:pt x="122632" y="196142"/>
                  <a:pt x="120950" y="196142"/>
                </a:cubicBezTo>
                <a:cubicBezTo>
                  <a:pt x="119443" y="196142"/>
                  <a:pt x="118104" y="195550"/>
                  <a:pt x="116926" y="194379"/>
                </a:cubicBezTo>
                <a:cubicBezTo>
                  <a:pt x="115924" y="193370"/>
                  <a:pt x="115419" y="192031"/>
                  <a:pt x="115419" y="190356"/>
                </a:cubicBezTo>
                <a:lnTo>
                  <a:pt x="115419" y="124724"/>
                </a:lnTo>
                <a:cubicBezTo>
                  <a:pt x="115419" y="124219"/>
                  <a:pt x="115339" y="123802"/>
                  <a:pt x="115171" y="123466"/>
                </a:cubicBezTo>
                <a:cubicBezTo>
                  <a:pt x="115002" y="123129"/>
                  <a:pt x="114746" y="122793"/>
                  <a:pt x="114417" y="122464"/>
                </a:cubicBezTo>
                <a:lnTo>
                  <a:pt x="56576" y="64622"/>
                </a:lnTo>
                <a:close/>
                <a:moveTo>
                  <a:pt x="184826" y="64622"/>
                </a:moveTo>
                <a:lnTo>
                  <a:pt x="144592" y="104607"/>
                </a:lnTo>
                <a:cubicBezTo>
                  <a:pt x="143414" y="105778"/>
                  <a:pt x="142076" y="106370"/>
                  <a:pt x="140569" y="106370"/>
                </a:cubicBezTo>
                <a:cubicBezTo>
                  <a:pt x="139055" y="106370"/>
                  <a:pt x="137716" y="105778"/>
                  <a:pt x="136546" y="104607"/>
                </a:cubicBezTo>
                <a:cubicBezTo>
                  <a:pt x="135368" y="103437"/>
                  <a:pt x="134783" y="102091"/>
                  <a:pt x="134783" y="100584"/>
                </a:cubicBezTo>
                <a:cubicBezTo>
                  <a:pt x="134783" y="99077"/>
                  <a:pt x="135368" y="97819"/>
                  <a:pt x="136546" y="96809"/>
                </a:cubicBezTo>
                <a:lnTo>
                  <a:pt x="176523" y="56576"/>
                </a:lnTo>
                <a:lnTo>
                  <a:pt x="149369" y="56576"/>
                </a:lnTo>
                <a:cubicBezTo>
                  <a:pt x="147694" y="56576"/>
                  <a:pt x="146348" y="56078"/>
                  <a:pt x="145346" y="55069"/>
                </a:cubicBezTo>
                <a:cubicBezTo>
                  <a:pt x="144168" y="53898"/>
                  <a:pt x="143583" y="52552"/>
                  <a:pt x="143583" y="51045"/>
                </a:cubicBezTo>
                <a:cubicBezTo>
                  <a:pt x="143583" y="49370"/>
                  <a:pt x="144168" y="47944"/>
                  <a:pt x="145346" y="46773"/>
                </a:cubicBezTo>
                <a:cubicBezTo>
                  <a:pt x="146348" y="45764"/>
                  <a:pt x="147694" y="45266"/>
                  <a:pt x="149369" y="45266"/>
                </a:cubicBezTo>
                <a:lnTo>
                  <a:pt x="188849" y="45266"/>
                </a:lnTo>
                <a:cubicBezTo>
                  <a:pt x="191029" y="45266"/>
                  <a:pt x="192785" y="45932"/>
                  <a:pt x="194131" y="47278"/>
                </a:cubicBezTo>
                <a:cubicBezTo>
                  <a:pt x="195469" y="48617"/>
                  <a:pt x="196142" y="50372"/>
                  <a:pt x="196142" y="52552"/>
                </a:cubicBezTo>
                <a:lnTo>
                  <a:pt x="196142" y="92033"/>
                </a:lnTo>
                <a:cubicBezTo>
                  <a:pt x="196142" y="93708"/>
                  <a:pt x="195550" y="95054"/>
                  <a:pt x="194379" y="96056"/>
                </a:cubicBezTo>
                <a:cubicBezTo>
                  <a:pt x="193370" y="97234"/>
                  <a:pt x="192031" y="97819"/>
                  <a:pt x="190356" y="97819"/>
                </a:cubicBezTo>
                <a:cubicBezTo>
                  <a:pt x="188681" y="97819"/>
                  <a:pt x="187335" y="97234"/>
                  <a:pt x="186333" y="96056"/>
                </a:cubicBezTo>
                <a:cubicBezTo>
                  <a:pt x="185323" y="95054"/>
                  <a:pt x="184826" y="93708"/>
                  <a:pt x="184826" y="92033"/>
                </a:cubicBezTo>
                <a:lnTo>
                  <a:pt x="184826" y="6462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752470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600" dirty="0"/>
          </a:p>
        </p:txBody>
      </p:sp>
      <p:sp>
        <p:nvSpPr>
          <p:cNvPr id="199" name="圖示 合併"/>
          <p:cNvSpPr/>
          <p:nvPr/>
        </p:nvSpPr>
        <p:spPr>
          <a:xfrm>
            <a:off x="808430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9874"/>
                </a:moveTo>
                <a:lnTo>
                  <a:pt x="68397" y="202177"/>
                </a:lnTo>
                <a:cubicBezTo>
                  <a:pt x="67227" y="203348"/>
                  <a:pt x="65881" y="203933"/>
                  <a:pt x="64374" y="203933"/>
                </a:cubicBezTo>
                <a:cubicBezTo>
                  <a:pt x="62867" y="203933"/>
                  <a:pt x="61521" y="203348"/>
                  <a:pt x="60350" y="202177"/>
                </a:cubicBezTo>
                <a:cubicBezTo>
                  <a:pt x="59348" y="201000"/>
                  <a:pt x="58843" y="199661"/>
                  <a:pt x="58843" y="198154"/>
                </a:cubicBezTo>
                <a:cubicBezTo>
                  <a:pt x="58843" y="196640"/>
                  <a:pt x="59348" y="195301"/>
                  <a:pt x="60350" y="194131"/>
                </a:cubicBezTo>
                <a:lnTo>
                  <a:pt x="104856" y="149874"/>
                </a:lnTo>
                <a:cubicBezTo>
                  <a:pt x="109048" y="145682"/>
                  <a:pt x="111813" y="142076"/>
                  <a:pt x="113159" y="139055"/>
                </a:cubicBezTo>
                <a:cubicBezTo>
                  <a:pt x="114329" y="135873"/>
                  <a:pt x="114914" y="131008"/>
                  <a:pt x="114914" y="124475"/>
                </a:cubicBezTo>
                <a:lnTo>
                  <a:pt x="114914" y="56832"/>
                </a:lnTo>
                <a:lnTo>
                  <a:pt x="95302" y="76195"/>
                </a:lnTo>
                <a:cubicBezTo>
                  <a:pt x="94300" y="77366"/>
                  <a:pt x="93042" y="77951"/>
                  <a:pt x="91535" y="77951"/>
                </a:cubicBezTo>
                <a:cubicBezTo>
                  <a:pt x="90021" y="77951"/>
                  <a:pt x="88682" y="77366"/>
                  <a:pt x="87512" y="76195"/>
                </a:cubicBezTo>
                <a:cubicBezTo>
                  <a:pt x="86502" y="75186"/>
                  <a:pt x="85997" y="73927"/>
                  <a:pt x="85997" y="72420"/>
                </a:cubicBezTo>
                <a:cubicBezTo>
                  <a:pt x="85997" y="70914"/>
                  <a:pt x="86502" y="69568"/>
                  <a:pt x="87512" y="68397"/>
                </a:cubicBezTo>
                <a:lnTo>
                  <a:pt x="115675" y="40234"/>
                </a:lnTo>
                <a:cubicBezTo>
                  <a:pt x="117014" y="38895"/>
                  <a:pt x="118689" y="38222"/>
                  <a:pt x="120701" y="38222"/>
                </a:cubicBezTo>
                <a:cubicBezTo>
                  <a:pt x="122712" y="38222"/>
                  <a:pt x="124388" y="38895"/>
                  <a:pt x="125734" y="40234"/>
                </a:cubicBezTo>
                <a:lnTo>
                  <a:pt x="153897" y="68397"/>
                </a:lnTo>
                <a:cubicBezTo>
                  <a:pt x="155068" y="69568"/>
                  <a:pt x="155653" y="70914"/>
                  <a:pt x="155653" y="72420"/>
                </a:cubicBezTo>
                <a:cubicBezTo>
                  <a:pt x="155653" y="73927"/>
                  <a:pt x="155068" y="75186"/>
                  <a:pt x="153897" y="76195"/>
                </a:cubicBezTo>
                <a:cubicBezTo>
                  <a:pt x="152719" y="77366"/>
                  <a:pt x="151381" y="77951"/>
                  <a:pt x="149874" y="77951"/>
                </a:cubicBezTo>
                <a:cubicBezTo>
                  <a:pt x="148360" y="77951"/>
                  <a:pt x="147101" y="77366"/>
                  <a:pt x="146099" y="76195"/>
                </a:cubicBezTo>
                <a:lnTo>
                  <a:pt x="126487" y="56832"/>
                </a:lnTo>
                <a:lnTo>
                  <a:pt x="126487" y="124475"/>
                </a:lnTo>
                <a:cubicBezTo>
                  <a:pt x="126487" y="131008"/>
                  <a:pt x="127153" y="135873"/>
                  <a:pt x="128499" y="139055"/>
                </a:cubicBezTo>
                <a:cubicBezTo>
                  <a:pt x="129837" y="142244"/>
                  <a:pt x="132603" y="145931"/>
                  <a:pt x="136794" y="150123"/>
                </a:cubicBezTo>
                <a:lnTo>
                  <a:pt x="181051" y="194379"/>
                </a:lnTo>
                <a:cubicBezTo>
                  <a:pt x="182222" y="195382"/>
                  <a:pt x="182814" y="196640"/>
                  <a:pt x="182814" y="198154"/>
                </a:cubicBezTo>
                <a:cubicBezTo>
                  <a:pt x="182814" y="199661"/>
                  <a:pt x="182222" y="201000"/>
                  <a:pt x="181051" y="202177"/>
                </a:cubicBezTo>
                <a:cubicBezTo>
                  <a:pt x="179881" y="203348"/>
                  <a:pt x="178535" y="203933"/>
                  <a:pt x="177028" y="203933"/>
                </a:cubicBezTo>
                <a:cubicBezTo>
                  <a:pt x="175521" y="203933"/>
                  <a:pt x="174175" y="203348"/>
                  <a:pt x="173004" y="202177"/>
                </a:cubicBezTo>
                <a:lnTo>
                  <a:pt x="120701" y="14987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796848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600" dirty="0"/>
          </a:p>
        </p:txBody>
      </p:sp>
      <p:sp>
        <p:nvSpPr>
          <p:cNvPr id="201" name="圖示 路徑"/>
          <p:cNvSpPr/>
          <p:nvPr/>
        </p:nvSpPr>
        <p:spPr>
          <a:xfrm>
            <a:off x="8528078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620" y="197898"/>
                </a:moveTo>
                <a:cubicBezTo>
                  <a:pt x="56408" y="190693"/>
                  <a:pt x="52808" y="181973"/>
                  <a:pt x="52808" y="171746"/>
                </a:cubicBezTo>
                <a:lnTo>
                  <a:pt x="52808" y="83986"/>
                </a:lnTo>
                <a:cubicBezTo>
                  <a:pt x="46942" y="81806"/>
                  <a:pt x="42165" y="78456"/>
                  <a:pt x="38471" y="73927"/>
                </a:cubicBezTo>
                <a:cubicBezTo>
                  <a:pt x="34616" y="69407"/>
                  <a:pt x="32692" y="64293"/>
                  <a:pt x="32692" y="58587"/>
                </a:cubicBezTo>
                <a:cubicBezTo>
                  <a:pt x="32692" y="51382"/>
                  <a:pt x="35208" y="45266"/>
                  <a:pt x="40234" y="40234"/>
                </a:cubicBezTo>
                <a:cubicBezTo>
                  <a:pt x="45266" y="35208"/>
                  <a:pt x="51382" y="32692"/>
                  <a:pt x="58587" y="32692"/>
                </a:cubicBezTo>
                <a:cubicBezTo>
                  <a:pt x="65800" y="32692"/>
                  <a:pt x="71916" y="35208"/>
                  <a:pt x="76949" y="40234"/>
                </a:cubicBezTo>
                <a:cubicBezTo>
                  <a:pt x="81806" y="45266"/>
                  <a:pt x="84242" y="51382"/>
                  <a:pt x="84242" y="58587"/>
                </a:cubicBezTo>
                <a:cubicBezTo>
                  <a:pt x="84242" y="64125"/>
                  <a:pt x="82398" y="69151"/>
                  <a:pt x="78704" y="73679"/>
                </a:cubicBezTo>
                <a:cubicBezTo>
                  <a:pt x="74849" y="78375"/>
                  <a:pt x="69992" y="81806"/>
                  <a:pt x="64125" y="83986"/>
                </a:cubicBezTo>
                <a:lnTo>
                  <a:pt x="64125" y="171746"/>
                </a:lnTo>
                <a:cubicBezTo>
                  <a:pt x="64125" y="178791"/>
                  <a:pt x="66634" y="184826"/>
                  <a:pt x="71667" y="189851"/>
                </a:cubicBezTo>
                <a:cubicBezTo>
                  <a:pt x="76524" y="194884"/>
                  <a:pt x="82559" y="197393"/>
                  <a:pt x="89772" y="197393"/>
                </a:cubicBezTo>
                <a:cubicBezTo>
                  <a:pt x="96809" y="197393"/>
                  <a:pt x="102764" y="194884"/>
                  <a:pt x="107629" y="189851"/>
                </a:cubicBezTo>
                <a:cubicBezTo>
                  <a:pt x="112486" y="184826"/>
                  <a:pt x="114914" y="178791"/>
                  <a:pt x="114914" y="171746"/>
                </a:cubicBezTo>
                <a:lnTo>
                  <a:pt x="114914" y="69407"/>
                </a:lnTo>
                <a:cubicBezTo>
                  <a:pt x="114914" y="59180"/>
                  <a:pt x="118521" y="50541"/>
                  <a:pt x="125734" y="43503"/>
                </a:cubicBezTo>
                <a:cubicBezTo>
                  <a:pt x="132771" y="36291"/>
                  <a:pt x="141491" y="32692"/>
                  <a:pt x="151885" y="32692"/>
                </a:cubicBezTo>
                <a:cubicBezTo>
                  <a:pt x="162105" y="32692"/>
                  <a:pt x="170825" y="36291"/>
                  <a:pt x="178037" y="43503"/>
                </a:cubicBezTo>
                <a:cubicBezTo>
                  <a:pt x="185075" y="50541"/>
                  <a:pt x="188593" y="59180"/>
                  <a:pt x="188593" y="69407"/>
                </a:cubicBezTo>
                <a:lnTo>
                  <a:pt x="188593" y="157416"/>
                </a:lnTo>
                <a:cubicBezTo>
                  <a:pt x="194460" y="159596"/>
                  <a:pt x="199325" y="162946"/>
                  <a:pt x="203180" y="167474"/>
                </a:cubicBezTo>
                <a:cubicBezTo>
                  <a:pt x="206867" y="172002"/>
                  <a:pt x="208710" y="177108"/>
                  <a:pt x="208710" y="182814"/>
                </a:cubicBezTo>
                <a:cubicBezTo>
                  <a:pt x="208710" y="190020"/>
                  <a:pt x="206201" y="196142"/>
                  <a:pt x="201168" y="201168"/>
                </a:cubicBezTo>
                <a:cubicBezTo>
                  <a:pt x="196142" y="206201"/>
                  <a:pt x="190020" y="208710"/>
                  <a:pt x="182814" y="208710"/>
                </a:cubicBezTo>
                <a:cubicBezTo>
                  <a:pt x="175770" y="208710"/>
                  <a:pt x="169735" y="206201"/>
                  <a:pt x="164709" y="201168"/>
                </a:cubicBezTo>
                <a:cubicBezTo>
                  <a:pt x="159676" y="196142"/>
                  <a:pt x="157160" y="190020"/>
                  <a:pt x="157160" y="182814"/>
                </a:cubicBezTo>
                <a:cubicBezTo>
                  <a:pt x="157160" y="177108"/>
                  <a:pt x="159003" y="172002"/>
                  <a:pt x="162697" y="167474"/>
                </a:cubicBezTo>
                <a:cubicBezTo>
                  <a:pt x="166552" y="162778"/>
                  <a:pt x="171410" y="159427"/>
                  <a:pt x="177277" y="157416"/>
                </a:cubicBezTo>
                <a:lnTo>
                  <a:pt x="177277" y="69407"/>
                </a:lnTo>
                <a:cubicBezTo>
                  <a:pt x="177277" y="62362"/>
                  <a:pt x="174767" y="56408"/>
                  <a:pt x="169735" y="51550"/>
                </a:cubicBezTo>
                <a:cubicBezTo>
                  <a:pt x="164877" y="46517"/>
                  <a:pt x="158923" y="44008"/>
                  <a:pt x="151885" y="44008"/>
                </a:cubicBezTo>
                <a:cubicBezTo>
                  <a:pt x="144841" y="44008"/>
                  <a:pt x="138806" y="46517"/>
                  <a:pt x="133780" y="51550"/>
                </a:cubicBezTo>
                <a:cubicBezTo>
                  <a:pt x="128916" y="56408"/>
                  <a:pt x="126487" y="62362"/>
                  <a:pt x="126487" y="69407"/>
                </a:cubicBezTo>
                <a:lnTo>
                  <a:pt x="126487" y="171746"/>
                </a:lnTo>
                <a:cubicBezTo>
                  <a:pt x="126487" y="181973"/>
                  <a:pt x="122881" y="190693"/>
                  <a:pt x="115675" y="197898"/>
                </a:cubicBezTo>
                <a:cubicBezTo>
                  <a:pt x="108631" y="205111"/>
                  <a:pt x="99911" y="208710"/>
                  <a:pt x="89523" y="208710"/>
                </a:cubicBezTo>
                <a:cubicBezTo>
                  <a:pt x="79297" y="208710"/>
                  <a:pt x="70658" y="205111"/>
                  <a:pt x="63620" y="197898"/>
                </a:cubicBezTo>
                <a:close/>
                <a:moveTo>
                  <a:pt x="58587" y="72925"/>
                </a:moveTo>
                <a:cubicBezTo>
                  <a:pt x="62611" y="72925"/>
                  <a:pt x="65968" y="71499"/>
                  <a:pt x="68646" y="68646"/>
                </a:cubicBezTo>
                <a:cubicBezTo>
                  <a:pt x="71499" y="65800"/>
                  <a:pt x="72925" y="62362"/>
                  <a:pt x="72925" y="58339"/>
                </a:cubicBezTo>
                <a:cubicBezTo>
                  <a:pt x="72925" y="54484"/>
                  <a:pt x="71579" y="51133"/>
                  <a:pt x="68902" y="48280"/>
                </a:cubicBezTo>
                <a:cubicBezTo>
                  <a:pt x="66049" y="45427"/>
                  <a:pt x="62611" y="44008"/>
                  <a:pt x="58587" y="44008"/>
                </a:cubicBezTo>
                <a:cubicBezTo>
                  <a:pt x="54732" y="44008"/>
                  <a:pt x="51382" y="45427"/>
                  <a:pt x="48529" y="48280"/>
                </a:cubicBezTo>
                <a:cubicBezTo>
                  <a:pt x="45515" y="50965"/>
                  <a:pt x="44008" y="54396"/>
                  <a:pt x="44008" y="58587"/>
                </a:cubicBezTo>
                <a:cubicBezTo>
                  <a:pt x="44008" y="62443"/>
                  <a:pt x="45515" y="65800"/>
                  <a:pt x="48529" y="68646"/>
                </a:cubicBezTo>
                <a:cubicBezTo>
                  <a:pt x="51382" y="71499"/>
                  <a:pt x="54732" y="72925"/>
                  <a:pt x="58587" y="72925"/>
                </a:cubicBezTo>
                <a:close/>
                <a:moveTo>
                  <a:pt x="183063" y="197393"/>
                </a:moveTo>
                <a:cubicBezTo>
                  <a:pt x="186918" y="197393"/>
                  <a:pt x="190268" y="195974"/>
                  <a:pt x="193121" y="193121"/>
                </a:cubicBezTo>
                <a:cubicBezTo>
                  <a:pt x="195974" y="190107"/>
                  <a:pt x="197393" y="186669"/>
                  <a:pt x="197393" y="182814"/>
                </a:cubicBezTo>
                <a:cubicBezTo>
                  <a:pt x="197393" y="178791"/>
                  <a:pt x="195974" y="175433"/>
                  <a:pt x="193121" y="172756"/>
                </a:cubicBezTo>
                <a:cubicBezTo>
                  <a:pt x="190437" y="169903"/>
                  <a:pt x="187006" y="168476"/>
                  <a:pt x="182814" y="168476"/>
                </a:cubicBezTo>
                <a:cubicBezTo>
                  <a:pt x="178959" y="168476"/>
                  <a:pt x="175601" y="169822"/>
                  <a:pt x="172756" y="172500"/>
                </a:cubicBezTo>
                <a:cubicBezTo>
                  <a:pt x="169903" y="175353"/>
                  <a:pt x="168476" y="178791"/>
                  <a:pt x="168476" y="182814"/>
                </a:cubicBezTo>
                <a:cubicBezTo>
                  <a:pt x="168476" y="186669"/>
                  <a:pt x="169903" y="190107"/>
                  <a:pt x="172756" y="193121"/>
                </a:cubicBezTo>
                <a:cubicBezTo>
                  <a:pt x="175601" y="195974"/>
                  <a:pt x="179040" y="197393"/>
                  <a:pt x="183063" y="197393"/>
                </a:cubicBezTo>
                <a:close/>
                <a:moveTo>
                  <a:pt x="58587" y="58587"/>
                </a:moveTo>
                <a:close/>
                <a:moveTo>
                  <a:pt x="182814" y="18281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841226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600" dirty="0"/>
          </a:p>
        </p:txBody>
      </p:sp>
      <p:sp>
        <p:nvSpPr>
          <p:cNvPr id="203" name="圖示 付款"/>
          <p:cNvSpPr/>
          <p:nvPr/>
        </p:nvSpPr>
        <p:spPr>
          <a:xfrm>
            <a:off x="897185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4534" y="131513"/>
                </a:moveTo>
                <a:cubicBezTo>
                  <a:pt x="127489" y="131513"/>
                  <a:pt x="121542" y="129084"/>
                  <a:pt x="116677" y="124219"/>
                </a:cubicBezTo>
                <a:cubicBezTo>
                  <a:pt x="111813" y="119362"/>
                  <a:pt x="109384" y="113408"/>
                  <a:pt x="109384" y="106370"/>
                </a:cubicBezTo>
                <a:cubicBezTo>
                  <a:pt x="109384" y="99326"/>
                  <a:pt x="111813" y="93379"/>
                  <a:pt x="116677" y="88514"/>
                </a:cubicBezTo>
                <a:cubicBezTo>
                  <a:pt x="121542" y="83649"/>
                  <a:pt x="127489" y="81221"/>
                  <a:pt x="134534" y="81221"/>
                </a:cubicBezTo>
                <a:cubicBezTo>
                  <a:pt x="141571" y="81221"/>
                  <a:pt x="147526" y="83649"/>
                  <a:pt x="152383" y="88514"/>
                </a:cubicBezTo>
                <a:cubicBezTo>
                  <a:pt x="157248" y="93379"/>
                  <a:pt x="159676" y="99326"/>
                  <a:pt x="159676" y="106370"/>
                </a:cubicBezTo>
                <a:cubicBezTo>
                  <a:pt x="159676" y="113408"/>
                  <a:pt x="157248" y="119362"/>
                  <a:pt x="152383" y="124219"/>
                </a:cubicBezTo>
                <a:cubicBezTo>
                  <a:pt x="147526" y="129084"/>
                  <a:pt x="141571" y="131513"/>
                  <a:pt x="134534" y="131513"/>
                </a:cubicBezTo>
                <a:close/>
                <a:moveTo>
                  <a:pt x="60855" y="166465"/>
                </a:moveTo>
                <a:cubicBezTo>
                  <a:pt x="57000" y="166465"/>
                  <a:pt x="53642" y="164958"/>
                  <a:pt x="50797" y="161944"/>
                </a:cubicBezTo>
                <a:cubicBezTo>
                  <a:pt x="47944" y="159091"/>
                  <a:pt x="46517" y="155741"/>
                  <a:pt x="46517" y="151885"/>
                </a:cubicBezTo>
                <a:lnTo>
                  <a:pt x="46517" y="60855"/>
                </a:lnTo>
                <a:cubicBezTo>
                  <a:pt x="46517" y="57000"/>
                  <a:pt x="47944" y="53642"/>
                  <a:pt x="50797" y="50797"/>
                </a:cubicBezTo>
                <a:cubicBezTo>
                  <a:pt x="53642" y="47944"/>
                  <a:pt x="57000" y="46517"/>
                  <a:pt x="60855" y="46517"/>
                </a:cubicBezTo>
                <a:lnTo>
                  <a:pt x="208213" y="46517"/>
                </a:lnTo>
                <a:cubicBezTo>
                  <a:pt x="212236" y="46517"/>
                  <a:pt x="215667" y="47944"/>
                  <a:pt x="218520" y="50797"/>
                </a:cubicBezTo>
                <a:cubicBezTo>
                  <a:pt x="221365" y="53642"/>
                  <a:pt x="222792" y="57000"/>
                  <a:pt x="222792" y="60855"/>
                </a:cubicBezTo>
                <a:lnTo>
                  <a:pt x="222792" y="151885"/>
                </a:lnTo>
                <a:cubicBezTo>
                  <a:pt x="222792" y="155741"/>
                  <a:pt x="221365" y="159091"/>
                  <a:pt x="218520" y="161944"/>
                </a:cubicBezTo>
                <a:cubicBezTo>
                  <a:pt x="215667" y="164958"/>
                  <a:pt x="212236" y="166465"/>
                  <a:pt x="208213" y="166465"/>
                </a:cubicBezTo>
                <a:lnTo>
                  <a:pt x="60855" y="166465"/>
                </a:lnTo>
                <a:close/>
                <a:moveTo>
                  <a:pt x="79714" y="154899"/>
                </a:moveTo>
                <a:lnTo>
                  <a:pt x="189603" y="154899"/>
                </a:lnTo>
                <a:cubicBezTo>
                  <a:pt x="189603" y="148864"/>
                  <a:pt x="191695" y="143751"/>
                  <a:pt x="195886" y="139559"/>
                </a:cubicBezTo>
                <a:cubicBezTo>
                  <a:pt x="200246" y="135200"/>
                  <a:pt x="205440" y="133020"/>
                  <a:pt x="211475" y="133020"/>
                </a:cubicBezTo>
                <a:lnTo>
                  <a:pt x="211475" y="79714"/>
                </a:lnTo>
                <a:cubicBezTo>
                  <a:pt x="205440" y="79714"/>
                  <a:pt x="200246" y="77614"/>
                  <a:pt x="195886" y="73430"/>
                </a:cubicBezTo>
                <a:cubicBezTo>
                  <a:pt x="191695" y="69070"/>
                  <a:pt x="189603" y="63869"/>
                  <a:pt x="189603" y="57834"/>
                </a:cubicBezTo>
                <a:lnTo>
                  <a:pt x="79714" y="57834"/>
                </a:lnTo>
                <a:cubicBezTo>
                  <a:pt x="79714" y="63869"/>
                  <a:pt x="77614" y="69070"/>
                  <a:pt x="73430" y="73430"/>
                </a:cubicBezTo>
                <a:cubicBezTo>
                  <a:pt x="69070" y="77614"/>
                  <a:pt x="63869" y="79714"/>
                  <a:pt x="57834" y="79714"/>
                </a:cubicBezTo>
                <a:lnTo>
                  <a:pt x="57834" y="133020"/>
                </a:lnTo>
                <a:cubicBezTo>
                  <a:pt x="63869" y="133020"/>
                  <a:pt x="69070" y="135200"/>
                  <a:pt x="73430" y="139559"/>
                </a:cubicBezTo>
                <a:cubicBezTo>
                  <a:pt x="77614" y="143751"/>
                  <a:pt x="79714" y="148864"/>
                  <a:pt x="79714" y="154899"/>
                </a:cubicBezTo>
                <a:close/>
                <a:moveTo>
                  <a:pt x="187086" y="194131"/>
                </a:moveTo>
                <a:lnTo>
                  <a:pt x="33196" y="194131"/>
                </a:lnTo>
                <a:cubicBezTo>
                  <a:pt x="29173" y="194131"/>
                  <a:pt x="25735" y="192704"/>
                  <a:pt x="22882" y="189851"/>
                </a:cubicBezTo>
                <a:cubicBezTo>
                  <a:pt x="20036" y="187006"/>
                  <a:pt x="18610" y="183648"/>
                  <a:pt x="18610" y="179793"/>
                </a:cubicBezTo>
                <a:lnTo>
                  <a:pt x="18610" y="82230"/>
                </a:lnTo>
                <a:cubicBezTo>
                  <a:pt x="18610" y="80548"/>
                  <a:pt x="19115" y="79129"/>
                  <a:pt x="20117" y="77951"/>
                </a:cubicBezTo>
                <a:cubicBezTo>
                  <a:pt x="21287" y="76949"/>
                  <a:pt x="22714" y="76444"/>
                  <a:pt x="24389" y="76444"/>
                </a:cubicBezTo>
                <a:cubicBezTo>
                  <a:pt x="25903" y="76444"/>
                  <a:pt x="27242" y="76949"/>
                  <a:pt x="28412" y="77951"/>
                </a:cubicBezTo>
                <a:cubicBezTo>
                  <a:pt x="29422" y="79129"/>
                  <a:pt x="29926" y="80548"/>
                  <a:pt x="29926" y="82230"/>
                </a:cubicBezTo>
                <a:lnTo>
                  <a:pt x="29926" y="179793"/>
                </a:lnTo>
                <a:cubicBezTo>
                  <a:pt x="29926" y="180466"/>
                  <a:pt x="30256" y="181132"/>
                  <a:pt x="30929" y="181805"/>
                </a:cubicBezTo>
                <a:cubicBezTo>
                  <a:pt x="31602" y="182478"/>
                  <a:pt x="32355" y="182814"/>
                  <a:pt x="33196" y="182814"/>
                </a:cubicBezTo>
                <a:lnTo>
                  <a:pt x="187086" y="182814"/>
                </a:lnTo>
                <a:cubicBezTo>
                  <a:pt x="188761" y="182814"/>
                  <a:pt x="190107" y="183399"/>
                  <a:pt x="191110" y="184570"/>
                </a:cubicBezTo>
                <a:cubicBezTo>
                  <a:pt x="192280" y="185579"/>
                  <a:pt x="192873" y="186918"/>
                  <a:pt x="192873" y="188593"/>
                </a:cubicBezTo>
                <a:cubicBezTo>
                  <a:pt x="192873" y="190268"/>
                  <a:pt x="192280" y="191614"/>
                  <a:pt x="191110" y="192617"/>
                </a:cubicBezTo>
                <a:cubicBezTo>
                  <a:pt x="190107" y="193626"/>
                  <a:pt x="188761" y="194131"/>
                  <a:pt x="187086" y="194131"/>
                </a:cubicBezTo>
                <a:close/>
                <a:moveTo>
                  <a:pt x="60855" y="154899"/>
                </a:moveTo>
                <a:lnTo>
                  <a:pt x="57834" y="154899"/>
                </a:lnTo>
                <a:lnTo>
                  <a:pt x="57834" y="57834"/>
                </a:lnTo>
                <a:lnTo>
                  <a:pt x="60855" y="57834"/>
                </a:lnTo>
                <a:cubicBezTo>
                  <a:pt x="60014" y="57834"/>
                  <a:pt x="59348" y="58170"/>
                  <a:pt x="58843" y="58843"/>
                </a:cubicBezTo>
                <a:cubicBezTo>
                  <a:pt x="58170" y="59348"/>
                  <a:pt x="57834" y="60014"/>
                  <a:pt x="57834" y="60855"/>
                </a:cubicBezTo>
                <a:lnTo>
                  <a:pt x="57834" y="151885"/>
                </a:lnTo>
                <a:cubicBezTo>
                  <a:pt x="57834" y="152719"/>
                  <a:pt x="58170" y="153392"/>
                  <a:pt x="58843" y="153897"/>
                </a:cubicBezTo>
                <a:cubicBezTo>
                  <a:pt x="59348" y="154563"/>
                  <a:pt x="60014" y="154899"/>
                  <a:pt x="60855" y="15489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885603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600" dirty="0"/>
          </a:p>
        </p:txBody>
      </p:sp>
      <p:sp>
        <p:nvSpPr>
          <p:cNvPr id="205" name="圖示 金額"/>
          <p:cNvSpPr/>
          <p:nvPr/>
        </p:nvSpPr>
        <p:spPr>
          <a:xfrm>
            <a:off x="540100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8710"/>
                </a:moveTo>
                <a:cubicBezTo>
                  <a:pt x="119026" y="208710"/>
                  <a:pt x="117687" y="208213"/>
                  <a:pt x="116677" y="207203"/>
                </a:cubicBezTo>
                <a:cubicBezTo>
                  <a:pt x="115675" y="206033"/>
                  <a:pt x="115171" y="204606"/>
                  <a:pt x="115171" y="202931"/>
                </a:cubicBezTo>
                <a:lnTo>
                  <a:pt x="115171" y="188096"/>
                </a:lnTo>
                <a:cubicBezTo>
                  <a:pt x="106956" y="186918"/>
                  <a:pt x="99999" y="184233"/>
                  <a:pt x="94300" y="180049"/>
                </a:cubicBezTo>
                <a:cubicBezTo>
                  <a:pt x="88594" y="175857"/>
                  <a:pt x="84154" y="170320"/>
                  <a:pt x="80972" y="163451"/>
                </a:cubicBezTo>
                <a:cubicBezTo>
                  <a:pt x="80299" y="162105"/>
                  <a:pt x="80299" y="160686"/>
                  <a:pt x="80972" y="159171"/>
                </a:cubicBezTo>
                <a:cubicBezTo>
                  <a:pt x="81638" y="157665"/>
                  <a:pt x="82728" y="156575"/>
                  <a:pt x="84242" y="155909"/>
                </a:cubicBezTo>
                <a:cubicBezTo>
                  <a:pt x="85581" y="155236"/>
                  <a:pt x="87007" y="155236"/>
                  <a:pt x="88514" y="155909"/>
                </a:cubicBezTo>
                <a:cubicBezTo>
                  <a:pt x="90021" y="156406"/>
                  <a:pt x="91111" y="157416"/>
                  <a:pt x="91784" y="158923"/>
                </a:cubicBezTo>
                <a:cubicBezTo>
                  <a:pt x="94798" y="164958"/>
                  <a:pt x="98821" y="169486"/>
                  <a:pt x="103854" y="172500"/>
                </a:cubicBezTo>
                <a:cubicBezTo>
                  <a:pt x="108711" y="175689"/>
                  <a:pt x="114666" y="177277"/>
                  <a:pt x="121710" y="177277"/>
                </a:cubicBezTo>
                <a:cubicBezTo>
                  <a:pt x="129918" y="177277"/>
                  <a:pt x="136962" y="175184"/>
                  <a:pt x="142829" y="170993"/>
                </a:cubicBezTo>
                <a:cubicBezTo>
                  <a:pt x="148696" y="166801"/>
                  <a:pt x="151629" y="160766"/>
                  <a:pt x="151629" y="152888"/>
                </a:cubicBezTo>
                <a:cubicBezTo>
                  <a:pt x="151629" y="145346"/>
                  <a:pt x="149201" y="139391"/>
                  <a:pt x="144336" y="135031"/>
                </a:cubicBezTo>
                <a:cubicBezTo>
                  <a:pt x="139479" y="130679"/>
                  <a:pt x="130759" y="126487"/>
                  <a:pt x="118184" y="122464"/>
                </a:cubicBezTo>
                <a:cubicBezTo>
                  <a:pt x="106114" y="118609"/>
                  <a:pt x="97234" y="113744"/>
                  <a:pt x="91535" y="107877"/>
                </a:cubicBezTo>
                <a:cubicBezTo>
                  <a:pt x="85829" y="102010"/>
                  <a:pt x="82984" y="94468"/>
                  <a:pt x="82984" y="85244"/>
                </a:cubicBezTo>
                <a:cubicBezTo>
                  <a:pt x="82984" y="76363"/>
                  <a:pt x="86085" y="68982"/>
                  <a:pt x="92289" y="63116"/>
                </a:cubicBezTo>
                <a:cubicBezTo>
                  <a:pt x="98653" y="57081"/>
                  <a:pt x="106283" y="53811"/>
                  <a:pt x="115171" y="53313"/>
                </a:cubicBezTo>
                <a:lnTo>
                  <a:pt x="115171" y="38471"/>
                </a:lnTo>
                <a:cubicBezTo>
                  <a:pt x="115171" y="36795"/>
                  <a:pt x="115675" y="35369"/>
                  <a:pt x="116677" y="34199"/>
                </a:cubicBezTo>
                <a:cubicBezTo>
                  <a:pt x="117687" y="33196"/>
                  <a:pt x="119026" y="32692"/>
                  <a:pt x="120701" y="32692"/>
                </a:cubicBezTo>
                <a:cubicBezTo>
                  <a:pt x="122376" y="32692"/>
                  <a:pt x="123802" y="33196"/>
                  <a:pt x="124973" y="34199"/>
                </a:cubicBezTo>
                <a:cubicBezTo>
                  <a:pt x="125982" y="35369"/>
                  <a:pt x="126487" y="36795"/>
                  <a:pt x="126487" y="38471"/>
                </a:cubicBezTo>
                <a:lnTo>
                  <a:pt x="126487" y="53313"/>
                </a:lnTo>
                <a:cubicBezTo>
                  <a:pt x="132522" y="53979"/>
                  <a:pt x="137804" y="55574"/>
                  <a:pt x="142325" y="58090"/>
                </a:cubicBezTo>
                <a:cubicBezTo>
                  <a:pt x="147021" y="60767"/>
                  <a:pt x="151044" y="64374"/>
                  <a:pt x="154395" y="68902"/>
                </a:cubicBezTo>
                <a:cubicBezTo>
                  <a:pt x="155236" y="70072"/>
                  <a:pt x="155485" y="71418"/>
                  <a:pt x="155148" y="72925"/>
                </a:cubicBezTo>
                <a:cubicBezTo>
                  <a:pt x="154651" y="74432"/>
                  <a:pt x="153641" y="75442"/>
                  <a:pt x="152134" y="75939"/>
                </a:cubicBezTo>
                <a:cubicBezTo>
                  <a:pt x="150796" y="76780"/>
                  <a:pt x="149369" y="76949"/>
                  <a:pt x="147862" y="76444"/>
                </a:cubicBezTo>
                <a:cubicBezTo>
                  <a:pt x="146180" y="75939"/>
                  <a:pt x="144921" y="75017"/>
                  <a:pt x="144087" y="73679"/>
                </a:cubicBezTo>
                <a:cubicBezTo>
                  <a:pt x="141571" y="70489"/>
                  <a:pt x="138469" y="68061"/>
                  <a:pt x="134783" y="66385"/>
                </a:cubicBezTo>
                <a:cubicBezTo>
                  <a:pt x="131096" y="64542"/>
                  <a:pt x="126568" y="63620"/>
                  <a:pt x="121206" y="63620"/>
                </a:cubicBezTo>
                <a:cubicBezTo>
                  <a:pt x="113495" y="63620"/>
                  <a:pt x="107036" y="65544"/>
                  <a:pt x="101842" y="69407"/>
                </a:cubicBezTo>
                <a:cubicBezTo>
                  <a:pt x="96809" y="73262"/>
                  <a:pt x="94300" y="78536"/>
                  <a:pt x="94300" y="85244"/>
                </a:cubicBezTo>
                <a:cubicBezTo>
                  <a:pt x="94300" y="91616"/>
                  <a:pt x="96641" y="96897"/>
                  <a:pt x="101337" y="101089"/>
                </a:cubicBezTo>
                <a:cubicBezTo>
                  <a:pt x="106034" y="105112"/>
                  <a:pt x="115171" y="109216"/>
                  <a:pt x="128748" y="113408"/>
                </a:cubicBezTo>
                <a:cubicBezTo>
                  <a:pt x="140649" y="117263"/>
                  <a:pt x="149281" y="122296"/>
                  <a:pt x="154651" y="128499"/>
                </a:cubicBezTo>
                <a:cubicBezTo>
                  <a:pt x="160181" y="134702"/>
                  <a:pt x="162946" y="142661"/>
                  <a:pt x="162946" y="152383"/>
                </a:cubicBezTo>
                <a:cubicBezTo>
                  <a:pt x="162946" y="162441"/>
                  <a:pt x="159764" y="170576"/>
                  <a:pt x="153392" y="176779"/>
                </a:cubicBezTo>
                <a:cubicBezTo>
                  <a:pt x="146853" y="182982"/>
                  <a:pt x="137884" y="186750"/>
                  <a:pt x="126487" y="188096"/>
                </a:cubicBezTo>
                <a:lnTo>
                  <a:pt x="126487" y="202931"/>
                </a:lnTo>
                <a:cubicBezTo>
                  <a:pt x="126487" y="204606"/>
                  <a:pt x="125982" y="206033"/>
                  <a:pt x="124973" y="207203"/>
                </a:cubicBezTo>
                <a:cubicBezTo>
                  <a:pt x="123802" y="208213"/>
                  <a:pt x="122376" y="208710"/>
                  <a:pt x="120701" y="20871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424282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600" dirty="0"/>
          </a:p>
        </p:txBody>
      </p:sp>
      <p:sp>
        <p:nvSpPr>
          <p:cNvPr id="207" name="圖示 收益"/>
          <p:cNvSpPr/>
          <p:nvPr/>
        </p:nvSpPr>
        <p:spPr>
          <a:xfrm>
            <a:off x="98387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6259"/>
                </a:moveTo>
                <a:cubicBezTo>
                  <a:pt x="107629" y="216259"/>
                  <a:pt x="95302" y="213743"/>
                  <a:pt x="83737" y="208710"/>
                </a:cubicBezTo>
                <a:cubicBezTo>
                  <a:pt x="72004" y="203684"/>
                  <a:pt x="61857" y="196808"/>
                  <a:pt x="53313" y="188096"/>
                </a:cubicBezTo>
                <a:cubicBezTo>
                  <a:pt x="44593" y="179544"/>
                  <a:pt x="37717" y="169398"/>
                  <a:pt x="32692" y="157665"/>
                </a:cubicBezTo>
                <a:cubicBezTo>
                  <a:pt x="27659" y="146099"/>
                  <a:pt x="25150" y="133780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93" y="61609"/>
                  <a:pt x="53313" y="53057"/>
                </a:cubicBezTo>
                <a:cubicBezTo>
                  <a:pt x="61857" y="44506"/>
                  <a:pt x="72004" y="37717"/>
                  <a:pt x="83737" y="32692"/>
                </a:cubicBezTo>
                <a:cubicBezTo>
                  <a:pt x="95302" y="27659"/>
                  <a:pt x="107629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780"/>
                  <a:pt x="213743" y="146099"/>
                  <a:pt x="208710" y="157665"/>
                </a:cubicBezTo>
                <a:cubicBezTo>
                  <a:pt x="203684" y="169398"/>
                  <a:pt x="196896" y="179544"/>
                  <a:pt x="188344" y="188096"/>
                </a:cubicBezTo>
                <a:cubicBezTo>
                  <a:pt x="179793" y="196808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lose/>
                <a:moveTo>
                  <a:pt x="120701" y="204943"/>
                </a:moveTo>
                <a:cubicBezTo>
                  <a:pt x="144168" y="204943"/>
                  <a:pt x="164036" y="196728"/>
                  <a:pt x="180298" y="180298"/>
                </a:cubicBezTo>
                <a:cubicBezTo>
                  <a:pt x="196728" y="163868"/>
                  <a:pt x="204943" y="144000"/>
                  <a:pt x="204943" y="120701"/>
                </a:cubicBezTo>
                <a:cubicBezTo>
                  <a:pt x="204943" y="97234"/>
                  <a:pt x="196728" y="77366"/>
                  <a:pt x="180298" y="61104"/>
                </a:cubicBezTo>
                <a:cubicBezTo>
                  <a:pt x="164036" y="44674"/>
                  <a:pt x="144168" y="36459"/>
                  <a:pt x="120701" y="36459"/>
                </a:cubicBezTo>
                <a:cubicBezTo>
                  <a:pt x="97402" y="36459"/>
                  <a:pt x="77534" y="44674"/>
                  <a:pt x="61104" y="61104"/>
                </a:cubicBezTo>
                <a:cubicBezTo>
                  <a:pt x="44674" y="77366"/>
                  <a:pt x="36459" y="97234"/>
                  <a:pt x="36459" y="120701"/>
                </a:cubicBezTo>
                <a:cubicBezTo>
                  <a:pt x="36459" y="144000"/>
                  <a:pt x="44674" y="163868"/>
                  <a:pt x="61104" y="180298"/>
                </a:cubicBezTo>
                <a:cubicBezTo>
                  <a:pt x="77534" y="196728"/>
                  <a:pt x="97402" y="204943"/>
                  <a:pt x="120701" y="204943"/>
                </a:cubicBezTo>
                <a:close/>
                <a:moveTo>
                  <a:pt x="120701" y="120701"/>
                </a:moveTo>
                <a:close/>
                <a:moveTo>
                  <a:pt x="124219" y="188849"/>
                </a:moveTo>
                <a:cubicBezTo>
                  <a:pt x="125397" y="187671"/>
                  <a:pt x="125982" y="186333"/>
                  <a:pt x="125982" y="184826"/>
                </a:cubicBezTo>
                <a:lnTo>
                  <a:pt x="125982" y="177781"/>
                </a:lnTo>
                <a:cubicBezTo>
                  <a:pt x="134863" y="177108"/>
                  <a:pt x="142412" y="174175"/>
                  <a:pt x="148616" y="168981"/>
                </a:cubicBezTo>
                <a:cubicBezTo>
                  <a:pt x="154819" y="163619"/>
                  <a:pt x="157921" y="156494"/>
                  <a:pt x="157921" y="147606"/>
                </a:cubicBezTo>
                <a:cubicBezTo>
                  <a:pt x="157921" y="139391"/>
                  <a:pt x="155572" y="132771"/>
                  <a:pt x="150876" y="127745"/>
                </a:cubicBezTo>
                <a:cubicBezTo>
                  <a:pt x="146011" y="122881"/>
                  <a:pt x="137716" y="118440"/>
                  <a:pt x="125982" y="114417"/>
                </a:cubicBezTo>
                <a:cubicBezTo>
                  <a:pt x="115083" y="110723"/>
                  <a:pt x="107877" y="107204"/>
                  <a:pt x="104359" y="103854"/>
                </a:cubicBezTo>
                <a:cubicBezTo>
                  <a:pt x="100664" y="100504"/>
                  <a:pt x="98821" y="96056"/>
                  <a:pt x="98821" y="90526"/>
                </a:cubicBezTo>
                <a:cubicBezTo>
                  <a:pt x="98821" y="85164"/>
                  <a:pt x="100920" y="80804"/>
                  <a:pt x="105112" y="77453"/>
                </a:cubicBezTo>
                <a:cubicBezTo>
                  <a:pt x="109135" y="74264"/>
                  <a:pt x="114498" y="72669"/>
                  <a:pt x="121206" y="72669"/>
                </a:cubicBezTo>
                <a:cubicBezTo>
                  <a:pt x="125565" y="72669"/>
                  <a:pt x="129333" y="73510"/>
                  <a:pt x="132522" y="75186"/>
                </a:cubicBezTo>
                <a:cubicBezTo>
                  <a:pt x="135873" y="76861"/>
                  <a:pt x="138725" y="79209"/>
                  <a:pt x="141066" y="82230"/>
                </a:cubicBezTo>
                <a:cubicBezTo>
                  <a:pt x="141908" y="83232"/>
                  <a:pt x="142998" y="83905"/>
                  <a:pt x="144336" y="84242"/>
                </a:cubicBezTo>
                <a:cubicBezTo>
                  <a:pt x="145682" y="84739"/>
                  <a:pt x="146933" y="84659"/>
                  <a:pt x="148111" y="83986"/>
                </a:cubicBezTo>
                <a:cubicBezTo>
                  <a:pt x="149618" y="83320"/>
                  <a:pt x="150540" y="82230"/>
                  <a:pt x="150876" y="80716"/>
                </a:cubicBezTo>
                <a:cubicBezTo>
                  <a:pt x="151381" y="79377"/>
                  <a:pt x="151212" y="78119"/>
                  <a:pt x="150371" y="76949"/>
                </a:cubicBezTo>
                <a:cubicBezTo>
                  <a:pt x="147526" y="73093"/>
                  <a:pt x="144000" y="69992"/>
                  <a:pt x="139815" y="67644"/>
                </a:cubicBezTo>
                <a:cubicBezTo>
                  <a:pt x="135792" y="65295"/>
                  <a:pt x="131344" y="63869"/>
                  <a:pt x="126487" y="63372"/>
                </a:cubicBezTo>
                <a:lnTo>
                  <a:pt x="126487" y="56576"/>
                </a:lnTo>
                <a:cubicBezTo>
                  <a:pt x="126487" y="55069"/>
                  <a:pt x="125895" y="53811"/>
                  <a:pt x="124724" y="52808"/>
                </a:cubicBezTo>
                <a:cubicBezTo>
                  <a:pt x="123722" y="51631"/>
                  <a:pt x="122464" y="51045"/>
                  <a:pt x="120950" y="51045"/>
                </a:cubicBezTo>
                <a:cubicBezTo>
                  <a:pt x="119443" y="51045"/>
                  <a:pt x="118184" y="51631"/>
                  <a:pt x="117182" y="52808"/>
                </a:cubicBezTo>
                <a:cubicBezTo>
                  <a:pt x="116004" y="53811"/>
                  <a:pt x="115419" y="55069"/>
                  <a:pt x="115419" y="56576"/>
                </a:cubicBezTo>
                <a:lnTo>
                  <a:pt x="115419" y="63372"/>
                </a:lnTo>
                <a:cubicBezTo>
                  <a:pt x="106700" y="64542"/>
                  <a:pt x="99911" y="67644"/>
                  <a:pt x="95054" y="72669"/>
                </a:cubicBezTo>
                <a:cubicBezTo>
                  <a:pt x="90357" y="77702"/>
                  <a:pt x="88009" y="83649"/>
                  <a:pt x="88009" y="90526"/>
                </a:cubicBezTo>
                <a:cubicBezTo>
                  <a:pt x="88009" y="98404"/>
                  <a:pt x="90189" y="104607"/>
                  <a:pt x="94549" y="109135"/>
                </a:cubicBezTo>
                <a:cubicBezTo>
                  <a:pt x="98741" y="113664"/>
                  <a:pt x="106700" y="118104"/>
                  <a:pt x="118440" y="122464"/>
                </a:cubicBezTo>
                <a:cubicBezTo>
                  <a:pt x="130006" y="126985"/>
                  <a:pt x="137635" y="130927"/>
                  <a:pt x="141322" y="134278"/>
                </a:cubicBezTo>
                <a:cubicBezTo>
                  <a:pt x="145177" y="137635"/>
                  <a:pt x="147101" y="142076"/>
                  <a:pt x="147101" y="147606"/>
                </a:cubicBezTo>
                <a:cubicBezTo>
                  <a:pt x="147101" y="153978"/>
                  <a:pt x="144592" y="159003"/>
                  <a:pt x="139559" y="162697"/>
                </a:cubicBezTo>
                <a:cubicBezTo>
                  <a:pt x="134534" y="166384"/>
                  <a:pt x="128828" y="168228"/>
                  <a:pt x="122464" y="168228"/>
                </a:cubicBezTo>
                <a:cubicBezTo>
                  <a:pt x="116758" y="168228"/>
                  <a:pt x="111564" y="166801"/>
                  <a:pt x="106868" y="163956"/>
                </a:cubicBezTo>
                <a:cubicBezTo>
                  <a:pt x="102179" y="161103"/>
                  <a:pt x="98492" y="157248"/>
                  <a:pt x="95807" y="152383"/>
                </a:cubicBezTo>
                <a:cubicBezTo>
                  <a:pt x="95134" y="151212"/>
                  <a:pt x="94212" y="150371"/>
                  <a:pt x="93042" y="149874"/>
                </a:cubicBezTo>
                <a:cubicBezTo>
                  <a:pt x="92033" y="149369"/>
                  <a:pt x="90943" y="149281"/>
                  <a:pt x="89772" y="149618"/>
                </a:cubicBezTo>
                <a:cubicBezTo>
                  <a:pt x="87929" y="150291"/>
                  <a:pt x="86751" y="151381"/>
                  <a:pt x="86254" y="152888"/>
                </a:cubicBezTo>
                <a:cubicBezTo>
                  <a:pt x="85581" y="154226"/>
                  <a:pt x="85749" y="155572"/>
                  <a:pt x="86751" y="156911"/>
                </a:cubicBezTo>
                <a:cubicBezTo>
                  <a:pt x="90109" y="162441"/>
                  <a:pt x="94044" y="166889"/>
                  <a:pt x="98572" y="170239"/>
                </a:cubicBezTo>
                <a:cubicBezTo>
                  <a:pt x="103269" y="173421"/>
                  <a:pt x="108711" y="175770"/>
                  <a:pt x="114914" y="177277"/>
                </a:cubicBezTo>
                <a:lnTo>
                  <a:pt x="114914" y="185075"/>
                </a:lnTo>
                <a:cubicBezTo>
                  <a:pt x="114914" y="186581"/>
                  <a:pt x="115507" y="187840"/>
                  <a:pt x="116677" y="188849"/>
                </a:cubicBezTo>
                <a:cubicBezTo>
                  <a:pt x="117687" y="189851"/>
                  <a:pt x="118938" y="190356"/>
                  <a:pt x="120452" y="190356"/>
                </a:cubicBezTo>
                <a:cubicBezTo>
                  <a:pt x="121959" y="190356"/>
                  <a:pt x="123217" y="189851"/>
                  <a:pt x="124219" y="18884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86805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600" dirty="0"/>
          </a:p>
        </p:txBody>
      </p:sp>
      <p:sp>
        <p:nvSpPr>
          <p:cNvPr id="209" name="圖示 節省"/>
          <p:cNvSpPr/>
          <p:nvPr/>
        </p:nvSpPr>
        <p:spPr>
          <a:xfrm>
            <a:off x="142765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1104" y="206201"/>
                </a:moveTo>
                <a:cubicBezTo>
                  <a:pt x="57754" y="206201"/>
                  <a:pt x="54564" y="205111"/>
                  <a:pt x="51550" y="202931"/>
                </a:cubicBezTo>
                <a:cubicBezTo>
                  <a:pt x="48697" y="200583"/>
                  <a:pt x="46773" y="197818"/>
                  <a:pt x="45764" y="194628"/>
                </a:cubicBezTo>
                <a:cubicBezTo>
                  <a:pt x="41572" y="179881"/>
                  <a:pt x="38141" y="167474"/>
                  <a:pt x="35457" y="157416"/>
                </a:cubicBezTo>
                <a:cubicBezTo>
                  <a:pt x="32772" y="147189"/>
                  <a:pt x="30680" y="138389"/>
                  <a:pt x="29173" y="131008"/>
                </a:cubicBezTo>
                <a:cubicBezTo>
                  <a:pt x="27659" y="123634"/>
                  <a:pt x="26657" y="117182"/>
                  <a:pt x="26152" y="111652"/>
                </a:cubicBezTo>
                <a:cubicBezTo>
                  <a:pt x="25479" y="106114"/>
                  <a:pt x="25150" y="100752"/>
                  <a:pt x="25150" y="95558"/>
                </a:cubicBezTo>
                <a:cubicBezTo>
                  <a:pt x="25150" y="81477"/>
                  <a:pt x="30007" y="69568"/>
                  <a:pt x="39729" y="59846"/>
                </a:cubicBezTo>
                <a:cubicBezTo>
                  <a:pt x="49451" y="50124"/>
                  <a:pt x="61360" y="45266"/>
                  <a:pt x="75442" y="45266"/>
                </a:cubicBezTo>
                <a:lnTo>
                  <a:pt x="128243" y="45266"/>
                </a:lnTo>
                <a:cubicBezTo>
                  <a:pt x="132771" y="39231"/>
                  <a:pt x="138301" y="34367"/>
                  <a:pt x="144841" y="30680"/>
                </a:cubicBezTo>
                <a:cubicBezTo>
                  <a:pt x="151381" y="26993"/>
                  <a:pt x="158418" y="25150"/>
                  <a:pt x="165967" y="25150"/>
                </a:cubicBezTo>
                <a:cubicBezTo>
                  <a:pt x="168813" y="25150"/>
                  <a:pt x="171161" y="26152"/>
                  <a:pt x="173004" y="28164"/>
                </a:cubicBezTo>
                <a:cubicBezTo>
                  <a:pt x="175016" y="30007"/>
                  <a:pt x="176026" y="32355"/>
                  <a:pt x="176026" y="35208"/>
                </a:cubicBezTo>
                <a:cubicBezTo>
                  <a:pt x="176026" y="35874"/>
                  <a:pt x="175938" y="36547"/>
                  <a:pt x="175770" y="37220"/>
                </a:cubicBezTo>
                <a:cubicBezTo>
                  <a:pt x="175601" y="37885"/>
                  <a:pt x="175433" y="38558"/>
                  <a:pt x="175265" y="39231"/>
                </a:cubicBezTo>
                <a:cubicBezTo>
                  <a:pt x="174431" y="41075"/>
                  <a:pt x="173677" y="43167"/>
                  <a:pt x="173004" y="45515"/>
                </a:cubicBezTo>
                <a:cubicBezTo>
                  <a:pt x="172331" y="47863"/>
                  <a:pt x="171666" y="50797"/>
                  <a:pt x="170993" y="54315"/>
                </a:cubicBezTo>
                <a:lnTo>
                  <a:pt x="197393" y="80467"/>
                </a:lnTo>
                <a:lnTo>
                  <a:pt x="208966" y="80467"/>
                </a:lnTo>
                <a:cubicBezTo>
                  <a:pt x="211146" y="80467"/>
                  <a:pt x="212902" y="81140"/>
                  <a:pt x="214248" y="82479"/>
                </a:cubicBezTo>
                <a:cubicBezTo>
                  <a:pt x="215586" y="83818"/>
                  <a:pt x="216259" y="85581"/>
                  <a:pt x="216259" y="87760"/>
                </a:cubicBezTo>
                <a:lnTo>
                  <a:pt x="216259" y="136546"/>
                </a:lnTo>
                <a:cubicBezTo>
                  <a:pt x="216259" y="138221"/>
                  <a:pt x="215835" y="139728"/>
                  <a:pt x="215001" y="141066"/>
                </a:cubicBezTo>
                <a:cubicBezTo>
                  <a:pt x="214160" y="142244"/>
                  <a:pt x="212902" y="143078"/>
                  <a:pt x="211226" y="143583"/>
                </a:cubicBezTo>
                <a:lnTo>
                  <a:pt x="188849" y="151125"/>
                </a:lnTo>
                <a:lnTo>
                  <a:pt x="175521" y="195886"/>
                </a:lnTo>
                <a:cubicBezTo>
                  <a:pt x="174511" y="198908"/>
                  <a:pt x="172756" y="201417"/>
                  <a:pt x="170239" y="203428"/>
                </a:cubicBezTo>
                <a:cubicBezTo>
                  <a:pt x="167555" y="205272"/>
                  <a:pt x="164621" y="206201"/>
                  <a:pt x="161439" y="206201"/>
                </a:cubicBezTo>
                <a:lnTo>
                  <a:pt x="140313" y="206201"/>
                </a:lnTo>
                <a:cubicBezTo>
                  <a:pt x="136289" y="206201"/>
                  <a:pt x="132851" y="204774"/>
                  <a:pt x="130006" y="201921"/>
                </a:cubicBezTo>
                <a:cubicBezTo>
                  <a:pt x="127153" y="199076"/>
                  <a:pt x="125734" y="195638"/>
                  <a:pt x="125734" y="191614"/>
                </a:cubicBezTo>
                <a:lnTo>
                  <a:pt x="125734" y="186084"/>
                </a:lnTo>
                <a:lnTo>
                  <a:pt x="95558" y="186084"/>
                </a:lnTo>
                <a:lnTo>
                  <a:pt x="95558" y="191614"/>
                </a:lnTo>
                <a:cubicBezTo>
                  <a:pt x="95558" y="195638"/>
                  <a:pt x="94132" y="199076"/>
                  <a:pt x="91279" y="201921"/>
                </a:cubicBezTo>
                <a:cubicBezTo>
                  <a:pt x="88433" y="204774"/>
                  <a:pt x="84995" y="206201"/>
                  <a:pt x="80972" y="206201"/>
                </a:cubicBezTo>
                <a:lnTo>
                  <a:pt x="61104" y="206201"/>
                </a:lnTo>
                <a:close/>
                <a:moveTo>
                  <a:pt x="60102" y="194884"/>
                </a:moveTo>
                <a:lnTo>
                  <a:pt x="80972" y="194884"/>
                </a:lnTo>
                <a:cubicBezTo>
                  <a:pt x="81974" y="194884"/>
                  <a:pt x="82728" y="194548"/>
                  <a:pt x="83232" y="193875"/>
                </a:cubicBezTo>
                <a:cubicBezTo>
                  <a:pt x="83905" y="193370"/>
                  <a:pt x="84242" y="192617"/>
                  <a:pt x="84242" y="191614"/>
                </a:cubicBezTo>
                <a:lnTo>
                  <a:pt x="84242" y="174767"/>
                </a:lnTo>
                <a:lnTo>
                  <a:pt x="137043" y="174767"/>
                </a:lnTo>
                <a:lnTo>
                  <a:pt x="137043" y="191614"/>
                </a:lnTo>
                <a:cubicBezTo>
                  <a:pt x="137043" y="192617"/>
                  <a:pt x="137379" y="193370"/>
                  <a:pt x="138052" y="193875"/>
                </a:cubicBezTo>
                <a:cubicBezTo>
                  <a:pt x="138557" y="194548"/>
                  <a:pt x="139311" y="194884"/>
                  <a:pt x="140313" y="194884"/>
                </a:cubicBezTo>
                <a:lnTo>
                  <a:pt x="161439" y="194884"/>
                </a:lnTo>
                <a:cubicBezTo>
                  <a:pt x="162105" y="194884"/>
                  <a:pt x="162697" y="194628"/>
                  <a:pt x="163195" y="194131"/>
                </a:cubicBezTo>
                <a:cubicBezTo>
                  <a:pt x="163700" y="193794"/>
                  <a:pt x="164117" y="193290"/>
                  <a:pt x="164453" y="192617"/>
                </a:cubicBezTo>
                <a:lnTo>
                  <a:pt x="179544" y="142325"/>
                </a:lnTo>
                <a:lnTo>
                  <a:pt x="204943" y="133524"/>
                </a:lnTo>
                <a:lnTo>
                  <a:pt x="204943" y="91784"/>
                </a:lnTo>
                <a:lnTo>
                  <a:pt x="192617" y="91784"/>
                </a:lnTo>
                <a:lnTo>
                  <a:pt x="159676" y="58843"/>
                </a:lnTo>
                <a:cubicBezTo>
                  <a:pt x="159676" y="55991"/>
                  <a:pt x="160013" y="52640"/>
                  <a:pt x="160686" y="48785"/>
                </a:cubicBezTo>
                <a:cubicBezTo>
                  <a:pt x="161351" y="44762"/>
                  <a:pt x="162361" y="40570"/>
                  <a:pt x="163700" y="36210"/>
                </a:cubicBezTo>
                <a:cubicBezTo>
                  <a:pt x="157328" y="37885"/>
                  <a:pt x="151629" y="40570"/>
                  <a:pt x="146604" y="44257"/>
                </a:cubicBezTo>
                <a:cubicBezTo>
                  <a:pt x="141403" y="47944"/>
                  <a:pt x="137548" y="52055"/>
                  <a:pt x="135031" y="56576"/>
                </a:cubicBezTo>
                <a:lnTo>
                  <a:pt x="75442" y="56576"/>
                </a:lnTo>
                <a:cubicBezTo>
                  <a:pt x="64710" y="56576"/>
                  <a:pt x="55574" y="60431"/>
                  <a:pt x="48032" y="68148"/>
                </a:cubicBezTo>
                <a:cubicBezTo>
                  <a:pt x="40314" y="75690"/>
                  <a:pt x="36459" y="84827"/>
                  <a:pt x="36459" y="95558"/>
                </a:cubicBezTo>
                <a:cubicBezTo>
                  <a:pt x="36459" y="102427"/>
                  <a:pt x="38222" y="114329"/>
                  <a:pt x="41741" y="131264"/>
                </a:cubicBezTo>
                <a:cubicBezTo>
                  <a:pt x="45266" y="148023"/>
                  <a:pt x="50372" y="168396"/>
                  <a:pt x="57081" y="192368"/>
                </a:cubicBezTo>
                <a:cubicBezTo>
                  <a:pt x="57249" y="193041"/>
                  <a:pt x="57585" y="193626"/>
                  <a:pt x="58090" y="194131"/>
                </a:cubicBezTo>
                <a:cubicBezTo>
                  <a:pt x="58756" y="194628"/>
                  <a:pt x="59429" y="194884"/>
                  <a:pt x="60102" y="194884"/>
                </a:cubicBezTo>
                <a:close/>
                <a:moveTo>
                  <a:pt x="167218" y="106868"/>
                </a:moveTo>
                <a:cubicBezTo>
                  <a:pt x="168901" y="105193"/>
                  <a:pt x="169735" y="103100"/>
                  <a:pt x="169735" y="100584"/>
                </a:cubicBezTo>
                <a:cubicBezTo>
                  <a:pt x="169735" y="98068"/>
                  <a:pt x="168901" y="95975"/>
                  <a:pt x="167218" y="94300"/>
                </a:cubicBezTo>
                <a:cubicBezTo>
                  <a:pt x="165543" y="92618"/>
                  <a:pt x="163451" y="91784"/>
                  <a:pt x="160934" y="91784"/>
                </a:cubicBezTo>
                <a:cubicBezTo>
                  <a:pt x="158418" y="91784"/>
                  <a:pt x="156326" y="92618"/>
                  <a:pt x="154651" y="94300"/>
                </a:cubicBezTo>
                <a:cubicBezTo>
                  <a:pt x="152968" y="95975"/>
                  <a:pt x="152134" y="98068"/>
                  <a:pt x="152134" y="100584"/>
                </a:cubicBezTo>
                <a:cubicBezTo>
                  <a:pt x="152134" y="103100"/>
                  <a:pt x="152968" y="105193"/>
                  <a:pt x="154651" y="106868"/>
                </a:cubicBezTo>
                <a:cubicBezTo>
                  <a:pt x="156326" y="108550"/>
                  <a:pt x="158418" y="109384"/>
                  <a:pt x="160934" y="109384"/>
                </a:cubicBezTo>
                <a:cubicBezTo>
                  <a:pt x="163451" y="109384"/>
                  <a:pt x="165543" y="108550"/>
                  <a:pt x="167218" y="106868"/>
                </a:cubicBezTo>
                <a:close/>
                <a:moveTo>
                  <a:pt x="124973" y="84242"/>
                </a:moveTo>
                <a:cubicBezTo>
                  <a:pt x="126655" y="84242"/>
                  <a:pt x="127994" y="83737"/>
                  <a:pt x="128996" y="82728"/>
                </a:cubicBezTo>
                <a:cubicBezTo>
                  <a:pt x="130174" y="81557"/>
                  <a:pt x="130759" y="80218"/>
                  <a:pt x="130759" y="78704"/>
                </a:cubicBezTo>
                <a:cubicBezTo>
                  <a:pt x="130759" y="77029"/>
                  <a:pt x="130174" y="75603"/>
                  <a:pt x="128996" y="74432"/>
                </a:cubicBezTo>
                <a:cubicBezTo>
                  <a:pt x="127994" y="73430"/>
                  <a:pt x="126655" y="72925"/>
                  <a:pt x="124973" y="72925"/>
                </a:cubicBezTo>
                <a:lnTo>
                  <a:pt x="86254" y="72925"/>
                </a:lnTo>
                <a:cubicBezTo>
                  <a:pt x="84571" y="72925"/>
                  <a:pt x="83232" y="73510"/>
                  <a:pt x="82230" y="74681"/>
                </a:cubicBezTo>
                <a:cubicBezTo>
                  <a:pt x="81052" y="75690"/>
                  <a:pt x="80467" y="77029"/>
                  <a:pt x="80467" y="78704"/>
                </a:cubicBezTo>
                <a:cubicBezTo>
                  <a:pt x="80467" y="80387"/>
                  <a:pt x="81052" y="81725"/>
                  <a:pt x="82230" y="82728"/>
                </a:cubicBezTo>
                <a:cubicBezTo>
                  <a:pt x="83232" y="83737"/>
                  <a:pt x="84571" y="84242"/>
                  <a:pt x="86254" y="84242"/>
                </a:cubicBezTo>
                <a:lnTo>
                  <a:pt x="124973" y="84242"/>
                </a:lnTo>
                <a:close/>
                <a:moveTo>
                  <a:pt x="120701" y="11541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131183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600" dirty="0"/>
          </a:p>
        </p:txBody>
      </p:sp>
      <p:sp>
        <p:nvSpPr>
          <p:cNvPr id="211" name="圖示 財務"/>
          <p:cNvSpPr/>
          <p:nvPr/>
        </p:nvSpPr>
        <p:spPr>
          <a:xfrm>
            <a:off x="187142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102" y="172500"/>
                </a:moveTo>
                <a:lnTo>
                  <a:pt x="60102" y="97570"/>
                </a:lnTo>
                <a:cubicBezTo>
                  <a:pt x="60102" y="95888"/>
                  <a:pt x="60687" y="94549"/>
                  <a:pt x="61857" y="93547"/>
                </a:cubicBezTo>
                <a:cubicBezTo>
                  <a:pt x="62867" y="92369"/>
                  <a:pt x="64206" y="91784"/>
                  <a:pt x="65881" y="91784"/>
                </a:cubicBezTo>
                <a:cubicBezTo>
                  <a:pt x="67556" y="91784"/>
                  <a:pt x="68902" y="92369"/>
                  <a:pt x="69904" y="93547"/>
                </a:cubicBezTo>
                <a:cubicBezTo>
                  <a:pt x="70914" y="94549"/>
                  <a:pt x="71418" y="95888"/>
                  <a:pt x="71418" y="97570"/>
                </a:cubicBezTo>
                <a:lnTo>
                  <a:pt x="71418" y="172500"/>
                </a:lnTo>
                <a:cubicBezTo>
                  <a:pt x="71418" y="174175"/>
                  <a:pt x="70914" y="175521"/>
                  <a:pt x="69904" y="176523"/>
                </a:cubicBezTo>
                <a:cubicBezTo>
                  <a:pt x="68734" y="177701"/>
                  <a:pt x="67307" y="178286"/>
                  <a:pt x="65632" y="178286"/>
                </a:cubicBezTo>
                <a:cubicBezTo>
                  <a:pt x="64125" y="178286"/>
                  <a:pt x="62779" y="177701"/>
                  <a:pt x="61609" y="176523"/>
                </a:cubicBezTo>
                <a:cubicBezTo>
                  <a:pt x="60599" y="175521"/>
                  <a:pt x="60102" y="174175"/>
                  <a:pt x="60102" y="172500"/>
                </a:cubicBezTo>
                <a:close/>
                <a:moveTo>
                  <a:pt x="115675" y="172500"/>
                </a:moveTo>
                <a:lnTo>
                  <a:pt x="115675" y="97570"/>
                </a:lnTo>
                <a:cubicBezTo>
                  <a:pt x="115675" y="95888"/>
                  <a:pt x="116260" y="94549"/>
                  <a:pt x="117431" y="93547"/>
                </a:cubicBezTo>
                <a:cubicBezTo>
                  <a:pt x="118440" y="92369"/>
                  <a:pt x="119779" y="91784"/>
                  <a:pt x="121454" y="91784"/>
                </a:cubicBezTo>
                <a:cubicBezTo>
                  <a:pt x="123129" y="91784"/>
                  <a:pt x="124475" y="92369"/>
                  <a:pt x="125478" y="93547"/>
                </a:cubicBezTo>
                <a:cubicBezTo>
                  <a:pt x="126655" y="94549"/>
                  <a:pt x="127241" y="95888"/>
                  <a:pt x="127241" y="97570"/>
                </a:cubicBezTo>
                <a:lnTo>
                  <a:pt x="127241" y="172500"/>
                </a:lnTo>
                <a:cubicBezTo>
                  <a:pt x="127241" y="174175"/>
                  <a:pt x="126655" y="175521"/>
                  <a:pt x="125478" y="176523"/>
                </a:cubicBezTo>
                <a:cubicBezTo>
                  <a:pt x="124307" y="177701"/>
                  <a:pt x="122961" y="178286"/>
                  <a:pt x="121454" y="178286"/>
                </a:cubicBezTo>
                <a:cubicBezTo>
                  <a:pt x="119779" y="178286"/>
                  <a:pt x="118440" y="177701"/>
                  <a:pt x="117431" y="176523"/>
                </a:cubicBezTo>
                <a:cubicBezTo>
                  <a:pt x="116260" y="175521"/>
                  <a:pt x="115675" y="174175"/>
                  <a:pt x="115675" y="172500"/>
                </a:cubicBezTo>
                <a:close/>
                <a:moveTo>
                  <a:pt x="33445" y="205945"/>
                </a:moveTo>
                <a:cubicBezTo>
                  <a:pt x="31938" y="205945"/>
                  <a:pt x="30592" y="205440"/>
                  <a:pt x="29422" y="204438"/>
                </a:cubicBezTo>
                <a:cubicBezTo>
                  <a:pt x="28412" y="203260"/>
                  <a:pt x="27915" y="201841"/>
                  <a:pt x="27915" y="200166"/>
                </a:cubicBezTo>
                <a:cubicBezTo>
                  <a:pt x="27915" y="198652"/>
                  <a:pt x="28412" y="197313"/>
                  <a:pt x="29422" y="196142"/>
                </a:cubicBezTo>
                <a:cubicBezTo>
                  <a:pt x="30592" y="195133"/>
                  <a:pt x="31938" y="194628"/>
                  <a:pt x="33445" y="194628"/>
                </a:cubicBezTo>
                <a:lnTo>
                  <a:pt x="207957" y="194628"/>
                </a:lnTo>
                <a:cubicBezTo>
                  <a:pt x="209463" y="194628"/>
                  <a:pt x="210809" y="195213"/>
                  <a:pt x="211980" y="196391"/>
                </a:cubicBezTo>
                <a:cubicBezTo>
                  <a:pt x="212989" y="197393"/>
                  <a:pt x="213487" y="198739"/>
                  <a:pt x="213487" y="200415"/>
                </a:cubicBezTo>
                <a:cubicBezTo>
                  <a:pt x="213487" y="202090"/>
                  <a:pt x="212989" y="203428"/>
                  <a:pt x="211980" y="204438"/>
                </a:cubicBezTo>
                <a:cubicBezTo>
                  <a:pt x="210809" y="205440"/>
                  <a:pt x="209463" y="205945"/>
                  <a:pt x="207957" y="205945"/>
                </a:cubicBezTo>
                <a:lnTo>
                  <a:pt x="33445" y="205945"/>
                </a:lnTo>
                <a:close/>
                <a:moveTo>
                  <a:pt x="169991" y="172500"/>
                </a:moveTo>
                <a:lnTo>
                  <a:pt x="169991" y="97570"/>
                </a:lnTo>
                <a:cubicBezTo>
                  <a:pt x="169991" y="95888"/>
                  <a:pt x="170488" y="94549"/>
                  <a:pt x="171498" y="93547"/>
                </a:cubicBezTo>
                <a:cubicBezTo>
                  <a:pt x="172668" y="92369"/>
                  <a:pt x="174094" y="91784"/>
                  <a:pt x="175770" y="91784"/>
                </a:cubicBezTo>
                <a:cubicBezTo>
                  <a:pt x="177277" y="91784"/>
                  <a:pt x="178623" y="92369"/>
                  <a:pt x="179793" y="93547"/>
                </a:cubicBezTo>
                <a:cubicBezTo>
                  <a:pt x="180802" y="94549"/>
                  <a:pt x="181300" y="95888"/>
                  <a:pt x="181300" y="97570"/>
                </a:cubicBezTo>
                <a:lnTo>
                  <a:pt x="181300" y="172500"/>
                </a:lnTo>
                <a:cubicBezTo>
                  <a:pt x="181300" y="174175"/>
                  <a:pt x="180715" y="175521"/>
                  <a:pt x="179544" y="176523"/>
                </a:cubicBezTo>
                <a:cubicBezTo>
                  <a:pt x="178535" y="177701"/>
                  <a:pt x="177196" y="178286"/>
                  <a:pt x="175521" y="178286"/>
                </a:cubicBezTo>
                <a:cubicBezTo>
                  <a:pt x="173846" y="178286"/>
                  <a:pt x="172500" y="177701"/>
                  <a:pt x="171498" y="176523"/>
                </a:cubicBezTo>
                <a:cubicBezTo>
                  <a:pt x="170488" y="175521"/>
                  <a:pt x="169991" y="174175"/>
                  <a:pt x="169991" y="172500"/>
                </a:cubicBezTo>
                <a:close/>
                <a:moveTo>
                  <a:pt x="208966" y="75442"/>
                </a:moveTo>
                <a:lnTo>
                  <a:pt x="31938" y="75442"/>
                </a:lnTo>
                <a:cubicBezTo>
                  <a:pt x="30760" y="75442"/>
                  <a:pt x="29839" y="75017"/>
                  <a:pt x="29173" y="74183"/>
                </a:cubicBezTo>
                <a:cubicBezTo>
                  <a:pt x="28332" y="73342"/>
                  <a:pt x="27915" y="72420"/>
                  <a:pt x="27915" y="71418"/>
                </a:cubicBezTo>
                <a:lnTo>
                  <a:pt x="27915" y="68397"/>
                </a:lnTo>
                <a:cubicBezTo>
                  <a:pt x="27915" y="67724"/>
                  <a:pt x="28083" y="67058"/>
                  <a:pt x="28412" y="66385"/>
                </a:cubicBezTo>
                <a:cubicBezTo>
                  <a:pt x="28749" y="65712"/>
                  <a:pt x="29253" y="65215"/>
                  <a:pt x="29926" y="64879"/>
                </a:cubicBezTo>
                <a:lnTo>
                  <a:pt x="113912" y="19115"/>
                </a:lnTo>
                <a:cubicBezTo>
                  <a:pt x="116092" y="18105"/>
                  <a:pt x="118353" y="17600"/>
                  <a:pt x="120701" y="17600"/>
                </a:cubicBezTo>
                <a:cubicBezTo>
                  <a:pt x="123049" y="17600"/>
                  <a:pt x="125309" y="18105"/>
                  <a:pt x="127489" y="19115"/>
                </a:cubicBezTo>
                <a:lnTo>
                  <a:pt x="211226" y="64622"/>
                </a:lnTo>
                <a:cubicBezTo>
                  <a:pt x="211899" y="65127"/>
                  <a:pt x="212485" y="65712"/>
                  <a:pt x="212989" y="66385"/>
                </a:cubicBezTo>
                <a:cubicBezTo>
                  <a:pt x="213319" y="67058"/>
                  <a:pt x="213487" y="67892"/>
                  <a:pt x="213487" y="68902"/>
                </a:cubicBezTo>
                <a:lnTo>
                  <a:pt x="213487" y="70658"/>
                </a:lnTo>
                <a:cubicBezTo>
                  <a:pt x="213487" y="72004"/>
                  <a:pt x="213070" y="73174"/>
                  <a:pt x="212236" y="74183"/>
                </a:cubicBezTo>
                <a:cubicBezTo>
                  <a:pt x="211395" y="75017"/>
                  <a:pt x="210305" y="75442"/>
                  <a:pt x="208966" y="75442"/>
                </a:cubicBezTo>
                <a:close/>
                <a:moveTo>
                  <a:pt x="55574" y="64125"/>
                </a:moveTo>
                <a:lnTo>
                  <a:pt x="185828" y="64125"/>
                </a:lnTo>
                <a:lnTo>
                  <a:pt x="121959" y="29173"/>
                </a:lnTo>
                <a:cubicBezTo>
                  <a:pt x="121623" y="29005"/>
                  <a:pt x="121206" y="28917"/>
                  <a:pt x="120701" y="28917"/>
                </a:cubicBezTo>
                <a:cubicBezTo>
                  <a:pt x="120196" y="28917"/>
                  <a:pt x="119779" y="29005"/>
                  <a:pt x="119443" y="29173"/>
                </a:cubicBezTo>
                <a:lnTo>
                  <a:pt x="55574" y="6412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175561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600" dirty="0"/>
          </a:p>
        </p:txBody>
      </p:sp>
      <p:sp>
        <p:nvSpPr>
          <p:cNvPr id="213" name="圖示 辦公室"/>
          <p:cNvSpPr/>
          <p:nvPr/>
        </p:nvSpPr>
        <p:spPr>
          <a:xfrm>
            <a:off x="231520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4257" y="206954"/>
                </a:moveTo>
                <a:cubicBezTo>
                  <a:pt x="41075" y="206954"/>
                  <a:pt x="38390" y="205777"/>
                  <a:pt x="36210" y="203428"/>
                </a:cubicBezTo>
                <a:cubicBezTo>
                  <a:pt x="33862" y="201248"/>
                  <a:pt x="32692" y="198571"/>
                  <a:pt x="32692" y="195382"/>
                </a:cubicBezTo>
                <a:lnTo>
                  <a:pt x="32692" y="83737"/>
                </a:lnTo>
                <a:cubicBezTo>
                  <a:pt x="32692" y="80548"/>
                  <a:pt x="33862" y="77783"/>
                  <a:pt x="36210" y="75442"/>
                </a:cubicBezTo>
                <a:cubicBezTo>
                  <a:pt x="38390" y="73262"/>
                  <a:pt x="41075" y="72172"/>
                  <a:pt x="44257" y="72172"/>
                </a:cubicBezTo>
                <a:lnTo>
                  <a:pt x="73927" y="72172"/>
                </a:lnTo>
                <a:lnTo>
                  <a:pt x="73927" y="42494"/>
                </a:lnTo>
                <a:cubicBezTo>
                  <a:pt x="73927" y="39312"/>
                  <a:pt x="75017" y="36627"/>
                  <a:pt x="77197" y="34447"/>
                </a:cubicBezTo>
                <a:cubicBezTo>
                  <a:pt x="79545" y="32106"/>
                  <a:pt x="82311" y="30929"/>
                  <a:pt x="85500" y="30929"/>
                </a:cubicBezTo>
                <a:lnTo>
                  <a:pt x="155909" y="30929"/>
                </a:lnTo>
                <a:cubicBezTo>
                  <a:pt x="159091" y="30929"/>
                  <a:pt x="161856" y="32106"/>
                  <a:pt x="164204" y="34447"/>
                </a:cubicBezTo>
                <a:cubicBezTo>
                  <a:pt x="166552" y="36627"/>
                  <a:pt x="167723" y="39312"/>
                  <a:pt x="167723" y="42494"/>
                </a:cubicBezTo>
                <a:lnTo>
                  <a:pt x="167723" y="113159"/>
                </a:lnTo>
                <a:lnTo>
                  <a:pt x="197145" y="113159"/>
                </a:lnTo>
                <a:cubicBezTo>
                  <a:pt x="200327" y="113159"/>
                  <a:pt x="203011" y="114329"/>
                  <a:pt x="205191" y="116677"/>
                </a:cubicBezTo>
                <a:cubicBezTo>
                  <a:pt x="207540" y="119026"/>
                  <a:pt x="208710" y="121791"/>
                  <a:pt x="208710" y="124973"/>
                </a:cubicBezTo>
                <a:lnTo>
                  <a:pt x="208710" y="195382"/>
                </a:lnTo>
                <a:cubicBezTo>
                  <a:pt x="208710" y="198571"/>
                  <a:pt x="207540" y="201248"/>
                  <a:pt x="205191" y="203428"/>
                </a:cubicBezTo>
                <a:cubicBezTo>
                  <a:pt x="203011" y="205777"/>
                  <a:pt x="200327" y="206954"/>
                  <a:pt x="197145" y="206954"/>
                </a:cubicBezTo>
                <a:lnTo>
                  <a:pt x="135792" y="206954"/>
                </a:lnTo>
                <a:lnTo>
                  <a:pt x="135792" y="165711"/>
                </a:lnTo>
                <a:lnTo>
                  <a:pt x="105617" y="165711"/>
                </a:lnTo>
                <a:lnTo>
                  <a:pt x="105617" y="206954"/>
                </a:lnTo>
                <a:lnTo>
                  <a:pt x="44257" y="206954"/>
                </a:lnTo>
                <a:close/>
                <a:moveTo>
                  <a:pt x="44008" y="195638"/>
                </a:moveTo>
                <a:lnTo>
                  <a:pt x="73927" y="195638"/>
                </a:lnTo>
                <a:lnTo>
                  <a:pt x="73927" y="165711"/>
                </a:lnTo>
                <a:lnTo>
                  <a:pt x="44008" y="165711"/>
                </a:lnTo>
                <a:lnTo>
                  <a:pt x="44008" y="195638"/>
                </a:lnTo>
                <a:close/>
                <a:moveTo>
                  <a:pt x="44008" y="154395"/>
                </a:moveTo>
                <a:lnTo>
                  <a:pt x="73927" y="154395"/>
                </a:lnTo>
                <a:lnTo>
                  <a:pt x="73927" y="124724"/>
                </a:lnTo>
                <a:lnTo>
                  <a:pt x="44008" y="124724"/>
                </a:lnTo>
                <a:lnTo>
                  <a:pt x="44008" y="154395"/>
                </a:lnTo>
                <a:close/>
                <a:moveTo>
                  <a:pt x="44008" y="113159"/>
                </a:moveTo>
                <a:lnTo>
                  <a:pt x="73927" y="113159"/>
                </a:lnTo>
                <a:lnTo>
                  <a:pt x="73927" y="83488"/>
                </a:lnTo>
                <a:lnTo>
                  <a:pt x="44008" y="83488"/>
                </a:lnTo>
                <a:lnTo>
                  <a:pt x="44008" y="113159"/>
                </a:lnTo>
                <a:close/>
                <a:moveTo>
                  <a:pt x="85244" y="154395"/>
                </a:moveTo>
                <a:lnTo>
                  <a:pt x="114914" y="154395"/>
                </a:lnTo>
                <a:lnTo>
                  <a:pt x="114914" y="124724"/>
                </a:lnTo>
                <a:lnTo>
                  <a:pt x="85244" y="124724"/>
                </a:lnTo>
                <a:lnTo>
                  <a:pt x="85244" y="154395"/>
                </a:lnTo>
                <a:close/>
                <a:moveTo>
                  <a:pt x="85244" y="113159"/>
                </a:moveTo>
                <a:lnTo>
                  <a:pt x="114914" y="113159"/>
                </a:lnTo>
                <a:lnTo>
                  <a:pt x="114914" y="83488"/>
                </a:lnTo>
                <a:lnTo>
                  <a:pt x="85244" y="83488"/>
                </a:lnTo>
                <a:lnTo>
                  <a:pt x="85244" y="113159"/>
                </a:lnTo>
                <a:close/>
                <a:moveTo>
                  <a:pt x="85244" y="72172"/>
                </a:moveTo>
                <a:lnTo>
                  <a:pt x="114914" y="72172"/>
                </a:lnTo>
                <a:lnTo>
                  <a:pt x="114914" y="42245"/>
                </a:lnTo>
                <a:lnTo>
                  <a:pt x="85244" y="42245"/>
                </a:lnTo>
                <a:lnTo>
                  <a:pt x="85244" y="72172"/>
                </a:lnTo>
                <a:close/>
                <a:moveTo>
                  <a:pt x="126487" y="154395"/>
                </a:moveTo>
                <a:lnTo>
                  <a:pt x="156158" y="154395"/>
                </a:lnTo>
                <a:lnTo>
                  <a:pt x="156158" y="124724"/>
                </a:lnTo>
                <a:lnTo>
                  <a:pt x="126487" y="124724"/>
                </a:lnTo>
                <a:lnTo>
                  <a:pt x="126487" y="154395"/>
                </a:lnTo>
                <a:close/>
                <a:moveTo>
                  <a:pt x="126487" y="113159"/>
                </a:moveTo>
                <a:lnTo>
                  <a:pt x="156158" y="113159"/>
                </a:lnTo>
                <a:lnTo>
                  <a:pt x="156158" y="83488"/>
                </a:lnTo>
                <a:lnTo>
                  <a:pt x="126487" y="83488"/>
                </a:lnTo>
                <a:lnTo>
                  <a:pt x="126487" y="113159"/>
                </a:lnTo>
                <a:close/>
                <a:moveTo>
                  <a:pt x="126487" y="72172"/>
                </a:moveTo>
                <a:lnTo>
                  <a:pt x="156158" y="72172"/>
                </a:lnTo>
                <a:lnTo>
                  <a:pt x="156158" y="42245"/>
                </a:lnTo>
                <a:lnTo>
                  <a:pt x="126487" y="42245"/>
                </a:lnTo>
                <a:lnTo>
                  <a:pt x="126487" y="72172"/>
                </a:lnTo>
                <a:close/>
                <a:moveTo>
                  <a:pt x="167723" y="195638"/>
                </a:moveTo>
                <a:lnTo>
                  <a:pt x="197393" y="195638"/>
                </a:lnTo>
                <a:lnTo>
                  <a:pt x="197393" y="165711"/>
                </a:lnTo>
                <a:lnTo>
                  <a:pt x="167723" y="165711"/>
                </a:lnTo>
                <a:lnTo>
                  <a:pt x="167723" y="195638"/>
                </a:lnTo>
                <a:close/>
                <a:moveTo>
                  <a:pt x="167723" y="154395"/>
                </a:moveTo>
                <a:lnTo>
                  <a:pt x="197393" y="154395"/>
                </a:lnTo>
                <a:lnTo>
                  <a:pt x="197393" y="124724"/>
                </a:lnTo>
                <a:lnTo>
                  <a:pt x="167723" y="124724"/>
                </a:lnTo>
                <a:lnTo>
                  <a:pt x="167723" y="15439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219938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600" dirty="0"/>
          </a:p>
        </p:txBody>
      </p:sp>
      <p:sp>
        <p:nvSpPr>
          <p:cNvPr id="215" name="圖示 公告"/>
          <p:cNvSpPr/>
          <p:nvPr/>
        </p:nvSpPr>
        <p:spPr>
          <a:xfrm>
            <a:off x="275898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1226" y="126487"/>
                </a:moveTo>
                <a:lnTo>
                  <a:pt x="188096" y="126487"/>
                </a:lnTo>
                <a:cubicBezTo>
                  <a:pt x="186581" y="126487"/>
                  <a:pt x="185243" y="125895"/>
                  <a:pt x="184072" y="124724"/>
                </a:cubicBezTo>
                <a:cubicBezTo>
                  <a:pt x="183063" y="123722"/>
                  <a:pt x="182558" y="122376"/>
                  <a:pt x="182558" y="120701"/>
                </a:cubicBezTo>
                <a:cubicBezTo>
                  <a:pt x="182558" y="119026"/>
                  <a:pt x="183063" y="117687"/>
                  <a:pt x="184072" y="116677"/>
                </a:cubicBezTo>
                <a:cubicBezTo>
                  <a:pt x="185243" y="115507"/>
                  <a:pt x="186581" y="114914"/>
                  <a:pt x="188096" y="114914"/>
                </a:cubicBezTo>
                <a:lnTo>
                  <a:pt x="211226" y="114914"/>
                </a:lnTo>
                <a:cubicBezTo>
                  <a:pt x="212902" y="114914"/>
                  <a:pt x="214328" y="115507"/>
                  <a:pt x="215498" y="116677"/>
                </a:cubicBezTo>
                <a:cubicBezTo>
                  <a:pt x="216508" y="117687"/>
                  <a:pt x="217013" y="119026"/>
                  <a:pt x="217013" y="120701"/>
                </a:cubicBezTo>
                <a:cubicBezTo>
                  <a:pt x="217013" y="122376"/>
                  <a:pt x="216508" y="123722"/>
                  <a:pt x="215498" y="124724"/>
                </a:cubicBezTo>
                <a:cubicBezTo>
                  <a:pt x="214328" y="125895"/>
                  <a:pt x="212902" y="126487"/>
                  <a:pt x="211226" y="126487"/>
                </a:cubicBezTo>
                <a:close/>
                <a:moveTo>
                  <a:pt x="169991" y="170744"/>
                </a:moveTo>
                <a:cubicBezTo>
                  <a:pt x="170993" y="169398"/>
                  <a:pt x="172251" y="168645"/>
                  <a:pt x="173758" y="168476"/>
                </a:cubicBezTo>
                <a:cubicBezTo>
                  <a:pt x="175265" y="168140"/>
                  <a:pt x="176691" y="168476"/>
                  <a:pt x="178037" y="169486"/>
                </a:cubicBezTo>
                <a:lnTo>
                  <a:pt x="196640" y="183312"/>
                </a:lnTo>
                <a:cubicBezTo>
                  <a:pt x="197986" y="184321"/>
                  <a:pt x="198739" y="185579"/>
                  <a:pt x="198908" y="187086"/>
                </a:cubicBezTo>
                <a:cubicBezTo>
                  <a:pt x="199237" y="188593"/>
                  <a:pt x="198908" y="190020"/>
                  <a:pt x="197898" y="191358"/>
                </a:cubicBezTo>
                <a:cubicBezTo>
                  <a:pt x="196896" y="192704"/>
                  <a:pt x="195638" y="193458"/>
                  <a:pt x="194131" y="193626"/>
                </a:cubicBezTo>
                <a:cubicBezTo>
                  <a:pt x="192448" y="193963"/>
                  <a:pt x="191029" y="193626"/>
                  <a:pt x="189851" y="192617"/>
                </a:cubicBezTo>
                <a:lnTo>
                  <a:pt x="171242" y="178791"/>
                </a:lnTo>
                <a:cubicBezTo>
                  <a:pt x="169903" y="177781"/>
                  <a:pt x="169149" y="176523"/>
                  <a:pt x="168981" y="175016"/>
                </a:cubicBezTo>
                <a:cubicBezTo>
                  <a:pt x="168645" y="173509"/>
                  <a:pt x="168981" y="172083"/>
                  <a:pt x="169991" y="170744"/>
                </a:cubicBezTo>
                <a:close/>
                <a:moveTo>
                  <a:pt x="196142" y="57585"/>
                </a:moveTo>
                <a:lnTo>
                  <a:pt x="178286" y="71418"/>
                </a:lnTo>
                <a:cubicBezTo>
                  <a:pt x="176947" y="72420"/>
                  <a:pt x="175521" y="72757"/>
                  <a:pt x="174014" y="72420"/>
                </a:cubicBezTo>
                <a:cubicBezTo>
                  <a:pt x="172500" y="72084"/>
                  <a:pt x="171242" y="71331"/>
                  <a:pt x="170239" y="70160"/>
                </a:cubicBezTo>
                <a:cubicBezTo>
                  <a:pt x="169230" y="68814"/>
                  <a:pt x="168813" y="67395"/>
                  <a:pt x="168981" y="65881"/>
                </a:cubicBezTo>
                <a:cubicBezTo>
                  <a:pt x="169318" y="64374"/>
                  <a:pt x="170071" y="63116"/>
                  <a:pt x="171242" y="62113"/>
                </a:cubicBezTo>
                <a:lnTo>
                  <a:pt x="189347" y="48529"/>
                </a:lnTo>
                <a:cubicBezTo>
                  <a:pt x="190693" y="47527"/>
                  <a:pt x="192119" y="47110"/>
                  <a:pt x="193626" y="47278"/>
                </a:cubicBezTo>
                <a:cubicBezTo>
                  <a:pt x="195133" y="47607"/>
                  <a:pt x="196391" y="48361"/>
                  <a:pt x="197393" y="49539"/>
                </a:cubicBezTo>
                <a:cubicBezTo>
                  <a:pt x="198403" y="50877"/>
                  <a:pt x="198820" y="52304"/>
                  <a:pt x="198652" y="53811"/>
                </a:cubicBezTo>
                <a:cubicBezTo>
                  <a:pt x="198315" y="55325"/>
                  <a:pt x="197481" y="56576"/>
                  <a:pt x="196142" y="57585"/>
                </a:cubicBezTo>
                <a:close/>
                <a:moveTo>
                  <a:pt x="54564" y="146604"/>
                </a:moveTo>
                <a:lnTo>
                  <a:pt x="38975" y="146604"/>
                </a:lnTo>
                <a:cubicBezTo>
                  <a:pt x="34952" y="146604"/>
                  <a:pt x="31514" y="145177"/>
                  <a:pt x="28668" y="142325"/>
                </a:cubicBezTo>
                <a:cubicBezTo>
                  <a:pt x="25815" y="139479"/>
                  <a:pt x="24389" y="136041"/>
                  <a:pt x="24389" y="132017"/>
                </a:cubicBezTo>
                <a:lnTo>
                  <a:pt x="24389" y="109384"/>
                </a:lnTo>
                <a:cubicBezTo>
                  <a:pt x="24389" y="105361"/>
                  <a:pt x="25815" y="101923"/>
                  <a:pt x="28668" y="99077"/>
                </a:cubicBezTo>
                <a:cubicBezTo>
                  <a:pt x="31514" y="96224"/>
                  <a:pt x="34952" y="94798"/>
                  <a:pt x="38975" y="94798"/>
                </a:cubicBezTo>
                <a:lnTo>
                  <a:pt x="81477" y="94798"/>
                </a:lnTo>
                <a:lnTo>
                  <a:pt x="115675" y="74432"/>
                </a:lnTo>
                <a:cubicBezTo>
                  <a:pt x="118016" y="72925"/>
                  <a:pt x="120452" y="72925"/>
                  <a:pt x="122961" y="74432"/>
                </a:cubicBezTo>
                <a:cubicBezTo>
                  <a:pt x="125309" y="75771"/>
                  <a:pt x="126487" y="77870"/>
                  <a:pt x="126487" y="80716"/>
                </a:cubicBezTo>
                <a:lnTo>
                  <a:pt x="126487" y="160686"/>
                </a:lnTo>
                <a:cubicBezTo>
                  <a:pt x="126487" y="163531"/>
                  <a:pt x="125309" y="165631"/>
                  <a:pt x="122961" y="166969"/>
                </a:cubicBezTo>
                <a:cubicBezTo>
                  <a:pt x="120452" y="168476"/>
                  <a:pt x="118016" y="168476"/>
                  <a:pt x="115675" y="166969"/>
                </a:cubicBezTo>
                <a:lnTo>
                  <a:pt x="81477" y="146604"/>
                </a:lnTo>
                <a:lnTo>
                  <a:pt x="66137" y="146604"/>
                </a:lnTo>
                <a:lnTo>
                  <a:pt x="66137" y="180298"/>
                </a:lnTo>
                <a:cubicBezTo>
                  <a:pt x="66137" y="181805"/>
                  <a:pt x="65544" y="183143"/>
                  <a:pt x="64374" y="184321"/>
                </a:cubicBezTo>
                <a:cubicBezTo>
                  <a:pt x="63372" y="185323"/>
                  <a:pt x="62026" y="185828"/>
                  <a:pt x="60350" y="185828"/>
                </a:cubicBezTo>
                <a:cubicBezTo>
                  <a:pt x="58675" y="185828"/>
                  <a:pt x="57337" y="185323"/>
                  <a:pt x="56327" y="184321"/>
                </a:cubicBezTo>
                <a:cubicBezTo>
                  <a:pt x="55157" y="183143"/>
                  <a:pt x="54564" y="181805"/>
                  <a:pt x="54564" y="180298"/>
                </a:cubicBezTo>
                <a:lnTo>
                  <a:pt x="54564" y="146604"/>
                </a:lnTo>
                <a:close/>
                <a:moveTo>
                  <a:pt x="115171" y="153392"/>
                </a:moveTo>
                <a:lnTo>
                  <a:pt x="115171" y="88009"/>
                </a:lnTo>
                <a:lnTo>
                  <a:pt x="84491" y="106114"/>
                </a:lnTo>
                <a:lnTo>
                  <a:pt x="38975" y="106114"/>
                </a:lnTo>
                <a:cubicBezTo>
                  <a:pt x="38141" y="106114"/>
                  <a:pt x="37381" y="106451"/>
                  <a:pt x="36715" y="107124"/>
                </a:cubicBezTo>
                <a:cubicBezTo>
                  <a:pt x="36042" y="107789"/>
                  <a:pt x="35705" y="108550"/>
                  <a:pt x="35705" y="109384"/>
                </a:cubicBezTo>
                <a:lnTo>
                  <a:pt x="35705" y="132017"/>
                </a:lnTo>
                <a:cubicBezTo>
                  <a:pt x="35705" y="132851"/>
                  <a:pt x="36042" y="133612"/>
                  <a:pt x="36715" y="134278"/>
                </a:cubicBezTo>
                <a:cubicBezTo>
                  <a:pt x="37381" y="134951"/>
                  <a:pt x="38141" y="135287"/>
                  <a:pt x="38975" y="135287"/>
                </a:cubicBezTo>
                <a:lnTo>
                  <a:pt x="84491" y="135287"/>
                </a:lnTo>
                <a:lnTo>
                  <a:pt x="115171" y="153392"/>
                </a:lnTo>
                <a:close/>
                <a:moveTo>
                  <a:pt x="140313" y="152134"/>
                </a:moveTo>
                <a:lnTo>
                  <a:pt x="140313" y="89267"/>
                </a:lnTo>
                <a:cubicBezTo>
                  <a:pt x="144336" y="92954"/>
                  <a:pt x="147526" y="97482"/>
                  <a:pt x="149874" y="102844"/>
                </a:cubicBezTo>
                <a:cubicBezTo>
                  <a:pt x="152383" y="108214"/>
                  <a:pt x="153641" y="114161"/>
                  <a:pt x="153641" y="120701"/>
                </a:cubicBezTo>
                <a:cubicBezTo>
                  <a:pt x="153641" y="127241"/>
                  <a:pt x="152383" y="133188"/>
                  <a:pt x="149874" y="138557"/>
                </a:cubicBezTo>
                <a:cubicBezTo>
                  <a:pt x="147526" y="143919"/>
                  <a:pt x="144336" y="148447"/>
                  <a:pt x="140313" y="152134"/>
                </a:cubicBezTo>
                <a:close/>
                <a:moveTo>
                  <a:pt x="75442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264316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600" dirty="0"/>
          </a:p>
        </p:txBody>
      </p:sp>
      <p:sp>
        <p:nvSpPr>
          <p:cNvPr id="217" name="圖示 郵件"/>
          <p:cNvSpPr/>
          <p:nvPr/>
        </p:nvSpPr>
        <p:spPr>
          <a:xfrm>
            <a:off x="320275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9729" y="196142"/>
                </a:moveTo>
                <a:cubicBezTo>
                  <a:pt x="35705" y="196142"/>
                  <a:pt x="32267" y="194716"/>
                  <a:pt x="29422" y="191863"/>
                </a:cubicBezTo>
                <a:cubicBezTo>
                  <a:pt x="26569" y="189017"/>
                  <a:pt x="25150" y="185579"/>
                  <a:pt x="25150" y="181556"/>
                </a:cubicBezTo>
                <a:lnTo>
                  <a:pt x="25150" y="59846"/>
                </a:lnTo>
                <a:cubicBezTo>
                  <a:pt x="25150" y="55822"/>
                  <a:pt x="26569" y="52384"/>
                  <a:pt x="29422" y="49539"/>
                </a:cubicBezTo>
                <a:cubicBezTo>
                  <a:pt x="32267" y="46686"/>
                  <a:pt x="35705" y="45266"/>
                  <a:pt x="39729" y="45266"/>
                </a:cubicBezTo>
                <a:lnTo>
                  <a:pt x="201673" y="45266"/>
                </a:lnTo>
                <a:cubicBezTo>
                  <a:pt x="205696" y="45266"/>
                  <a:pt x="209134" y="46686"/>
                  <a:pt x="211980" y="49539"/>
                </a:cubicBezTo>
                <a:cubicBezTo>
                  <a:pt x="214833" y="52384"/>
                  <a:pt x="216259" y="55822"/>
                  <a:pt x="216259" y="59846"/>
                </a:cubicBezTo>
                <a:lnTo>
                  <a:pt x="216259" y="181556"/>
                </a:lnTo>
                <a:cubicBezTo>
                  <a:pt x="216259" y="185579"/>
                  <a:pt x="214833" y="189017"/>
                  <a:pt x="211980" y="191863"/>
                </a:cubicBezTo>
                <a:cubicBezTo>
                  <a:pt x="209134" y="194716"/>
                  <a:pt x="205696" y="196142"/>
                  <a:pt x="201673" y="196142"/>
                </a:cubicBezTo>
                <a:lnTo>
                  <a:pt x="39729" y="196142"/>
                </a:lnTo>
                <a:close/>
                <a:moveTo>
                  <a:pt x="204943" y="66634"/>
                </a:moveTo>
                <a:lnTo>
                  <a:pt x="124724" y="119443"/>
                </a:lnTo>
                <a:cubicBezTo>
                  <a:pt x="124051" y="119779"/>
                  <a:pt x="123385" y="120116"/>
                  <a:pt x="122712" y="120452"/>
                </a:cubicBezTo>
                <a:cubicBezTo>
                  <a:pt x="122208" y="120620"/>
                  <a:pt x="121542" y="120701"/>
                  <a:pt x="120701" y="120701"/>
                </a:cubicBezTo>
                <a:cubicBezTo>
                  <a:pt x="119860" y="120701"/>
                  <a:pt x="119194" y="120620"/>
                  <a:pt x="118689" y="120452"/>
                </a:cubicBezTo>
                <a:cubicBezTo>
                  <a:pt x="118016" y="120116"/>
                  <a:pt x="117350" y="119779"/>
                  <a:pt x="116677" y="119443"/>
                </a:cubicBezTo>
                <a:lnTo>
                  <a:pt x="36459" y="66634"/>
                </a:lnTo>
                <a:lnTo>
                  <a:pt x="36459" y="181556"/>
                </a:lnTo>
                <a:cubicBezTo>
                  <a:pt x="36459" y="182558"/>
                  <a:pt x="36795" y="183312"/>
                  <a:pt x="37468" y="183816"/>
                </a:cubicBezTo>
                <a:cubicBezTo>
                  <a:pt x="37973" y="184489"/>
                  <a:pt x="38727" y="184826"/>
                  <a:pt x="39729" y="184826"/>
                </a:cubicBezTo>
                <a:lnTo>
                  <a:pt x="201673" y="184826"/>
                </a:lnTo>
                <a:cubicBezTo>
                  <a:pt x="202675" y="184826"/>
                  <a:pt x="203428" y="184489"/>
                  <a:pt x="203933" y="183816"/>
                </a:cubicBezTo>
                <a:cubicBezTo>
                  <a:pt x="204606" y="183312"/>
                  <a:pt x="204943" y="182558"/>
                  <a:pt x="204943" y="181556"/>
                </a:cubicBezTo>
                <a:lnTo>
                  <a:pt x="204943" y="66634"/>
                </a:lnTo>
                <a:close/>
                <a:moveTo>
                  <a:pt x="120701" y="110138"/>
                </a:moveTo>
                <a:lnTo>
                  <a:pt x="202675" y="56576"/>
                </a:lnTo>
                <a:lnTo>
                  <a:pt x="38975" y="56576"/>
                </a:lnTo>
                <a:lnTo>
                  <a:pt x="120701" y="110138"/>
                </a:lnTo>
                <a:close/>
                <a:moveTo>
                  <a:pt x="36459" y="66634"/>
                </a:moveTo>
                <a:lnTo>
                  <a:pt x="36459" y="68397"/>
                </a:lnTo>
                <a:lnTo>
                  <a:pt x="36459" y="60599"/>
                </a:lnTo>
                <a:lnTo>
                  <a:pt x="36459" y="60855"/>
                </a:lnTo>
                <a:lnTo>
                  <a:pt x="36459" y="56576"/>
                </a:lnTo>
                <a:lnTo>
                  <a:pt x="36459" y="60599"/>
                </a:lnTo>
                <a:lnTo>
                  <a:pt x="36459" y="60350"/>
                </a:lnTo>
                <a:lnTo>
                  <a:pt x="36459" y="68397"/>
                </a:lnTo>
                <a:lnTo>
                  <a:pt x="36459" y="66634"/>
                </a:lnTo>
                <a:lnTo>
                  <a:pt x="36459" y="184826"/>
                </a:lnTo>
                <a:lnTo>
                  <a:pt x="36459" y="6663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308694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00" dirty="0"/>
          </a:p>
        </p:txBody>
      </p:sp>
      <p:sp>
        <p:nvSpPr>
          <p:cNvPr id="219" name="圖示 訊息"/>
          <p:cNvSpPr/>
          <p:nvPr/>
        </p:nvSpPr>
        <p:spPr>
          <a:xfrm>
            <a:off x="364653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855" y="176026"/>
                </a:moveTo>
                <a:lnTo>
                  <a:pt x="37468" y="199156"/>
                </a:lnTo>
                <a:cubicBezTo>
                  <a:pt x="35120" y="201504"/>
                  <a:pt x="32523" y="202090"/>
                  <a:pt x="29670" y="200919"/>
                </a:cubicBezTo>
                <a:cubicBezTo>
                  <a:pt x="26657" y="199573"/>
                  <a:pt x="25150" y="197313"/>
                  <a:pt x="25150" y="194131"/>
                </a:cubicBezTo>
                <a:lnTo>
                  <a:pt x="25150" y="39729"/>
                </a:lnTo>
                <a:cubicBezTo>
                  <a:pt x="25150" y="35705"/>
                  <a:pt x="26569" y="32267"/>
                  <a:pt x="29422" y="29422"/>
                </a:cubicBezTo>
                <a:cubicBezTo>
                  <a:pt x="32267" y="26569"/>
                  <a:pt x="35705" y="25150"/>
                  <a:pt x="39729" y="25150"/>
                </a:cubicBezTo>
                <a:lnTo>
                  <a:pt x="201673" y="25150"/>
                </a:lnTo>
                <a:cubicBezTo>
                  <a:pt x="205696" y="25150"/>
                  <a:pt x="209134" y="26569"/>
                  <a:pt x="211980" y="29422"/>
                </a:cubicBezTo>
                <a:cubicBezTo>
                  <a:pt x="214833" y="32267"/>
                  <a:pt x="216259" y="35705"/>
                  <a:pt x="216259" y="39729"/>
                </a:cubicBezTo>
                <a:lnTo>
                  <a:pt x="216259" y="161439"/>
                </a:lnTo>
                <a:cubicBezTo>
                  <a:pt x="216259" y="165463"/>
                  <a:pt x="214833" y="168901"/>
                  <a:pt x="211980" y="171746"/>
                </a:cubicBezTo>
                <a:cubicBezTo>
                  <a:pt x="209134" y="174599"/>
                  <a:pt x="205696" y="176026"/>
                  <a:pt x="201673" y="176026"/>
                </a:cubicBezTo>
                <a:lnTo>
                  <a:pt x="60855" y="176026"/>
                </a:lnTo>
                <a:close/>
                <a:moveTo>
                  <a:pt x="55822" y="164709"/>
                </a:moveTo>
                <a:lnTo>
                  <a:pt x="201673" y="164709"/>
                </a:lnTo>
                <a:cubicBezTo>
                  <a:pt x="202507" y="164709"/>
                  <a:pt x="203260" y="164373"/>
                  <a:pt x="203933" y="163700"/>
                </a:cubicBezTo>
                <a:cubicBezTo>
                  <a:pt x="204606" y="163027"/>
                  <a:pt x="204943" y="162273"/>
                  <a:pt x="204943" y="161439"/>
                </a:cubicBezTo>
                <a:lnTo>
                  <a:pt x="204943" y="39729"/>
                </a:lnTo>
                <a:cubicBezTo>
                  <a:pt x="204943" y="38895"/>
                  <a:pt x="204606" y="38141"/>
                  <a:pt x="203933" y="37468"/>
                </a:cubicBezTo>
                <a:cubicBezTo>
                  <a:pt x="203260" y="36795"/>
                  <a:pt x="202507" y="36459"/>
                  <a:pt x="201673" y="36459"/>
                </a:cubicBezTo>
                <a:lnTo>
                  <a:pt x="39729" y="36459"/>
                </a:lnTo>
                <a:cubicBezTo>
                  <a:pt x="38895" y="36459"/>
                  <a:pt x="38141" y="36795"/>
                  <a:pt x="37468" y="37468"/>
                </a:cubicBezTo>
                <a:cubicBezTo>
                  <a:pt x="36795" y="38141"/>
                  <a:pt x="36459" y="38895"/>
                  <a:pt x="36459" y="39729"/>
                </a:cubicBezTo>
                <a:lnTo>
                  <a:pt x="36459" y="184826"/>
                </a:lnTo>
                <a:lnTo>
                  <a:pt x="55822" y="164709"/>
                </a:lnTo>
                <a:close/>
                <a:moveTo>
                  <a:pt x="36459" y="164709"/>
                </a:moveTo>
                <a:lnTo>
                  <a:pt x="36459" y="36459"/>
                </a:lnTo>
                <a:lnTo>
                  <a:pt x="36459" y="164709"/>
                </a:lnTo>
                <a:close/>
                <a:moveTo>
                  <a:pt x="68646" y="138557"/>
                </a:moveTo>
                <a:lnTo>
                  <a:pt x="131264" y="138557"/>
                </a:lnTo>
                <a:cubicBezTo>
                  <a:pt x="132939" y="138557"/>
                  <a:pt x="134278" y="137965"/>
                  <a:pt x="135287" y="136794"/>
                </a:cubicBezTo>
                <a:cubicBezTo>
                  <a:pt x="136458" y="135624"/>
                  <a:pt x="137043" y="134278"/>
                  <a:pt x="137043" y="132771"/>
                </a:cubicBezTo>
                <a:cubicBezTo>
                  <a:pt x="137043" y="131096"/>
                  <a:pt x="136458" y="129757"/>
                  <a:pt x="135287" y="128748"/>
                </a:cubicBezTo>
                <a:cubicBezTo>
                  <a:pt x="134278" y="127577"/>
                  <a:pt x="132939" y="126985"/>
                  <a:pt x="131264" y="126985"/>
                </a:cubicBezTo>
                <a:lnTo>
                  <a:pt x="68646" y="126985"/>
                </a:lnTo>
                <a:cubicBezTo>
                  <a:pt x="66971" y="126985"/>
                  <a:pt x="65632" y="127577"/>
                  <a:pt x="64622" y="128748"/>
                </a:cubicBezTo>
                <a:cubicBezTo>
                  <a:pt x="63452" y="129757"/>
                  <a:pt x="62867" y="131096"/>
                  <a:pt x="62867" y="132771"/>
                </a:cubicBezTo>
                <a:cubicBezTo>
                  <a:pt x="62867" y="134446"/>
                  <a:pt x="63452" y="135792"/>
                  <a:pt x="64622" y="136794"/>
                </a:cubicBezTo>
                <a:cubicBezTo>
                  <a:pt x="65632" y="137965"/>
                  <a:pt x="66971" y="138557"/>
                  <a:pt x="68646" y="138557"/>
                </a:cubicBezTo>
                <a:close/>
                <a:moveTo>
                  <a:pt x="68646" y="106370"/>
                </a:moveTo>
                <a:lnTo>
                  <a:pt x="172756" y="106370"/>
                </a:lnTo>
                <a:cubicBezTo>
                  <a:pt x="174431" y="106370"/>
                  <a:pt x="175770" y="105866"/>
                  <a:pt x="176779" y="104856"/>
                </a:cubicBezTo>
                <a:cubicBezTo>
                  <a:pt x="177950" y="103686"/>
                  <a:pt x="178535" y="102259"/>
                  <a:pt x="178535" y="100584"/>
                </a:cubicBezTo>
                <a:cubicBezTo>
                  <a:pt x="178535" y="99077"/>
                  <a:pt x="177950" y="97731"/>
                  <a:pt x="176779" y="96561"/>
                </a:cubicBezTo>
                <a:cubicBezTo>
                  <a:pt x="175770" y="95558"/>
                  <a:pt x="174431" y="95054"/>
                  <a:pt x="172756" y="95054"/>
                </a:cubicBezTo>
                <a:lnTo>
                  <a:pt x="68646" y="95054"/>
                </a:lnTo>
                <a:cubicBezTo>
                  <a:pt x="66971" y="95054"/>
                  <a:pt x="65632" y="95558"/>
                  <a:pt x="64622" y="96561"/>
                </a:cubicBezTo>
                <a:cubicBezTo>
                  <a:pt x="63452" y="97731"/>
                  <a:pt x="62867" y="99158"/>
                  <a:pt x="62867" y="100833"/>
                </a:cubicBezTo>
                <a:cubicBezTo>
                  <a:pt x="62867" y="102515"/>
                  <a:pt x="63452" y="103854"/>
                  <a:pt x="64622" y="104856"/>
                </a:cubicBezTo>
                <a:cubicBezTo>
                  <a:pt x="65632" y="105866"/>
                  <a:pt x="66971" y="106370"/>
                  <a:pt x="68646" y="106370"/>
                </a:cubicBezTo>
                <a:close/>
                <a:moveTo>
                  <a:pt x="68646" y="74432"/>
                </a:moveTo>
                <a:lnTo>
                  <a:pt x="172756" y="74432"/>
                </a:lnTo>
                <a:cubicBezTo>
                  <a:pt x="174431" y="74432"/>
                  <a:pt x="175770" y="73847"/>
                  <a:pt x="176779" y="72669"/>
                </a:cubicBezTo>
                <a:cubicBezTo>
                  <a:pt x="177950" y="71667"/>
                  <a:pt x="178535" y="70328"/>
                  <a:pt x="178535" y="68646"/>
                </a:cubicBezTo>
                <a:cubicBezTo>
                  <a:pt x="178535" y="66971"/>
                  <a:pt x="177950" y="65632"/>
                  <a:pt x="176779" y="64622"/>
                </a:cubicBezTo>
                <a:cubicBezTo>
                  <a:pt x="175770" y="63620"/>
                  <a:pt x="174431" y="63116"/>
                  <a:pt x="172756" y="63116"/>
                </a:cubicBezTo>
                <a:lnTo>
                  <a:pt x="68646" y="63116"/>
                </a:lnTo>
                <a:cubicBezTo>
                  <a:pt x="66971" y="63116"/>
                  <a:pt x="65632" y="63620"/>
                  <a:pt x="64622" y="64622"/>
                </a:cubicBezTo>
                <a:cubicBezTo>
                  <a:pt x="63452" y="65800"/>
                  <a:pt x="62867" y="67139"/>
                  <a:pt x="62867" y="68646"/>
                </a:cubicBezTo>
                <a:cubicBezTo>
                  <a:pt x="62867" y="70328"/>
                  <a:pt x="63452" y="71747"/>
                  <a:pt x="64622" y="72925"/>
                </a:cubicBezTo>
                <a:cubicBezTo>
                  <a:pt x="65632" y="73927"/>
                  <a:pt x="66971" y="74432"/>
                  <a:pt x="68646" y="7443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353071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600" dirty="0"/>
          </a:p>
        </p:txBody>
      </p:sp>
      <p:sp>
        <p:nvSpPr>
          <p:cNvPr id="221" name="圖示 討論"/>
          <p:cNvSpPr/>
          <p:nvPr/>
        </p:nvSpPr>
        <p:spPr>
          <a:xfrm>
            <a:off x="409031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09968" y="194628"/>
                </a:moveTo>
                <a:cubicBezTo>
                  <a:pt x="209463" y="195806"/>
                  <a:pt x="208373" y="196559"/>
                  <a:pt x="206698" y="196896"/>
                </a:cubicBezTo>
                <a:cubicBezTo>
                  <a:pt x="205023" y="197225"/>
                  <a:pt x="203428" y="196640"/>
                  <a:pt x="201921" y="195133"/>
                </a:cubicBezTo>
                <a:lnTo>
                  <a:pt x="178791" y="172251"/>
                </a:lnTo>
                <a:lnTo>
                  <a:pt x="76693" y="172251"/>
                </a:lnTo>
                <a:cubicBezTo>
                  <a:pt x="72837" y="172251"/>
                  <a:pt x="69568" y="170825"/>
                  <a:pt x="66890" y="167979"/>
                </a:cubicBezTo>
                <a:cubicBezTo>
                  <a:pt x="64037" y="165294"/>
                  <a:pt x="62611" y="161944"/>
                  <a:pt x="62611" y="157921"/>
                </a:cubicBezTo>
                <a:lnTo>
                  <a:pt x="62611" y="144592"/>
                </a:lnTo>
                <a:lnTo>
                  <a:pt x="172251" y="144592"/>
                </a:lnTo>
                <a:cubicBezTo>
                  <a:pt x="176106" y="144592"/>
                  <a:pt x="179456" y="143166"/>
                  <a:pt x="182309" y="140313"/>
                </a:cubicBezTo>
                <a:cubicBezTo>
                  <a:pt x="185155" y="137299"/>
                  <a:pt x="186581" y="133861"/>
                  <a:pt x="186581" y="130006"/>
                </a:cubicBezTo>
                <a:lnTo>
                  <a:pt x="186581" y="60350"/>
                </a:lnTo>
                <a:lnTo>
                  <a:pt x="200166" y="60350"/>
                </a:lnTo>
                <a:cubicBezTo>
                  <a:pt x="204021" y="60350"/>
                  <a:pt x="207371" y="61777"/>
                  <a:pt x="210224" y="64622"/>
                </a:cubicBezTo>
                <a:cubicBezTo>
                  <a:pt x="212902" y="67307"/>
                  <a:pt x="214248" y="70577"/>
                  <a:pt x="214248" y="74432"/>
                </a:cubicBezTo>
                <a:lnTo>
                  <a:pt x="214248" y="190107"/>
                </a:lnTo>
                <a:cubicBezTo>
                  <a:pt x="214248" y="191446"/>
                  <a:pt x="213823" y="192536"/>
                  <a:pt x="212989" y="193370"/>
                </a:cubicBezTo>
                <a:cubicBezTo>
                  <a:pt x="211980" y="194211"/>
                  <a:pt x="210978" y="194628"/>
                  <a:pt x="209968" y="194628"/>
                </a:cubicBezTo>
                <a:close/>
                <a:moveTo>
                  <a:pt x="38471" y="136041"/>
                </a:moveTo>
                <a:lnTo>
                  <a:pt x="57834" y="116677"/>
                </a:lnTo>
                <a:lnTo>
                  <a:pt x="155653" y="116677"/>
                </a:lnTo>
                <a:cubicBezTo>
                  <a:pt x="156662" y="116677"/>
                  <a:pt x="157416" y="116341"/>
                  <a:pt x="157921" y="115675"/>
                </a:cubicBezTo>
                <a:cubicBezTo>
                  <a:pt x="158586" y="115171"/>
                  <a:pt x="158923" y="114498"/>
                  <a:pt x="158923" y="113664"/>
                </a:cubicBezTo>
                <a:lnTo>
                  <a:pt x="158923" y="39729"/>
                </a:lnTo>
                <a:cubicBezTo>
                  <a:pt x="158923" y="38727"/>
                  <a:pt x="158586" y="37973"/>
                  <a:pt x="157921" y="37468"/>
                </a:cubicBezTo>
                <a:cubicBezTo>
                  <a:pt x="157416" y="36795"/>
                  <a:pt x="156662" y="36459"/>
                  <a:pt x="155653" y="36459"/>
                </a:cubicBezTo>
                <a:lnTo>
                  <a:pt x="41492" y="36459"/>
                </a:lnTo>
                <a:cubicBezTo>
                  <a:pt x="40651" y="36459"/>
                  <a:pt x="39985" y="36795"/>
                  <a:pt x="39480" y="37468"/>
                </a:cubicBezTo>
                <a:cubicBezTo>
                  <a:pt x="38807" y="37973"/>
                  <a:pt x="38471" y="38727"/>
                  <a:pt x="38471" y="39729"/>
                </a:cubicBezTo>
                <a:lnTo>
                  <a:pt x="38471" y="136041"/>
                </a:lnTo>
                <a:close/>
                <a:moveTo>
                  <a:pt x="34199" y="153392"/>
                </a:moveTo>
                <a:cubicBezTo>
                  <a:pt x="32523" y="153392"/>
                  <a:pt x="30929" y="152807"/>
                  <a:pt x="29422" y="151629"/>
                </a:cubicBezTo>
                <a:cubicBezTo>
                  <a:pt x="27915" y="150291"/>
                  <a:pt x="27161" y="148447"/>
                  <a:pt x="27161" y="146099"/>
                </a:cubicBezTo>
                <a:lnTo>
                  <a:pt x="27161" y="39729"/>
                </a:lnTo>
                <a:cubicBezTo>
                  <a:pt x="27161" y="35705"/>
                  <a:pt x="28580" y="32267"/>
                  <a:pt x="31433" y="29422"/>
                </a:cubicBezTo>
                <a:cubicBezTo>
                  <a:pt x="34279" y="26569"/>
                  <a:pt x="37637" y="25150"/>
                  <a:pt x="41492" y="25150"/>
                </a:cubicBezTo>
                <a:lnTo>
                  <a:pt x="155653" y="25150"/>
                </a:lnTo>
                <a:cubicBezTo>
                  <a:pt x="159676" y="25150"/>
                  <a:pt x="163114" y="26569"/>
                  <a:pt x="165967" y="29422"/>
                </a:cubicBezTo>
                <a:cubicBezTo>
                  <a:pt x="168813" y="32267"/>
                  <a:pt x="170239" y="35705"/>
                  <a:pt x="170239" y="39729"/>
                </a:cubicBezTo>
                <a:lnTo>
                  <a:pt x="170239" y="113664"/>
                </a:lnTo>
                <a:cubicBezTo>
                  <a:pt x="170239" y="117519"/>
                  <a:pt x="168813" y="120869"/>
                  <a:pt x="165967" y="123722"/>
                </a:cubicBezTo>
                <a:cubicBezTo>
                  <a:pt x="163114" y="126568"/>
                  <a:pt x="159676" y="127994"/>
                  <a:pt x="155653" y="127994"/>
                </a:cubicBezTo>
                <a:lnTo>
                  <a:pt x="62611" y="127994"/>
                </a:lnTo>
                <a:lnTo>
                  <a:pt x="39480" y="151381"/>
                </a:lnTo>
                <a:cubicBezTo>
                  <a:pt x="38639" y="152046"/>
                  <a:pt x="37805" y="152551"/>
                  <a:pt x="36964" y="152888"/>
                </a:cubicBezTo>
                <a:cubicBezTo>
                  <a:pt x="36130" y="153224"/>
                  <a:pt x="35208" y="153392"/>
                  <a:pt x="34199" y="153392"/>
                </a:cubicBezTo>
                <a:close/>
                <a:moveTo>
                  <a:pt x="38471" y="113664"/>
                </a:moveTo>
                <a:lnTo>
                  <a:pt x="38471" y="36459"/>
                </a:lnTo>
                <a:lnTo>
                  <a:pt x="38471" y="11366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397449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00" dirty="0"/>
          </a:p>
        </p:txBody>
      </p:sp>
      <p:sp>
        <p:nvSpPr>
          <p:cNvPr id="223" name="圖示 電話"/>
          <p:cNvSpPr/>
          <p:nvPr/>
        </p:nvSpPr>
        <p:spPr>
          <a:xfrm>
            <a:off x="453408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4884" y="206201"/>
                </a:moveTo>
                <a:cubicBezTo>
                  <a:pt x="177108" y="206201"/>
                  <a:pt x="158754" y="201673"/>
                  <a:pt x="139815" y="192617"/>
                </a:cubicBezTo>
                <a:cubicBezTo>
                  <a:pt x="120869" y="183736"/>
                  <a:pt x="103181" y="171073"/>
                  <a:pt x="86751" y="154651"/>
                </a:cubicBezTo>
                <a:cubicBezTo>
                  <a:pt x="70328" y="138221"/>
                  <a:pt x="57666" y="120533"/>
                  <a:pt x="48785" y="101593"/>
                </a:cubicBezTo>
                <a:cubicBezTo>
                  <a:pt x="39729" y="82647"/>
                  <a:pt x="35208" y="64293"/>
                  <a:pt x="35208" y="46517"/>
                </a:cubicBezTo>
                <a:cubicBezTo>
                  <a:pt x="35208" y="43335"/>
                  <a:pt x="36291" y="40651"/>
                  <a:pt x="38471" y="38471"/>
                </a:cubicBezTo>
                <a:cubicBezTo>
                  <a:pt x="40482" y="36291"/>
                  <a:pt x="43087" y="35208"/>
                  <a:pt x="46269" y="35208"/>
                </a:cubicBezTo>
                <a:lnTo>
                  <a:pt x="74937" y="35208"/>
                </a:lnTo>
                <a:cubicBezTo>
                  <a:pt x="77614" y="35208"/>
                  <a:pt x="79882" y="36042"/>
                  <a:pt x="81725" y="37717"/>
                </a:cubicBezTo>
                <a:cubicBezTo>
                  <a:pt x="83569" y="39392"/>
                  <a:pt x="84827" y="41660"/>
                  <a:pt x="85500" y="44506"/>
                </a:cubicBezTo>
                <a:lnTo>
                  <a:pt x="91535" y="71418"/>
                </a:lnTo>
                <a:cubicBezTo>
                  <a:pt x="91864" y="73927"/>
                  <a:pt x="91784" y="76195"/>
                  <a:pt x="91279" y="78207"/>
                </a:cubicBezTo>
                <a:cubicBezTo>
                  <a:pt x="90774" y="80218"/>
                  <a:pt x="89772" y="81894"/>
                  <a:pt x="88265" y="83232"/>
                </a:cubicBezTo>
                <a:lnTo>
                  <a:pt x="64622" y="106370"/>
                </a:lnTo>
                <a:cubicBezTo>
                  <a:pt x="68982" y="114081"/>
                  <a:pt x="73679" y="121206"/>
                  <a:pt x="78704" y="127745"/>
                </a:cubicBezTo>
                <a:cubicBezTo>
                  <a:pt x="83737" y="134278"/>
                  <a:pt x="89187" y="140481"/>
                  <a:pt x="95054" y="146348"/>
                </a:cubicBezTo>
                <a:cubicBezTo>
                  <a:pt x="101257" y="152719"/>
                  <a:pt x="107877" y="158586"/>
                  <a:pt x="114914" y="163956"/>
                </a:cubicBezTo>
                <a:cubicBezTo>
                  <a:pt x="121959" y="169318"/>
                  <a:pt x="129501" y="174094"/>
                  <a:pt x="137548" y="178286"/>
                </a:cubicBezTo>
                <a:lnTo>
                  <a:pt x="160430" y="154899"/>
                </a:lnTo>
                <a:cubicBezTo>
                  <a:pt x="162105" y="153056"/>
                  <a:pt x="164036" y="151798"/>
                  <a:pt x="166216" y="151125"/>
                </a:cubicBezTo>
                <a:cubicBezTo>
                  <a:pt x="168228" y="150459"/>
                  <a:pt x="170320" y="150291"/>
                  <a:pt x="172500" y="150627"/>
                </a:cubicBezTo>
                <a:lnTo>
                  <a:pt x="196896" y="156158"/>
                </a:lnTo>
                <a:cubicBezTo>
                  <a:pt x="199742" y="156662"/>
                  <a:pt x="202009" y="158001"/>
                  <a:pt x="203684" y="160181"/>
                </a:cubicBezTo>
                <a:cubicBezTo>
                  <a:pt x="205360" y="162361"/>
                  <a:pt x="206201" y="164790"/>
                  <a:pt x="206201" y="167474"/>
                </a:cubicBezTo>
                <a:lnTo>
                  <a:pt x="206201" y="195133"/>
                </a:lnTo>
                <a:cubicBezTo>
                  <a:pt x="206201" y="198315"/>
                  <a:pt x="205111" y="200919"/>
                  <a:pt x="202931" y="202931"/>
                </a:cubicBezTo>
                <a:cubicBezTo>
                  <a:pt x="200919" y="205111"/>
                  <a:pt x="198235" y="206201"/>
                  <a:pt x="194884" y="206201"/>
                </a:cubicBezTo>
                <a:close/>
                <a:moveTo>
                  <a:pt x="58843" y="96056"/>
                </a:moveTo>
                <a:lnTo>
                  <a:pt x="79714" y="75939"/>
                </a:lnTo>
                <a:cubicBezTo>
                  <a:pt x="79882" y="75603"/>
                  <a:pt x="80050" y="75273"/>
                  <a:pt x="80218" y="74937"/>
                </a:cubicBezTo>
                <a:cubicBezTo>
                  <a:pt x="80218" y="74432"/>
                  <a:pt x="80218" y="74015"/>
                  <a:pt x="80218" y="73679"/>
                </a:cubicBezTo>
                <a:lnTo>
                  <a:pt x="74681" y="48280"/>
                </a:lnTo>
                <a:cubicBezTo>
                  <a:pt x="74681" y="47607"/>
                  <a:pt x="74513" y="47190"/>
                  <a:pt x="74183" y="47022"/>
                </a:cubicBezTo>
                <a:cubicBezTo>
                  <a:pt x="73679" y="46686"/>
                  <a:pt x="73174" y="46517"/>
                  <a:pt x="72669" y="46517"/>
                </a:cubicBezTo>
                <a:lnTo>
                  <a:pt x="48032" y="46517"/>
                </a:lnTo>
                <a:cubicBezTo>
                  <a:pt x="47527" y="46517"/>
                  <a:pt x="47190" y="46686"/>
                  <a:pt x="47022" y="47022"/>
                </a:cubicBezTo>
                <a:cubicBezTo>
                  <a:pt x="46686" y="47190"/>
                  <a:pt x="46517" y="47527"/>
                  <a:pt x="46517" y="48032"/>
                </a:cubicBezTo>
                <a:cubicBezTo>
                  <a:pt x="46686" y="54901"/>
                  <a:pt x="47776" y="62282"/>
                  <a:pt x="49787" y="70160"/>
                </a:cubicBezTo>
                <a:cubicBezTo>
                  <a:pt x="51799" y="78207"/>
                  <a:pt x="54820" y="86839"/>
                  <a:pt x="58843" y="96056"/>
                </a:cubicBezTo>
                <a:close/>
                <a:moveTo>
                  <a:pt x="148360" y="183816"/>
                </a:moveTo>
                <a:cubicBezTo>
                  <a:pt x="155236" y="187167"/>
                  <a:pt x="162778" y="189851"/>
                  <a:pt x="170993" y="191863"/>
                </a:cubicBezTo>
                <a:cubicBezTo>
                  <a:pt x="179208" y="193706"/>
                  <a:pt x="186669" y="194716"/>
                  <a:pt x="193370" y="194884"/>
                </a:cubicBezTo>
                <a:cubicBezTo>
                  <a:pt x="193875" y="194884"/>
                  <a:pt x="194211" y="194716"/>
                  <a:pt x="194379" y="194379"/>
                </a:cubicBezTo>
                <a:cubicBezTo>
                  <a:pt x="194716" y="194211"/>
                  <a:pt x="194884" y="193963"/>
                  <a:pt x="194884" y="193626"/>
                </a:cubicBezTo>
                <a:lnTo>
                  <a:pt x="194884" y="168732"/>
                </a:lnTo>
                <a:cubicBezTo>
                  <a:pt x="194884" y="168228"/>
                  <a:pt x="194716" y="167811"/>
                  <a:pt x="194379" y="167474"/>
                </a:cubicBezTo>
                <a:cubicBezTo>
                  <a:pt x="194211" y="167138"/>
                  <a:pt x="193794" y="166969"/>
                  <a:pt x="193121" y="166969"/>
                </a:cubicBezTo>
                <a:lnTo>
                  <a:pt x="170488" y="162193"/>
                </a:lnTo>
                <a:cubicBezTo>
                  <a:pt x="169991" y="162193"/>
                  <a:pt x="169654" y="162193"/>
                  <a:pt x="169486" y="162193"/>
                </a:cubicBezTo>
                <a:cubicBezTo>
                  <a:pt x="169149" y="162361"/>
                  <a:pt x="168813" y="162529"/>
                  <a:pt x="168476" y="162697"/>
                </a:cubicBezTo>
                <a:lnTo>
                  <a:pt x="148360" y="183816"/>
                </a:lnTo>
                <a:close/>
                <a:moveTo>
                  <a:pt x="58843" y="96056"/>
                </a:moveTo>
                <a:close/>
                <a:moveTo>
                  <a:pt x="148360" y="18381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441827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00" dirty="0"/>
          </a:p>
        </p:txBody>
      </p:sp>
      <p:sp>
        <p:nvSpPr>
          <p:cNvPr id="225" name="圖示 視訊"/>
          <p:cNvSpPr/>
          <p:nvPr/>
        </p:nvSpPr>
        <p:spPr>
          <a:xfrm>
            <a:off x="497786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1997" y="196142"/>
                </a:moveTo>
                <a:cubicBezTo>
                  <a:pt x="38141" y="196142"/>
                  <a:pt x="34784" y="194716"/>
                  <a:pt x="31938" y="191863"/>
                </a:cubicBezTo>
                <a:cubicBezTo>
                  <a:pt x="29085" y="189017"/>
                  <a:pt x="27659" y="185579"/>
                  <a:pt x="27659" y="181556"/>
                </a:cubicBezTo>
                <a:lnTo>
                  <a:pt x="27659" y="59846"/>
                </a:lnTo>
                <a:cubicBezTo>
                  <a:pt x="27659" y="55822"/>
                  <a:pt x="29085" y="52384"/>
                  <a:pt x="31938" y="49539"/>
                </a:cubicBezTo>
                <a:cubicBezTo>
                  <a:pt x="34784" y="46686"/>
                  <a:pt x="38141" y="45266"/>
                  <a:pt x="41997" y="45266"/>
                </a:cubicBezTo>
                <a:lnTo>
                  <a:pt x="163956" y="45266"/>
                </a:lnTo>
                <a:cubicBezTo>
                  <a:pt x="167811" y="45266"/>
                  <a:pt x="171242" y="46686"/>
                  <a:pt x="174263" y="49539"/>
                </a:cubicBezTo>
                <a:cubicBezTo>
                  <a:pt x="177108" y="52384"/>
                  <a:pt x="178535" y="55822"/>
                  <a:pt x="178535" y="59846"/>
                </a:cubicBezTo>
                <a:lnTo>
                  <a:pt x="178535" y="112149"/>
                </a:lnTo>
                <a:lnTo>
                  <a:pt x="207452" y="83232"/>
                </a:lnTo>
                <a:cubicBezTo>
                  <a:pt x="208630" y="82062"/>
                  <a:pt x="209968" y="81725"/>
                  <a:pt x="211475" y="82230"/>
                </a:cubicBezTo>
                <a:cubicBezTo>
                  <a:pt x="212989" y="82896"/>
                  <a:pt x="213743" y="83986"/>
                  <a:pt x="213743" y="85500"/>
                </a:cubicBezTo>
                <a:lnTo>
                  <a:pt x="213743" y="155909"/>
                </a:lnTo>
                <a:cubicBezTo>
                  <a:pt x="213743" y="157416"/>
                  <a:pt x="212989" y="158506"/>
                  <a:pt x="211475" y="159171"/>
                </a:cubicBezTo>
                <a:cubicBezTo>
                  <a:pt x="209968" y="159676"/>
                  <a:pt x="208630" y="159340"/>
                  <a:pt x="207452" y="158169"/>
                </a:cubicBezTo>
                <a:lnTo>
                  <a:pt x="178535" y="128996"/>
                </a:lnTo>
                <a:lnTo>
                  <a:pt x="178535" y="181556"/>
                </a:lnTo>
                <a:cubicBezTo>
                  <a:pt x="178535" y="185579"/>
                  <a:pt x="177108" y="189017"/>
                  <a:pt x="174263" y="191863"/>
                </a:cubicBezTo>
                <a:cubicBezTo>
                  <a:pt x="171242" y="194716"/>
                  <a:pt x="167811" y="196142"/>
                  <a:pt x="163956" y="196142"/>
                </a:cubicBezTo>
                <a:lnTo>
                  <a:pt x="41997" y="196142"/>
                </a:lnTo>
                <a:close/>
                <a:moveTo>
                  <a:pt x="41997" y="184826"/>
                </a:moveTo>
                <a:lnTo>
                  <a:pt x="163956" y="184826"/>
                </a:lnTo>
                <a:cubicBezTo>
                  <a:pt x="164790" y="184826"/>
                  <a:pt x="165543" y="184489"/>
                  <a:pt x="166216" y="183816"/>
                </a:cubicBezTo>
                <a:cubicBezTo>
                  <a:pt x="166721" y="183312"/>
                  <a:pt x="166969" y="182558"/>
                  <a:pt x="166969" y="181556"/>
                </a:cubicBezTo>
                <a:lnTo>
                  <a:pt x="166969" y="59846"/>
                </a:lnTo>
                <a:cubicBezTo>
                  <a:pt x="166969" y="58843"/>
                  <a:pt x="166721" y="58090"/>
                  <a:pt x="166216" y="57585"/>
                </a:cubicBezTo>
                <a:cubicBezTo>
                  <a:pt x="165543" y="56912"/>
                  <a:pt x="164790" y="56576"/>
                  <a:pt x="163956" y="56576"/>
                </a:cubicBezTo>
                <a:lnTo>
                  <a:pt x="41997" y="56576"/>
                </a:lnTo>
                <a:cubicBezTo>
                  <a:pt x="41155" y="56576"/>
                  <a:pt x="40402" y="56912"/>
                  <a:pt x="39729" y="57585"/>
                </a:cubicBezTo>
                <a:cubicBezTo>
                  <a:pt x="39231" y="58090"/>
                  <a:pt x="38975" y="58843"/>
                  <a:pt x="38975" y="59846"/>
                </a:cubicBezTo>
                <a:lnTo>
                  <a:pt x="38975" y="181556"/>
                </a:lnTo>
                <a:cubicBezTo>
                  <a:pt x="38975" y="182558"/>
                  <a:pt x="39231" y="183312"/>
                  <a:pt x="39729" y="183816"/>
                </a:cubicBezTo>
                <a:cubicBezTo>
                  <a:pt x="40402" y="184489"/>
                  <a:pt x="41155" y="184826"/>
                  <a:pt x="41997" y="184826"/>
                </a:cubicBezTo>
                <a:close/>
                <a:moveTo>
                  <a:pt x="38975" y="184826"/>
                </a:moveTo>
                <a:lnTo>
                  <a:pt x="38975" y="56576"/>
                </a:lnTo>
                <a:lnTo>
                  <a:pt x="38975" y="18482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486204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600" dirty="0"/>
          </a:p>
        </p:txBody>
      </p:sp>
      <p:sp>
        <p:nvSpPr>
          <p:cNvPr id="227" name="圖示 物流"/>
          <p:cNvSpPr/>
          <p:nvPr/>
        </p:nvSpPr>
        <p:spPr>
          <a:xfrm>
            <a:off x="542164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210" y="188344"/>
                </a:moveTo>
                <a:cubicBezTo>
                  <a:pt x="30680" y="182982"/>
                  <a:pt x="27915" y="176443"/>
                  <a:pt x="27915" y="168732"/>
                </a:cubicBezTo>
                <a:lnTo>
                  <a:pt x="20870" y="168732"/>
                </a:lnTo>
                <a:cubicBezTo>
                  <a:pt x="18690" y="168732"/>
                  <a:pt x="16935" y="167979"/>
                  <a:pt x="15589" y="166465"/>
                </a:cubicBezTo>
                <a:cubicBezTo>
                  <a:pt x="14250" y="165126"/>
                  <a:pt x="13577" y="163451"/>
                  <a:pt x="13577" y="161439"/>
                </a:cubicBezTo>
                <a:lnTo>
                  <a:pt x="13577" y="59846"/>
                </a:lnTo>
                <a:cubicBezTo>
                  <a:pt x="13577" y="55822"/>
                  <a:pt x="15003" y="52384"/>
                  <a:pt x="17856" y="49539"/>
                </a:cubicBezTo>
                <a:cubicBezTo>
                  <a:pt x="20702" y="46686"/>
                  <a:pt x="24140" y="45266"/>
                  <a:pt x="28164" y="45266"/>
                </a:cubicBezTo>
                <a:lnTo>
                  <a:pt x="153897" y="45266"/>
                </a:lnTo>
                <a:cubicBezTo>
                  <a:pt x="157921" y="45266"/>
                  <a:pt x="161351" y="46686"/>
                  <a:pt x="164204" y="49539"/>
                </a:cubicBezTo>
                <a:cubicBezTo>
                  <a:pt x="167050" y="52384"/>
                  <a:pt x="168476" y="55822"/>
                  <a:pt x="168476" y="59846"/>
                </a:cubicBezTo>
                <a:lnTo>
                  <a:pt x="168476" y="84739"/>
                </a:lnTo>
                <a:lnTo>
                  <a:pt x="185075" y="84739"/>
                </a:lnTo>
                <a:cubicBezTo>
                  <a:pt x="187423" y="84739"/>
                  <a:pt x="189603" y="85332"/>
                  <a:pt x="191614" y="86502"/>
                </a:cubicBezTo>
                <a:cubicBezTo>
                  <a:pt x="193626" y="87512"/>
                  <a:pt x="195301" y="88931"/>
                  <a:pt x="196640" y="90774"/>
                </a:cubicBezTo>
                <a:lnTo>
                  <a:pt x="226566" y="130254"/>
                </a:lnTo>
                <a:cubicBezTo>
                  <a:pt x="226903" y="130927"/>
                  <a:pt x="227239" y="131600"/>
                  <a:pt x="227569" y="132266"/>
                </a:cubicBezTo>
                <a:cubicBezTo>
                  <a:pt x="227737" y="132939"/>
                  <a:pt x="227825" y="133693"/>
                  <a:pt x="227825" y="134534"/>
                </a:cubicBezTo>
                <a:lnTo>
                  <a:pt x="227825" y="161439"/>
                </a:lnTo>
                <a:cubicBezTo>
                  <a:pt x="227825" y="163451"/>
                  <a:pt x="227152" y="165126"/>
                  <a:pt x="225813" y="166465"/>
                </a:cubicBezTo>
                <a:cubicBezTo>
                  <a:pt x="224467" y="167979"/>
                  <a:pt x="222711" y="168732"/>
                  <a:pt x="220531" y="168732"/>
                </a:cubicBezTo>
                <a:lnTo>
                  <a:pt x="211475" y="168732"/>
                </a:lnTo>
                <a:cubicBezTo>
                  <a:pt x="211475" y="176443"/>
                  <a:pt x="208710" y="182982"/>
                  <a:pt x="203180" y="188344"/>
                </a:cubicBezTo>
                <a:cubicBezTo>
                  <a:pt x="197818" y="193875"/>
                  <a:pt x="191190" y="196640"/>
                  <a:pt x="183312" y="196640"/>
                </a:cubicBezTo>
                <a:cubicBezTo>
                  <a:pt x="175770" y="196640"/>
                  <a:pt x="169230" y="193875"/>
                  <a:pt x="163700" y="188344"/>
                </a:cubicBezTo>
                <a:cubicBezTo>
                  <a:pt x="158338" y="182982"/>
                  <a:pt x="155653" y="176443"/>
                  <a:pt x="155653" y="168732"/>
                </a:cubicBezTo>
                <a:lnTo>
                  <a:pt x="83737" y="168732"/>
                </a:lnTo>
                <a:cubicBezTo>
                  <a:pt x="83737" y="176443"/>
                  <a:pt x="81052" y="182982"/>
                  <a:pt x="75690" y="188344"/>
                </a:cubicBezTo>
                <a:cubicBezTo>
                  <a:pt x="70160" y="193875"/>
                  <a:pt x="63533" y="196640"/>
                  <a:pt x="55822" y="196640"/>
                </a:cubicBezTo>
                <a:cubicBezTo>
                  <a:pt x="48112" y="196640"/>
                  <a:pt x="41572" y="193875"/>
                  <a:pt x="36210" y="188344"/>
                </a:cubicBezTo>
                <a:close/>
                <a:moveTo>
                  <a:pt x="67644" y="180298"/>
                </a:moveTo>
                <a:cubicBezTo>
                  <a:pt x="70826" y="177108"/>
                  <a:pt x="72420" y="173253"/>
                  <a:pt x="72420" y="168732"/>
                </a:cubicBezTo>
                <a:cubicBezTo>
                  <a:pt x="72420" y="164204"/>
                  <a:pt x="70826" y="160261"/>
                  <a:pt x="67644" y="156911"/>
                </a:cubicBezTo>
                <a:cubicBezTo>
                  <a:pt x="64454" y="153729"/>
                  <a:pt x="60519" y="152134"/>
                  <a:pt x="55822" y="152134"/>
                </a:cubicBezTo>
                <a:cubicBezTo>
                  <a:pt x="51301" y="152134"/>
                  <a:pt x="47439" y="153729"/>
                  <a:pt x="44257" y="156911"/>
                </a:cubicBezTo>
                <a:cubicBezTo>
                  <a:pt x="41075" y="160261"/>
                  <a:pt x="39480" y="164204"/>
                  <a:pt x="39480" y="168732"/>
                </a:cubicBezTo>
                <a:cubicBezTo>
                  <a:pt x="39480" y="173253"/>
                  <a:pt x="41075" y="177108"/>
                  <a:pt x="44257" y="180298"/>
                </a:cubicBezTo>
                <a:cubicBezTo>
                  <a:pt x="47439" y="183480"/>
                  <a:pt x="51301" y="185075"/>
                  <a:pt x="55822" y="185075"/>
                </a:cubicBezTo>
                <a:cubicBezTo>
                  <a:pt x="60519" y="185075"/>
                  <a:pt x="64454" y="183480"/>
                  <a:pt x="67644" y="180298"/>
                </a:cubicBezTo>
                <a:close/>
                <a:moveTo>
                  <a:pt x="24894" y="157160"/>
                </a:moveTo>
                <a:lnTo>
                  <a:pt x="30424" y="157160"/>
                </a:lnTo>
                <a:cubicBezTo>
                  <a:pt x="32604" y="152471"/>
                  <a:pt x="35962" y="148528"/>
                  <a:pt x="40482" y="145346"/>
                </a:cubicBezTo>
                <a:cubicBezTo>
                  <a:pt x="45010" y="142156"/>
                  <a:pt x="50124" y="140569"/>
                  <a:pt x="55822" y="140569"/>
                </a:cubicBezTo>
                <a:cubicBezTo>
                  <a:pt x="61192" y="140569"/>
                  <a:pt x="66217" y="142156"/>
                  <a:pt x="70914" y="145346"/>
                </a:cubicBezTo>
                <a:cubicBezTo>
                  <a:pt x="75603" y="148528"/>
                  <a:pt x="79041" y="152471"/>
                  <a:pt x="81221" y="157160"/>
                </a:cubicBezTo>
                <a:lnTo>
                  <a:pt x="157160" y="157160"/>
                </a:lnTo>
                <a:lnTo>
                  <a:pt x="157160" y="59846"/>
                </a:lnTo>
                <a:cubicBezTo>
                  <a:pt x="157160" y="58843"/>
                  <a:pt x="156831" y="58090"/>
                  <a:pt x="156158" y="57585"/>
                </a:cubicBezTo>
                <a:cubicBezTo>
                  <a:pt x="155485" y="56912"/>
                  <a:pt x="154731" y="56576"/>
                  <a:pt x="153897" y="56576"/>
                </a:cubicBezTo>
                <a:lnTo>
                  <a:pt x="28164" y="56576"/>
                </a:lnTo>
                <a:cubicBezTo>
                  <a:pt x="27322" y="56576"/>
                  <a:pt x="26569" y="56912"/>
                  <a:pt x="25903" y="57585"/>
                </a:cubicBezTo>
                <a:cubicBezTo>
                  <a:pt x="25230" y="58258"/>
                  <a:pt x="24894" y="59012"/>
                  <a:pt x="24894" y="59846"/>
                </a:cubicBezTo>
                <a:lnTo>
                  <a:pt x="24894" y="157160"/>
                </a:lnTo>
                <a:close/>
                <a:moveTo>
                  <a:pt x="195133" y="180298"/>
                </a:moveTo>
                <a:cubicBezTo>
                  <a:pt x="198315" y="177108"/>
                  <a:pt x="199910" y="173253"/>
                  <a:pt x="199910" y="168732"/>
                </a:cubicBezTo>
                <a:cubicBezTo>
                  <a:pt x="199910" y="164204"/>
                  <a:pt x="198315" y="160261"/>
                  <a:pt x="195133" y="156911"/>
                </a:cubicBezTo>
                <a:cubicBezTo>
                  <a:pt x="191951" y="153729"/>
                  <a:pt x="188096" y="152134"/>
                  <a:pt x="183568" y="152134"/>
                </a:cubicBezTo>
                <a:cubicBezTo>
                  <a:pt x="178871" y="152134"/>
                  <a:pt x="174936" y="153729"/>
                  <a:pt x="171746" y="156911"/>
                </a:cubicBezTo>
                <a:cubicBezTo>
                  <a:pt x="168564" y="160261"/>
                  <a:pt x="166969" y="164204"/>
                  <a:pt x="166969" y="168732"/>
                </a:cubicBezTo>
                <a:cubicBezTo>
                  <a:pt x="166969" y="173253"/>
                  <a:pt x="168564" y="177108"/>
                  <a:pt x="171746" y="180298"/>
                </a:cubicBezTo>
                <a:cubicBezTo>
                  <a:pt x="174936" y="183480"/>
                  <a:pt x="178871" y="185075"/>
                  <a:pt x="183568" y="185075"/>
                </a:cubicBezTo>
                <a:cubicBezTo>
                  <a:pt x="188096" y="185075"/>
                  <a:pt x="191951" y="183480"/>
                  <a:pt x="195133" y="180298"/>
                </a:cubicBezTo>
                <a:close/>
                <a:moveTo>
                  <a:pt x="168476" y="136041"/>
                </a:moveTo>
                <a:lnTo>
                  <a:pt x="216508" y="136041"/>
                </a:lnTo>
                <a:lnTo>
                  <a:pt x="187591" y="97570"/>
                </a:lnTo>
                <a:cubicBezTo>
                  <a:pt x="187254" y="97065"/>
                  <a:pt x="186838" y="96729"/>
                  <a:pt x="186333" y="96561"/>
                </a:cubicBezTo>
                <a:cubicBezTo>
                  <a:pt x="185996" y="96392"/>
                  <a:pt x="185579" y="96312"/>
                  <a:pt x="185075" y="96312"/>
                </a:cubicBezTo>
                <a:lnTo>
                  <a:pt x="168476" y="96312"/>
                </a:lnTo>
                <a:lnTo>
                  <a:pt x="168476" y="136041"/>
                </a:lnTo>
                <a:close/>
                <a:moveTo>
                  <a:pt x="91030" y="10686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530582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00" dirty="0"/>
          </a:p>
        </p:txBody>
      </p:sp>
      <p:sp>
        <p:nvSpPr>
          <p:cNvPr id="229" name="圖示 倉儲"/>
          <p:cNvSpPr/>
          <p:nvPr/>
        </p:nvSpPr>
        <p:spPr>
          <a:xfrm>
            <a:off x="586541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47776"/>
                </a:moveTo>
                <a:lnTo>
                  <a:pt x="38471" y="80716"/>
                </a:lnTo>
                <a:cubicBezTo>
                  <a:pt x="37973" y="80884"/>
                  <a:pt x="37468" y="81221"/>
                  <a:pt x="36964" y="81725"/>
                </a:cubicBezTo>
                <a:cubicBezTo>
                  <a:pt x="36627" y="82230"/>
                  <a:pt x="36459" y="82815"/>
                  <a:pt x="36459" y="83488"/>
                </a:cubicBezTo>
                <a:lnTo>
                  <a:pt x="36459" y="191614"/>
                </a:lnTo>
                <a:cubicBezTo>
                  <a:pt x="36459" y="192448"/>
                  <a:pt x="36795" y="193202"/>
                  <a:pt x="37468" y="193875"/>
                </a:cubicBezTo>
                <a:cubicBezTo>
                  <a:pt x="38141" y="194548"/>
                  <a:pt x="38895" y="194884"/>
                  <a:pt x="39729" y="194884"/>
                </a:cubicBezTo>
                <a:lnTo>
                  <a:pt x="69151" y="194884"/>
                </a:lnTo>
                <a:lnTo>
                  <a:pt x="69151" y="128748"/>
                </a:lnTo>
                <a:cubicBezTo>
                  <a:pt x="69151" y="124892"/>
                  <a:pt x="70577" y="121542"/>
                  <a:pt x="73430" y="118689"/>
                </a:cubicBezTo>
                <a:cubicBezTo>
                  <a:pt x="76276" y="115836"/>
                  <a:pt x="79626" y="114417"/>
                  <a:pt x="83488" y="114417"/>
                </a:cubicBezTo>
                <a:lnTo>
                  <a:pt x="157921" y="114417"/>
                </a:lnTo>
                <a:cubicBezTo>
                  <a:pt x="161776" y="114417"/>
                  <a:pt x="165126" y="115836"/>
                  <a:pt x="167979" y="118689"/>
                </a:cubicBezTo>
                <a:cubicBezTo>
                  <a:pt x="170825" y="121542"/>
                  <a:pt x="172251" y="124892"/>
                  <a:pt x="172251" y="128748"/>
                </a:cubicBezTo>
                <a:lnTo>
                  <a:pt x="172251" y="194884"/>
                </a:lnTo>
                <a:lnTo>
                  <a:pt x="201673" y="194884"/>
                </a:lnTo>
                <a:cubicBezTo>
                  <a:pt x="202507" y="194884"/>
                  <a:pt x="203260" y="194548"/>
                  <a:pt x="203933" y="193875"/>
                </a:cubicBezTo>
                <a:cubicBezTo>
                  <a:pt x="204606" y="193202"/>
                  <a:pt x="204943" y="192448"/>
                  <a:pt x="204943" y="191614"/>
                </a:cubicBezTo>
                <a:lnTo>
                  <a:pt x="204943" y="83488"/>
                </a:lnTo>
                <a:cubicBezTo>
                  <a:pt x="204943" y="82815"/>
                  <a:pt x="204687" y="82230"/>
                  <a:pt x="204189" y="81725"/>
                </a:cubicBezTo>
                <a:cubicBezTo>
                  <a:pt x="203853" y="81221"/>
                  <a:pt x="203428" y="80884"/>
                  <a:pt x="202931" y="80716"/>
                </a:cubicBezTo>
                <a:lnTo>
                  <a:pt x="120701" y="47776"/>
                </a:lnTo>
                <a:close/>
                <a:moveTo>
                  <a:pt x="25150" y="191614"/>
                </a:moveTo>
                <a:lnTo>
                  <a:pt x="25150" y="83737"/>
                </a:lnTo>
                <a:cubicBezTo>
                  <a:pt x="25150" y="80716"/>
                  <a:pt x="25984" y="77951"/>
                  <a:pt x="27659" y="75442"/>
                </a:cubicBezTo>
                <a:cubicBezTo>
                  <a:pt x="29334" y="73093"/>
                  <a:pt x="31514" y="71331"/>
                  <a:pt x="34199" y="70160"/>
                </a:cubicBezTo>
                <a:lnTo>
                  <a:pt x="115419" y="37717"/>
                </a:lnTo>
                <a:cubicBezTo>
                  <a:pt x="117094" y="37051"/>
                  <a:pt x="118857" y="36715"/>
                  <a:pt x="120701" y="36715"/>
                </a:cubicBezTo>
                <a:cubicBezTo>
                  <a:pt x="122544" y="36715"/>
                  <a:pt x="124307" y="37051"/>
                  <a:pt x="125982" y="37717"/>
                </a:cubicBezTo>
                <a:lnTo>
                  <a:pt x="207203" y="70160"/>
                </a:lnTo>
                <a:cubicBezTo>
                  <a:pt x="209888" y="71331"/>
                  <a:pt x="212068" y="73093"/>
                  <a:pt x="213743" y="75442"/>
                </a:cubicBezTo>
                <a:cubicBezTo>
                  <a:pt x="215418" y="77951"/>
                  <a:pt x="216259" y="80716"/>
                  <a:pt x="216259" y="83737"/>
                </a:cubicBezTo>
                <a:lnTo>
                  <a:pt x="216259" y="191614"/>
                </a:lnTo>
                <a:cubicBezTo>
                  <a:pt x="216259" y="195638"/>
                  <a:pt x="214833" y="199076"/>
                  <a:pt x="211980" y="201921"/>
                </a:cubicBezTo>
                <a:cubicBezTo>
                  <a:pt x="209134" y="204774"/>
                  <a:pt x="205696" y="206201"/>
                  <a:pt x="201673" y="206201"/>
                </a:cubicBezTo>
                <a:lnTo>
                  <a:pt x="160934" y="206201"/>
                </a:lnTo>
                <a:lnTo>
                  <a:pt x="160934" y="128748"/>
                </a:lnTo>
                <a:cubicBezTo>
                  <a:pt x="160934" y="127906"/>
                  <a:pt x="160686" y="127153"/>
                  <a:pt x="160181" y="126487"/>
                </a:cubicBezTo>
                <a:cubicBezTo>
                  <a:pt x="159508" y="125982"/>
                  <a:pt x="158754" y="125734"/>
                  <a:pt x="157921" y="125734"/>
                </a:cubicBezTo>
                <a:lnTo>
                  <a:pt x="83488" y="125734"/>
                </a:lnTo>
                <a:cubicBezTo>
                  <a:pt x="82647" y="125734"/>
                  <a:pt x="81894" y="125982"/>
                  <a:pt x="81221" y="126487"/>
                </a:cubicBezTo>
                <a:cubicBezTo>
                  <a:pt x="80716" y="127153"/>
                  <a:pt x="80467" y="127906"/>
                  <a:pt x="80467" y="128748"/>
                </a:cubicBezTo>
                <a:lnTo>
                  <a:pt x="80467" y="206201"/>
                </a:lnTo>
                <a:lnTo>
                  <a:pt x="39729" y="206201"/>
                </a:lnTo>
                <a:cubicBezTo>
                  <a:pt x="35705" y="206201"/>
                  <a:pt x="32267" y="204774"/>
                  <a:pt x="29422" y="201921"/>
                </a:cubicBezTo>
                <a:cubicBezTo>
                  <a:pt x="26569" y="199076"/>
                  <a:pt x="25150" y="195638"/>
                  <a:pt x="25150" y="191614"/>
                </a:cubicBezTo>
                <a:close/>
                <a:moveTo>
                  <a:pt x="95054" y="206201"/>
                </a:moveTo>
                <a:lnTo>
                  <a:pt x="95054" y="192119"/>
                </a:lnTo>
                <a:lnTo>
                  <a:pt x="109384" y="192119"/>
                </a:lnTo>
                <a:lnTo>
                  <a:pt x="109384" y="206201"/>
                </a:lnTo>
                <a:lnTo>
                  <a:pt x="95054" y="206201"/>
                </a:lnTo>
                <a:close/>
                <a:moveTo>
                  <a:pt x="113664" y="176026"/>
                </a:moveTo>
                <a:lnTo>
                  <a:pt x="113664" y="161944"/>
                </a:lnTo>
                <a:lnTo>
                  <a:pt x="127745" y="161944"/>
                </a:lnTo>
                <a:lnTo>
                  <a:pt x="127745" y="176026"/>
                </a:lnTo>
                <a:lnTo>
                  <a:pt x="113664" y="176026"/>
                </a:lnTo>
                <a:close/>
                <a:moveTo>
                  <a:pt x="132017" y="206201"/>
                </a:moveTo>
                <a:lnTo>
                  <a:pt x="132017" y="192119"/>
                </a:lnTo>
                <a:lnTo>
                  <a:pt x="146348" y="192119"/>
                </a:lnTo>
                <a:lnTo>
                  <a:pt x="146348" y="206201"/>
                </a:lnTo>
                <a:lnTo>
                  <a:pt x="132017" y="20620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574960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600" dirty="0"/>
          </a:p>
        </p:txBody>
      </p:sp>
      <p:sp>
        <p:nvSpPr>
          <p:cNvPr id="231" name="圖示 全球"/>
          <p:cNvSpPr/>
          <p:nvPr/>
        </p:nvSpPr>
        <p:spPr>
          <a:xfrm>
            <a:off x="630919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488" y="208710"/>
                </a:moveTo>
                <a:cubicBezTo>
                  <a:pt x="71747" y="203684"/>
                  <a:pt x="61609" y="196896"/>
                  <a:pt x="53057" y="188344"/>
                </a:cubicBezTo>
                <a:cubicBezTo>
                  <a:pt x="44506" y="179793"/>
                  <a:pt x="37717" y="169654"/>
                  <a:pt x="32692" y="157921"/>
                </a:cubicBezTo>
                <a:cubicBezTo>
                  <a:pt x="27659" y="146348"/>
                  <a:pt x="25150" y="133941"/>
                  <a:pt x="25150" y="120701"/>
                </a:cubicBezTo>
                <a:cubicBezTo>
                  <a:pt x="25150" y="107460"/>
                  <a:pt x="27659" y="95054"/>
                  <a:pt x="32692" y="83488"/>
                </a:cubicBezTo>
                <a:cubicBezTo>
                  <a:pt x="37717" y="71747"/>
                  <a:pt x="44506" y="61609"/>
                  <a:pt x="53057" y="53057"/>
                </a:cubicBezTo>
                <a:cubicBezTo>
                  <a:pt x="61609" y="44506"/>
                  <a:pt x="71747" y="37717"/>
                  <a:pt x="83488" y="32692"/>
                </a:cubicBezTo>
                <a:cubicBezTo>
                  <a:pt x="95054" y="27659"/>
                  <a:pt x="107460" y="25150"/>
                  <a:pt x="120701" y="25150"/>
                </a:cubicBezTo>
                <a:cubicBezTo>
                  <a:pt x="133941" y="25150"/>
                  <a:pt x="146348" y="27659"/>
                  <a:pt x="157921" y="32692"/>
                </a:cubicBezTo>
                <a:cubicBezTo>
                  <a:pt x="169654" y="37717"/>
                  <a:pt x="179793" y="44506"/>
                  <a:pt x="188344" y="53057"/>
                </a:cubicBezTo>
                <a:cubicBezTo>
                  <a:pt x="196896" y="61609"/>
                  <a:pt x="203684" y="71747"/>
                  <a:pt x="208710" y="83488"/>
                </a:cubicBezTo>
                <a:cubicBezTo>
                  <a:pt x="213743" y="95054"/>
                  <a:pt x="216259" y="107460"/>
                  <a:pt x="216259" y="120701"/>
                </a:cubicBezTo>
                <a:cubicBezTo>
                  <a:pt x="216259" y="133941"/>
                  <a:pt x="213743" y="146348"/>
                  <a:pt x="208710" y="157921"/>
                </a:cubicBezTo>
                <a:cubicBezTo>
                  <a:pt x="203684" y="169654"/>
                  <a:pt x="196896" y="179793"/>
                  <a:pt x="188344" y="188344"/>
                </a:cubicBezTo>
                <a:cubicBezTo>
                  <a:pt x="179793" y="196896"/>
                  <a:pt x="169654" y="203684"/>
                  <a:pt x="157921" y="208710"/>
                </a:cubicBezTo>
                <a:cubicBezTo>
                  <a:pt x="146348" y="213743"/>
                  <a:pt x="133941" y="216259"/>
                  <a:pt x="120701" y="216259"/>
                </a:cubicBezTo>
                <a:cubicBezTo>
                  <a:pt x="107460" y="216259"/>
                  <a:pt x="95054" y="213743"/>
                  <a:pt x="83488" y="208710"/>
                </a:cubicBezTo>
                <a:close/>
                <a:moveTo>
                  <a:pt x="110138" y="204438"/>
                </a:moveTo>
                <a:lnTo>
                  <a:pt x="110138" y="184072"/>
                </a:lnTo>
                <a:cubicBezTo>
                  <a:pt x="104271" y="184072"/>
                  <a:pt x="99326" y="181973"/>
                  <a:pt x="95302" y="177781"/>
                </a:cubicBezTo>
                <a:cubicBezTo>
                  <a:pt x="91447" y="173590"/>
                  <a:pt x="89523" y="168564"/>
                  <a:pt x="89523" y="162697"/>
                </a:cubicBezTo>
                <a:lnTo>
                  <a:pt x="89523" y="151885"/>
                </a:lnTo>
                <a:lnTo>
                  <a:pt x="38727" y="101337"/>
                </a:lnTo>
                <a:cubicBezTo>
                  <a:pt x="38054" y="104527"/>
                  <a:pt x="37549" y="107709"/>
                  <a:pt x="37220" y="110891"/>
                </a:cubicBezTo>
                <a:cubicBezTo>
                  <a:pt x="36715" y="114081"/>
                  <a:pt x="36459" y="117350"/>
                  <a:pt x="36459" y="120701"/>
                </a:cubicBezTo>
                <a:cubicBezTo>
                  <a:pt x="36459" y="142156"/>
                  <a:pt x="43503" y="160854"/>
                  <a:pt x="57585" y="176779"/>
                </a:cubicBezTo>
                <a:cubicBezTo>
                  <a:pt x="71499" y="192704"/>
                  <a:pt x="89019" y="201921"/>
                  <a:pt x="110138" y="204438"/>
                </a:cubicBezTo>
                <a:close/>
                <a:moveTo>
                  <a:pt x="182814" y="177781"/>
                </a:moveTo>
                <a:cubicBezTo>
                  <a:pt x="190020" y="169903"/>
                  <a:pt x="195469" y="161015"/>
                  <a:pt x="199156" y="151125"/>
                </a:cubicBezTo>
                <a:cubicBezTo>
                  <a:pt x="203011" y="141403"/>
                  <a:pt x="204943" y="131264"/>
                  <a:pt x="204943" y="120701"/>
                </a:cubicBezTo>
                <a:cubicBezTo>
                  <a:pt x="204943" y="103269"/>
                  <a:pt x="200166" y="87424"/>
                  <a:pt x="190605" y="73174"/>
                </a:cubicBezTo>
                <a:cubicBezTo>
                  <a:pt x="181051" y="58756"/>
                  <a:pt x="168228" y="48280"/>
                  <a:pt x="152134" y="41741"/>
                </a:cubicBezTo>
                <a:lnTo>
                  <a:pt x="152134" y="46517"/>
                </a:lnTo>
                <a:cubicBezTo>
                  <a:pt x="152134" y="52223"/>
                  <a:pt x="150123" y="57249"/>
                  <a:pt x="146099" y="61609"/>
                </a:cubicBezTo>
                <a:cubicBezTo>
                  <a:pt x="142244" y="65800"/>
                  <a:pt x="137379" y="67892"/>
                  <a:pt x="131513" y="67892"/>
                </a:cubicBezTo>
                <a:lnTo>
                  <a:pt x="110138" y="67892"/>
                </a:lnTo>
                <a:lnTo>
                  <a:pt x="110138" y="89267"/>
                </a:lnTo>
                <a:cubicBezTo>
                  <a:pt x="110138" y="92120"/>
                  <a:pt x="109048" y="94468"/>
                  <a:pt x="106868" y="96312"/>
                </a:cubicBezTo>
                <a:cubicBezTo>
                  <a:pt x="104688" y="98155"/>
                  <a:pt x="102179" y="99077"/>
                  <a:pt x="99326" y="99077"/>
                </a:cubicBezTo>
                <a:lnTo>
                  <a:pt x="78704" y="99077"/>
                </a:lnTo>
                <a:lnTo>
                  <a:pt x="78704" y="120701"/>
                </a:lnTo>
                <a:lnTo>
                  <a:pt x="142325" y="120701"/>
                </a:lnTo>
                <a:cubicBezTo>
                  <a:pt x="145177" y="120701"/>
                  <a:pt x="147526" y="121791"/>
                  <a:pt x="149369" y="123971"/>
                </a:cubicBezTo>
                <a:cubicBezTo>
                  <a:pt x="151212" y="125982"/>
                  <a:pt x="152134" y="128411"/>
                  <a:pt x="152134" y="131264"/>
                </a:cubicBezTo>
                <a:lnTo>
                  <a:pt x="152134" y="162697"/>
                </a:lnTo>
                <a:lnTo>
                  <a:pt x="162697" y="162697"/>
                </a:lnTo>
                <a:cubicBezTo>
                  <a:pt x="167555" y="162697"/>
                  <a:pt x="171746" y="164117"/>
                  <a:pt x="175265" y="166969"/>
                </a:cubicBezTo>
                <a:cubicBezTo>
                  <a:pt x="178959" y="169654"/>
                  <a:pt x="181468" y="173253"/>
                  <a:pt x="182814" y="17778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619337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00" dirty="0"/>
          </a:p>
        </p:txBody>
      </p:sp>
      <p:sp>
        <p:nvSpPr>
          <p:cNvPr id="233" name="圖示 地點"/>
          <p:cNvSpPr/>
          <p:nvPr/>
        </p:nvSpPr>
        <p:spPr>
          <a:xfrm>
            <a:off x="675297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1168"/>
                </a:moveTo>
                <a:cubicBezTo>
                  <a:pt x="141659" y="182390"/>
                  <a:pt x="157665" y="164541"/>
                  <a:pt x="168732" y="147606"/>
                </a:cubicBezTo>
                <a:cubicBezTo>
                  <a:pt x="179793" y="130679"/>
                  <a:pt x="185323" y="115836"/>
                  <a:pt x="185323" y="103100"/>
                </a:cubicBezTo>
                <a:cubicBezTo>
                  <a:pt x="185323" y="83649"/>
                  <a:pt x="179120" y="67644"/>
                  <a:pt x="166721" y="55069"/>
                </a:cubicBezTo>
                <a:cubicBezTo>
                  <a:pt x="154314" y="42662"/>
                  <a:pt x="138974" y="36459"/>
                  <a:pt x="120701" y="36459"/>
                </a:cubicBezTo>
                <a:cubicBezTo>
                  <a:pt x="102427" y="36459"/>
                  <a:pt x="87087" y="42662"/>
                  <a:pt x="74681" y="55069"/>
                </a:cubicBezTo>
                <a:cubicBezTo>
                  <a:pt x="62282" y="67644"/>
                  <a:pt x="56078" y="83649"/>
                  <a:pt x="56078" y="103100"/>
                </a:cubicBezTo>
                <a:cubicBezTo>
                  <a:pt x="56078" y="115836"/>
                  <a:pt x="61689" y="130679"/>
                  <a:pt x="72925" y="147606"/>
                </a:cubicBezTo>
                <a:cubicBezTo>
                  <a:pt x="84154" y="164541"/>
                  <a:pt x="100079" y="182390"/>
                  <a:pt x="120701" y="201168"/>
                </a:cubicBezTo>
                <a:close/>
                <a:moveTo>
                  <a:pt x="115924" y="211226"/>
                </a:moveTo>
                <a:cubicBezTo>
                  <a:pt x="114417" y="210722"/>
                  <a:pt x="113071" y="209888"/>
                  <a:pt x="111901" y="208710"/>
                </a:cubicBezTo>
                <a:cubicBezTo>
                  <a:pt x="105697" y="203011"/>
                  <a:pt x="98741" y="196223"/>
                  <a:pt x="91030" y="188344"/>
                </a:cubicBezTo>
                <a:cubicBezTo>
                  <a:pt x="83152" y="180466"/>
                  <a:pt x="75859" y="171915"/>
                  <a:pt x="69151" y="162697"/>
                </a:cubicBezTo>
                <a:cubicBezTo>
                  <a:pt x="62282" y="153473"/>
                  <a:pt x="56495" y="143751"/>
                  <a:pt x="51799" y="133524"/>
                </a:cubicBezTo>
                <a:cubicBezTo>
                  <a:pt x="47110" y="123298"/>
                  <a:pt x="44762" y="113159"/>
                  <a:pt x="44762" y="103100"/>
                </a:cubicBezTo>
                <a:cubicBezTo>
                  <a:pt x="44762" y="79794"/>
                  <a:pt x="52304" y="61023"/>
                  <a:pt x="67395" y="46773"/>
                </a:cubicBezTo>
                <a:cubicBezTo>
                  <a:pt x="82311" y="32355"/>
                  <a:pt x="100079" y="25150"/>
                  <a:pt x="120701" y="25150"/>
                </a:cubicBezTo>
                <a:cubicBezTo>
                  <a:pt x="141322" y="25150"/>
                  <a:pt x="159091" y="32355"/>
                  <a:pt x="174014" y="46773"/>
                </a:cubicBezTo>
                <a:cubicBezTo>
                  <a:pt x="189098" y="61023"/>
                  <a:pt x="196640" y="79794"/>
                  <a:pt x="196640" y="103100"/>
                </a:cubicBezTo>
                <a:cubicBezTo>
                  <a:pt x="196640" y="113159"/>
                  <a:pt x="194292" y="123298"/>
                  <a:pt x="189603" y="133524"/>
                </a:cubicBezTo>
                <a:cubicBezTo>
                  <a:pt x="184906" y="143751"/>
                  <a:pt x="179208" y="153473"/>
                  <a:pt x="172500" y="162697"/>
                </a:cubicBezTo>
                <a:cubicBezTo>
                  <a:pt x="165631" y="171915"/>
                  <a:pt x="158338" y="180466"/>
                  <a:pt x="150627" y="188344"/>
                </a:cubicBezTo>
                <a:cubicBezTo>
                  <a:pt x="142749" y="196223"/>
                  <a:pt x="135704" y="203011"/>
                  <a:pt x="129501" y="208710"/>
                </a:cubicBezTo>
                <a:cubicBezTo>
                  <a:pt x="128331" y="209719"/>
                  <a:pt x="126985" y="210553"/>
                  <a:pt x="125478" y="211226"/>
                </a:cubicBezTo>
                <a:cubicBezTo>
                  <a:pt x="123802" y="211731"/>
                  <a:pt x="122208" y="211980"/>
                  <a:pt x="120701" y="211980"/>
                </a:cubicBezTo>
                <a:cubicBezTo>
                  <a:pt x="119194" y="211980"/>
                  <a:pt x="117599" y="211731"/>
                  <a:pt x="115924" y="211226"/>
                </a:cubicBezTo>
                <a:close/>
                <a:moveTo>
                  <a:pt x="120701" y="101089"/>
                </a:moveTo>
                <a:close/>
                <a:moveTo>
                  <a:pt x="132266" y="112654"/>
                </a:moveTo>
                <a:cubicBezTo>
                  <a:pt x="135456" y="109472"/>
                  <a:pt x="137043" y="105617"/>
                  <a:pt x="137043" y="101089"/>
                </a:cubicBezTo>
                <a:cubicBezTo>
                  <a:pt x="137043" y="96561"/>
                  <a:pt x="135456" y="92706"/>
                  <a:pt x="132266" y="89523"/>
                </a:cubicBezTo>
                <a:cubicBezTo>
                  <a:pt x="129084" y="86334"/>
                  <a:pt x="125229" y="84739"/>
                  <a:pt x="120701" y="84739"/>
                </a:cubicBezTo>
                <a:cubicBezTo>
                  <a:pt x="116173" y="84739"/>
                  <a:pt x="112318" y="86334"/>
                  <a:pt x="109135" y="89523"/>
                </a:cubicBezTo>
                <a:cubicBezTo>
                  <a:pt x="105946" y="92706"/>
                  <a:pt x="104359" y="96561"/>
                  <a:pt x="104359" y="101089"/>
                </a:cubicBezTo>
                <a:cubicBezTo>
                  <a:pt x="104359" y="105617"/>
                  <a:pt x="105946" y="109472"/>
                  <a:pt x="109135" y="112654"/>
                </a:cubicBezTo>
                <a:cubicBezTo>
                  <a:pt x="112318" y="115836"/>
                  <a:pt x="116173" y="117431"/>
                  <a:pt x="120701" y="117431"/>
                </a:cubicBezTo>
                <a:cubicBezTo>
                  <a:pt x="125229" y="117431"/>
                  <a:pt x="129084" y="115836"/>
                  <a:pt x="132266" y="11265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663715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00" dirty="0"/>
          </a:p>
        </p:txBody>
      </p:sp>
      <p:sp>
        <p:nvSpPr>
          <p:cNvPr id="235" name="圖示 環保"/>
          <p:cNvSpPr/>
          <p:nvPr/>
        </p:nvSpPr>
        <p:spPr>
          <a:xfrm>
            <a:off x="719674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337" y="193875"/>
                </a:moveTo>
                <a:cubicBezTo>
                  <a:pt x="50460" y="186669"/>
                  <a:pt x="45010" y="178454"/>
                  <a:pt x="40987" y="169230"/>
                </a:cubicBezTo>
                <a:cubicBezTo>
                  <a:pt x="37132" y="160013"/>
                  <a:pt x="35208" y="150540"/>
                  <a:pt x="35208" y="140818"/>
                </a:cubicBezTo>
                <a:cubicBezTo>
                  <a:pt x="35208" y="129589"/>
                  <a:pt x="37220" y="119194"/>
                  <a:pt x="41243" y="109640"/>
                </a:cubicBezTo>
                <a:cubicBezTo>
                  <a:pt x="45266" y="99911"/>
                  <a:pt x="51301" y="91030"/>
                  <a:pt x="59348" y="82984"/>
                </a:cubicBezTo>
                <a:cubicBezTo>
                  <a:pt x="70409" y="71916"/>
                  <a:pt x="86254" y="64374"/>
                  <a:pt x="106868" y="60350"/>
                </a:cubicBezTo>
                <a:cubicBezTo>
                  <a:pt x="127658" y="56495"/>
                  <a:pt x="150956" y="54901"/>
                  <a:pt x="176779" y="55574"/>
                </a:cubicBezTo>
                <a:cubicBezTo>
                  <a:pt x="179456" y="55910"/>
                  <a:pt x="181892" y="56495"/>
                  <a:pt x="184072" y="57337"/>
                </a:cubicBezTo>
                <a:cubicBezTo>
                  <a:pt x="186084" y="58339"/>
                  <a:pt x="187927" y="59677"/>
                  <a:pt x="189603" y="61360"/>
                </a:cubicBezTo>
                <a:cubicBezTo>
                  <a:pt x="191278" y="63035"/>
                  <a:pt x="192536" y="64879"/>
                  <a:pt x="193370" y="66890"/>
                </a:cubicBezTo>
                <a:cubicBezTo>
                  <a:pt x="194379" y="68902"/>
                  <a:pt x="194965" y="71162"/>
                  <a:pt x="195133" y="73679"/>
                </a:cubicBezTo>
                <a:cubicBezTo>
                  <a:pt x="195638" y="86751"/>
                  <a:pt x="195550" y="99158"/>
                  <a:pt x="194884" y="110891"/>
                </a:cubicBezTo>
                <a:cubicBezTo>
                  <a:pt x="194043" y="122632"/>
                  <a:pt x="192617" y="133612"/>
                  <a:pt x="190605" y="143839"/>
                </a:cubicBezTo>
                <a:cubicBezTo>
                  <a:pt x="188425" y="154058"/>
                  <a:pt x="185492" y="163283"/>
                  <a:pt x="181805" y="171498"/>
                </a:cubicBezTo>
                <a:cubicBezTo>
                  <a:pt x="178118" y="179544"/>
                  <a:pt x="173421" y="186413"/>
                  <a:pt x="167723" y="192119"/>
                </a:cubicBezTo>
                <a:cubicBezTo>
                  <a:pt x="159676" y="200166"/>
                  <a:pt x="150956" y="206201"/>
                  <a:pt x="141571" y="210224"/>
                </a:cubicBezTo>
                <a:cubicBezTo>
                  <a:pt x="132186" y="214248"/>
                  <a:pt x="122296" y="216259"/>
                  <a:pt x="111901" y="216259"/>
                </a:cubicBezTo>
                <a:cubicBezTo>
                  <a:pt x="101337" y="216259"/>
                  <a:pt x="91447" y="214409"/>
                  <a:pt x="82230" y="210722"/>
                </a:cubicBezTo>
                <a:cubicBezTo>
                  <a:pt x="72837" y="206867"/>
                  <a:pt x="64542" y="201248"/>
                  <a:pt x="57337" y="193875"/>
                </a:cubicBezTo>
                <a:close/>
                <a:moveTo>
                  <a:pt x="78207" y="195133"/>
                </a:moveTo>
                <a:cubicBezTo>
                  <a:pt x="82728" y="198315"/>
                  <a:pt x="87929" y="200751"/>
                  <a:pt x="93795" y="202426"/>
                </a:cubicBezTo>
                <a:cubicBezTo>
                  <a:pt x="99831" y="204101"/>
                  <a:pt x="105866" y="204943"/>
                  <a:pt x="111901" y="204943"/>
                </a:cubicBezTo>
                <a:cubicBezTo>
                  <a:pt x="120620" y="204943"/>
                  <a:pt x="129084" y="203180"/>
                  <a:pt x="137299" y="199661"/>
                </a:cubicBezTo>
                <a:cubicBezTo>
                  <a:pt x="145514" y="196142"/>
                  <a:pt x="152968" y="190861"/>
                  <a:pt x="159676" y="183816"/>
                </a:cubicBezTo>
                <a:cubicBezTo>
                  <a:pt x="163868" y="179625"/>
                  <a:pt x="167555" y="174175"/>
                  <a:pt x="170744" y="167474"/>
                </a:cubicBezTo>
                <a:cubicBezTo>
                  <a:pt x="173758" y="160598"/>
                  <a:pt x="176355" y="152302"/>
                  <a:pt x="178535" y="142581"/>
                </a:cubicBezTo>
                <a:cubicBezTo>
                  <a:pt x="180546" y="133020"/>
                  <a:pt x="181973" y="121959"/>
                  <a:pt x="182814" y="109384"/>
                </a:cubicBezTo>
                <a:cubicBezTo>
                  <a:pt x="183648" y="96809"/>
                  <a:pt x="183736" y="82728"/>
                  <a:pt x="183063" y="67139"/>
                </a:cubicBezTo>
                <a:cubicBezTo>
                  <a:pt x="169486" y="66802"/>
                  <a:pt x="156662" y="66971"/>
                  <a:pt x="144592" y="67644"/>
                </a:cubicBezTo>
                <a:cubicBezTo>
                  <a:pt x="132522" y="68148"/>
                  <a:pt x="121623" y="69407"/>
                  <a:pt x="111901" y="71418"/>
                </a:cubicBezTo>
                <a:cubicBezTo>
                  <a:pt x="102010" y="73262"/>
                  <a:pt x="93379" y="75771"/>
                  <a:pt x="85997" y="78960"/>
                </a:cubicBezTo>
                <a:cubicBezTo>
                  <a:pt x="78456" y="81974"/>
                  <a:pt x="72420" y="85829"/>
                  <a:pt x="67892" y="90526"/>
                </a:cubicBezTo>
                <a:cubicBezTo>
                  <a:pt x="60687" y="97731"/>
                  <a:pt x="55325" y="105449"/>
                  <a:pt x="51799" y="113664"/>
                </a:cubicBezTo>
                <a:cubicBezTo>
                  <a:pt x="48280" y="121871"/>
                  <a:pt x="46517" y="129918"/>
                  <a:pt x="46517" y="137804"/>
                </a:cubicBezTo>
                <a:cubicBezTo>
                  <a:pt x="46517" y="146011"/>
                  <a:pt x="48280" y="154482"/>
                  <a:pt x="51799" y="163195"/>
                </a:cubicBezTo>
                <a:cubicBezTo>
                  <a:pt x="55325" y="171746"/>
                  <a:pt x="59846" y="178791"/>
                  <a:pt x="65383" y="184321"/>
                </a:cubicBezTo>
                <a:cubicBezTo>
                  <a:pt x="72252" y="169398"/>
                  <a:pt x="81140" y="155821"/>
                  <a:pt x="92033" y="143583"/>
                </a:cubicBezTo>
                <a:cubicBezTo>
                  <a:pt x="102764" y="131513"/>
                  <a:pt x="115419" y="121286"/>
                  <a:pt x="130006" y="112903"/>
                </a:cubicBezTo>
                <a:cubicBezTo>
                  <a:pt x="116429" y="124644"/>
                  <a:pt x="105361" y="137131"/>
                  <a:pt x="96809" y="150371"/>
                </a:cubicBezTo>
                <a:cubicBezTo>
                  <a:pt x="88433" y="163787"/>
                  <a:pt x="82230" y="178703"/>
                  <a:pt x="78207" y="195133"/>
                </a:cubicBezTo>
                <a:close/>
                <a:moveTo>
                  <a:pt x="78207" y="195133"/>
                </a:moveTo>
                <a:close/>
                <a:moveTo>
                  <a:pt x="78207" y="19513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708093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600" dirty="0"/>
          </a:p>
        </p:txBody>
      </p:sp>
      <p:sp>
        <p:nvSpPr>
          <p:cNvPr id="237" name="圖示 節能"/>
          <p:cNvSpPr/>
          <p:nvPr/>
        </p:nvSpPr>
        <p:spPr>
          <a:xfrm>
            <a:off x="764052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92119"/>
                </a:moveTo>
                <a:cubicBezTo>
                  <a:pt x="140481" y="192119"/>
                  <a:pt x="157328" y="185155"/>
                  <a:pt x="171242" y="171242"/>
                </a:cubicBezTo>
                <a:cubicBezTo>
                  <a:pt x="185155" y="157328"/>
                  <a:pt x="192119" y="140481"/>
                  <a:pt x="192119" y="120701"/>
                </a:cubicBezTo>
                <a:lnTo>
                  <a:pt x="192119" y="52304"/>
                </a:lnTo>
                <a:cubicBezTo>
                  <a:pt x="192119" y="51462"/>
                  <a:pt x="191783" y="50797"/>
                  <a:pt x="191110" y="50292"/>
                </a:cubicBezTo>
                <a:cubicBezTo>
                  <a:pt x="190605" y="49619"/>
                  <a:pt x="189939" y="49290"/>
                  <a:pt x="189098" y="49290"/>
                </a:cubicBezTo>
                <a:lnTo>
                  <a:pt x="120701" y="49290"/>
                </a:lnTo>
                <a:cubicBezTo>
                  <a:pt x="100920" y="49290"/>
                  <a:pt x="84074" y="56247"/>
                  <a:pt x="70160" y="70160"/>
                </a:cubicBezTo>
                <a:cubicBezTo>
                  <a:pt x="56247" y="84074"/>
                  <a:pt x="49290" y="100920"/>
                  <a:pt x="49290" y="120701"/>
                </a:cubicBezTo>
                <a:cubicBezTo>
                  <a:pt x="49290" y="140481"/>
                  <a:pt x="56247" y="157328"/>
                  <a:pt x="70160" y="171242"/>
                </a:cubicBezTo>
                <a:cubicBezTo>
                  <a:pt x="84074" y="185155"/>
                  <a:pt x="100920" y="192119"/>
                  <a:pt x="120701" y="192119"/>
                </a:cubicBezTo>
                <a:close/>
                <a:moveTo>
                  <a:pt x="108879" y="164709"/>
                </a:moveTo>
                <a:lnTo>
                  <a:pt x="155404" y="122961"/>
                </a:lnTo>
                <a:cubicBezTo>
                  <a:pt x="156911" y="121623"/>
                  <a:pt x="157328" y="119947"/>
                  <a:pt x="156662" y="117936"/>
                </a:cubicBezTo>
                <a:cubicBezTo>
                  <a:pt x="156158" y="116092"/>
                  <a:pt x="154819" y="115002"/>
                  <a:pt x="152639" y="114666"/>
                </a:cubicBezTo>
                <a:lnTo>
                  <a:pt x="116173" y="111147"/>
                </a:lnTo>
                <a:lnTo>
                  <a:pt x="138301" y="81221"/>
                </a:lnTo>
                <a:cubicBezTo>
                  <a:pt x="138806" y="80387"/>
                  <a:pt x="138974" y="79626"/>
                  <a:pt x="138806" y="78960"/>
                </a:cubicBezTo>
                <a:cubicBezTo>
                  <a:pt x="138806" y="78119"/>
                  <a:pt x="138469" y="77285"/>
                  <a:pt x="137804" y="76444"/>
                </a:cubicBezTo>
                <a:cubicBezTo>
                  <a:pt x="137131" y="75771"/>
                  <a:pt x="136289" y="75442"/>
                  <a:pt x="135287" y="75442"/>
                </a:cubicBezTo>
                <a:cubicBezTo>
                  <a:pt x="134278" y="75442"/>
                  <a:pt x="133444" y="75771"/>
                  <a:pt x="132771" y="76444"/>
                </a:cubicBezTo>
                <a:lnTo>
                  <a:pt x="86254" y="118184"/>
                </a:lnTo>
                <a:cubicBezTo>
                  <a:pt x="84739" y="119530"/>
                  <a:pt x="84322" y="121118"/>
                  <a:pt x="84995" y="122961"/>
                </a:cubicBezTo>
                <a:cubicBezTo>
                  <a:pt x="85500" y="124973"/>
                  <a:pt x="86839" y="126151"/>
                  <a:pt x="89019" y="126487"/>
                </a:cubicBezTo>
                <a:lnTo>
                  <a:pt x="125478" y="129757"/>
                </a:lnTo>
                <a:lnTo>
                  <a:pt x="103349" y="159932"/>
                </a:lnTo>
                <a:cubicBezTo>
                  <a:pt x="102844" y="160766"/>
                  <a:pt x="102596" y="161520"/>
                  <a:pt x="102596" y="162193"/>
                </a:cubicBezTo>
                <a:cubicBezTo>
                  <a:pt x="102764" y="163027"/>
                  <a:pt x="103181" y="163868"/>
                  <a:pt x="103854" y="164709"/>
                </a:cubicBezTo>
                <a:cubicBezTo>
                  <a:pt x="104527" y="165375"/>
                  <a:pt x="105361" y="165711"/>
                  <a:pt x="106370" y="165711"/>
                </a:cubicBezTo>
                <a:cubicBezTo>
                  <a:pt x="107204" y="165711"/>
                  <a:pt x="108046" y="165375"/>
                  <a:pt x="108879" y="164709"/>
                </a:cubicBezTo>
                <a:close/>
                <a:moveTo>
                  <a:pt x="120701" y="203428"/>
                </a:moveTo>
                <a:cubicBezTo>
                  <a:pt x="110306" y="203428"/>
                  <a:pt x="100504" y="201673"/>
                  <a:pt x="91279" y="198154"/>
                </a:cubicBezTo>
                <a:cubicBezTo>
                  <a:pt x="82062" y="194628"/>
                  <a:pt x="73759" y="189603"/>
                  <a:pt x="66385" y="183063"/>
                </a:cubicBezTo>
                <a:lnTo>
                  <a:pt x="47527" y="201921"/>
                </a:lnTo>
                <a:cubicBezTo>
                  <a:pt x="47022" y="202426"/>
                  <a:pt x="46437" y="202843"/>
                  <a:pt x="45764" y="203180"/>
                </a:cubicBezTo>
                <a:cubicBezTo>
                  <a:pt x="45098" y="203348"/>
                  <a:pt x="44337" y="203428"/>
                  <a:pt x="43503" y="203428"/>
                </a:cubicBezTo>
                <a:cubicBezTo>
                  <a:pt x="41997" y="203428"/>
                  <a:pt x="40651" y="202931"/>
                  <a:pt x="39480" y="201921"/>
                </a:cubicBezTo>
                <a:cubicBezTo>
                  <a:pt x="38471" y="200751"/>
                  <a:pt x="37973" y="199325"/>
                  <a:pt x="37973" y="197649"/>
                </a:cubicBezTo>
                <a:cubicBezTo>
                  <a:pt x="37973" y="196976"/>
                  <a:pt x="38054" y="196303"/>
                  <a:pt x="38222" y="195638"/>
                </a:cubicBezTo>
                <a:cubicBezTo>
                  <a:pt x="38558" y="194965"/>
                  <a:pt x="38975" y="194379"/>
                  <a:pt x="39480" y="193875"/>
                </a:cubicBezTo>
                <a:lnTo>
                  <a:pt x="58339" y="175016"/>
                </a:lnTo>
                <a:cubicBezTo>
                  <a:pt x="51799" y="167642"/>
                  <a:pt x="46773" y="159340"/>
                  <a:pt x="43255" y="150123"/>
                </a:cubicBezTo>
                <a:cubicBezTo>
                  <a:pt x="39729" y="140898"/>
                  <a:pt x="37973" y="131096"/>
                  <a:pt x="37973" y="120701"/>
                </a:cubicBezTo>
                <a:cubicBezTo>
                  <a:pt x="37973" y="97570"/>
                  <a:pt x="46020" y="78039"/>
                  <a:pt x="62113" y="62113"/>
                </a:cubicBezTo>
                <a:cubicBezTo>
                  <a:pt x="78207" y="46020"/>
                  <a:pt x="97731" y="37973"/>
                  <a:pt x="120701" y="37973"/>
                </a:cubicBezTo>
                <a:lnTo>
                  <a:pt x="189098" y="37973"/>
                </a:lnTo>
                <a:cubicBezTo>
                  <a:pt x="192953" y="37973"/>
                  <a:pt x="196303" y="39392"/>
                  <a:pt x="199156" y="42245"/>
                </a:cubicBezTo>
                <a:cubicBezTo>
                  <a:pt x="202009" y="45098"/>
                  <a:pt x="203428" y="48449"/>
                  <a:pt x="203428" y="52304"/>
                </a:cubicBezTo>
                <a:lnTo>
                  <a:pt x="203428" y="120701"/>
                </a:lnTo>
                <a:cubicBezTo>
                  <a:pt x="203428" y="143671"/>
                  <a:pt x="195382" y="163195"/>
                  <a:pt x="179288" y="179288"/>
                </a:cubicBezTo>
                <a:cubicBezTo>
                  <a:pt x="163363" y="195382"/>
                  <a:pt x="143839" y="203428"/>
                  <a:pt x="120701" y="203428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7524707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600" dirty="0"/>
          </a:p>
        </p:txBody>
      </p:sp>
      <p:sp>
        <p:nvSpPr>
          <p:cNvPr id="239" name="圖示 回收"/>
          <p:cNvSpPr/>
          <p:nvPr/>
        </p:nvSpPr>
        <p:spPr>
          <a:xfrm>
            <a:off x="808430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324" y="88763"/>
                </a:moveTo>
                <a:lnTo>
                  <a:pt x="115419" y="61104"/>
                </a:lnTo>
                <a:lnTo>
                  <a:pt x="101593" y="38222"/>
                </a:lnTo>
                <a:cubicBezTo>
                  <a:pt x="99743" y="35040"/>
                  <a:pt x="97065" y="33445"/>
                  <a:pt x="93547" y="33445"/>
                </a:cubicBezTo>
                <a:cubicBezTo>
                  <a:pt x="90021" y="33445"/>
                  <a:pt x="87424" y="35040"/>
                  <a:pt x="85749" y="38222"/>
                </a:cubicBezTo>
                <a:lnTo>
                  <a:pt x="66385" y="69655"/>
                </a:lnTo>
                <a:cubicBezTo>
                  <a:pt x="65383" y="71499"/>
                  <a:pt x="65215" y="73342"/>
                  <a:pt x="65881" y="75186"/>
                </a:cubicBezTo>
                <a:cubicBezTo>
                  <a:pt x="66385" y="77197"/>
                  <a:pt x="67475" y="78704"/>
                  <a:pt x="69151" y="79714"/>
                </a:cubicBezTo>
                <a:lnTo>
                  <a:pt x="88514" y="91279"/>
                </a:lnTo>
                <a:cubicBezTo>
                  <a:pt x="90189" y="92289"/>
                  <a:pt x="91952" y="92618"/>
                  <a:pt x="93795" y="92289"/>
                </a:cubicBezTo>
                <a:cubicBezTo>
                  <a:pt x="95639" y="91784"/>
                  <a:pt x="97146" y="90606"/>
                  <a:pt x="98324" y="88763"/>
                </a:cubicBezTo>
                <a:close/>
                <a:moveTo>
                  <a:pt x="184570" y="158169"/>
                </a:moveTo>
                <a:lnTo>
                  <a:pt x="167723" y="130254"/>
                </a:lnTo>
                <a:cubicBezTo>
                  <a:pt x="166552" y="128411"/>
                  <a:pt x="166216" y="126568"/>
                  <a:pt x="166721" y="124724"/>
                </a:cubicBezTo>
                <a:cubicBezTo>
                  <a:pt x="167386" y="122712"/>
                  <a:pt x="168645" y="121206"/>
                  <a:pt x="170488" y="120196"/>
                </a:cubicBezTo>
                <a:lnTo>
                  <a:pt x="189851" y="108879"/>
                </a:lnTo>
                <a:cubicBezTo>
                  <a:pt x="191527" y="108046"/>
                  <a:pt x="193370" y="107789"/>
                  <a:pt x="195382" y="108126"/>
                </a:cubicBezTo>
                <a:cubicBezTo>
                  <a:pt x="197393" y="108631"/>
                  <a:pt x="198908" y="109721"/>
                  <a:pt x="199910" y="111396"/>
                </a:cubicBezTo>
                <a:lnTo>
                  <a:pt x="210978" y="130006"/>
                </a:lnTo>
                <a:cubicBezTo>
                  <a:pt x="212653" y="132690"/>
                  <a:pt x="213575" y="135704"/>
                  <a:pt x="213743" y="139055"/>
                </a:cubicBezTo>
                <a:cubicBezTo>
                  <a:pt x="213911" y="142244"/>
                  <a:pt x="213238" y="145258"/>
                  <a:pt x="211731" y="148111"/>
                </a:cubicBezTo>
                <a:cubicBezTo>
                  <a:pt x="210224" y="151293"/>
                  <a:pt x="207957" y="153729"/>
                  <a:pt x="204943" y="155404"/>
                </a:cubicBezTo>
                <a:cubicBezTo>
                  <a:pt x="201753" y="157248"/>
                  <a:pt x="198403" y="158169"/>
                  <a:pt x="194884" y="158169"/>
                </a:cubicBezTo>
                <a:lnTo>
                  <a:pt x="184570" y="158169"/>
                </a:lnTo>
                <a:close/>
                <a:moveTo>
                  <a:pt x="151381" y="216757"/>
                </a:moveTo>
                <a:lnTo>
                  <a:pt x="125734" y="191110"/>
                </a:lnTo>
                <a:cubicBezTo>
                  <a:pt x="124388" y="189771"/>
                  <a:pt x="123722" y="188096"/>
                  <a:pt x="123722" y="186084"/>
                </a:cubicBezTo>
                <a:cubicBezTo>
                  <a:pt x="123722" y="184072"/>
                  <a:pt x="124388" y="182390"/>
                  <a:pt x="125734" y="181051"/>
                </a:cubicBezTo>
                <a:lnTo>
                  <a:pt x="151381" y="155404"/>
                </a:lnTo>
                <a:cubicBezTo>
                  <a:pt x="152551" y="154226"/>
                  <a:pt x="153897" y="153897"/>
                  <a:pt x="155404" y="154395"/>
                </a:cubicBezTo>
                <a:cubicBezTo>
                  <a:pt x="157079" y="155068"/>
                  <a:pt x="157921" y="156158"/>
                  <a:pt x="157921" y="157665"/>
                </a:cubicBezTo>
                <a:lnTo>
                  <a:pt x="157921" y="167474"/>
                </a:lnTo>
                <a:lnTo>
                  <a:pt x="201921" y="167474"/>
                </a:lnTo>
                <a:lnTo>
                  <a:pt x="188593" y="194379"/>
                </a:lnTo>
                <a:cubicBezTo>
                  <a:pt x="186750" y="197562"/>
                  <a:pt x="184402" y="200078"/>
                  <a:pt x="181556" y="201921"/>
                </a:cubicBezTo>
                <a:cubicBezTo>
                  <a:pt x="178535" y="203765"/>
                  <a:pt x="175265" y="204687"/>
                  <a:pt x="171746" y="204687"/>
                </a:cubicBezTo>
                <a:lnTo>
                  <a:pt x="157921" y="204687"/>
                </a:lnTo>
                <a:lnTo>
                  <a:pt x="157921" y="214496"/>
                </a:lnTo>
                <a:cubicBezTo>
                  <a:pt x="157921" y="216003"/>
                  <a:pt x="157079" y="217093"/>
                  <a:pt x="155404" y="217766"/>
                </a:cubicBezTo>
                <a:cubicBezTo>
                  <a:pt x="153897" y="218271"/>
                  <a:pt x="152551" y="217934"/>
                  <a:pt x="151381" y="216757"/>
                </a:cubicBezTo>
                <a:close/>
                <a:moveTo>
                  <a:pt x="67892" y="204687"/>
                </a:moveTo>
                <a:cubicBezTo>
                  <a:pt x="64879" y="204687"/>
                  <a:pt x="62113" y="203853"/>
                  <a:pt x="59597" y="202177"/>
                </a:cubicBezTo>
                <a:cubicBezTo>
                  <a:pt x="57081" y="200663"/>
                  <a:pt x="55157" y="198571"/>
                  <a:pt x="53811" y="195886"/>
                </a:cubicBezTo>
                <a:cubicBezTo>
                  <a:pt x="52640" y="193370"/>
                  <a:pt x="52055" y="190773"/>
                  <a:pt x="52055" y="188096"/>
                </a:cubicBezTo>
                <a:cubicBezTo>
                  <a:pt x="52223" y="185411"/>
                  <a:pt x="52977" y="182895"/>
                  <a:pt x="54315" y="180546"/>
                </a:cubicBezTo>
                <a:lnTo>
                  <a:pt x="62113" y="167474"/>
                </a:lnTo>
                <a:lnTo>
                  <a:pt x="94798" y="167474"/>
                </a:lnTo>
                <a:cubicBezTo>
                  <a:pt x="96978" y="167474"/>
                  <a:pt x="98741" y="168140"/>
                  <a:pt x="100079" y="169486"/>
                </a:cubicBezTo>
                <a:cubicBezTo>
                  <a:pt x="101425" y="170825"/>
                  <a:pt x="102091" y="172588"/>
                  <a:pt x="102091" y="174767"/>
                </a:cubicBezTo>
                <a:lnTo>
                  <a:pt x="102091" y="197393"/>
                </a:lnTo>
                <a:cubicBezTo>
                  <a:pt x="102091" y="199573"/>
                  <a:pt x="101425" y="201336"/>
                  <a:pt x="100079" y="202675"/>
                </a:cubicBezTo>
                <a:cubicBezTo>
                  <a:pt x="98741" y="204021"/>
                  <a:pt x="96978" y="204687"/>
                  <a:pt x="94798" y="204687"/>
                </a:cubicBezTo>
                <a:lnTo>
                  <a:pt x="67892" y="204687"/>
                </a:lnTo>
                <a:close/>
                <a:moveTo>
                  <a:pt x="45010" y="178286"/>
                </a:moveTo>
                <a:lnTo>
                  <a:pt x="29926" y="148111"/>
                </a:lnTo>
                <a:cubicBezTo>
                  <a:pt x="28412" y="145258"/>
                  <a:pt x="27747" y="142244"/>
                  <a:pt x="27915" y="139055"/>
                </a:cubicBezTo>
                <a:cubicBezTo>
                  <a:pt x="28083" y="135873"/>
                  <a:pt x="29005" y="132851"/>
                  <a:pt x="30680" y="130006"/>
                </a:cubicBezTo>
                <a:lnTo>
                  <a:pt x="34199" y="123971"/>
                </a:lnTo>
                <a:lnTo>
                  <a:pt x="25903" y="118938"/>
                </a:lnTo>
                <a:cubicBezTo>
                  <a:pt x="24725" y="118104"/>
                  <a:pt x="24221" y="116846"/>
                  <a:pt x="24389" y="115171"/>
                </a:cubicBezTo>
                <a:cubicBezTo>
                  <a:pt x="24557" y="113495"/>
                  <a:pt x="25398" y="112486"/>
                  <a:pt x="26905" y="112149"/>
                </a:cubicBezTo>
                <a:lnTo>
                  <a:pt x="62362" y="103349"/>
                </a:lnTo>
                <a:cubicBezTo>
                  <a:pt x="64374" y="102844"/>
                  <a:pt x="66217" y="103100"/>
                  <a:pt x="67892" y="104103"/>
                </a:cubicBezTo>
                <a:cubicBezTo>
                  <a:pt x="69568" y="105112"/>
                  <a:pt x="70658" y="106619"/>
                  <a:pt x="71162" y="108631"/>
                </a:cubicBezTo>
                <a:lnTo>
                  <a:pt x="79962" y="144087"/>
                </a:lnTo>
                <a:cubicBezTo>
                  <a:pt x="80299" y="145763"/>
                  <a:pt x="79794" y="147021"/>
                  <a:pt x="78456" y="147862"/>
                </a:cubicBezTo>
                <a:cubicBezTo>
                  <a:pt x="77285" y="148864"/>
                  <a:pt x="76027" y="148945"/>
                  <a:pt x="74681" y="148111"/>
                </a:cubicBezTo>
                <a:lnTo>
                  <a:pt x="66137" y="142829"/>
                </a:lnTo>
                <a:lnTo>
                  <a:pt x="45010" y="178286"/>
                </a:lnTo>
                <a:close/>
                <a:moveTo>
                  <a:pt x="163451" y="97065"/>
                </a:moveTo>
                <a:lnTo>
                  <a:pt x="127994" y="88265"/>
                </a:lnTo>
                <a:cubicBezTo>
                  <a:pt x="126319" y="87929"/>
                  <a:pt x="125397" y="86919"/>
                  <a:pt x="125229" y="85244"/>
                </a:cubicBezTo>
                <a:cubicBezTo>
                  <a:pt x="125061" y="83569"/>
                  <a:pt x="125646" y="82311"/>
                  <a:pt x="126985" y="81477"/>
                </a:cubicBezTo>
                <a:lnTo>
                  <a:pt x="135536" y="76444"/>
                </a:lnTo>
                <a:lnTo>
                  <a:pt x="106619" y="28164"/>
                </a:lnTo>
                <a:lnTo>
                  <a:pt x="139311" y="28164"/>
                </a:lnTo>
                <a:cubicBezTo>
                  <a:pt x="142493" y="28164"/>
                  <a:pt x="145514" y="29005"/>
                  <a:pt x="148360" y="30680"/>
                </a:cubicBezTo>
                <a:cubicBezTo>
                  <a:pt x="151212" y="32355"/>
                  <a:pt x="153473" y="34535"/>
                  <a:pt x="155148" y="37220"/>
                </a:cubicBezTo>
                <a:lnTo>
                  <a:pt x="167474" y="57585"/>
                </a:lnTo>
                <a:lnTo>
                  <a:pt x="175521" y="52304"/>
                </a:lnTo>
                <a:cubicBezTo>
                  <a:pt x="176860" y="51462"/>
                  <a:pt x="178198" y="51550"/>
                  <a:pt x="179544" y="52552"/>
                </a:cubicBezTo>
                <a:cubicBezTo>
                  <a:pt x="180883" y="53562"/>
                  <a:pt x="181388" y="54820"/>
                  <a:pt x="181051" y="56327"/>
                </a:cubicBezTo>
                <a:lnTo>
                  <a:pt x="172002" y="91784"/>
                </a:lnTo>
                <a:cubicBezTo>
                  <a:pt x="171498" y="93795"/>
                  <a:pt x="170408" y="95302"/>
                  <a:pt x="168732" y="96312"/>
                </a:cubicBezTo>
                <a:cubicBezTo>
                  <a:pt x="167050" y="97314"/>
                  <a:pt x="165294" y="97570"/>
                  <a:pt x="163451" y="9706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796848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00" dirty="0"/>
          </a:p>
        </p:txBody>
      </p:sp>
      <p:sp>
        <p:nvSpPr>
          <p:cNvPr id="241" name="線條"/>
          <p:cNvSpPr/>
          <p:nvPr/>
        </p:nvSpPr>
        <p:spPr>
          <a:xfrm>
            <a:off x="438912" y="3855110"/>
            <a:ext cx="887553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sp>
        <p:nvSpPr>
          <p:cNvPr id="242" name="小節"/>
          <p:cNvSpPr/>
          <p:nvPr/>
        </p:nvSpPr>
        <p:spPr>
          <a:xfrm>
            <a:off x="438912" y="3899002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162349"/>
            <a:ext cx="1572768" cy="541325"/>
            <a:chOff x="438912" y="4162349"/>
            <a:chExt cx="1572768" cy="541325"/>
          </a:xfrm>
        </p:grpSpPr>
        <p:sp>
          <p:nvSpPr>
            <p:cNvPr id="243" name="流程方塊"/>
            <p:cNvSpPr/>
            <p:nvPr/>
          </p:nvSpPr>
          <p:spPr>
            <a:xfrm>
              <a:off x="438912" y="4162349"/>
              <a:ext cx="1572768" cy="541325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4" name="圖示 機台"/>
            <p:cNvSpPr/>
            <p:nvPr/>
          </p:nvSpPr>
          <p:spPr>
            <a:xfrm>
              <a:off x="541325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5837" y="246581"/>
                  </a:moveTo>
                  <a:cubicBezTo>
                    <a:pt x="62786" y="246581"/>
                    <a:pt x="60146" y="245564"/>
                    <a:pt x="57914" y="243538"/>
                  </a:cubicBezTo>
                  <a:cubicBezTo>
                    <a:pt x="55881" y="241299"/>
                    <a:pt x="54864" y="238658"/>
                    <a:pt x="54864" y="235608"/>
                  </a:cubicBezTo>
                  <a:cubicBezTo>
                    <a:pt x="54864" y="232360"/>
                    <a:pt x="55881" y="229719"/>
                    <a:pt x="57914" y="227686"/>
                  </a:cubicBezTo>
                  <a:cubicBezTo>
                    <a:pt x="60146" y="225447"/>
                    <a:pt x="62786" y="224335"/>
                    <a:pt x="65837" y="224335"/>
                  </a:cubicBezTo>
                  <a:lnTo>
                    <a:pt x="92962" y="224335"/>
                  </a:lnTo>
                  <a:lnTo>
                    <a:pt x="60658" y="115522"/>
                  </a:lnTo>
                  <a:cubicBezTo>
                    <a:pt x="54557" y="112676"/>
                    <a:pt x="49787" y="108814"/>
                    <a:pt x="46327" y="103934"/>
                  </a:cubicBezTo>
                  <a:cubicBezTo>
                    <a:pt x="42874" y="99260"/>
                    <a:pt x="41148" y="92962"/>
                    <a:pt x="41148" y="85039"/>
                  </a:cubicBezTo>
                  <a:cubicBezTo>
                    <a:pt x="41148" y="76305"/>
                    <a:pt x="44301" y="68682"/>
                    <a:pt x="50599" y="62179"/>
                  </a:cubicBezTo>
                  <a:cubicBezTo>
                    <a:pt x="57102" y="55676"/>
                    <a:pt x="64820" y="52428"/>
                    <a:pt x="73759" y="52428"/>
                  </a:cubicBezTo>
                  <a:cubicBezTo>
                    <a:pt x="82091" y="52428"/>
                    <a:pt x="89106" y="54864"/>
                    <a:pt x="94790" y="59743"/>
                  </a:cubicBezTo>
                  <a:cubicBezTo>
                    <a:pt x="100277" y="64418"/>
                    <a:pt x="103934" y="70614"/>
                    <a:pt x="105763" y="78331"/>
                  </a:cubicBezTo>
                  <a:lnTo>
                    <a:pt x="151483" y="78331"/>
                  </a:lnTo>
                  <a:lnTo>
                    <a:pt x="151483" y="58829"/>
                  </a:lnTo>
                  <a:cubicBezTo>
                    <a:pt x="151483" y="56795"/>
                    <a:pt x="152200" y="55171"/>
                    <a:pt x="153619" y="53950"/>
                  </a:cubicBezTo>
                  <a:cubicBezTo>
                    <a:pt x="155038" y="52530"/>
                    <a:pt x="156670" y="51814"/>
                    <a:pt x="158498" y="51814"/>
                  </a:cubicBezTo>
                  <a:cubicBezTo>
                    <a:pt x="160327" y="51814"/>
                    <a:pt x="161849" y="52530"/>
                    <a:pt x="163070" y="53950"/>
                  </a:cubicBezTo>
                  <a:cubicBezTo>
                    <a:pt x="164285" y="55574"/>
                    <a:pt x="164899" y="57300"/>
                    <a:pt x="164899" y="59129"/>
                  </a:cubicBezTo>
                  <a:lnTo>
                    <a:pt x="164899" y="60958"/>
                  </a:lnTo>
                  <a:lnTo>
                    <a:pt x="187759" y="39012"/>
                  </a:lnTo>
                  <a:cubicBezTo>
                    <a:pt x="189383" y="37388"/>
                    <a:pt x="191314" y="36371"/>
                    <a:pt x="193546" y="35969"/>
                  </a:cubicBezTo>
                  <a:cubicBezTo>
                    <a:pt x="195989" y="35559"/>
                    <a:pt x="198322" y="35969"/>
                    <a:pt x="200561" y="37183"/>
                  </a:cubicBezTo>
                  <a:lnTo>
                    <a:pt x="247802" y="59743"/>
                  </a:lnTo>
                  <a:cubicBezTo>
                    <a:pt x="249426" y="60555"/>
                    <a:pt x="250546" y="61674"/>
                    <a:pt x="251153" y="63094"/>
                  </a:cubicBezTo>
                  <a:cubicBezTo>
                    <a:pt x="251965" y="64718"/>
                    <a:pt x="251965" y="66342"/>
                    <a:pt x="251153" y="67973"/>
                  </a:cubicBezTo>
                  <a:cubicBezTo>
                    <a:pt x="250136" y="69597"/>
                    <a:pt x="248922" y="70614"/>
                    <a:pt x="247495" y="71016"/>
                  </a:cubicBezTo>
                  <a:cubicBezTo>
                    <a:pt x="245871" y="71221"/>
                    <a:pt x="244247" y="70914"/>
                    <a:pt x="242623" y="70102"/>
                  </a:cubicBezTo>
                  <a:lnTo>
                    <a:pt x="195074" y="47242"/>
                  </a:lnTo>
                  <a:lnTo>
                    <a:pt x="165506" y="76502"/>
                  </a:lnTo>
                  <a:lnTo>
                    <a:pt x="165506" y="92962"/>
                  </a:lnTo>
                  <a:lnTo>
                    <a:pt x="195074" y="122837"/>
                  </a:lnTo>
                  <a:lnTo>
                    <a:pt x="242623" y="99670"/>
                  </a:lnTo>
                  <a:cubicBezTo>
                    <a:pt x="244452" y="98858"/>
                    <a:pt x="246076" y="98653"/>
                    <a:pt x="247495" y="99062"/>
                  </a:cubicBezTo>
                  <a:cubicBezTo>
                    <a:pt x="248922" y="99465"/>
                    <a:pt x="250136" y="100482"/>
                    <a:pt x="251153" y="102106"/>
                  </a:cubicBezTo>
                  <a:cubicBezTo>
                    <a:pt x="251767" y="103934"/>
                    <a:pt x="251767" y="105661"/>
                    <a:pt x="251153" y="107292"/>
                  </a:cubicBezTo>
                  <a:cubicBezTo>
                    <a:pt x="250546" y="108916"/>
                    <a:pt x="249426" y="110138"/>
                    <a:pt x="247802" y="110950"/>
                  </a:cubicBezTo>
                  <a:lnTo>
                    <a:pt x="201475" y="132588"/>
                  </a:lnTo>
                  <a:cubicBezTo>
                    <a:pt x="199032" y="133810"/>
                    <a:pt x="196596" y="134314"/>
                    <a:pt x="194160" y="134110"/>
                  </a:cubicBezTo>
                  <a:cubicBezTo>
                    <a:pt x="191922" y="134110"/>
                    <a:pt x="189786" y="133195"/>
                    <a:pt x="187759" y="131366"/>
                  </a:cubicBezTo>
                  <a:lnTo>
                    <a:pt x="164899" y="109728"/>
                  </a:lnTo>
                  <a:lnTo>
                    <a:pt x="164899" y="111250"/>
                  </a:lnTo>
                  <a:cubicBezTo>
                    <a:pt x="164899" y="113693"/>
                    <a:pt x="164285" y="115522"/>
                    <a:pt x="163070" y="116736"/>
                  </a:cubicBezTo>
                  <a:cubicBezTo>
                    <a:pt x="161849" y="117958"/>
                    <a:pt x="160327" y="118565"/>
                    <a:pt x="158498" y="118565"/>
                  </a:cubicBezTo>
                  <a:cubicBezTo>
                    <a:pt x="156670" y="118565"/>
                    <a:pt x="155038" y="117958"/>
                    <a:pt x="153619" y="116736"/>
                  </a:cubicBezTo>
                  <a:cubicBezTo>
                    <a:pt x="152200" y="115317"/>
                    <a:pt x="151483" y="113693"/>
                    <a:pt x="151483" y="111864"/>
                  </a:cubicBezTo>
                  <a:lnTo>
                    <a:pt x="151483" y="92047"/>
                  </a:lnTo>
                  <a:lnTo>
                    <a:pt x="105156" y="92047"/>
                  </a:lnTo>
                  <a:cubicBezTo>
                    <a:pt x="105156" y="94893"/>
                    <a:pt x="104344" y="97738"/>
                    <a:pt x="102720" y="100584"/>
                  </a:cubicBezTo>
                  <a:cubicBezTo>
                    <a:pt x="101294" y="103430"/>
                    <a:pt x="99567" y="105661"/>
                    <a:pt x="97534" y="107292"/>
                  </a:cubicBezTo>
                  <a:lnTo>
                    <a:pt x="158798" y="224335"/>
                  </a:lnTo>
                  <a:lnTo>
                    <a:pt x="195989" y="224335"/>
                  </a:lnTo>
                  <a:cubicBezTo>
                    <a:pt x="199237" y="224335"/>
                    <a:pt x="201878" y="225447"/>
                    <a:pt x="203911" y="227686"/>
                  </a:cubicBezTo>
                  <a:cubicBezTo>
                    <a:pt x="206150" y="229719"/>
                    <a:pt x="207262" y="232360"/>
                    <a:pt x="207262" y="235608"/>
                  </a:cubicBezTo>
                  <a:cubicBezTo>
                    <a:pt x="207262" y="238658"/>
                    <a:pt x="206150" y="241299"/>
                    <a:pt x="203911" y="243538"/>
                  </a:cubicBezTo>
                  <a:cubicBezTo>
                    <a:pt x="201878" y="245564"/>
                    <a:pt x="199237" y="246581"/>
                    <a:pt x="195989" y="246581"/>
                  </a:cubicBezTo>
                  <a:lnTo>
                    <a:pt x="65837" y="246581"/>
                  </a:lnTo>
                  <a:close/>
                  <a:moveTo>
                    <a:pt x="87175" y="98448"/>
                  </a:moveTo>
                  <a:cubicBezTo>
                    <a:pt x="90833" y="94790"/>
                    <a:pt x="92662" y="90321"/>
                    <a:pt x="92662" y="85039"/>
                  </a:cubicBezTo>
                  <a:cubicBezTo>
                    <a:pt x="92662" y="79758"/>
                    <a:pt x="90833" y="75288"/>
                    <a:pt x="87175" y="71630"/>
                  </a:cubicBezTo>
                  <a:cubicBezTo>
                    <a:pt x="83518" y="68170"/>
                    <a:pt x="79048" y="66444"/>
                    <a:pt x="73759" y="66444"/>
                  </a:cubicBezTo>
                  <a:cubicBezTo>
                    <a:pt x="68478" y="66444"/>
                    <a:pt x="64008" y="68170"/>
                    <a:pt x="60350" y="71630"/>
                  </a:cubicBezTo>
                  <a:cubicBezTo>
                    <a:pt x="56693" y="75288"/>
                    <a:pt x="54864" y="79758"/>
                    <a:pt x="54864" y="85039"/>
                  </a:cubicBezTo>
                  <a:cubicBezTo>
                    <a:pt x="54864" y="90321"/>
                    <a:pt x="56693" y="94790"/>
                    <a:pt x="60350" y="98448"/>
                  </a:cubicBezTo>
                  <a:cubicBezTo>
                    <a:pt x="64008" y="102106"/>
                    <a:pt x="68478" y="103934"/>
                    <a:pt x="73759" y="103934"/>
                  </a:cubicBezTo>
                  <a:cubicBezTo>
                    <a:pt x="79048" y="103934"/>
                    <a:pt x="83518" y="102106"/>
                    <a:pt x="87175" y="98448"/>
                  </a:cubicBezTo>
                  <a:close/>
                  <a:moveTo>
                    <a:pt x="108206" y="224335"/>
                  </a:moveTo>
                  <a:lnTo>
                    <a:pt x="143254" y="224335"/>
                  </a:lnTo>
                  <a:lnTo>
                    <a:pt x="85646" y="113693"/>
                  </a:lnTo>
                  <a:cubicBezTo>
                    <a:pt x="84630" y="114300"/>
                    <a:pt x="83108" y="114907"/>
                    <a:pt x="81074" y="115522"/>
                  </a:cubicBezTo>
                  <a:cubicBezTo>
                    <a:pt x="78843" y="116129"/>
                    <a:pt x="77014" y="116436"/>
                    <a:pt x="75588" y="116436"/>
                  </a:cubicBezTo>
                  <a:lnTo>
                    <a:pt x="108206" y="224335"/>
                  </a:lnTo>
                  <a:close/>
                  <a:moveTo>
                    <a:pt x="143254" y="224335"/>
                  </a:move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文字"/>
            <p:cNvSpPr/>
            <p:nvPr/>
          </p:nvSpPr>
          <p:spPr>
            <a:xfrm>
              <a:off x="921715" y="4162349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162349"/>
            <a:ext cx="1558138" cy="541325"/>
            <a:chOff x="2128723" y="4162349"/>
            <a:chExt cx="1558138" cy="541325"/>
          </a:xfrm>
        </p:grpSpPr>
        <p:sp>
          <p:nvSpPr>
            <p:cNvPr id="246" name="圖示底圓"/>
            <p:cNvSpPr/>
            <p:nvPr/>
          </p:nvSpPr>
          <p:spPr>
            <a:xfrm>
              <a:off x="2128723" y="4228186"/>
              <a:ext cx="409651" cy="409651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圖示 檢測"/>
            <p:cNvSpPr/>
            <p:nvPr/>
          </p:nvSpPr>
          <p:spPr>
            <a:xfrm>
              <a:off x="2128723" y="4228186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215674" y="215674"/>
                  </a:moveTo>
                  <a:cubicBezTo>
                    <a:pt x="220787" y="210561"/>
                    <a:pt x="223348" y="204299"/>
                    <a:pt x="223348" y="196889"/>
                  </a:cubicBezTo>
                  <a:cubicBezTo>
                    <a:pt x="223348" y="189478"/>
                    <a:pt x="220787" y="183216"/>
                    <a:pt x="215674" y="178103"/>
                  </a:cubicBezTo>
                  <a:cubicBezTo>
                    <a:pt x="210561" y="172990"/>
                    <a:pt x="204299" y="170430"/>
                    <a:pt x="196889" y="170430"/>
                  </a:cubicBezTo>
                  <a:cubicBezTo>
                    <a:pt x="189478" y="170430"/>
                    <a:pt x="183216" y="172990"/>
                    <a:pt x="178103" y="178103"/>
                  </a:cubicBezTo>
                  <a:cubicBezTo>
                    <a:pt x="172990" y="183216"/>
                    <a:pt x="170430" y="189478"/>
                    <a:pt x="170430" y="196889"/>
                  </a:cubicBezTo>
                  <a:cubicBezTo>
                    <a:pt x="170430" y="204299"/>
                    <a:pt x="172990" y="210561"/>
                    <a:pt x="178103" y="215674"/>
                  </a:cubicBezTo>
                  <a:cubicBezTo>
                    <a:pt x="183216" y="220787"/>
                    <a:pt x="189478" y="223348"/>
                    <a:pt x="196889" y="223348"/>
                  </a:cubicBezTo>
                  <a:cubicBezTo>
                    <a:pt x="204299" y="223348"/>
                    <a:pt x="210561" y="220787"/>
                    <a:pt x="215674" y="215674"/>
                  </a:cubicBezTo>
                  <a:close/>
                  <a:moveTo>
                    <a:pt x="196889" y="239222"/>
                  </a:moveTo>
                  <a:cubicBezTo>
                    <a:pt x="185250" y="239222"/>
                    <a:pt x="175280" y="235074"/>
                    <a:pt x="166991" y="226786"/>
                  </a:cubicBezTo>
                  <a:cubicBezTo>
                    <a:pt x="158703" y="218498"/>
                    <a:pt x="154556" y="208527"/>
                    <a:pt x="154556" y="196889"/>
                  </a:cubicBezTo>
                  <a:cubicBezTo>
                    <a:pt x="154556" y="185250"/>
                    <a:pt x="158703" y="175280"/>
                    <a:pt x="166991" y="166991"/>
                  </a:cubicBezTo>
                  <a:cubicBezTo>
                    <a:pt x="175280" y="158703"/>
                    <a:pt x="185250" y="154556"/>
                    <a:pt x="196889" y="154556"/>
                  </a:cubicBezTo>
                  <a:cubicBezTo>
                    <a:pt x="208527" y="154556"/>
                    <a:pt x="218498" y="158703"/>
                    <a:pt x="226786" y="166991"/>
                  </a:cubicBezTo>
                  <a:cubicBezTo>
                    <a:pt x="235074" y="175280"/>
                    <a:pt x="239222" y="185250"/>
                    <a:pt x="239222" y="196889"/>
                  </a:cubicBezTo>
                  <a:cubicBezTo>
                    <a:pt x="239222" y="200766"/>
                    <a:pt x="238600" y="204738"/>
                    <a:pt x="237371" y="208798"/>
                  </a:cubicBezTo>
                  <a:cubicBezTo>
                    <a:pt x="235959" y="212675"/>
                    <a:pt x="234013" y="216552"/>
                    <a:pt x="231548" y="220436"/>
                  </a:cubicBezTo>
                  <a:lnTo>
                    <a:pt x="253772" y="242660"/>
                  </a:lnTo>
                  <a:cubicBezTo>
                    <a:pt x="255359" y="244247"/>
                    <a:pt x="256149" y="246098"/>
                    <a:pt x="256149" y="248212"/>
                  </a:cubicBezTo>
                  <a:cubicBezTo>
                    <a:pt x="255973" y="250333"/>
                    <a:pt x="255096" y="252184"/>
                    <a:pt x="253508" y="253772"/>
                  </a:cubicBezTo>
                  <a:cubicBezTo>
                    <a:pt x="251921" y="255359"/>
                    <a:pt x="250070" y="256149"/>
                    <a:pt x="247949" y="256149"/>
                  </a:cubicBezTo>
                  <a:cubicBezTo>
                    <a:pt x="245835" y="256149"/>
                    <a:pt x="243984" y="255359"/>
                    <a:pt x="242396" y="253772"/>
                  </a:cubicBezTo>
                  <a:lnTo>
                    <a:pt x="220436" y="231811"/>
                  </a:lnTo>
                  <a:cubicBezTo>
                    <a:pt x="216552" y="234284"/>
                    <a:pt x="212675" y="236135"/>
                    <a:pt x="208798" y="237371"/>
                  </a:cubicBezTo>
                  <a:cubicBezTo>
                    <a:pt x="204738" y="238600"/>
                    <a:pt x="200766" y="239222"/>
                    <a:pt x="196889" y="239222"/>
                  </a:cubicBezTo>
                  <a:close/>
                  <a:moveTo>
                    <a:pt x="125456" y="300070"/>
                  </a:moveTo>
                  <a:cubicBezTo>
                    <a:pt x="121220" y="300070"/>
                    <a:pt x="117519" y="298482"/>
                    <a:pt x="114344" y="295307"/>
                  </a:cubicBezTo>
                  <a:cubicBezTo>
                    <a:pt x="111169" y="292133"/>
                    <a:pt x="109582" y="288431"/>
                    <a:pt x="109582" y="284196"/>
                  </a:cubicBezTo>
                  <a:lnTo>
                    <a:pt x="109582" y="246625"/>
                  </a:lnTo>
                  <a:cubicBezTo>
                    <a:pt x="109582" y="244335"/>
                    <a:pt x="110379" y="242484"/>
                    <a:pt x="111966" y="241072"/>
                  </a:cubicBezTo>
                  <a:cubicBezTo>
                    <a:pt x="113371" y="239485"/>
                    <a:pt x="115229" y="238688"/>
                    <a:pt x="117519" y="238688"/>
                  </a:cubicBezTo>
                  <a:cubicBezTo>
                    <a:pt x="119808" y="238688"/>
                    <a:pt x="121754" y="239485"/>
                    <a:pt x="123342" y="241072"/>
                  </a:cubicBezTo>
                  <a:cubicBezTo>
                    <a:pt x="124753" y="242484"/>
                    <a:pt x="125456" y="244335"/>
                    <a:pt x="125456" y="246625"/>
                  </a:cubicBezTo>
                  <a:lnTo>
                    <a:pt x="125456" y="284196"/>
                  </a:lnTo>
                  <a:lnTo>
                    <a:pt x="163027" y="284196"/>
                  </a:lnTo>
                  <a:cubicBezTo>
                    <a:pt x="165316" y="284196"/>
                    <a:pt x="167167" y="284993"/>
                    <a:pt x="168579" y="286580"/>
                  </a:cubicBezTo>
                  <a:cubicBezTo>
                    <a:pt x="170166" y="287985"/>
                    <a:pt x="170964" y="289843"/>
                    <a:pt x="170964" y="292133"/>
                  </a:cubicBezTo>
                  <a:cubicBezTo>
                    <a:pt x="170964" y="294422"/>
                    <a:pt x="170166" y="296368"/>
                    <a:pt x="168579" y="297955"/>
                  </a:cubicBezTo>
                  <a:cubicBezTo>
                    <a:pt x="167167" y="299367"/>
                    <a:pt x="165316" y="300070"/>
                    <a:pt x="163027" y="300070"/>
                  </a:cubicBezTo>
                  <a:lnTo>
                    <a:pt x="125456" y="300070"/>
                  </a:lnTo>
                  <a:close/>
                  <a:moveTo>
                    <a:pt x="284196" y="300070"/>
                  </a:moveTo>
                  <a:lnTo>
                    <a:pt x="246625" y="300070"/>
                  </a:lnTo>
                  <a:cubicBezTo>
                    <a:pt x="244335" y="300070"/>
                    <a:pt x="242484" y="299279"/>
                    <a:pt x="241072" y="297692"/>
                  </a:cubicBezTo>
                  <a:cubicBezTo>
                    <a:pt x="239485" y="296280"/>
                    <a:pt x="238688" y="294422"/>
                    <a:pt x="238688" y="292133"/>
                  </a:cubicBezTo>
                  <a:cubicBezTo>
                    <a:pt x="238688" y="289843"/>
                    <a:pt x="239485" y="287985"/>
                    <a:pt x="241072" y="286580"/>
                  </a:cubicBezTo>
                  <a:cubicBezTo>
                    <a:pt x="242484" y="284993"/>
                    <a:pt x="244335" y="284196"/>
                    <a:pt x="246625" y="284196"/>
                  </a:cubicBezTo>
                  <a:lnTo>
                    <a:pt x="284196" y="284196"/>
                  </a:lnTo>
                  <a:lnTo>
                    <a:pt x="284196" y="246625"/>
                  </a:lnTo>
                  <a:cubicBezTo>
                    <a:pt x="284196" y="244335"/>
                    <a:pt x="284993" y="242484"/>
                    <a:pt x="286580" y="241072"/>
                  </a:cubicBezTo>
                  <a:cubicBezTo>
                    <a:pt x="287985" y="239485"/>
                    <a:pt x="289843" y="238688"/>
                    <a:pt x="292133" y="238688"/>
                  </a:cubicBezTo>
                  <a:cubicBezTo>
                    <a:pt x="294422" y="238688"/>
                    <a:pt x="296368" y="239485"/>
                    <a:pt x="297955" y="241072"/>
                  </a:cubicBezTo>
                  <a:cubicBezTo>
                    <a:pt x="299367" y="242484"/>
                    <a:pt x="300070" y="244335"/>
                    <a:pt x="300070" y="246625"/>
                  </a:cubicBezTo>
                  <a:lnTo>
                    <a:pt x="300070" y="284196"/>
                  </a:lnTo>
                  <a:cubicBezTo>
                    <a:pt x="300070" y="288431"/>
                    <a:pt x="298482" y="292133"/>
                    <a:pt x="295307" y="295307"/>
                  </a:cubicBezTo>
                  <a:cubicBezTo>
                    <a:pt x="292133" y="298482"/>
                    <a:pt x="288431" y="300070"/>
                    <a:pt x="284196" y="300070"/>
                  </a:cubicBezTo>
                  <a:close/>
                  <a:moveTo>
                    <a:pt x="109582" y="163027"/>
                  </a:moveTo>
                  <a:lnTo>
                    <a:pt x="109582" y="125456"/>
                  </a:lnTo>
                  <a:cubicBezTo>
                    <a:pt x="109582" y="121220"/>
                    <a:pt x="111169" y="117519"/>
                    <a:pt x="114344" y="114344"/>
                  </a:cubicBezTo>
                  <a:cubicBezTo>
                    <a:pt x="117519" y="111169"/>
                    <a:pt x="121220" y="109582"/>
                    <a:pt x="125456" y="109582"/>
                  </a:cubicBezTo>
                  <a:lnTo>
                    <a:pt x="163027" y="109582"/>
                  </a:lnTo>
                  <a:cubicBezTo>
                    <a:pt x="165316" y="109582"/>
                    <a:pt x="167167" y="110379"/>
                    <a:pt x="168579" y="111966"/>
                  </a:cubicBezTo>
                  <a:cubicBezTo>
                    <a:pt x="170166" y="113371"/>
                    <a:pt x="170964" y="115229"/>
                    <a:pt x="170964" y="117519"/>
                  </a:cubicBezTo>
                  <a:cubicBezTo>
                    <a:pt x="170964" y="119808"/>
                    <a:pt x="170166" y="121754"/>
                    <a:pt x="168579" y="123342"/>
                  </a:cubicBezTo>
                  <a:cubicBezTo>
                    <a:pt x="167167" y="124753"/>
                    <a:pt x="165316" y="125456"/>
                    <a:pt x="163027" y="125456"/>
                  </a:cubicBezTo>
                  <a:lnTo>
                    <a:pt x="125456" y="125456"/>
                  </a:lnTo>
                  <a:lnTo>
                    <a:pt x="125456" y="163027"/>
                  </a:lnTo>
                  <a:cubicBezTo>
                    <a:pt x="125456" y="165316"/>
                    <a:pt x="124666" y="167167"/>
                    <a:pt x="123078" y="168579"/>
                  </a:cubicBezTo>
                  <a:cubicBezTo>
                    <a:pt x="121666" y="170166"/>
                    <a:pt x="119808" y="170964"/>
                    <a:pt x="117519" y="170964"/>
                  </a:cubicBezTo>
                  <a:cubicBezTo>
                    <a:pt x="115229" y="170964"/>
                    <a:pt x="113371" y="170166"/>
                    <a:pt x="111966" y="168579"/>
                  </a:cubicBezTo>
                  <a:cubicBezTo>
                    <a:pt x="110379" y="167167"/>
                    <a:pt x="109582" y="165316"/>
                    <a:pt x="109582" y="163027"/>
                  </a:cubicBezTo>
                  <a:close/>
                  <a:moveTo>
                    <a:pt x="284196" y="163027"/>
                  </a:moveTo>
                  <a:lnTo>
                    <a:pt x="284196" y="125456"/>
                  </a:lnTo>
                  <a:lnTo>
                    <a:pt x="246625" y="125456"/>
                  </a:lnTo>
                  <a:cubicBezTo>
                    <a:pt x="244335" y="125456"/>
                    <a:pt x="242484" y="124666"/>
                    <a:pt x="241072" y="123078"/>
                  </a:cubicBezTo>
                  <a:cubicBezTo>
                    <a:pt x="239485" y="121666"/>
                    <a:pt x="238688" y="119808"/>
                    <a:pt x="238688" y="117519"/>
                  </a:cubicBezTo>
                  <a:cubicBezTo>
                    <a:pt x="238688" y="115229"/>
                    <a:pt x="239485" y="113371"/>
                    <a:pt x="241072" y="111966"/>
                  </a:cubicBezTo>
                  <a:cubicBezTo>
                    <a:pt x="242484" y="110379"/>
                    <a:pt x="244335" y="109582"/>
                    <a:pt x="246625" y="109582"/>
                  </a:cubicBezTo>
                  <a:lnTo>
                    <a:pt x="284196" y="109582"/>
                  </a:lnTo>
                  <a:cubicBezTo>
                    <a:pt x="288431" y="109582"/>
                    <a:pt x="292133" y="111169"/>
                    <a:pt x="295307" y="114344"/>
                  </a:cubicBezTo>
                  <a:cubicBezTo>
                    <a:pt x="298482" y="117519"/>
                    <a:pt x="300070" y="121220"/>
                    <a:pt x="300070" y="125456"/>
                  </a:cubicBezTo>
                  <a:lnTo>
                    <a:pt x="300070" y="163027"/>
                  </a:lnTo>
                  <a:cubicBezTo>
                    <a:pt x="300070" y="165316"/>
                    <a:pt x="299279" y="167167"/>
                    <a:pt x="297692" y="168579"/>
                  </a:cubicBezTo>
                  <a:cubicBezTo>
                    <a:pt x="296280" y="170166"/>
                    <a:pt x="294422" y="170964"/>
                    <a:pt x="292133" y="170964"/>
                  </a:cubicBezTo>
                  <a:cubicBezTo>
                    <a:pt x="289843" y="170964"/>
                    <a:pt x="287985" y="170166"/>
                    <a:pt x="286580" y="168579"/>
                  </a:cubicBezTo>
                  <a:cubicBezTo>
                    <a:pt x="284993" y="167167"/>
                    <a:pt x="284196" y="165316"/>
                    <a:pt x="284196" y="163027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文字"/>
            <p:cNvSpPr/>
            <p:nvPr/>
          </p:nvSpPr>
          <p:spPr>
            <a:xfrm>
              <a:off x="2626157" y="4162349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162349"/>
            <a:ext cx="1682496" cy="541325"/>
            <a:chOff x="3818534" y="4162349"/>
            <a:chExt cx="1682496" cy="541325"/>
          </a:xfrm>
        </p:grpSpPr>
        <p:sp>
          <p:nvSpPr>
            <p:cNvPr id="249" name="卡片"/>
            <p:cNvSpPr/>
            <p:nvPr/>
          </p:nvSpPr>
          <p:spPr>
            <a:xfrm>
              <a:off x="3818534" y="4162349"/>
              <a:ext cx="1682496" cy="54132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圖示底圓"/>
            <p:cNvSpPr/>
            <p:nvPr/>
          </p:nvSpPr>
          <p:spPr>
            <a:xfrm>
              <a:off x="3920947" y="4264762"/>
              <a:ext cx="336499" cy="336499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圖示 AI"/>
            <p:cNvSpPr/>
            <p:nvPr/>
          </p:nvSpPr>
          <p:spPr>
            <a:xfrm>
              <a:off x="3920947" y="4264762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47606" y="246486"/>
                  </a:moveTo>
                  <a:cubicBezTo>
                    <a:pt x="140218" y="246486"/>
                    <a:pt x="133985" y="243735"/>
                    <a:pt x="128916" y="238227"/>
                  </a:cubicBezTo>
                  <a:cubicBezTo>
                    <a:pt x="123700" y="232718"/>
                    <a:pt x="120730" y="226493"/>
                    <a:pt x="120006" y="219536"/>
                  </a:cubicBezTo>
                  <a:cubicBezTo>
                    <a:pt x="111454" y="218812"/>
                    <a:pt x="104359" y="215264"/>
                    <a:pt x="98704" y="208886"/>
                  </a:cubicBezTo>
                  <a:cubicBezTo>
                    <a:pt x="92910" y="202368"/>
                    <a:pt x="90014" y="194475"/>
                    <a:pt x="90014" y="185199"/>
                  </a:cubicBezTo>
                  <a:cubicBezTo>
                    <a:pt x="90014" y="182017"/>
                    <a:pt x="90445" y="178974"/>
                    <a:pt x="91316" y="176077"/>
                  </a:cubicBezTo>
                  <a:cubicBezTo>
                    <a:pt x="92040" y="173034"/>
                    <a:pt x="93203" y="170130"/>
                    <a:pt x="94798" y="167379"/>
                  </a:cubicBezTo>
                  <a:cubicBezTo>
                    <a:pt x="93203" y="164775"/>
                    <a:pt x="92040" y="162017"/>
                    <a:pt x="91316" y="159120"/>
                  </a:cubicBezTo>
                  <a:cubicBezTo>
                    <a:pt x="90445" y="156223"/>
                    <a:pt x="90014" y="153107"/>
                    <a:pt x="90014" y="149779"/>
                  </a:cubicBezTo>
                  <a:cubicBezTo>
                    <a:pt x="90014" y="141081"/>
                    <a:pt x="93057" y="133619"/>
                    <a:pt x="99143" y="127394"/>
                  </a:cubicBezTo>
                  <a:cubicBezTo>
                    <a:pt x="105083" y="121162"/>
                    <a:pt x="112179" y="117541"/>
                    <a:pt x="120437" y="116524"/>
                  </a:cubicBezTo>
                  <a:cubicBezTo>
                    <a:pt x="120730" y="109135"/>
                    <a:pt x="123554" y="102910"/>
                    <a:pt x="128916" y="97841"/>
                  </a:cubicBezTo>
                  <a:cubicBezTo>
                    <a:pt x="134132" y="92625"/>
                    <a:pt x="140430" y="90014"/>
                    <a:pt x="147818" y="90014"/>
                  </a:cubicBezTo>
                  <a:cubicBezTo>
                    <a:pt x="152024" y="90014"/>
                    <a:pt x="155792" y="90811"/>
                    <a:pt x="159120" y="92406"/>
                  </a:cubicBezTo>
                  <a:cubicBezTo>
                    <a:pt x="162310" y="93854"/>
                    <a:pt x="165353" y="96027"/>
                    <a:pt x="168250" y="98923"/>
                  </a:cubicBezTo>
                  <a:cubicBezTo>
                    <a:pt x="171146" y="96027"/>
                    <a:pt x="174190" y="93854"/>
                    <a:pt x="177379" y="92406"/>
                  </a:cubicBezTo>
                  <a:cubicBezTo>
                    <a:pt x="180561" y="90811"/>
                    <a:pt x="184263" y="90014"/>
                    <a:pt x="188461" y="90014"/>
                  </a:cubicBezTo>
                  <a:cubicBezTo>
                    <a:pt x="195704" y="90014"/>
                    <a:pt x="201936" y="92625"/>
                    <a:pt x="207152" y="97841"/>
                  </a:cubicBezTo>
                  <a:cubicBezTo>
                    <a:pt x="212368" y="102910"/>
                    <a:pt x="215191" y="109135"/>
                    <a:pt x="215623" y="116524"/>
                  </a:cubicBezTo>
                  <a:cubicBezTo>
                    <a:pt x="224028" y="117248"/>
                    <a:pt x="231270" y="120803"/>
                    <a:pt x="237356" y="127175"/>
                  </a:cubicBezTo>
                  <a:cubicBezTo>
                    <a:pt x="243443" y="133407"/>
                    <a:pt x="246486" y="140942"/>
                    <a:pt x="246486" y="149779"/>
                  </a:cubicBezTo>
                  <a:cubicBezTo>
                    <a:pt x="246486" y="153107"/>
                    <a:pt x="246054" y="156297"/>
                    <a:pt x="245184" y="159340"/>
                  </a:cubicBezTo>
                  <a:cubicBezTo>
                    <a:pt x="244313" y="162237"/>
                    <a:pt x="243084" y="164987"/>
                    <a:pt x="241489" y="167599"/>
                  </a:cubicBezTo>
                  <a:cubicBezTo>
                    <a:pt x="243084" y="170495"/>
                    <a:pt x="244313" y="173538"/>
                    <a:pt x="245184" y="176728"/>
                  </a:cubicBezTo>
                  <a:cubicBezTo>
                    <a:pt x="246054" y="179910"/>
                    <a:pt x="246486" y="183026"/>
                    <a:pt x="246486" y="186069"/>
                  </a:cubicBezTo>
                  <a:cubicBezTo>
                    <a:pt x="246486" y="195345"/>
                    <a:pt x="243662" y="203092"/>
                    <a:pt x="238007" y="209324"/>
                  </a:cubicBezTo>
                  <a:cubicBezTo>
                    <a:pt x="232214" y="215411"/>
                    <a:pt x="225045" y="218812"/>
                    <a:pt x="216493" y="219536"/>
                  </a:cubicBezTo>
                  <a:cubicBezTo>
                    <a:pt x="215769" y="226493"/>
                    <a:pt x="212799" y="232718"/>
                    <a:pt x="207583" y="238227"/>
                  </a:cubicBezTo>
                  <a:cubicBezTo>
                    <a:pt x="202368" y="243735"/>
                    <a:pt x="196142" y="246486"/>
                    <a:pt x="188893" y="246486"/>
                  </a:cubicBezTo>
                  <a:cubicBezTo>
                    <a:pt x="184548" y="246486"/>
                    <a:pt x="180781" y="245761"/>
                    <a:pt x="177591" y="244313"/>
                  </a:cubicBezTo>
                  <a:cubicBezTo>
                    <a:pt x="174409" y="242865"/>
                    <a:pt x="171293" y="240692"/>
                    <a:pt x="168250" y="237795"/>
                  </a:cubicBezTo>
                  <a:cubicBezTo>
                    <a:pt x="165206" y="240692"/>
                    <a:pt x="162090" y="242865"/>
                    <a:pt x="158908" y="244313"/>
                  </a:cubicBezTo>
                  <a:cubicBezTo>
                    <a:pt x="155719" y="245761"/>
                    <a:pt x="151951" y="246486"/>
                    <a:pt x="147606" y="246486"/>
                  </a:cubicBezTo>
                  <a:close/>
                  <a:moveTo>
                    <a:pt x="174767" y="116092"/>
                  </a:moveTo>
                  <a:lnTo>
                    <a:pt x="174767" y="220407"/>
                  </a:lnTo>
                  <a:cubicBezTo>
                    <a:pt x="174767" y="224028"/>
                    <a:pt x="176216" y="227144"/>
                    <a:pt x="179113" y="229748"/>
                  </a:cubicBezTo>
                  <a:cubicBezTo>
                    <a:pt x="181871" y="232214"/>
                    <a:pt x="185199" y="233450"/>
                    <a:pt x="189113" y="233450"/>
                  </a:cubicBezTo>
                  <a:cubicBezTo>
                    <a:pt x="192880" y="233450"/>
                    <a:pt x="196142" y="231782"/>
                    <a:pt x="198893" y="228446"/>
                  </a:cubicBezTo>
                  <a:cubicBezTo>
                    <a:pt x="201643" y="225118"/>
                    <a:pt x="203165" y="221709"/>
                    <a:pt x="203458" y="218234"/>
                  </a:cubicBezTo>
                  <a:cubicBezTo>
                    <a:pt x="200122" y="217071"/>
                    <a:pt x="197006" y="215557"/>
                    <a:pt x="194109" y="213670"/>
                  </a:cubicBezTo>
                  <a:cubicBezTo>
                    <a:pt x="191212" y="211643"/>
                    <a:pt x="188747" y="209178"/>
                    <a:pt x="186720" y="206281"/>
                  </a:cubicBezTo>
                  <a:cubicBezTo>
                    <a:pt x="185565" y="204687"/>
                    <a:pt x="185126" y="203092"/>
                    <a:pt x="185418" y="201497"/>
                  </a:cubicBezTo>
                  <a:cubicBezTo>
                    <a:pt x="185711" y="199763"/>
                    <a:pt x="186647" y="198315"/>
                    <a:pt x="188242" y="197152"/>
                  </a:cubicBezTo>
                  <a:cubicBezTo>
                    <a:pt x="189837" y="195996"/>
                    <a:pt x="191505" y="195557"/>
                    <a:pt x="193238" y="195850"/>
                  </a:cubicBezTo>
                  <a:cubicBezTo>
                    <a:pt x="194833" y="196142"/>
                    <a:pt x="196208" y="197079"/>
                    <a:pt x="197371" y="198674"/>
                  </a:cubicBezTo>
                  <a:cubicBezTo>
                    <a:pt x="199251" y="201285"/>
                    <a:pt x="201570" y="203311"/>
                    <a:pt x="204328" y="204760"/>
                  </a:cubicBezTo>
                  <a:cubicBezTo>
                    <a:pt x="207079" y="206062"/>
                    <a:pt x="210122" y="206713"/>
                    <a:pt x="213450" y="206713"/>
                  </a:cubicBezTo>
                  <a:cubicBezTo>
                    <a:pt x="218959" y="206713"/>
                    <a:pt x="223670" y="204833"/>
                    <a:pt x="227576" y="201066"/>
                  </a:cubicBezTo>
                  <a:cubicBezTo>
                    <a:pt x="231490" y="197298"/>
                    <a:pt x="233450" y="192302"/>
                    <a:pt x="233450" y="186069"/>
                  </a:cubicBezTo>
                  <a:cubicBezTo>
                    <a:pt x="233450" y="184767"/>
                    <a:pt x="233304" y="183465"/>
                    <a:pt x="233011" y="182156"/>
                  </a:cubicBezTo>
                  <a:cubicBezTo>
                    <a:pt x="232718" y="180707"/>
                    <a:pt x="232433" y="179259"/>
                    <a:pt x="232141" y="177811"/>
                  </a:cubicBezTo>
                  <a:cubicBezTo>
                    <a:pt x="229536" y="179698"/>
                    <a:pt x="226713" y="181146"/>
                    <a:pt x="223670" y="182156"/>
                  </a:cubicBezTo>
                  <a:cubicBezTo>
                    <a:pt x="220480" y="183026"/>
                    <a:pt x="217218" y="183465"/>
                    <a:pt x="213889" y="183465"/>
                  </a:cubicBezTo>
                  <a:cubicBezTo>
                    <a:pt x="212002" y="183465"/>
                    <a:pt x="210480" y="182880"/>
                    <a:pt x="209324" y="181724"/>
                  </a:cubicBezTo>
                  <a:cubicBezTo>
                    <a:pt x="208022" y="180422"/>
                    <a:pt x="207371" y="178827"/>
                    <a:pt x="207371" y="176940"/>
                  </a:cubicBezTo>
                  <a:cubicBezTo>
                    <a:pt x="207371" y="175060"/>
                    <a:pt x="208022" y="173538"/>
                    <a:pt x="209324" y="172375"/>
                  </a:cubicBezTo>
                  <a:cubicBezTo>
                    <a:pt x="210480" y="171073"/>
                    <a:pt x="212002" y="170422"/>
                    <a:pt x="213889" y="170422"/>
                  </a:cubicBezTo>
                  <a:cubicBezTo>
                    <a:pt x="219390" y="170422"/>
                    <a:pt x="224028" y="168396"/>
                    <a:pt x="227795" y="164336"/>
                  </a:cubicBezTo>
                  <a:cubicBezTo>
                    <a:pt x="231563" y="160283"/>
                    <a:pt x="233450" y="155426"/>
                    <a:pt x="233450" y="149779"/>
                  </a:cubicBezTo>
                  <a:cubicBezTo>
                    <a:pt x="233450" y="144270"/>
                    <a:pt x="231416" y="139567"/>
                    <a:pt x="227364" y="135653"/>
                  </a:cubicBezTo>
                  <a:cubicBezTo>
                    <a:pt x="223304" y="131739"/>
                    <a:pt x="218666" y="129640"/>
                    <a:pt x="213450" y="129347"/>
                  </a:cubicBezTo>
                  <a:cubicBezTo>
                    <a:pt x="212002" y="132829"/>
                    <a:pt x="209976" y="135938"/>
                    <a:pt x="207371" y="138696"/>
                  </a:cubicBezTo>
                  <a:cubicBezTo>
                    <a:pt x="204613" y="141300"/>
                    <a:pt x="201497" y="143261"/>
                    <a:pt x="198022" y="144563"/>
                  </a:cubicBezTo>
                  <a:cubicBezTo>
                    <a:pt x="196281" y="145287"/>
                    <a:pt x="194621" y="145287"/>
                    <a:pt x="193026" y="144563"/>
                  </a:cubicBezTo>
                  <a:cubicBezTo>
                    <a:pt x="191431" y="143692"/>
                    <a:pt x="190342" y="142390"/>
                    <a:pt x="189764" y="140649"/>
                  </a:cubicBezTo>
                  <a:cubicBezTo>
                    <a:pt x="189186" y="138908"/>
                    <a:pt x="189259" y="137248"/>
                    <a:pt x="189983" y="135653"/>
                  </a:cubicBezTo>
                  <a:cubicBezTo>
                    <a:pt x="190707" y="133912"/>
                    <a:pt x="191936" y="132756"/>
                    <a:pt x="193677" y="132171"/>
                  </a:cubicBezTo>
                  <a:cubicBezTo>
                    <a:pt x="196281" y="131308"/>
                    <a:pt x="198454" y="129567"/>
                    <a:pt x="200195" y="126955"/>
                  </a:cubicBezTo>
                  <a:cubicBezTo>
                    <a:pt x="201790" y="124351"/>
                    <a:pt x="202587" y="121381"/>
                    <a:pt x="202587" y="118045"/>
                  </a:cubicBezTo>
                  <a:cubicBezTo>
                    <a:pt x="202587" y="113846"/>
                    <a:pt x="201212" y="110299"/>
                    <a:pt x="198454" y="107402"/>
                  </a:cubicBezTo>
                  <a:cubicBezTo>
                    <a:pt x="195704" y="104505"/>
                    <a:pt x="192448" y="103057"/>
                    <a:pt x="188681" y="103057"/>
                  </a:cubicBezTo>
                  <a:cubicBezTo>
                    <a:pt x="184914" y="103057"/>
                    <a:pt x="181651" y="104359"/>
                    <a:pt x="178901" y="106963"/>
                  </a:cubicBezTo>
                  <a:cubicBezTo>
                    <a:pt x="176143" y="109428"/>
                    <a:pt x="174767" y="112471"/>
                    <a:pt x="174767" y="116092"/>
                  </a:cubicBezTo>
                  <a:close/>
                  <a:moveTo>
                    <a:pt x="161732" y="220407"/>
                  </a:moveTo>
                  <a:lnTo>
                    <a:pt x="161732" y="116092"/>
                  </a:lnTo>
                  <a:cubicBezTo>
                    <a:pt x="161732" y="112471"/>
                    <a:pt x="160430" y="109428"/>
                    <a:pt x="157818" y="106963"/>
                  </a:cubicBezTo>
                  <a:cubicBezTo>
                    <a:pt x="155068" y="104359"/>
                    <a:pt x="151732" y="103057"/>
                    <a:pt x="147818" y="103057"/>
                  </a:cubicBezTo>
                  <a:cubicBezTo>
                    <a:pt x="144051" y="103057"/>
                    <a:pt x="140796" y="104505"/>
                    <a:pt x="138045" y="107402"/>
                  </a:cubicBezTo>
                  <a:cubicBezTo>
                    <a:pt x="135141" y="110299"/>
                    <a:pt x="133693" y="113846"/>
                    <a:pt x="133693" y="118045"/>
                  </a:cubicBezTo>
                  <a:cubicBezTo>
                    <a:pt x="133693" y="121381"/>
                    <a:pt x="134490" y="124351"/>
                    <a:pt x="136085" y="126955"/>
                  </a:cubicBezTo>
                  <a:cubicBezTo>
                    <a:pt x="137679" y="129421"/>
                    <a:pt x="139779" y="131088"/>
                    <a:pt x="142390" y="131959"/>
                  </a:cubicBezTo>
                  <a:cubicBezTo>
                    <a:pt x="144124" y="132537"/>
                    <a:pt x="145433" y="133693"/>
                    <a:pt x="146297" y="135434"/>
                  </a:cubicBezTo>
                  <a:cubicBezTo>
                    <a:pt x="147021" y="137028"/>
                    <a:pt x="147094" y="138623"/>
                    <a:pt x="146516" y="140218"/>
                  </a:cubicBezTo>
                  <a:cubicBezTo>
                    <a:pt x="145792" y="141951"/>
                    <a:pt x="144636" y="143261"/>
                    <a:pt x="143041" y="144124"/>
                  </a:cubicBezTo>
                  <a:cubicBezTo>
                    <a:pt x="141300" y="144995"/>
                    <a:pt x="139567" y="145068"/>
                    <a:pt x="137826" y="144344"/>
                  </a:cubicBezTo>
                  <a:cubicBezTo>
                    <a:pt x="134351" y="143188"/>
                    <a:pt x="131308" y="141300"/>
                    <a:pt x="128696" y="138696"/>
                  </a:cubicBezTo>
                  <a:cubicBezTo>
                    <a:pt x="126092" y="135938"/>
                    <a:pt x="124058" y="132829"/>
                    <a:pt x="122610" y="129347"/>
                  </a:cubicBezTo>
                  <a:cubicBezTo>
                    <a:pt x="117541" y="129786"/>
                    <a:pt x="113049" y="131959"/>
                    <a:pt x="109135" y="135865"/>
                  </a:cubicBezTo>
                  <a:cubicBezTo>
                    <a:pt x="105083" y="139633"/>
                    <a:pt x="103057" y="144270"/>
                    <a:pt x="103057" y="149779"/>
                  </a:cubicBezTo>
                  <a:cubicBezTo>
                    <a:pt x="103057" y="155426"/>
                    <a:pt x="104937" y="160283"/>
                    <a:pt x="108704" y="164336"/>
                  </a:cubicBezTo>
                  <a:cubicBezTo>
                    <a:pt x="112471" y="168396"/>
                    <a:pt x="117109" y="170422"/>
                    <a:pt x="122610" y="170422"/>
                  </a:cubicBezTo>
                  <a:cubicBezTo>
                    <a:pt x="124497" y="170422"/>
                    <a:pt x="126092" y="171073"/>
                    <a:pt x="127394" y="172375"/>
                  </a:cubicBezTo>
                  <a:cubicBezTo>
                    <a:pt x="128550" y="173538"/>
                    <a:pt x="129135" y="175060"/>
                    <a:pt x="129135" y="176940"/>
                  </a:cubicBezTo>
                  <a:cubicBezTo>
                    <a:pt x="129135" y="178827"/>
                    <a:pt x="128550" y="180422"/>
                    <a:pt x="127394" y="181724"/>
                  </a:cubicBezTo>
                  <a:cubicBezTo>
                    <a:pt x="126092" y="182880"/>
                    <a:pt x="124497" y="183465"/>
                    <a:pt x="122610" y="183465"/>
                  </a:cubicBezTo>
                  <a:cubicBezTo>
                    <a:pt x="119282" y="183465"/>
                    <a:pt x="116092" y="182953"/>
                    <a:pt x="113049" y="181944"/>
                  </a:cubicBezTo>
                  <a:cubicBezTo>
                    <a:pt x="109860" y="180927"/>
                    <a:pt x="106963" y="179552"/>
                    <a:pt x="104359" y="177811"/>
                  </a:cubicBezTo>
                  <a:cubicBezTo>
                    <a:pt x="103920" y="178974"/>
                    <a:pt x="103634" y="180203"/>
                    <a:pt x="103488" y="181505"/>
                  </a:cubicBezTo>
                  <a:cubicBezTo>
                    <a:pt x="103196" y="182807"/>
                    <a:pt x="103057" y="184116"/>
                    <a:pt x="103057" y="185418"/>
                  </a:cubicBezTo>
                  <a:cubicBezTo>
                    <a:pt x="103057" y="191651"/>
                    <a:pt x="105010" y="196794"/>
                    <a:pt x="108923" y="200846"/>
                  </a:cubicBezTo>
                  <a:cubicBezTo>
                    <a:pt x="112691" y="204760"/>
                    <a:pt x="117321" y="206713"/>
                    <a:pt x="122830" y="206713"/>
                  </a:cubicBezTo>
                  <a:cubicBezTo>
                    <a:pt x="126019" y="206713"/>
                    <a:pt x="129062" y="205989"/>
                    <a:pt x="131959" y="204540"/>
                  </a:cubicBezTo>
                  <a:cubicBezTo>
                    <a:pt x="134709" y="203092"/>
                    <a:pt x="137028" y="201139"/>
                    <a:pt x="138908" y="198674"/>
                  </a:cubicBezTo>
                  <a:cubicBezTo>
                    <a:pt x="140071" y="197225"/>
                    <a:pt x="141520" y="196355"/>
                    <a:pt x="143261" y="196069"/>
                  </a:cubicBezTo>
                  <a:cubicBezTo>
                    <a:pt x="144995" y="195630"/>
                    <a:pt x="146589" y="195996"/>
                    <a:pt x="148038" y="197152"/>
                  </a:cubicBezTo>
                  <a:cubicBezTo>
                    <a:pt x="149486" y="198315"/>
                    <a:pt x="150430" y="199763"/>
                    <a:pt x="150861" y="201497"/>
                  </a:cubicBezTo>
                  <a:cubicBezTo>
                    <a:pt x="151154" y="203238"/>
                    <a:pt x="150722" y="204833"/>
                    <a:pt x="149559" y="206281"/>
                  </a:cubicBezTo>
                  <a:cubicBezTo>
                    <a:pt x="147533" y="209178"/>
                    <a:pt x="145141" y="211643"/>
                    <a:pt x="142390" y="213670"/>
                  </a:cubicBezTo>
                  <a:cubicBezTo>
                    <a:pt x="139494" y="215557"/>
                    <a:pt x="136377" y="217071"/>
                    <a:pt x="133042" y="218234"/>
                  </a:cubicBezTo>
                  <a:cubicBezTo>
                    <a:pt x="133334" y="221709"/>
                    <a:pt x="134856" y="225118"/>
                    <a:pt x="137606" y="228446"/>
                  </a:cubicBezTo>
                  <a:cubicBezTo>
                    <a:pt x="140357" y="231782"/>
                    <a:pt x="143692" y="233450"/>
                    <a:pt x="147606" y="233450"/>
                  </a:cubicBezTo>
                  <a:cubicBezTo>
                    <a:pt x="151512" y="233450"/>
                    <a:pt x="154848" y="232214"/>
                    <a:pt x="157599" y="229748"/>
                  </a:cubicBezTo>
                  <a:cubicBezTo>
                    <a:pt x="160356" y="227144"/>
                    <a:pt x="161732" y="224028"/>
                    <a:pt x="161732" y="220407"/>
                  </a:cubicBezTo>
                  <a:close/>
                  <a:moveTo>
                    <a:pt x="168250" y="16825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文字"/>
            <p:cNvSpPr/>
            <p:nvPr/>
          </p:nvSpPr>
          <p:spPr>
            <a:xfrm>
              <a:off x="4345229" y="4162349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162349"/>
            <a:ext cx="1499616" cy="541325"/>
            <a:chOff x="5618074" y="4162349"/>
            <a:chExt cx="1499616" cy="541325"/>
          </a:xfrm>
        </p:grpSpPr>
        <p:sp>
          <p:nvSpPr>
            <p:cNvPr id="253" name="淺灰面板"/>
            <p:cNvSpPr/>
            <p:nvPr/>
          </p:nvSpPr>
          <p:spPr>
            <a:xfrm>
              <a:off x="5618074" y="4162349"/>
              <a:ext cx="1499616" cy="5413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數值"/>
            <p:cNvSpPr/>
            <p:nvPr/>
          </p:nvSpPr>
          <p:spPr>
            <a:xfrm>
              <a:off x="5735117" y="4206240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255" name="指標名稱"/>
            <p:cNvSpPr/>
            <p:nvPr/>
          </p:nvSpPr>
          <p:spPr>
            <a:xfrm>
              <a:off x="5735117" y="4506163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256" name="圖示 已驗證"/>
            <p:cNvSpPr/>
            <p:nvPr/>
          </p:nvSpPr>
          <p:spPr>
            <a:xfrm>
              <a:off x="6708038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33195" y="163678"/>
                  </a:moveTo>
                  <a:lnTo>
                    <a:pt x="110035" y="139596"/>
                  </a:lnTo>
                  <a:cubicBezTo>
                    <a:pt x="108814" y="138177"/>
                    <a:pt x="107190" y="137467"/>
                    <a:pt x="105156" y="137467"/>
                  </a:cubicBezTo>
                  <a:cubicBezTo>
                    <a:pt x="103122" y="137467"/>
                    <a:pt x="101294" y="138074"/>
                    <a:pt x="99670" y="139296"/>
                  </a:cubicBezTo>
                  <a:cubicBezTo>
                    <a:pt x="98046" y="140920"/>
                    <a:pt x="97234" y="142749"/>
                    <a:pt x="97234" y="144782"/>
                  </a:cubicBezTo>
                  <a:cubicBezTo>
                    <a:pt x="97234" y="146611"/>
                    <a:pt x="98046" y="148338"/>
                    <a:pt x="99670" y="149962"/>
                  </a:cubicBezTo>
                  <a:lnTo>
                    <a:pt x="127102" y="177086"/>
                  </a:lnTo>
                  <a:cubicBezTo>
                    <a:pt x="128930" y="178915"/>
                    <a:pt x="130964" y="179830"/>
                    <a:pt x="133195" y="179830"/>
                  </a:cubicBezTo>
                  <a:cubicBezTo>
                    <a:pt x="135638" y="179830"/>
                    <a:pt x="137767" y="178915"/>
                    <a:pt x="139596" y="177086"/>
                  </a:cubicBezTo>
                  <a:lnTo>
                    <a:pt x="192938" y="124051"/>
                  </a:lnTo>
                  <a:cubicBezTo>
                    <a:pt x="194160" y="122632"/>
                    <a:pt x="194767" y="120906"/>
                    <a:pt x="194767" y="118872"/>
                  </a:cubicBezTo>
                  <a:cubicBezTo>
                    <a:pt x="194972" y="116838"/>
                    <a:pt x="194262" y="115112"/>
                    <a:pt x="192631" y="113693"/>
                  </a:cubicBezTo>
                  <a:cubicBezTo>
                    <a:pt x="191212" y="112471"/>
                    <a:pt x="189588" y="111966"/>
                    <a:pt x="187759" y="112164"/>
                  </a:cubicBezTo>
                  <a:cubicBezTo>
                    <a:pt x="185726" y="112164"/>
                    <a:pt x="184102" y="112778"/>
                    <a:pt x="182880" y="113993"/>
                  </a:cubicBezTo>
                  <a:lnTo>
                    <a:pt x="133195" y="163678"/>
                  </a:lnTo>
                  <a:close/>
                  <a:moveTo>
                    <a:pt x="103934" y="259690"/>
                  </a:moveTo>
                  <a:lnTo>
                    <a:pt x="86261" y="229514"/>
                  </a:lnTo>
                  <a:lnTo>
                    <a:pt x="51206" y="222506"/>
                  </a:lnTo>
                  <a:cubicBezTo>
                    <a:pt x="48968" y="222097"/>
                    <a:pt x="47139" y="220875"/>
                    <a:pt x="45720" y="218849"/>
                  </a:cubicBezTo>
                  <a:cubicBezTo>
                    <a:pt x="44301" y="216815"/>
                    <a:pt x="43789" y="214782"/>
                    <a:pt x="44198" y="212748"/>
                  </a:cubicBezTo>
                  <a:lnTo>
                    <a:pt x="47856" y="178308"/>
                  </a:lnTo>
                  <a:lnTo>
                    <a:pt x="25296" y="152098"/>
                  </a:lnTo>
                  <a:cubicBezTo>
                    <a:pt x="23877" y="150671"/>
                    <a:pt x="23167" y="148740"/>
                    <a:pt x="23167" y="146304"/>
                  </a:cubicBezTo>
                  <a:cubicBezTo>
                    <a:pt x="23167" y="143868"/>
                    <a:pt x="23877" y="141937"/>
                    <a:pt x="25296" y="140510"/>
                  </a:cubicBezTo>
                  <a:lnTo>
                    <a:pt x="47856" y="114607"/>
                  </a:lnTo>
                  <a:lnTo>
                    <a:pt x="44198" y="80160"/>
                  </a:lnTo>
                  <a:cubicBezTo>
                    <a:pt x="43789" y="77929"/>
                    <a:pt x="44301" y="75895"/>
                    <a:pt x="45720" y="74066"/>
                  </a:cubicBezTo>
                  <a:cubicBezTo>
                    <a:pt x="47139" y="72033"/>
                    <a:pt x="48968" y="70818"/>
                    <a:pt x="51206" y="70409"/>
                  </a:cubicBezTo>
                  <a:lnTo>
                    <a:pt x="86261" y="63401"/>
                  </a:lnTo>
                  <a:lnTo>
                    <a:pt x="103934" y="32918"/>
                  </a:lnTo>
                  <a:cubicBezTo>
                    <a:pt x="104951" y="31090"/>
                    <a:pt x="106575" y="29766"/>
                    <a:pt x="108814" y="28954"/>
                  </a:cubicBezTo>
                  <a:cubicBezTo>
                    <a:pt x="110847" y="28142"/>
                    <a:pt x="112976" y="28244"/>
                    <a:pt x="115214" y="29261"/>
                  </a:cubicBezTo>
                  <a:lnTo>
                    <a:pt x="146304" y="43284"/>
                  </a:lnTo>
                  <a:lnTo>
                    <a:pt x="177394" y="29261"/>
                  </a:lnTo>
                  <a:cubicBezTo>
                    <a:pt x="179632" y="28244"/>
                    <a:pt x="181761" y="28142"/>
                    <a:pt x="183794" y="28954"/>
                  </a:cubicBezTo>
                  <a:cubicBezTo>
                    <a:pt x="186033" y="29568"/>
                    <a:pt x="187657" y="30885"/>
                    <a:pt x="188674" y="32918"/>
                  </a:cubicBezTo>
                  <a:lnTo>
                    <a:pt x="206654" y="63401"/>
                  </a:lnTo>
                  <a:lnTo>
                    <a:pt x="241402" y="70409"/>
                  </a:lnTo>
                  <a:cubicBezTo>
                    <a:pt x="243640" y="70818"/>
                    <a:pt x="245469" y="72033"/>
                    <a:pt x="246888" y="74066"/>
                  </a:cubicBezTo>
                  <a:cubicBezTo>
                    <a:pt x="248307" y="75895"/>
                    <a:pt x="248819" y="77929"/>
                    <a:pt x="248410" y="80160"/>
                  </a:cubicBezTo>
                  <a:lnTo>
                    <a:pt x="244752" y="114607"/>
                  </a:lnTo>
                  <a:lnTo>
                    <a:pt x="267312" y="140510"/>
                  </a:lnTo>
                  <a:cubicBezTo>
                    <a:pt x="268731" y="141937"/>
                    <a:pt x="269441" y="143868"/>
                    <a:pt x="269441" y="146304"/>
                  </a:cubicBezTo>
                  <a:cubicBezTo>
                    <a:pt x="269441" y="148740"/>
                    <a:pt x="268731" y="150671"/>
                    <a:pt x="267312" y="152098"/>
                  </a:cubicBezTo>
                  <a:lnTo>
                    <a:pt x="244752" y="178308"/>
                  </a:lnTo>
                  <a:lnTo>
                    <a:pt x="248410" y="212748"/>
                  </a:lnTo>
                  <a:cubicBezTo>
                    <a:pt x="248819" y="214782"/>
                    <a:pt x="248307" y="216815"/>
                    <a:pt x="246888" y="218849"/>
                  </a:cubicBezTo>
                  <a:cubicBezTo>
                    <a:pt x="245469" y="220875"/>
                    <a:pt x="243640" y="222097"/>
                    <a:pt x="241402" y="222506"/>
                  </a:cubicBezTo>
                  <a:lnTo>
                    <a:pt x="206654" y="229514"/>
                  </a:lnTo>
                  <a:lnTo>
                    <a:pt x="188674" y="259690"/>
                  </a:lnTo>
                  <a:cubicBezTo>
                    <a:pt x="187657" y="261723"/>
                    <a:pt x="186033" y="263142"/>
                    <a:pt x="183794" y="263954"/>
                  </a:cubicBezTo>
                  <a:cubicBezTo>
                    <a:pt x="181761" y="264569"/>
                    <a:pt x="179632" y="264364"/>
                    <a:pt x="177394" y="263347"/>
                  </a:cubicBezTo>
                  <a:lnTo>
                    <a:pt x="146304" y="249324"/>
                  </a:lnTo>
                  <a:lnTo>
                    <a:pt x="115214" y="263347"/>
                  </a:lnTo>
                  <a:cubicBezTo>
                    <a:pt x="112976" y="264364"/>
                    <a:pt x="110847" y="264466"/>
                    <a:pt x="108814" y="263654"/>
                  </a:cubicBezTo>
                  <a:cubicBezTo>
                    <a:pt x="106575" y="262842"/>
                    <a:pt x="104951" y="261518"/>
                    <a:pt x="103934" y="259690"/>
                  </a:cubicBezTo>
                  <a:close/>
                  <a:moveTo>
                    <a:pt x="114300" y="248410"/>
                  </a:moveTo>
                  <a:lnTo>
                    <a:pt x="146304" y="235001"/>
                  </a:lnTo>
                  <a:lnTo>
                    <a:pt x="179222" y="248410"/>
                  </a:lnTo>
                  <a:lnTo>
                    <a:pt x="198732" y="218234"/>
                  </a:lnTo>
                  <a:lnTo>
                    <a:pt x="233779" y="209705"/>
                  </a:lnTo>
                  <a:lnTo>
                    <a:pt x="230429" y="173736"/>
                  </a:lnTo>
                  <a:lnTo>
                    <a:pt x="254510" y="146304"/>
                  </a:lnTo>
                  <a:lnTo>
                    <a:pt x="230429" y="118565"/>
                  </a:lnTo>
                  <a:lnTo>
                    <a:pt x="233779" y="82603"/>
                  </a:lnTo>
                  <a:lnTo>
                    <a:pt x="198732" y="74374"/>
                  </a:lnTo>
                  <a:lnTo>
                    <a:pt x="178615" y="44198"/>
                  </a:lnTo>
                  <a:lnTo>
                    <a:pt x="146304" y="57607"/>
                  </a:lnTo>
                  <a:lnTo>
                    <a:pt x="113386" y="44198"/>
                  </a:lnTo>
                  <a:lnTo>
                    <a:pt x="93876" y="74374"/>
                  </a:lnTo>
                  <a:lnTo>
                    <a:pt x="58829" y="82603"/>
                  </a:lnTo>
                  <a:lnTo>
                    <a:pt x="62179" y="118565"/>
                  </a:lnTo>
                  <a:lnTo>
                    <a:pt x="38098" y="146304"/>
                  </a:lnTo>
                  <a:lnTo>
                    <a:pt x="62179" y="173736"/>
                  </a:lnTo>
                  <a:lnTo>
                    <a:pt x="58829" y="210005"/>
                  </a:lnTo>
                  <a:lnTo>
                    <a:pt x="93876" y="218234"/>
                  </a:lnTo>
                  <a:lnTo>
                    <a:pt x="114300" y="248410"/>
                  </a:lnTo>
                  <a:close/>
                  <a:moveTo>
                    <a:pt x="146304" y="146304"/>
                  </a:move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176979"/>
            <a:ext cx="2518623" cy="497434"/>
            <a:chOff x="7015277" y="4176979"/>
            <a:chExt cx="2518623" cy="497434"/>
          </a:xfrm>
        </p:grpSpPr>
        <p:sp>
          <p:nvSpPr>
            <p:cNvPr id="257" name="圖示底圓"/>
            <p:cNvSpPr/>
            <p:nvPr/>
          </p:nvSpPr>
          <p:spPr>
            <a:xfrm>
              <a:off x="7234733" y="4176979"/>
              <a:ext cx="321869" cy="321869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8" name="圖示 晶圓"/>
            <p:cNvSpPr/>
            <p:nvPr/>
          </p:nvSpPr>
          <p:spPr>
            <a:xfrm>
              <a:off x="7234733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0379" y="238263"/>
                  </a:moveTo>
                  <a:cubicBezTo>
                    <a:pt x="93247" y="223589"/>
                    <a:pt x="71784" y="184599"/>
                    <a:pt x="79253" y="145382"/>
                  </a:cubicBezTo>
                  <a:cubicBezTo>
                    <a:pt x="86722" y="106158"/>
                    <a:pt x="121008" y="77783"/>
                    <a:pt x="160934" y="77783"/>
                  </a:cubicBezTo>
                  <a:cubicBezTo>
                    <a:pt x="200861" y="77783"/>
                    <a:pt x="235147" y="106158"/>
                    <a:pt x="242616" y="145382"/>
                  </a:cubicBezTo>
                  <a:cubicBezTo>
                    <a:pt x="250085" y="184599"/>
                    <a:pt x="228622" y="223589"/>
                    <a:pt x="191490" y="238263"/>
                  </a:cubicBezTo>
                  <a:close/>
                  <a:moveTo>
                    <a:pt x="189017" y="225791"/>
                  </a:moveTo>
                  <a:cubicBezTo>
                    <a:pt x="219763" y="212477"/>
                    <a:pt x="236939" y="179405"/>
                    <a:pt x="230144" y="146589"/>
                  </a:cubicBezTo>
                  <a:cubicBezTo>
                    <a:pt x="223340" y="113781"/>
                    <a:pt x="194438" y="90255"/>
                    <a:pt x="160934" y="90255"/>
                  </a:cubicBezTo>
                  <a:cubicBezTo>
                    <a:pt x="127431" y="90255"/>
                    <a:pt x="98528" y="113781"/>
                    <a:pt x="91725" y="146589"/>
                  </a:cubicBezTo>
                  <a:cubicBezTo>
                    <a:pt x="84929" y="179405"/>
                    <a:pt x="102106" y="212477"/>
                    <a:pt x="132851" y="225791"/>
                  </a:cubicBezTo>
                  <a:close/>
                  <a:moveTo>
                    <a:pt x="129757" y="125595"/>
                  </a:moveTo>
                  <a:lnTo>
                    <a:pt x="150540" y="125595"/>
                  </a:lnTo>
                  <a:cubicBezTo>
                    <a:pt x="152836" y="125595"/>
                    <a:pt x="154702" y="127460"/>
                    <a:pt x="154702" y="129757"/>
                  </a:cubicBezTo>
                  <a:lnTo>
                    <a:pt x="154702" y="150540"/>
                  </a:lnTo>
                  <a:cubicBezTo>
                    <a:pt x="154702" y="152836"/>
                    <a:pt x="152836" y="154702"/>
                    <a:pt x="150540" y="154702"/>
                  </a:cubicBezTo>
                  <a:lnTo>
                    <a:pt x="129757" y="154702"/>
                  </a:lnTo>
                  <a:cubicBezTo>
                    <a:pt x="127460" y="154702"/>
                    <a:pt x="125595" y="152836"/>
                    <a:pt x="125595" y="150540"/>
                  </a:cubicBezTo>
                  <a:lnTo>
                    <a:pt x="125595" y="129757"/>
                  </a:lnTo>
                  <a:cubicBezTo>
                    <a:pt x="125595" y="127460"/>
                    <a:pt x="127460" y="125595"/>
                    <a:pt x="129757" y="125595"/>
                  </a:cubicBezTo>
                  <a:close/>
                  <a:moveTo>
                    <a:pt x="171329" y="125595"/>
                  </a:moveTo>
                  <a:lnTo>
                    <a:pt x="192119" y="125595"/>
                  </a:lnTo>
                  <a:cubicBezTo>
                    <a:pt x="194409" y="125595"/>
                    <a:pt x="196274" y="127460"/>
                    <a:pt x="196274" y="129757"/>
                  </a:cubicBezTo>
                  <a:lnTo>
                    <a:pt x="196274" y="150540"/>
                  </a:lnTo>
                  <a:cubicBezTo>
                    <a:pt x="196274" y="152836"/>
                    <a:pt x="194409" y="154702"/>
                    <a:pt x="192119" y="154702"/>
                  </a:cubicBezTo>
                  <a:lnTo>
                    <a:pt x="171329" y="154702"/>
                  </a:lnTo>
                  <a:cubicBezTo>
                    <a:pt x="169032" y="154702"/>
                    <a:pt x="167174" y="152836"/>
                    <a:pt x="167174" y="150540"/>
                  </a:cubicBezTo>
                  <a:lnTo>
                    <a:pt x="167174" y="129757"/>
                  </a:lnTo>
                  <a:cubicBezTo>
                    <a:pt x="167174" y="127460"/>
                    <a:pt x="169032" y="125595"/>
                    <a:pt x="171329" y="125595"/>
                  </a:cubicBezTo>
                  <a:close/>
                  <a:moveTo>
                    <a:pt x="129757" y="167174"/>
                  </a:moveTo>
                  <a:lnTo>
                    <a:pt x="150540" y="167174"/>
                  </a:lnTo>
                  <a:cubicBezTo>
                    <a:pt x="152836" y="167174"/>
                    <a:pt x="154702" y="169032"/>
                    <a:pt x="154702" y="171329"/>
                  </a:cubicBezTo>
                  <a:lnTo>
                    <a:pt x="154702" y="192119"/>
                  </a:lnTo>
                  <a:cubicBezTo>
                    <a:pt x="154702" y="194409"/>
                    <a:pt x="152836" y="196274"/>
                    <a:pt x="150540" y="196274"/>
                  </a:cubicBezTo>
                  <a:lnTo>
                    <a:pt x="129757" y="196274"/>
                  </a:lnTo>
                  <a:cubicBezTo>
                    <a:pt x="127460" y="196274"/>
                    <a:pt x="125595" y="194409"/>
                    <a:pt x="125595" y="192119"/>
                  </a:cubicBezTo>
                  <a:lnTo>
                    <a:pt x="125595" y="171329"/>
                  </a:lnTo>
                  <a:cubicBezTo>
                    <a:pt x="125595" y="169032"/>
                    <a:pt x="127460" y="167174"/>
                    <a:pt x="129757" y="167174"/>
                  </a:cubicBezTo>
                  <a:close/>
                  <a:moveTo>
                    <a:pt x="171329" y="167174"/>
                  </a:moveTo>
                  <a:lnTo>
                    <a:pt x="192119" y="167174"/>
                  </a:lnTo>
                  <a:cubicBezTo>
                    <a:pt x="194409" y="167174"/>
                    <a:pt x="196274" y="169032"/>
                    <a:pt x="196274" y="171329"/>
                  </a:cubicBezTo>
                  <a:lnTo>
                    <a:pt x="196274" y="192119"/>
                  </a:lnTo>
                  <a:cubicBezTo>
                    <a:pt x="196274" y="194409"/>
                    <a:pt x="194409" y="196274"/>
                    <a:pt x="192119" y="196274"/>
                  </a:cubicBezTo>
                  <a:lnTo>
                    <a:pt x="171329" y="196274"/>
                  </a:lnTo>
                  <a:cubicBezTo>
                    <a:pt x="169032" y="196274"/>
                    <a:pt x="167174" y="194409"/>
                    <a:pt x="167174" y="192119"/>
                  </a:cubicBezTo>
                  <a:lnTo>
                    <a:pt x="167174" y="171329"/>
                  </a:lnTo>
                  <a:cubicBezTo>
                    <a:pt x="167174" y="169032"/>
                    <a:pt x="169032" y="167174"/>
                    <a:pt x="171329" y="167174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9" name="圖說"/>
            <p:cNvSpPr/>
            <p:nvPr/>
          </p:nvSpPr>
          <p:spPr>
            <a:xfrm>
              <a:off x="7015277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260" name="圖示底圓"/>
            <p:cNvSpPr/>
            <p:nvPr/>
          </p:nvSpPr>
          <p:spPr>
            <a:xfrm>
              <a:off x="8113654" y="4176979"/>
              <a:ext cx="321869" cy="321869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示 檢測"/>
            <p:cNvSpPr/>
            <p:nvPr/>
          </p:nvSpPr>
          <p:spPr>
            <a:xfrm>
              <a:off x="8113654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69457" y="169457"/>
                  </a:moveTo>
                  <a:cubicBezTo>
                    <a:pt x="173473" y="165441"/>
                    <a:pt x="175484" y="160517"/>
                    <a:pt x="175484" y="154702"/>
                  </a:cubicBezTo>
                  <a:cubicBezTo>
                    <a:pt x="175484" y="148879"/>
                    <a:pt x="173473" y="143956"/>
                    <a:pt x="169457" y="139940"/>
                  </a:cubicBezTo>
                  <a:cubicBezTo>
                    <a:pt x="165441" y="135924"/>
                    <a:pt x="160517" y="133912"/>
                    <a:pt x="154702" y="133912"/>
                  </a:cubicBezTo>
                  <a:cubicBezTo>
                    <a:pt x="148879" y="133912"/>
                    <a:pt x="143956" y="135924"/>
                    <a:pt x="139940" y="139940"/>
                  </a:cubicBezTo>
                  <a:cubicBezTo>
                    <a:pt x="135924" y="143956"/>
                    <a:pt x="133912" y="148879"/>
                    <a:pt x="133912" y="154702"/>
                  </a:cubicBezTo>
                  <a:cubicBezTo>
                    <a:pt x="133912" y="160517"/>
                    <a:pt x="135924" y="165441"/>
                    <a:pt x="139940" y="169457"/>
                  </a:cubicBezTo>
                  <a:cubicBezTo>
                    <a:pt x="143956" y="173473"/>
                    <a:pt x="148879" y="175484"/>
                    <a:pt x="154702" y="175484"/>
                  </a:cubicBezTo>
                  <a:cubicBezTo>
                    <a:pt x="160517" y="175484"/>
                    <a:pt x="165441" y="173473"/>
                    <a:pt x="169457" y="169457"/>
                  </a:cubicBezTo>
                  <a:close/>
                  <a:moveTo>
                    <a:pt x="154702" y="187957"/>
                  </a:moveTo>
                  <a:cubicBezTo>
                    <a:pt x="145551" y="187957"/>
                    <a:pt x="137723" y="184701"/>
                    <a:pt x="131205" y="178191"/>
                  </a:cubicBezTo>
                  <a:cubicBezTo>
                    <a:pt x="124695" y="171673"/>
                    <a:pt x="121440" y="163846"/>
                    <a:pt x="121440" y="154702"/>
                  </a:cubicBezTo>
                  <a:cubicBezTo>
                    <a:pt x="121440" y="145551"/>
                    <a:pt x="124695" y="137723"/>
                    <a:pt x="131205" y="131205"/>
                  </a:cubicBezTo>
                  <a:cubicBezTo>
                    <a:pt x="137723" y="124695"/>
                    <a:pt x="145551" y="121440"/>
                    <a:pt x="154702" y="121440"/>
                  </a:cubicBezTo>
                  <a:cubicBezTo>
                    <a:pt x="163846" y="121440"/>
                    <a:pt x="171673" y="124695"/>
                    <a:pt x="178191" y="131205"/>
                  </a:cubicBezTo>
                  <a:cubicBezTo>
                    <a:pt x="184701" y="137723"/>
                    <a:pt x="187957" y="145551"/>
                    <a:pt x="187957" y="154702"/>
                  </a:cubicBezTo>
                  <a:cubicBezTo>
                    <a:pt x="187957" y="157745"/>
                    <a:pt x="187474" y="160869"/>
                    <a:pt x="186501" y="164051"/>
                  </a:cubicBezTo>
                  <a:cubicBezTo>
                    <a:pt x="185396" y="167101"/>
                    <a:pt x="183868" y="170152"/>
                    <a:pt x="181929" y="173202"/>
                  </a:cubicBezTo>
                  <a:lnTo>
                    <a:pt x="199390" y="190663"/>
                  </a:lnTo>
                  <a:cubicBezTo>
                    <a:pt x="200641" y="191907"/>
                    <a:pt x="201263" y="193363"/>
                    <a:pt x="201263" y="195023"/>
                  </a:cubicBezTo>
                  <a:cubicBezTo>
                    <a:pt x="201124" y="196691"/>
                    <a:pt x="200429" y="198147"/>
                    <a:pt x="199186" y="199390"/>
                  </a:cubicBezTo>
                  <a:cubicBezTo>
                    <a:pt x="197935" y="200641"/>
                    <a:pt x="196479" y="201263"/>
                    <a:pt x="194818" y="201263"/>
                  </a:cubicBezTo>
                  <a:cubicBezTo>
                    <a:pt x="193158" y="201263"/>
                    <a:pt x="191702" y="200641"/>
                    <a:pt x="190451" y="199390"/>
                  </a:cubicBezTo>
                  <a:lnTo>
                    <a:pt x="173202" y="182141"/>
                  </a:lnTo>
                  <a:cubicBezTo>
                    <a:pt x="170152" y="184080"/>
                    <a:pt x="167101" y="185535"/>
                    <a:pt x="164051" y="186501"/>
                  </a:cubicBezTo>
                  <a:cubicBezTo>
                    <a:pt x="160869" y="187474"/>
                    <a:pt x="157745" y="187957"/>
                    <a:pt x="154702" y="187957"/>
                  </a:cubicBezTo>
                  <a:close/>
                  <a:moveTo>
                    <a:pt x="98572" y="235769"/>
                  </a:moveTo>
                  <a:cubicBezTo>
                    <a:pt x="95244" y="235769"/>
                    <a:pt x="92340" y="234525"/>
                    <a:pt x="89845" y="232031"/>
                  </a:cubicBezTo>
                  <a:cubicBezTo>
                    <a:pt x="87351" y="229536"/>
                    <a:pt x="86100" y="226625"/>
                    <a:pt x="86100" y="223296"/>
                  </a:cubicBezTo>
                  <a:lnTo>
                    <a:pt x="86100" y="193780"/>
                  </a:lnTo>
                  <a:cubicBezTo>
                    <a:pt x="86100" y="191980"/>
                    <a:pt x="86722" y="190524"/>
                    <a:pt x="87973" y="189412"/>
                  </a:cubicBezTo>
                  <a:cubicBezTo>
                    <a:pt x="89077" y="188169"/>
                    <a:pt x="90533" y="187540"/>
                    <a:pt x="92340" y="187540"/>
                  </a:cubicBezTo>
                  <a:cubicBezTo>
                    <a:pt x="94139" y="187540"/>
                    <a:pt x="95661" y="188169"/>
                    <a:pt x="96912" y="189412"/>
                  </a:cubicBezTo>
                  <a:cubicBezTo>
                    <a:pt x="98016" y="190524"/>
                    <a:pt x="98572" y="191980"/>
                    <a:pt x="98572" y="193780"/>
                  </a:cubicBezTo>
                  <a:lnTo>
                    <a:pt x="98572" y="223296"/>
                  </a:lnTo>
                  <a:lnTo>
                    <a:pt x="128089" y="223296"/>
                  </a:lnTo>
                  <a:cubicBezTo>
                    <a:pt x="129889" y="223296"/>
                    <a:pt x="131344" y="223918"/>
                    <a:pt x="132456" y="225169"/>
                  </a:cubicBezTo>
                  <a:cubicBezTo>
                    <a:pt x="133700" y="226274"/>
                    <a:pt x="134329" y="227729"/>
                    <a:pt x="134329" y="229536"/>
                  </a:cubicBezTo>
                  <a:cubicBezTo>
                    <a:pt x="134329" y="231336"/>
                    <a:pt x="133700" y="232857"/>
                    <a:pt x="132456" y="234108"/>
                  </a:cubicBezTo>
                  <a:cubicBezTo>
                    <a:pt x="131344" y="235213"/>
                    <a:pt x="129889" y="235769"/>
                    <a:pt x="128089" y="235769"/>
                  </a:cubicBezTo>
                  <a:lnTo>
                    <a:pt x="98572" y="235769"/>
                  </a:lnTo>
                  <a:close/>
                  <a:moveTo>
                    <a:pt x="223296" y="235769"/>
                  </a:moveTo>
                  <a:lnTo>
                    <a:pt x="193780" y="235769"/>
                  </a:lnTo>
                  <a:cubicBezTo>
                    <a:pt x="191980" y="235769"/>
                    <a:pt x="190524" y="235147"/>
                    <a:pt x="189412" y="233896"/>
                  </a:cubicBezTo>
                  <a:cubicBezTo>
                    <a:pt x="188169" y="232792"/>
                    <a:pt x="187540" y="231336"/>
                    <a:pt x="187540" y="229536"/>
                  </a:cubicBezTo>
                  <a:cubicBezTo>
                    <a:pt x="187540" y="227729"/>
                    <a:pt x="188169" y="226274"/>
                    <a:pt x="189412" y="225169"/>
                  </a:cubicBezTo>
                  <a:cubicBezTo>
                    <a:pt x="190524" y="223918"/>
                    <a:pt x="191980" y="223296"/>
                    <a:pt x="193780" y="223296"/>
                  </a:cubicBezTo>
                  <a:lnTo>
                    <a:pt x="223296" y="223296"/>
                  </a:lnTo>
                  <a:lnTo>
                    <a:pt x="223296" y="193780"/>
                  </a:lnTo>
                  <a:cubicBezTo>
                    <a:pt x="223296" y="191980"/>
                    <a:pt x="223918" y="190524"/>
                    <a:pt x="225169" y="189412"/>
                  </a:cubicBezTo>
                  <a:cubicBezTo>
                    <a:pt x="226274" y="188169"/>
                    <a:pt x="227729" y="187540"/>
                    <a:pt x="229536" y="187540"/>
                  </a:cubicBezTo>
                  <a:cubicBezTo>
                    <a:pt x="231336" y="187540"/>
                    <a:pt x="232857" y="188169"/>
                    <a:pt x="234108" y="189412"/>
                  </a:cubicBezTo>
                  <a:cubicBezTo>
                    <a:pt x="235213" y="190524"/>
                    <a:pt x="235769" y="191980"/>
                    <a:pt x="235769" y="193780"/>
                  </a:cubicBezTo>
                  <a:lnTo>
                    <a:pt x="235769" y="223296"/>
                  </a:lnTo>
                  <a:cubicBezTo>
                    <a:pt x="235769" y="226625"/>
                    <a:pt x="234525" y="229536"/>
                    <a:pt x="232031" y="232031"/>
                  </a:cubicBezTo>
                  <a:cubicBezTo>
                    <a:pt x="229536" y="234525"/>
                    <a:pt x="226625" y="235769"/>
                    <a:pt x="223296" y="235769"/>
                  </a:cubicBezTo>
                  <a:close/>
                  <a:moveTo>
                    <a:pt x="86100" y="128089"/>
                  </a:moveTo>
                  <a:lnTo>
                    <a:pt x="86100" y="98572"/>
                  </a:lnTo>
                  <a:cubicBezTo>
                    <a:pt x="86100" y="95244"/>
                    <a:pt x="87351" y="92340"/>
                    <a:pt x="89845" y="89845"/>
                  </a:cubicBezTo>
                  <a:cubicBezTo>
                    <a:pt x="92340" y="87351"/>
                    <a:pt x="95244" y="86100"/>
                    <a:pt x="98572" y="86100"/>
                  </a:cubicBezTo>
                  <a:lnTo>
                    <a:pt x="128089" y="86100"/>
                  </a:lnTo>
                  <a:cubicBezTo>
                    <a:pt x="129889" y="86100"/>
                    <a:pt x="131344" y="86722"/>
                    <a:pt x="132456" y="87973"/>
                  </a:cubicBezTo>
                  <a:cubicBezTo>
                    <a:pt x="133700" y="89077"/>
                    <a:pt x="134329" y="90533"/>
                    <a:pt x="134329" y="92340"/>
                  </a:cubicBezTo>
                  <a:cubicBezTo>
                    <a:pt x="134329" y="94139"/>
                    <a:pt x="133700" y="95661"/>
                    <a:pt x="132456" y="96912"/>
                  </a:cubicBezTo>
                  <a:cubicBezTo>
                    <a:pt x="131344" y="98016"/>
                    <a:pt x="129889" y="98572"/>
                    <a:pt x="128089" y="98572"/>
                  </a:cubicBezTo>
                  <a:lnTo>
                    <a:pt x="98572" y="98572"/>
                  </a:lnTo>
                  <a:lnTo>
                    <a:pt x="98572" y="128089"/>
                  </a:lnTo>
                  <a:cubicBezTo>
                    <a:pt x="98572" y="129889"/>
                    <a:pt x="97951" y="131344"/>
                    <a:pt x="96700" y="132456"/>
                  </a:cubicBezTo>
                  <a:cubicBezTo>
                    <a:pt x="95595" y="133700"/>
                    <a:pt x="94139" y="134329"/>
                    <a:pt x="92340" y="134329"/>
                  </a:cubicBezTo>
                  <a:cubicBezTo>
                    <a:pt x="90533" y="134329"/>
                    <a:pt x="89077" y="133700"/>
                    <a:pt x="87973" y="132456"/>
                  </a:cubicBezTo>
                  <a:cubicBezTo>
                    <a:pt x="86722" y="131344"/>
                    <a:pt x="86100" y="129889"/>
                    <a:pt x="86100" y="128089"/>
                  </a:cubicBezTo>
                  <a:close/>
                  <a:moveTo>
                    <a:pt x="223296" y="128089"/>
                  </a:moveTo>
                  <a:lnTo>
                    <a:pt x="223296" y="98572"/>
                  </a:lnTo>
                  <a:lnTo>
                    <a:pt x="193780" y="98572"/>
                  </a:lnTo>
                  <a:cubicBezTo>
                    <a:pt x="191980" y="98572"/>
                    <a:pt x="190524" y="97951"/>
                    <a:pt x="189412" y="96700"/>
                  </a:cubicBezTo>
                  <a:cubicBezTo>
                    <a:pt x="188169" y="95595"/>
                    <a:pt x="187540" y="94139"/>
                    <a:pt x="187540" y="92340"/>
                  </a:cubicBezTo>
                  <a:cubicBezTo>
                    <a:pt x="187540" y="90533"/>
                    <a:pt x="188169" y="89077"/>
                    <a:pt x="189412" y="87973"/>
                  </a:cubicBezTo>
                  <a:cubicBezTo>
                    <a:pt x="190524" y="86722"/>
                    <a:pt x="191980" y="86100"/>
                    <a:pt x="193780" y="86100"/>
                  </a:cubicBezTo>
                  <a:lnTo>
                    <a:pt x="223296" y="86100"/>
                  </a:lnTo>
                  <a:cubicBezTo>
                    <a:pt x="226625" y="86100"/>
                    <a:pt x="229536" y="87351"/>
                    <a:pt x="232031" y="89845"/>
                  </a:cubicBezTo>
                  <a:cubicBezTo>
                    <a:pt x="234525" y="92340"/>
                    <a:pt x="235769" y="95244"/>
                    <a:pt x="235769" y="98572"/>
                  </a:cubicBezTo>
                  <a:lnTo>
                    <a:pt x="235769" y="128089"/>
                  </a:lnTo>
                  <a:cubicBezTo>
                    <a:pt x="235769" y="129889"/>
                    <a:pt x="235147" y="131344"/>
                    <a:pt x="233896" y="132456"/>
                  </a:cubicBezTo>
                  <a:cubicBezTo>
                    <a:pt x="232792" y="133700"/>
                    <a:pt x="231336" y="134329"/>
                    <a:pt x="229536" y="134329"/>
                  </a:cubicBezTo>
                  <a:cubicBezTo>
                    <a:pt x="227729" y="134329"/>
                    <a:pt x="226274" y="133700"/>
                    <a:pt x="225169" y="132456"/>
                  </a:cubicBezTo>
                  <a:cubicBezTo>
                    <a:pt x="223918" y="131344"/>
                    <a:pt x="223296" y="129889"/>
                    <a:pt x="223296" y="128089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2" name="圖說"/>
            <p:cNvSpPr/>
            <p:nvPr/>
          </p:nvSpPr>
          <p:spPr>
            <a:xfrm>
              <a:off x="7894198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263" name="圖示底圓"/>
            <p:cNvSpPr/>
            <p:nvPr/>
          </p:nvSpPr>
          <p:spPr>
            <a:xfrm>
              <a:off x="8992575" y="4176979"/>
              <a:ext cx="321869" cy="321869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示 維修"/>
            <p:cNvSpPr/>
            <p:nvPr/>
          </p:nvSpPr>
          <p:spPr>
            <a:xfrm>
              <a:off x="8992575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4746" y="183802"/>
                  </a:moveTo>
                  <a:cubicBezTo>
                    <a:pt x="121301" y="183802"/>
                    <a:pt x="109867" y="179091"/>
                    <a:pt x="100445" y="169669"/>
                  </a:cubicBezTo>
                  <a:cubicBezTo>
                    <a:pt x="91023" y="160378"/>
                    <a:pt x="86305" y="149018"/>
                    <a:pt x="86305" y="135573"/>
                  </a:cubicBezTo>
                  <a:cubicBezTo>
                    <a:pt x="86305" y="132800"/>
                    <a:pt x="86517" y="130240"/>
                    <a:pt x="86934" y="127884"/>
                  </a:cubicBezTo>
                  <a:cubicBezTo>
                    <a:pt x="87351" y="125390"/>
                    <a:pt x="88112" y="122822"/>
                    <a:pt x="89216" y="120189"/>
                  </a:cubicBezTo>
                  <a:cubicBezTo>
                    <a:pt x="89633" y="119084"/>
                    <a:pt x="90255" y="118250"/>
                    <a:pt x="91089" y="117694"/>
                  </a:cubicBezTo>
                  <a:cubicBezTo>
                    <a:pt x="91923" y="117146"/>
                    <a:pt x="92823" y="116729"/>
                    <a:pt x="93788" y="116451"/>
                  </a:cubicBezTo>
                  <a:cubicBezTo>
                    <a:pt x="94761" y="116173"/>
                    <a:pt x="95734" y="116173"/>
                    <a:pt x="96700" y="116451"/>
                  </a:cubicBezTo>
                  <a:cubicBezTo>
                    <a:pt x="97673" y="116729"/>
                    <a:pt x="98572" y="117285"/>
                    <a:pt x="99406" y="118111"/>
                  </a:cubicBezTo>
                  <a:lnTo>
                    <a:pt x="122895" y="141600"/>
                  </a:lnTo>
                  <a:lnTo>
                    <a:pt x="142017" y="123722"/>
                  </a:lnTo>
                  <a:lnTo>
                    <a:pt x="117489" y="99194"/>
                  </a:lnTo>
                  <a:cubicBezTo>
                    <a:pt x="116655" y="98367"/>
                    <a:pt x="116100" y="97460"/>
                    <a:pt x="115829" y="96495"/>
                  </a:cubicBezTo>
                  <a:cubicBezTo>
                    <a:pt x="115551" y="95522"/>
                    <a:pt x="115551" y="94556"/>
                    <a:pt x="115829" y="93583"/>
                  </a:cubicBezTo>
                  <a:cubicBezTo>
                    <a:pt x="116100" y="92610"/>
                    <a:pt x="116517" y="91784"/>
                    <a:pt x="117072" y="91089"/>
                  </a:cubicBezTo>
                  <a:cubicBezTo>
                    <a:pt x="117628" y="90394"/>
                    <a:pt x="118462" y="89772"/>
                    <a:pt x="119567" y="89216"/>
                  </a:cubicBezTo>
                  <a:cubicBezTo>
                    <a:pt x="122200" y="88112"/>
                    <a:pt x="124695" y="87351"/>
                    <a:pt x="127050" y="86934"/>
                  </a:cubicBezTo>
                  <a:cubicBezTo>
                    <a:pt x="129406" y="86378"/>
                    <a:pt x="131974" y="86100"/>
                    <a:pt x="134746" y="86100"/>
                  </a:cubicBezTo>
                  <a:cubicBezTo>
                    <a:pt x="148462" y="86100"/>
                    <a:pt x="160174" y="90884"/>
                    <a:pt x="169874" y="100445"/>
                  </a:cubicBezTo>
                  <a:cubicBezTo>
                    <a:pt x="179435" y="110145"/>
                    <a:pt x="184219" y="121857"/>
                    <a:pt x="184219" y="135573"/>
                  </a:cubicBezTo>
                  <a:cubicBezTo>
                    <a:pt x="184219" y="138901"/>
                    <a:pt x="183868" y="142156"/>
                    <a:pt x="183180" y="145346"/>
                  </a:cubicBezTo>
                  <a:cubicBezTo>
                    <a:pt x="182485" y="148528"/>
                    <a:pt x="181585" y="151717"/>
                    <a:pt x="180473" y="154907"/>
                  </a:cubicBezTo>
                  <a:lnTo>
                    <a:pt x="226413" y="200846"/>
                  </a:lnTo>
                  <a:cubicBezTo>
                    <a:pt x="230158" y="204453"/>
                    <a:pt x="232031" y="208886"/>
                    <a:pt x="232031" y="214152"/>
                  </a:cubicBezTo>
                  <a:cubicBezTo>
                    <a:pt x="231892" y="219280"/>
                    <a:pt x="229880" y="223640"/>
                    <a:pt x="225996" y="227247"/>
                  </a:cubicBezTo>
                  <a:cubicBezTo>
                    <a:pt x="222397" y="230575"/>
                    <a:pt x="218169" y="232236"/>
                    <a:pt x="213319" y="232236"/>
                  </a:cubicBezTo>
                  <a:cubicBezTo>
                    <a:pt x="208330" y="232097"/>
                    <a:pt x="204036" y="230224"/>
                    <a:pt x="200429" y="226625"/>
                  </a:cubicBezTo>
                  <a:lnTo>
                    <a:pt x="154073" y="180056"/>
                  </a:lnTo>
                  <a:cubicBezTo>
                    <a:pt x="150891" y="181168"/>
                    <a:pt x="147701" y="182068"/>
                    <a:pt x="144512" y="182763"/>
                  </a:cubicBezTo>
                  <a:cubicBezTo>
                    <a:pt x="141322" y="183451"/>
                    <a:pt x="138067" y="183802"/>
                    <a:pt x="134746" y="183802"/>
                  </a:cubicBezTo>
                  <a:close/>
                  <a:moveTo>
                    <a:pt x="134746" y="171329"/>
                  </a:moveTo>
                  <a:cubicBezTo>
                    <a:pt x="138206" y="171329"/>
                    <a:pt x="141878" y="170773"/>
                    <a:pt x="145763" y="169669"/>
                  </a:cubicBezTo>
                  <a:cubicBezTo>
                    <a:pt x="149640" y="168557"/>
                    <a:pt x="153034" y="166896"/>
                    <a:pt x="155945" y="164672"/>
                  </a:cubicBezTo>
                  <a:lnTo>
                    <a:pt x="209368" y="218103"/>
                  </a:lnTo>
                  <a:cubicBezTo>
                    <a:pt x="210480" y="219207"/>
                    <a:pt x="211863" y="219763"/>
                    <a:pt x="213523" y="219763"/>
                  </a:cubicBezTo>
                  <a:cubicBezTo>
                    <a:pt x="215191" y="219763"/>
                    <a:pt x="216574" y="219207"/>
                    <a:pt x="217686" y="218103"/>
                  </a:cubicBezTo>
                  <a:cubicBezTo>
                    <a:pt x="218790" y="216991"/>
                    <a:pt x="219346" y="215608"/>
                    <a:pt x="219346" y="213940"/>
                  </a:cubicBezTo>
                  <a:cubicBezTo>
                    <a:pt x="219346" y="212280"/>
                    <a:pt x="218790" y="210890"/>
                    <a:pt x="217686" y="209785"/>
                  </a:cubicBezTo>
                  <a:lnTo>
                    <a:pt x="165089" y="157196"/>
                  </a:lnTo>
                  <a:cubicBezTo>
                    <a:pt x="167306" y="154285"/>
                    <a:pt x="168974" y="150891"/>
                    <a:pt x="170078" y="147006"/>
                  </a:cubicBezTo>
                  <a:cubicBezTo>
                    <a:pt x="171190" y="142990"/>
                    <a:pt x="171746" y="139179"/>
                    <a:pt x="171746" y="135573"/>
                  </a:cubicBezTo>
                  <a:cubicBezTo>
                    <a:pt x="171746" y="125178"/>
                    <a:pt x="167935" y="116378"/>
                    <a:pt x="160313" y="109172"/>
                  </a:cubicBezTo>
                  <a:cubicBezTo>
                    <a:pt x="152551" y="101967"/>
                    <a:pt x="143751" y="98294"/>
                    <a:pt x="133912" y="98155"/>
                  </a:cubicBezTo>
                  <a:lnTo>
                    <a:pt x="155112" y="119779"/>
                  </a:lnTo>
                  <a:cubicBezTo>
                    <a:pt x="156362" y="121023"/>
                    <a:pt x="156984" y="122544"/>
                    <a:pt x="156984" y="124351"/>
                  </a:cubicBezTo>
                  <a:cubicBezTo>
                    <a:pt x="156845" y="126012"/>
                    <a:pt x="156150" y="127467"/>
                    <a:pt x="154907" y="128711"/>
                  </a:cubicBezTo>
                  <a:lnTo>
                    <a:pt x="127263" y="154702"/>
                  </a:lnTo>
                  <a:cubicBezTo>
                    <a:pt x="126012" y="155806"/>
                    <a:pt x="124490" y="156362"/>
                    <a:pt x="122683" y="156362"/>
                  </a:cubicBezTo>
                  <a:cubicBezTo>
                    <a:pt x="121023" y="156362"/>
                    <a:pt x="119640" y="155806"/>
                    <a:pt x="118528" y="154702"/>
                  </a:cubicBezTo>
                  <a:lnTo>
                    <a:pt x="98155" y="134534"/>
                  </a:lnTo>
                  <a:cubicBezTo>
                    <a:pt x="98572" y="145207"/>
                    <a:pt x="102384" y="154007"/>
                    <a:pt x="109589" y="160934"/>
                  </a:cubicBezTo>
                  <a:cubicBezTo>
                    <a:pt x="116655" y="167862"/>
                    <a:pt x="125039" y="171329"/>
                    <a:pt x="134746" y="171329"/>
                  </a:cubicBezTo>
                  <a:close/>
                  <a:moveTo>
                    <a:pt x="159062" y="159274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5" name="圖說"/>
            <p:cNvSpPr/>
            <p:nvPr/>
          </p:nvSpPr>
          <p:spPr>
            <a:xfrm>
              <a:off x="8773119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266" name="連接線"/>
            <p:cNvCxnSpPr>
              <a:stCxn id="257" idx="6"/>
              <a:endCxn id="260" idx="2"/>
            </p:cNvCxnSpPr>
            <p:nvPr/>
          </p:nvCxnSpPr>
          <p:spPr>
            <a:xfrm>
              <a:off x="7556602" y="4337914"/>
              <a:ext cx="557052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267" name="連接線"/>
            <p:cNvCxnSpPr>
              <a:stCxn id="260" idx="6"/>
              <a:endCxn id="263" idx="2"/>
            </p:cNvCxnSpPr>
            <p:nvPr/>
          </p:nvCxnSpPr>
          <p:spPr>
            <a:xfrm>
              <a:off x="8435523" y="4337914"/>
              <a:ext cx="557052" cy="0"/>
            </a:xfrm>
            <a:prstGeom prst="straightConnector1">
              <a:avLst/>
            </a:prstGeom>
            <a:ln w="7620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268" name="Text 26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269" name="Text 26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風格規範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色彩、字級與元件語言一覽：全部 0.75pt 髮絲線、無填色無陰影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26464"/>
            <a:ext cx="40233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865376"/>
            <a:ext cx="395021" cy="395021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#4F5BD5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943661" y="1865376"/>
            <a:ext cx="395021" cy="395021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#2B2B2B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448410" y="1865376"/>
            <a:ext cx="395021" cy="395021"/>
          </a:xfrm>
          <a:prstGeom prst="rect">
            <a:avLst/>
          </a:prstGeom>
          <a:solidFill>
            <a:srgbClr val="EEF0FB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#EEF0FB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953158" y="1865376"/>
            <a:ext cx="395021" cy="395021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457907" y="1865376"/>
            <a:ext cx="395021" cy="395021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962656" y="1865376"/>
            <a:ext cx="395021" cy="39502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467405" y="1865376"/>
            <a:ext cx="395021" cy="395021"/>
          </a:xfrm>
          <a:prstGeom prst="rect">
            <a:avLst/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38912" y="2838298"/>
            <a:ext cx="40233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29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40pt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1426464"/>
            <a:ext cx="43766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36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0.75pt</a:t>
            </a:r>
            <a:endParaRPr lang="en-US" sz="800" dirty="0"/>
          </a:p>
        </p:txBody>
      </p:sp>
      <p:sp>
        <p:nvSpPr>
          <p:cNvPr id="39" name="卡片"/>
          <p:cNvSpPr/>
          <p:nvPr/>
        </p:nvSpPr>
        <p:spPr>
          <a:xfrm>
            <a:off x="5669280" y="1894637"/>
            <a:ext cx="1060704" cy="38039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卡片"/>
          <p:cNvSpPr/>
          <p:nvPr/>
        </p:nvSpPr>
        <p:spPr>
          <a:xfrm>
            <a:off x="6876288" y="1894637"/>
            <a:ext cx="950976" cy="38039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線條"/>
          <p:cNvSpPr/>
          <p:nvPr/>
        </p:nvSpPr>
        <p:spPr>
          <a:xfrm>
            <a:off x="6876288" y="2026310"/>
            <a:ext cx="950976" cy="0"/>
          </a:xfrm>
          <a:prstGeom prst="line">
            <a:avLst/>
          </a:prstGeom>
          <a:noFill/>
          <a:ln w="15240">
            <a:solidFill>
              <a:srgbClr val="4F5BD5"/>
            </a:solidFill>
            <a:prstDash val="solid"/>
          </a:ln>
        </p:spPr>
      </p:sp>
      <p:sp>
        <p:nvSpPr>
          <p:cNvPr id="42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空心線框</a:t>
            </a:r>
            <a:endParaRPr lang="en-US" sz="800" dirty="0"/>
          </a:p>
        </p:txBody>
      </p:sp>
      <p:sp>
        <p:nvSpPr>
          <p:cNvPr id="45" name="標籤"/>
          <p:cNvSpPr/>
          <p:nvPr/>
        </p:nvSpPr>
        <p:spPr>
          <a:xfrm>
            <a:off x="5669280" y="2487168"/>
            <a:ext cx="440473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46" name="標籤"/>
          <p:cNvSpPr/>
          <p:nvPr/>
        </p:nvSpPr>
        <p:spPr>
          <a:xfrm>
            <a:off x="6197535" y="2487168"/>
            <a:ext cx="440473" cy="234086"/>
          </a:xfrm>
          <a:prstGeom prst="rect">
            <a:avLst/>
          </a:prstGeom>
          <a:noFill/>
          <a:ln w="7620">
            <a:solidFill>
              <a:srgbClr val="3A3A3A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47" name="標籤"/>
          <p:cNvSpPr/>
          <p:nvPr/>
        </p:nvSpPr>
        <p:spPr>
          <a:xfrm>
            <a:off x="6725790" y="2487168"/>
            <a:ext cx="440473" cy="23408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48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空心細圓</a:t>
            </a:r>
            <a:endParaRPr lang="en-US" sz="800" dirty="0"/>
          </a:p>
        </p:txBody>
      </p:sp>
      <p:sp>
        <p:nvSpPr>
          <p:cNvPr id="51" name="編號"/>
          <p:cNvSpPr/>
          <p:nvPr/>
        </p:nvSpPr>
        <p:spPr>
          <a:xfrm>
            <a:off x="5698541" y="2977286"/>
            <a:ext cx="292608" cy="29260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950" dirty="0"/>
          </a:p>
        </p:txBody>
      </p:sp>
      <p:sp>
        <p:nvSpPr>
          <p:cNvPr id="52" name="編號"/>
          <p:cNvSpPr/>
          <p:nvPr/>
        </p:nvSpPr>
        <p:spPr>
          <a:xfrm>
            <a:off x="6152083" y="2977286"/>
            <a:ext cx="292608" cy="29260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950" dirty="0"/>
          </a:p>
        </p:txBody>
      </p:sp>
      <p:sp>
        <p:nvSpPr>
          <p:cNvPr id="53" name="編號"/>
          <p:cNvSpPr/>
          <p:nvPr/>
        </p:nvSpPr>
        <p:spPr>
          <a:xfrm>
            <a:off x="6605626" y="2977286"/>
            <a:ext cx="292608" cy="29260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55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開放箭頭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59" name="線條"/>
          <p:cNvSpPr/>
          <p:nvPr/>
        </p:nvSpPr>
        <p:spPr>
          <a:xfrm>
            <a:off x="6137453" y="3642970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60" name="Text 58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61" name="線條"/>
          <p:cNvSpPr/>
          <p:nvPr/>
        </p:nvSpPr>
        <p:spPr>
          <a:xfrm>
            <a:off x="7015277" y="3642970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62" name="Text 60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63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0.75pt 實線＋開放箭頭</a:t>
            </a:r>
            <a:endParaRPr lang="en-US" sz="800" dirty="0"/>
          </a:p>
        </p:txBody>
      </p:sp>
      <p:sp>
        <p:nvSpPr>
          <p:cNvPr id="66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67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空心線框 V 形</a:t>
            </a:r>
            <a:endParaRPr lang="en-US" sz="800" dirty="0"/>
          </a:p>
        </p:txBody>
      </p:sp>
      <p:sp>
        <p:nvSpPr>
          <p:cNvPr id="71" name="流程鏈"/>
          <p:cNvSpPr/>
          <p:nvPr/>
        </p:nvSpPr>
        <p:spPr>
          <a:xfrm>
            <a:off x="5669280" y="4520794"/>
            <a:ext cx="779508" cy="321869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72" name="流程鏈"/>
          <p:cNvSpPr/>
          <p:nvPr/>
        </p:nvSpPr>
        <p:spPr>
          <a:xfrm>
            <a:off x="6376806" y="4520794"/>
            <a:ext cx="779508" cy="321869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73" name="流程鏈"/>
          <p:cNvSpPr/>
          <p:nvPr/>
        </p:nvSpPr>
        <p:spPr>
          <a:xfrm>
            <a:off x="7084332" y="4520794"/>
            <a:ext cx="779508" cy="321869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卡片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100" dirty="0"/>
          </a:p>
        </p:txBody>
      </p:sp>
      <p:sp>
        <p:nvSpPr>
          <p:cNvPr id="5" name="卡片"/>
          <p:cNvSpPr/>
          <p:nvPr/>
        </p:nvSpPr>
        <p:spPr>
          <a:xfrm>
            <a:off x="438912" y="1499616"/>
            <a:ext cx="2728570" cy="171907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629107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9" name="卡片"/>
          <p:cNvSpPr/>
          <p:nvPr/>
        </p:nvSpPr>
        <p:spPr>
          <a:xfrm>
            <a:off x="3512393" y="1499616"/>
            <a:ext cx="2728570" cy="171907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1" name="線條"/>
          <p:cNvSpPr/>
          <p:nvPr/>
        </p:nvSpPr>
        <p:spPr>
          <a:xfrm>
            <a:off x="3702588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3" name="標籤"/>
          <p:cNvSpPr/>
          <p:nvPr/>
        </p:nvSpPr>
        <p:spPr>
          <a:xfrm>
            <a:off x="5483433" y="1397203"/>
            <a:ext cx="596595" cy="20482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4" name="卡片"/>
          <p:cNvSpPr/>
          <p:nvPr/>
        </p:nvSpPr>
        <p:spPr>
          <a:xfrm>
            <a:off x="6585875" y="1499616"/>
            <a:ext cx="2728570" cy="171907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線條"/>
          <p:cNvSpPr/>
          <p:nvPr/>
        </p:nvSpPr>
        <p:spPr>
          <a:xfrm>
            <a:off x="6585875" y="1923898"/>
            <a:ext cx="2728570" cy="0"/>
          </a:xfrm>
          <a:prstGeom prst="line">
            <a:avLst/>
          </a:prstGeom>
          <a:noFill/>
          <a:ln w="15240">
            <a:solidFill>
              <a:srgbClr val="4F5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5875" y="1499616"/>
            <a:ext cx="58522" cy="424282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3657600"/>
            <a:ext cx="512064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3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4" name="標籤"/>
          <p:cNvSpPr/>
          <p:nvPr/>
        </p:nvSpPr>
        <p:spPr>
          <a:xfrm>
            <a:off x="438912" y="4081882"/>
            <a:ext cx="599846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438912" y="4389120"/>
            <a:ext cx="599846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438912" y="4696358"/>
            <a:ext cx="599846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3657600"/>
            <a:ext cx="34622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1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標籤與編號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26464"/>
            <a:ext cx="887553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標籤"/>
          <p:cNvSpPr/>
          <p:nvPr/>
        </p:nvSpPr>
        <p:spPr>
          <a:xfrm>
            <a:off x="438912" y="1865376"/>
            <a:ext cx="761821" cy="27797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8" name="標籤"/>
          <p:cNvSpPr/>
          <p:nvPr/>
        </p:nvSpPr>
        <p:spPr>
          <a:xfrm>
            <a:off x="1420189" y="1865376"/>
            <a:ext cx="761821" cy="277978"/>
          </a:xfrm>
          <a:prstGeom prst="rect">
            <a:avLst/>
          </a:prstGeom>
          <a:noFill/>
          <a:ln w="7620">
            <a:solidFill>
              <a:srgbClr val="3A3A3A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9" name="標籤"/>
          <p:cNvSpPr/>
          <p:nvPr/>
        </p:nvSpPr>
        <p:spPr>
          <a:xfrm>
            <a:off x="2401466" y="1865376"/>
            <a:ext cx="761821" cy="277978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3382744" y="1865376"/>
            <a:ext cx="761821" cy="277978"/>
          </a:xfrm>
          <a:prstGeom prst="rect">
            <a:avLst/>
          </a:prstGeom>
          <a:noFill/>
          <a:ln w="7620">
            <a:solidFill>
              <a:srgbClr val="4F5BD5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2" name="標籤"/>
          <p:cNvSpPr/>
          <p:nvPr/>
        </p:nvSpPr>
        <p:spPr>
          <a:xfrm>
            <a:off x="5168693" y="1894637"/>
            <a:ext cx="393395" cy="219456"/>
          </a:xfrm>
          <a:prstGeom prst="rect">
            <a:avLst/>
          </a:prstGeom>
          <a:noFill/>
          <a:ln w="7620">
            <a:solidFill>
              <a:srgbClr val="4F5BD5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3" name="標籤"/>
          <p:cNvSpPr/>
          <p:nvPr/>
        </p:nvSpPr>
        <p:spPr>
          <a:xfrm>
            <a:off x="5671816" y="1894637"/>
            <a:ext cx="393395" cy="21945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4" name="標籤"/>
          <p:cNvSpPr/>
          <p:nvPr/>
        </p:nvSpPr>
        <p:spPr>
          <a:xfrm>
            <a:off x="6174939" y="1894637"/>
            <a:ext cx="393395" cy="21945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2450592"/>
            <a:ext cx="2772461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6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7" name="標籤"/>
          <p:cNvSpPr/>
          <p:nvPr/>
        </p:nvSpPr>
        <p:spPr>
          <a:xfrm>
            <a:off x="438912" y="2933395"/>
            <a:ext cx="2121408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18" name="標籤"/>
          <p:cNvSpPr/>
          <p:nvPr/>
        </p:nvSpPr>
        <p:spPr>
          <a:xfrm>
            <a:off x="438912" y="3386938"/>
            <a:ext cx="2121408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19" name="標籤"/>
          <p:cNvSpPr/>
          <p:nvPr/>
        </p:nvSpPr>
        <p:spPr>
          <a:xfrm>
            <a:off x="438912" y="3840480"/>
            <a:ext cx="2121408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0" name="標籤"/>
          <p:cNvSpPr/>
          <p:nvPr/>
        </p:nvSpPr>
        <p:spPr>
          <a:xfrm>
            <a:off x="438912" y="4294022"/>
            <a:ext cx="2121408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90448" y="2450592"/>
            <a:ext cx="2772461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2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3" name="編號"/>
          <p:cNvSpPr/>
          <p:nvPr/>
        </p:nvSpPr>
        <p:spPr>
          <a:xfrm>
            <a:off x="3519708" y="2940710"/>
            <a:ext cx="307238" cy="30723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編號"/>
          <p:cNvSpPr/>
          <p:nvPr/>
        </p:nvSpPr>
        <p:spPr>
          <a:xfrm>
            <a:off x="3973251" y="2940710"/>
            <a:ext cx="307238" cy="30723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編號"/>
          <p:cNvSpPr/>
          <p:nvPr/>
        </p:nvSpPr>
        <p:spPr>
          <a:xfrm>
            <a:off x="4426793" y="2940710"/>
            <a:ext cx="307238" cy="30723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編號"/>
          <p:cNvSpPr/>
          <p:nvPr/>
        </p:nvSpPr>
        <p:spPr>
          <a:xfrm>
            <a:off x="4880336" y="2940710"/>
            <a:ext cx="307238" cy="307238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編號"/>
          <p:cNvSpPr/>
          <p:nvPr/>
        </p:nvSpPr>
        <p:spPr>
          <a:xfrm>
            <a:off x="3541654" y="3613709"/>
            <a:ext cx="263347" cy="26334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0" name="編號"/>
          <p:cNvSpPr/>
          <p:nvPr/>
        </p:nvSpPr>
        <p:spPr>
          <a:xfrm>
            <a:off x="3541654" y="4067251"/>
            <a:ext cx="263347" cy="26334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3" name="編號"/>
          <p:cNvSpPr/>
          <p:nvPr/>
        </p:nvSpPr>
        <p:spPr>
          <a:xfrm>
            <a:off x="3541654" y="4520794"/>
            <a:ext cx="263347" cy="26334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41983" y="2450592"/>
            <a:ext cx="2772461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37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圓形與流程鏈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26464"/>
            <a:ext cx="409651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How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0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1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2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47488" y="1426464"/>
            <a:ext cx="426695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4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流程鏈"/>
          <p:cNvSpPr/>
          <p:nvPr/>
        </p:nvSpPr>
        <p:spPr>
          <a:xfrm>
            <a:off x="5047488" y="1916582"/>
            <a:ext cx="1519465" cy="526694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6" name="流程鏈"/>
          <p:cNvSpPr/>
          <p:nvPr/>
        </p:nvSpPr>
        <p:spPr>
          <a:xfrm>
            <a:off x="6421234" y="1916582"/>
            <a:ext cx="1519465" cy="52669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17" name="流程鏈"/>
          <p:cNvSpPr/>
          <p:nvPr/>
        </p:nvSpPr>
        <p:spPr>
          <a:xfrm>
            <a:off x="7794980" y="1916582"/>
            <a:ext cx="1519465" cy="52669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18" name="流程鏈"/>
          <p:cNvSpPr/>
          <p:nvPr/>
        </p:nvSpPr>
        <p:spPr>
          <a:xfrm>
            <a:off x="5047488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19" name="流程鏈"/>
          <p:cNvSpPr/>
          <p:nvPr/>
        </p:nvSpPr>
        <p:spPr>
          <a:xfrm>
            <a:off x="5880163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0" name="流程鏈"/>
          <p:cNvSpPr/>
          <p:nvPr/>
        </p:nvSpPr>
        <p:spPr>
          <a:xfrm>
            <a:off x="6712837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1" name="流程鏈"/>
          <p:cNvSpPr/>
          <p:nvPr/>
        </p:nvSpPr>
        <p:spPr>
          <a:xfrm>
            <a:off x="7545512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22" name="流程鏈"/>
          <p:cNvSpPr/>
          <p:nvPr/>
        </p:nvSpPr>
        <p:spPr>
          <a:xfrm>
            <a:off x="8378186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23" name="流程鏈"/>
          <p:cNvSpPr/>
          <p:nvPr/>
        </p:nvSpPr>
        <p:spPr>
          <a:xfrm>
            <a:off x="5047488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24" name="流程鏈"/>
          <p:cNvSpPr/>
          <p:nvPr/>
        </p:nvSpPr>
        <p:spPr>
          <a:xfrm>
            <a:off x="6088331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25" name="流程鏈"/>
          <p:cNvSpPr/>
          <p:nvPr/>
        </p:nvSpPr>
        <p:spPr>
          <a:xfrm>
            <a:off x="7129174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26" name="流程鏈"/>
          <p:cNvSpPr/>
          <p:nvPr/>
        </p:nvSpPr>
        <p:spPr>
          <a:xfrm>
            <a:off x="8170018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8331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29174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7001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連接線與箭頭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26464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438912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8" name="處理"/>
          <p:cNvSpPr/>
          <p:nvPr/>
        </p:nvSpPr>
        <p:spPr>
          <a:xfrm>
            <a:off x="1823862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9" name="連接線"/>
          <p:cNvCxnSpPr>
            <a:stCxn id="7" idx="3"/>
            <a:endCxn id="8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10" name="Text 8"/>
          <p:cNvSpPr/>
          <p:nvPr/>
        </p:nvSpPr>
        <p:spPr>
          <a:xfrm>
            <a:off x="2716317" y="1426464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1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2" name="處理"/>
          <p:cNvSpPr/>
          <p:nvPr/>
        </p:nvSpPr>
        <p:spPr>
          <a:xfrm>
            <a:off x="2716317" y="1975104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3" name="處理"/>
          <p:cNvSpPr/>
          <p:nvPr/>
        </p:nvSpPr>
        <p:spPr>
          <a:xfrm>
            <a:off x="4101267" y="2706624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4" name="連接線"/>
          <p:cNvCxnSpPr>
            <a:stCxn id="12" idx="3"/>
            <a:endCxn id="13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15" name="Text 13"/>
          <p:cNvSpPr/>
          <p:nvPr/>
        </p:nvSpPr>
        <p:spPr>
          <a:xfrm>
            <a:off x="4993721" y="1426464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16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7" name="處理"/>
          <p:cNvSpPr/>
          <p:nvPr/>
        </p:nvSpPr>
        <p:spPr>
          <a:xfrm>
            <a:off x="4993721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8" name="處理"/>
          <p:cNvSpPr/>
          <p:nvPr/>
        </p:nvSpPr>
        <p:spPr>
          <a:xfrm>
            <a:off x="6378672" y="224576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9" name="連接線"/>
          <p:cNvCxnSpPr>
            <a:stCxn id="17" idx="3"/>
            <a:endCxn id="18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7F7F7F"/>
            </a:solidFill>
            <a:prstDash val="sysDot"/>
            <a:tailEnd type="arrow" w="lg" len="lg"/>
          </a:ln>
        </p:spPr>
      </p:cxnSp>
      <p:sp>
        <p:nvSpPr>
          <p:cNvPr id="20" name="Text 18"/>
          <p:cNvSpPr/>
          <p:nvPr/>
        </p:nvSpPr>
        <p:spPr>
          <a:xfrm>
            <a:off x="7271126" y="1426464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2" name="處理"/>
          <p:cNvSpPr/>
          <p:nvPr/>
        </p:nvSpPr>
        <p:spPr>
          <a:xfrm>
            <a:off x="7271126" y="259689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3" name="處理"/>
          <p:cNvSpPr/>
          <p:nvPr/>
        </p:nvSpPr>
        <p:spPr>
          <a:xfrm>
            <a:off x="8656076" y="2596896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4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7620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8912" y="3145536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28" name="線條"/>
          <p:cNvSpPr/>
          <p:nvPr/>
        </p:nvSpPr>
        <p:spPr>
          <a:xfrm>
            <a:off x="872932" y="4133088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29" name="Text 27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0" name="線條"/>
          <p:cNvSpPr/>
          <p:nvPr/>
        </p:nvSpPr>
        <p:spPr>
          <a:xfrm>
            <a:off x="1667820" y="4133088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31" name="Text 29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16317" y="3145536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33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4" name="處理"/>
          <p:cNvSpPr/>
          <p:nvPr/>
        </p:nvSpPr>
        <p:spPr>
          <a:xfrm>
            <a:off x="2716317" y="3964838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35" name="處理"/>
          <p:cNvSpPr/>
          <p:nvPr/>
        </p:nvSpPr>
        <p:spPr>
          <a:xfrm>
            <a:off x="4101267" y="3964838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36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93721" y="3145536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0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1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42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43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71126" y="3145536"/>
            <a:ext cx="204331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45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6" name="處理"/>
          <p:cNvSpPr/>
          <p:nvPr/>
        </p:nvSpPr>
        <p:spPr>
          <a:xfrm>
            <a:off x="7271126" y="3964838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7" name="處理"/>
          <p:cNvSpPr/>
          <p:nvPr/>
        </p:nvSpPr>
        <p:spPr>
          <a:xfrm>
            <a:off x="8656076" y="3657600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48" name="處理"/>
          <p:cNvSpPr/>
          <p:nvPr/>
        </p:nvSpPr>
        <p:spPr>
          <a:xfrm>
            <a:off x="8656076" y="4272077"/>
            <a:ext cx="658368" cy="336499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49" name="連接線"/>
          <p:cNvCxnSpPr>
            <a:stCxn id="46" idx="3"/>
            <a:endCxn id="47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50" name="連接線"/>
          <p:cNvCxnSpPr>
            <a:stCxn id="46" idx="3"/>
            <a:endCxn id="48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51" name="Text 49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流程圖符號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100" dirty="0"/>
          </a:p>
        </p:txBody>
      </p:sp>
      <p:sp>
        <p:nvSpPr>
          <p:cNvPr id="5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7" name="處理"/>
          <p:cNvSpPr/>
          <p:nvPr/>
        </p:nvSpPr>
        <p:spPr>
          <a:xfrm>
            <a:off x="2072579" y="1748333"/>
            <a:ext cx="1170432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9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1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3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5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013862"/>
            <a:ext cx="887553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18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9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0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1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2" name="處理"/>
          <p:cNvSpPr/>
          <p:nvPr/>
        </p:nvSpPr>
        <p:spPr>
          <a:xfrm>
            <a:off x="5200961" y="3518611"/>
            <a:ext cx="1170432" cy="49743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3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4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5" name="連接線"/>
          <p:cNvCxnSpPr>
            <a:stCxn id="19" idx="3"/>
            <a:endCxn id="20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6" name="連接線"/>
          <p:cNvCxnSpPr>
            <a:stCxn id="20" idx="2"/>
            <a:endCxn id="21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7" name="連接線"/>
          <p:cNvCxnSpPr>
            <a:stCxn id="21" idx="3"/>
            <a:endCxn id="22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30" name="Text 28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1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2" name="連接線"/>
          <p:cNvCxnSpPr>
            <a:stCxn id="22" idx="2"/>
            <a:endCxn id="31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7620">
            <a:solidFill>
              <a:srgbClr val="7F7F7F"/>
            </a:solidFill>
            <a:prstDash val="sysDash"/>
            <a:headEnd type="triangle" w="lg" len="lg"/>
            <a:tailEnd type="arrow" w="lg" len="lg"/>
          </a:ln>
        </p:spPr>
      </p:cxnSp>
      <p:cxnSp>
        <p:nvCxnSpPr>
          <p:cNvPr id="33" name="連接線"/>
          <p:cNvCxnSpPr>
            <a:stCxn id="21" idx="2"/>
            <a:endCxn id="20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7620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34" name="Text 32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結構元件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1426464"/>
            <a:ext cx="416966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438912" y="3035808"/>
            <a:ext cx="599846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8" name="處理"/>
          <p:cNvSpPr/>
          <p:nvPr/>
        </p:nvSpPr>
        <p:spPr>
          <a:xfrm>
            <a:off x="1499616" y="2450592"/>
            <a:ext cx="672998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9" name="處理"/>
          <p:cNvSpPr/>
          <p:nvPr/>
        </p:nvSpPr>
        <p:spPr>
          <a:xfrm>
            <a:off x="1499616" y="3621024"/>
            <a:ext cx="672998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0" name="處理"/>
          <p:cNvSpPr/>
          <p:nvPr/>
        </p:nvSpPr>
        <p:spPr>
          <a:xfrm>
            <a:off x="2633472" y="3035808"/>
            <a:ext cx="59984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1" name="處理"/>
          <p:cNvSpPr/>
          <p:nvPr/>
        </p:nvSpPr>
        <p:spPr>
          <a:xfrm>
            <a:off x="3694176" y="2084832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3694176" y="3035808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3694176" y="3986784"/>
            <a:ext cx="9144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4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20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7760" y="1426464"/>
            <a:ext cx="21579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2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3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5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4F5BD5"/>
          </a:solidFill>
          <a:ln w="2032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6" name="標籤"/>
          <p:cNvSpPr/>
          <p:nvPr/>
        </p:nvSpPr>
        <p:spPr>
          <a:xfrm>
            <a:off x="5239309" y="2582266"/>
            <a:ext cx="413715" cy="21945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27" name="標籤"/>
          <p:cNvSpPr/>
          <p:nvPr/>
        </p:nvSpPr>
        <p:spPr>
          <a:xfrm>
            <a:off x="6380480" y="2582266"/>
            <a:ext cx="413715" cy="21945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28" name="標籤"/>
          <p:cNvSpPr/>
          <p:nvPr/>
        </p:nvSpPr>
        <p:spPr>
          <a:xfrm>
            <a:off x="5239309" y="3635654"/>
            <a:ext cx="413715" cy="21945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29" name="標籤"/>
          <p:cNvSpPr/>
          <p:nvPr/>
        </p:nvSpPr>
        <p:spPr>
          <a:xfrm>
            <a:off x="6380480" y="3635654"/>
            <a:ext cx="413715" cy="21945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88352" y="1426464"/>
            <a:ext cx="192609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38" name="寬欄條"/>
          <p:cNvSpPr/>
          <p:nvPr/>
        </p:nvSpPr>
        <p:spPr>
          <a:xfrm>
            <a:off x="8119872" y="2084832"/>
            <a:ext cx="453542" cy="2487168"/>
          </a:xfrm>
          <a:prstGeom prst="rect">
            <a:avLst/>
          </a:prstGeom>
          <a:noFill/>
          <a:ln w="7620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寬欄條"/>
          <p:cNvSpPr/>
          <p:nvPr/>
        </p:nvSpPr>
        <p:spPr>
          <a:xfrm>
            <a:off x="8741664" y="2084832"/>
            <a:ext cx="453542" cy="2487168"/>
          </a:xfrm>
          <a:prstGeom prst="rect">
            <a:avLst/>
          </a:prstGeom>
          <a:noFill/>
          <a:ln w="7620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1" name="編號"/>
          <p:cNvSpPr/>
          <p:nvPr/>
        </p:nvSpPr>
        <p:spPr>
          <a:xfrm>
            <a:off x="8178394" y="2392070"/>
            <a:ext cx="336499" cy="336499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看</a:t>
            </a:r>
            <a:endParaRPr lang="en-US" sz="1050" dirty="0"/>
          </a:p>
        </p:txBody>
      </p:sp>
      <p:sp>
        <p:nvSpPr>
          <p:cNvPr id="42" name="編號"/>
          <p:cNvSpPr/>
          <p:nvPr/>
        </p:nvSpPr>
        <p:spPr>
          <a:xfrm>
            <a:off x="8800186" y="2392070"/>
            <a:ext cx="336499" cy="336499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8178394" y="3160166"/>
            <a:ext cx="336499" cy="336499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問</a:t>
            </a:r>
            <a:endParaRPr lang="en-US" sz="1050" dirty="0"/>
          </a:p>
        </p:txBody>
      </p:sp>
      <p:sp>
        <p:nvSpPr>
          <p:cNvPr id="45" name="編號"/>
          <p:cNvSpPr/>
          <p:nvPr/>
        </p:nvSpPr>
        <p:spPr>
          <a:xfrm>
            <a:off x="8800186" y="3160166"/>
            <a:ext cx="336499" cy="336499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談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47" name="編號"/>
          <p:cNvSpPr/>
          <p:nvPr/>
        </p:nvSpPr>
        <p:spPr>
          <a:xfrm>
            <a:off x="8178394" y="3928262"/>
            <a:ext cx="336499" cy="336499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想</a:t>
            </a:r>
            <a:endParaRPr lang="en-US" sz="1050" dirty="0"/>
          </a:p>
        </p:txBody>
      </p:sp>
      <p:sp>
        <p:nvSpPr>
          <p:cNvPr id="48" name="編號"/>
          <p:cNvSpPr/>
          <p:nvPr/>
        </p:nvSpPr>
        <p:spPr>
          <a:xfrm>
            <a:off x="8800186" y="3928262"/>
            <a:ext cx="336499" cy="336499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寫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高效溝通：讓想法被看見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100" dirty="0"/>
          </a:p>
        </p:txBody>
      </p:sp>
      <p:sp>
        <p:nvSpPr>
          <p:cNvPr id="5" name="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Why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8" name="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How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1" name="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What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4" name="線條"/>
          <p:cNvSpPr/>
          <p:nvPr/>
        </p:nvSpPr>
        <p:spPr>
          <a:xfrm>
            <a:off x="3169188" y="2414016"/>
            <a:ext cx="456468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5" name="線條"/>
          <p:cNvSpPr/>
          <p:nvPr/>
        </p:nvSpPr>
        <p:spPr>
          <a:xfrm>
            <a:off x="6127699" y="2414016"/>
            <a:ext cx="456468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6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7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8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2" name="標籤"/>
          <p:cNvSpPr/>
          <p:nvPr/>
        </p:nvSpPr>
        <p:spPr>
          <a:xfrm>
            <a:off x="1076919" y="3657600"/>
            <a:ext cx="1682496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3" name="標籤"/>
          <p:cNvSpPr/>
          <p:nvPr/>
        </p:nvSpPr>
        <p:spPr>
          <a:xfrm>
            <a:off x="1076919" y="4059936"/>
            <a:ext cx="1682496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4" name="標籤"/>
          <p:cNvSpPr/>
          <p:nvPr/>
        </p:nvSpPr>
        <p:spPr>
          <a:xfrm>
            <a:off x="1076919" y="4462272"/>
            <a:ext cx="1682496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5" name="標籤"/>
          <p:cNvSpPr/>
          <p:nvPr/>
        </p:nvSpPr>
        <p:spPr>
          <a:xfrm>
            <a:off x="6993941" y="3657600"/>
            <a:ext cx="1682496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6993941" y="4059936"/>
            <a:ext cx="1682496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6993941" y="4462272"/>
            <a:ext cx="1682496" cy="307238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策略規劃框架地圖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100" dirty="0"/>
          </a:p>
        </p:txBody>
      </p:sp>
      <p:sp>
        <p:nvSpPr>
          <p:cNvPr id="5" name="卡片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1922873" y="3482035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8" name="卡片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0" name="線條"/>
          <p:cNvSpPr/>
          <p:nvPr/>
        </p:nvSpPr>
        <p:spPr>
          <a:xfrm>
            <a:off x="3765280" y="3482035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1" name="Text 9"/>
          <p:cNvSpPr/>
          <p:nvPr/>
        </p:nvSpPr>
        <p:spPr>
          <a:xfrm>
            <a:off x="4123725" y="3145536"/>
            <a:ext cx="1505907" cy="672998"/>
          </a:xfrm>
          <a:prstGeom prst="rect">
            <a:avLst/>
          </a:prstGeom>
          <a:solidFill>
            <a:srgbClr val="FFFFFF"/>
          </a:solidFill>
          <a:ln w="15240">
            <a:solidFill>
              <a:srgbClr val="4F5BD5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2" name="線條"/>
          <p:cNvSpPr/>
          <p:nvPr/>
        </p:nvSpPr>
        <p:spPr>
          <a:xfrm>
            <a:off x="5607686" y="3482035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3" name="卡片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5" name="線條"/>
          <p:cNvSpPr/>
          <p:nvPr/>
        </p:nvSpPr>
        <p:spPr>
          <a:xfrm>
            <a:off x="7450092" y="3482035"/>
            <a:ext cx="380390" cy="0"/>
          </a:xfrm>
          <a:prstGeom prst="line">
            <a:avLst/>
          </a:prstGeom>
          <a:noFill/>
          <a:ln w="7620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6" name="卡片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18" name="卡片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0" name="卡片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2" name="卡片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4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7620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7620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762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7" name="編號"/>
          <p:cNvSpPr/>
          <p:nvPr/>
        </p:nvSpPr>
        <p:spPr>
          <a:xfrm>
            <a:off x="438912" y="149230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編號"/>
          <p:cNvSpPr/>
          <p:nvPr/>
        </p:nvSpPr>
        <p:spPr>
          <a:xfrm>
            <a:off x="738835" y="149230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標籤"/>
          <p:cNvSpPr/>
          <p:nvPr/>
        </p:nvSpPr>
        <p:spPr>
          <a:xfrm>
            <a:off x="1060704" y="1499616"/>
            <a:ext cx="643673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0" name="編號"/>
          <p:cNvSpPr/>
          <p:nvPr/>
        </p:nvSpPr>
        <p:spPr>
          <a:xfrm>
            <a:off x="438912" y="185806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編號"/>
          <p:cNvSpPr/>
          <p:nvPr/>
        </p:nvSpPr>
        <p:spPr>
          <a:xfrm>
            <a:off x="738835" y="185806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標籤"/>
          <p:cNvSpPr/>
          <p:nvPr/>
        </p:nvSpPr>
        <p:spPr>
          <a:xfrm>
            <a:off x="1060704" y="1865376"/>
            <a:ext cx="643673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3" name="編號"/>
          <p:cNvSpPr/>
          <p:nvPr/>
        </p:nvSpPr>
        <p:spPr>
          <a:xfrm>
            <a:off x="7735385" y="149230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8035308" y="149230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標籤"/>
          <p:cNvSpPr/>
          <p:nvPr/>
        </p:nvSpPr>
        <p:spPr>
          <a:xfrm>
            <a:off x="8357177" y="1499616"/>
            <a:ext cx="643673" cy="23408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36" name="編號"/>
          <p:cNvSpPr/>
          <p:nvPr/>
        </p:nvSpPr>
        <p:spPr>
          <a:xfrm>
            <a:off x="7735385" y="185806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8035308" y="1858061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08</a:t>
            </a:r>
            <a:endParaRPr lang="en-US" sz="900" dirty="0"/>
          </a:p>
        </p:txBody>
      </p:sp>
      <p:sp>
        <p:nvSpPr>
          <p:cNvPr id="38" name="標籤"/>
          <p:cNvSpPr/>
          <p:nvPr/>
        </p:nvSpPr>
        <p:spPr>
          <a:xfrm>
            <a:off x="8357177" y="1865376"/>
            <a:ext cx="643673" cy="23408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39" name="卡片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1" name="編號"/>
          <p:cNvSpPr/>
          <p:nvPr/>
        </p:nvSpPr>
        <p:spPr>
          <a:xfrm>
            <a:off x="915621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09</a:t>
            </a:r>
            <a:endParaRPr lang="en-US" sz="900" dirty="0"/>
          </a:p>
        </p:txBody>
      </p:sp>
      <p:sp>
        <p:nvSpPr>
          <p:cNvPr id="42" name="編號"/>
          <p:cNvSpPr/>
          <p:nvPr/>
        </p:nvSpPr>
        <p:spPr>
          <a:xfrm>
            <a:off x="1215544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10</a:t>
            </a:r>
            <a:endParaRPr lang="en-US" sz="900" dirty="0"/>
          </a:p>
        </p:txBody>
      </p:sp>
      <p:sp>
        <p:nvSpPr>
          <p:cNvPr id="43" name="標籤"/>
          <p:cNvSpPr/>
          <p:nvPr/>
        </p:nvSpPr>
        <p:spPr>
          <a:xfrm>
            <a:off x="1537413" y="4659782"/>
            <a:ext cx="643673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3134504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11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3434427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12</a:t>
            </a:r>
            <a:endParaRPr lang="en-US" sz="900" dirty="0"/>
          </a:p>
        </p:txBody>
      </p:sp>
      <p:sp>
        <p:nvSpPr>
          <p:cNvPr id="46" name="標籤"/>
          <p:cNvSpPr/>
          <p:nvPr/>
        </p:nvSpPr>
        <p:spPr>
          <a:xfrm>
            <a:off x="3756296" y="4659782"/>
            <a:ext cx="643673" cy="23408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47" name="編號"/>
          <p:cNvSpPr/>
          <p:nvPr/>
        </p:nvSpPr>
        <p:spPr>
          <a:xfrm>
            <a:off x="5503349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13</a:t>
            </a:r>
            <a:endParaRPr lang="en-US" sz="900" dirty="0"/>
          </a:p>
        </p:txBody>
      </p:sp>
      <p:sp>
        <p:nvSpPr>
          <p:cNvPr id="48" name="標籤"/>
          <p:cNvSpPr/>
          <p:nvPr/>
        </p:nvSpPr>
        <p:spPr>
          <a:xfrm>
            <a:off x="5825218" y="4659782"/>
            <a:ext cx="643673" cy="23408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49" name="編號"/>
          <p:cNvSpPr/>
          <p:nvPr/>
        </p:nvSpPr>
        <p:spPr>
          <a:xfrm>
            <a:off x="7572270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14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7872194" y="4652467"/>
            <a:ext cx="248717" cy="248717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標籤"/>
          <p:cNvSpPr/>
          <p:nvPr/>
        </p:nvSpPr>
        <p:spPr>
          <a:xfrm>
            <a:off x="8194062" y="4659782"/>
            <a:ext cx="643673" cy="23408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07238"/>
            <a:ext cx="365760" cy="25603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409651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能力成長地圖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950976"/>
            <a:ext cx="804672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100" dirty="0"/>
          </a:p>
        </p:txBody>
      </p:sp>
      <p:sp>
        <p:nvSpPr>
          <p:cNvPr id="5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4F5BD5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438912" y="3035808"/>
            <a:ext cx="69494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5" name="處理"/>
          <p:cNvSpPr/>
          <p:nvPr/>
        </p:nvSpPr>
        <p:spPr>
          <a:xfrm>
            <a:off x="1499616" y="2399386"/>
            <a:ext cx="731520" cy="395021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6" name="處理"/>
          <p:cNvSpPr/>
          <p:nvPr/>
        </p:nvSpPr>
        <p:spPr>
          <a:xfrm>
            <a:off x="1499616" y="3716122"/>
            <a:ext cx="731520" cy="395021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19" name="處理"/>
          <p:cNvSpPr/>
          <p:nvPr/>
        </p:nvSpPr>
        <p:spPr>
          <a:xfrm>
            <a:off x="2596896" y="3035808"/>
            <a:ext cx="694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1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27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4800397" y="1828800"/>
            <a:ext cx="393395" cy="20482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1" name="標籤"/>
          <p:cNvSpPr/>
          <p:nvPr/>
        </p:nvSpPr>
        <p:spPr>
          <a:xfrm>
            <a:off x="3950208" y="2355494"/>
            <a:ext cx="494995" cy="20482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2" name="卡片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4" name="標籤"/>
          <p:cNvSpPr/>
          <p:nvPr/>
        </p:nvSpPr>
        <p:spPr>
          <a:xfrm>
            <a:off x="4800397" y="2889504"/>
            <a:ext cx="393395" cy="20482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5" name="標籤"/>
          <p:cNvSpPr/>
          <p:nvPr/>
        </p:nvSpPr>
        <p:spPr>
          <a:xfrm>
            <a:off x="3950208" y="3416198"/>
            <a:ext cx="494995" cy="20482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6" name="卡片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solidFill>
            <a:srgbClr val="FFFFFF"/>
          </a:solidFill>
          <a:ln w="7620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8" name="標籤"/>
          <p:cNvSpPr/>
          <p:nvPr/>
        </p:nvSpPr>
        <p:spPr>
          <a:xfrm>
            <a:off x="4800397" y="3950208"/>
            <a:ext cx="393395" cy="204826"/>
          </a:xfrm>
          <a:prstGeom prst="rect">
            <a:avLst/>
          </a:prstGeom>
          <a:noFill/>
          <a:ln w="7620">
            <a:solidFill>
              <a:srgbClr val="4F5BD5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39" name="標籤"/>
          <p:cNvSpPr/>
          <p:nvPr/>
        </p:nvSpPr>
        <p:spPr>
          <a:xfrm>
            <a:off x="3950208" y="4476902"/>
            <a:ext cx="494995" cy="204826"/>
          </a:xfrm>
          <a:prstGeom prst="rect">
            <a:avLst/>
          </a:prstGeom>
          <a:noFill/>
          <a:ln w="7620">
            <a:solidFill>
              <a:srgbClr val="A6A6A6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0" name="寬欄條"/>
          <p:cNvSpPr/>
          <p:nvPr/>
        </p:nvSpPr>
        <p:spPr>
          <a:xfrm>
            <a:off x="5669280" y="1645920"/>
            <a:ext cx="438912" cy="3108960"/>
          </a:xfrm>
          <a:prstGeom prst="rect">
            <a:avLst/>
          </a:prstGeom>
          <a:noFill/>
          <a:ln w="7620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6254496" y="1645920"/>
            <a:ext cx="438912" cy="3108960"/>
          </a:xfrm>
          <a:prstGeom prst="rect">
            <a:avLst/>
          </a:prstGeom>
          <a:noFill/>
          <a:ln w="7620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5713171" y="2018995"/>
            <a:ext cx="351130" cy="35113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看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6298387" y="2018995"/>
            <a:ext cx="351130" cy="35113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練</a:t>
            </a:r>
            <a:endParaRPr lang="en-US" sz="1100" dirty="0"/>
          </a:p>
        </p:txBody>
      </p:sp>
      <p:sp>
        <p:nvSpPr>
          <p:cNvPr id="45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6" name="編號"/>
          <p:cNvSpPr/>
          <p:nvPr/>
        </p:nvSpPr>
        <p:spPr>
          <a:xfrm>
            <a:off x="5713171" y="3079699"/>
            <a:ext cx="351130" cy="35113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問</a:t>
            </a:r>
            <a:endParaRPr lang="en-US" sz="1100" dirty="0"/>
          </a:p>
        </p:txBody>
      </p:sp>
      <p:sp>
        <p:nvSpPr>
          <p:cNvPr id="47" name="編號"/>
          <p:cNvSpPr/>
          <p:nvPr/>
        </p:nvSpPr>
        <p:spPr>
          <a:xfrm>
            <a:off x="6298387" y="3079699"/>
            <a:ext cx="351130" cy="35113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談</a:t>
            </a:r>
            <a:endParaRPr lang="en-US" sz="1100" dirty="0"/>
          </a:p>
        </p:txBody>
      </p:sp>
      <p:sp>
        <p:nvSpPr>
          <p:cNvPr id="48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9" name="編號"/>
          <p:cNvSpPr/>
          <p:nvPr/>
        </p:nvSpPr>
        <p:spPr>
          <a:xfrm>
            <a:off x="5713171" y="4140403"/>
            <a:ext cx="351130" cy="35113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想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6298387" y="4140403"/>
            <a:ext cx="351130" cy="351130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寫</a:t>
            </a:r>
            <a:endParaRPr lang="en-US" sz="1100" dirty="0"/>
          </a:p>
        </p:txBody>
      </p:sp>
      <p:sp>
        <p:nvSpPr>
          <p:cNvPr id="51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2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</a:ln>
        </p:spPr>
      </p:sp>
      <p:sp>
        <p:nvSpPr>
          <p:cNvPr id="53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5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57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</a:ln>
        </p:spPr>
      </p:sp>
      <p:sp>
        <p:nvSpPr>
          <p:cNvPr id="58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0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2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7620">
            <a:solidFill>
              <a:srgbClr val="7F7F7F"/>
            </a:solidFill>
            <a:prstDash val="solid"/>
          </a:ln>
        </p:spPr>
      </p:sp>
      <p:sp>
        <p:nvSpPr>
          <p:cNvPr id="63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5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7620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67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極簡線框</dc:title>
  <dc:subject>PptxGenJS Presentation</dc:subject>
  <dc:creator>PPT Style Studio</dc:creator>
  <cp:lastModifiedBy>PPT Style Studio</cp:lastModifiedBy>
  <cp:revision>1</cp:revision>
  <dcterms:created xsi:type="dcterms:W3CDTF">2026-10-09T04:47:36Z</dcterms:created>
  <dcterms:modified xsi:type="dcterms:W3CDTF">2026-10-09T04:47:36Z</dcterms:modified>
</cp:coreProperties>
</file>