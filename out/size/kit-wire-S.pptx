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ect">
            <a:avLst/>
          </a:prstGeom>
          <a:solidFill>
            <a:srgbClr val="EEF0F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ect">
            <a:avLst/>
          </a:prstGeom>
          <a:solidFill>
            <a:srgbClr val="FFFFFF"/>
          </a:solidFill>
          <a:ln w="1778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ect">
            <a:avLst/>
          </a:prstGeom>
          <a:solidFill>
            <a:srgbClr val="4F5BD5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ect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4F5BD5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7620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4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6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8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2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5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7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69" name="警示方塊"/>
          <p:cNvSpPr/>
          <p:nvPr/>
        </p:nvSpPr>
        <p:spPr>
          <a:xfrm>
            <a:off x="1598528" y="3416198"/>
            <a:ext cx="877824" cy="321869"/>
          </a:xfrm>
          <a:prstGeom prst="rect">
            <a:avLst/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0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1" name="警示方塊"/>
          <p:cNvSpPr/>
          <p:nvPr/>
        </p:nvSpPr>
        <p:spPr>
          <a:xfrm>
            <a:off x="2718067" y="3416198"/>
            <a:ext cx="877824" cy="321869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3837606" y="3416198"/>
            <a:ext cx="877824" cy="321869"/>
          </a:xfrm>
          <a:prstGeom prst="rect">
            <a:avLst/>
          </a:prstGeom>
          <a:solidFill>
            <a:srgbClr val="C0504D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5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8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79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0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3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5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7" name="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89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2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4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8" name="標籤"/>
          <p:cNvSpPr/>
          <p:nvPr/>
        </p:nvSpPr>
        <p:spPr>
          <a:xfrm>
            <a:off x="6193760" y="4052621"/>
            <a:ext cx="643673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99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0" name="標籤"/>
            <p:cNvSpPr/>
            <p:nvPr/>
          </p:nvSpPr>
          <p:spPr>
            <a:xfrm>
              <a:off x="7192159" y="4059936"/>
              <a:ext cx="413715" cy="219456"/>
            </a:xfrm>
            <a:prstGeom prst="rect">
              <a:avLst/>
            </a:prstGeom>
            <a:ln w="7620">
              <a:solidFill>
                <a:srgbClr val="3A3A3A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7664396" y="4059936"/>
              <a:ext cx="413715" cy="219456"/>
            </a:xfrm>
            <a:prstGeom prst="rect">
              <a:avLst/>
            </a:prstGeom>
            <a:ln w="7620">
              <a:solidFill>
                <a:srgbClr val="A6A6A6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3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7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09" name="群組框"/>
            <p:cNvSpPr/>
            <p:nvPr/>
          </p:nvSpPr>
          <p:spPr>
            <a:xfrm>
              <a:off x="1598528" y="4645152"/>
              <a:ext cx="877824" cy="292608"/>
            </a:xfrm>
            <a:prstGeom prst="rect">
              <a:avLst/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2" name="淺灰面板"/>
          <p:cNvSpPr/>
          <p:nvPr/>
        </p:nvSpPr>
        <p:spPr>
          <a:xfrm>
            <a:off x="2718067" y="4601261"/>
            <a:ext cx="877824" cy="336499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4" name="卡片"/>
          <p:cNvSpPr/>
          <p:nvPr/>
        </p:nvSpPr>
        <p:spPr>
          <a:xfrm>
            <a:off x="3837606" y="4601261"/>
            <a:ext cx="877824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6" name="卡片"/>
          <p:cNvSpPr/>
          <p:nvPr/>
        </p:nvSpPr>
        <p:spPr>
          <a:xfrm>
            <a:off x="4957145" y="4601261"/>
            <a:ext cx="877824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8" name="卡片"/>
            <p:cNvSpPr/>
            <p:nvPr/>
          </p:nvSpPr>
          <p:spPr>
            <a:xfrm>
              <a:off x="6076684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6076684" y="4601261"/>
              <a:ext cx="877824" cy="117043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4" name="寬欄條"/>
            <p:cNvSpPr/>
            <p:nvPr/>
          </p:nvSpPr>
          <p:spPr>
            <a:xfrm>
              <a:off x="8462067" y="4601261"/>
              <a:ext cx="248717" cy="336499"/>
            </a:xfrm>
            <a:prstGeom prst="rect">
              <a:avLst/>
            </a:prstGeom>
            <a:ln w="7620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8798566" y="4601261"/>
              <a:ext cx="248717" cy="336499"/>
            </a:xfrm>
            <a:prstGeom prst="rect">
              <a:avLst/>
            </a:prstGeom>
            <a:ln w="7620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7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組合名稱"/>
          <p:cNvSpPr/>
          <p:nvPr/>
        </p:nvSpPr>
        <p:spPr>
          <a:xfrm>
            <a:off x="438912" y="138988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7" name="處理"/>
            <p:cNvSpPr/>
            <p:nvPr/>
          </p:nvSpPr>
          <p:spPr>
            <a:xfrm>
              <a:off x="438912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217341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95769" y="2136038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FFFFFF"/>
            </a:solidFill>
            <a:ln w="7620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2698029" y="138988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6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7" name="處理"/>
            <p:cNvSpPr/>
            <p:nvPr/>
          </p:nvSpPr>
          <p:spPr>
            <a:xfrm>
              <a:off x="2698029" y="1858061"/>
              <a:ext cx="52669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4254886" y="1858061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3451494" y="2604211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4957145" y="138988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7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28" name="處理"/>
            <p:cNvSpPr/>
            <p:nvPr/>
          </p:nvSpPr>
          <p:spPr>
            <a:xfrm>
              <a:off x="4957145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5735574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6514003" y="1945843"/>
              <a:ext cx="541325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7216262" y="138988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37" name="處理"/>
            <p:cNvSpPr/>
            <p:nvPr/>
          </p:nvSpPr>
          <p:spPr>
            <a:xfrm>
              <a:off x="7216262" y="2253082"/>
              <a:ext cx="585216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8860902" y="2253082"/>
              <a:ext cx="453542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438912" y="323331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47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877824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609344" y="4323283"/>
              <a:ext cx="512064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1966509" y="3694176"/>
              <a:ext cx="512064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2698029" y="323331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58" name="處理"/>
            <p:cNvSpPr/>
            <p:nvPr/>
          </p:nvSpPr>
          <p:spPr>
            <a:xfrm>
              <a:off x="2698029" y="3986784"/>
              <a:ext cx="409651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3458809" y="3650285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458809" y="4323283"/>
              <a:ext cx="541325" cy="307238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4342668" y="3986784"/>
              <a:ext cx="453542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4957145" y="323331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1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2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750204" y="3891686"/>
              <a:ext cx="512064" cy="30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4F5BD5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7216262" y="3233318"/>
            <a:ext cx="2098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2" name="卡片"/>
            <p:cNvSpPr/>
            <p:nvPr/>
          </p:nvSpPr>
          <p:spPr>
            <a:xfrm>
              <a:off x="7216262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8075158" y="4147718"/>
              <a:ext cx="380390" cy="0"/>
            </a:xfrm>
            <a:prstGeom prst="line">
              <a:avLst/>
            </a:prstGeom>
            <a:noFill/>
            <a:ln w="7620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組合名稱"/>
          <p:cNvSpPr/>
          <p:nvPr/>
        </p:nvSpPr>
        <p:spPr>
          <a:xfrm>
            <a:off x="438912" y="1389888"/>
            <a:ext cx="2792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9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4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5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2" name="組合名稱"/>
          <p:cNvSpPr/>
          <p:nvPr/>
        </p:nvSpPr>
        <p:spPr>
          <a:xfrm>
            <a:off x="3480328" y="1389888"/>
            <a:ext cx="2792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6" name="組合名稱"/>
          <p:cNvSpPr/>
          <p:nvPr/>
        </p:nvSpPr>
        <p:spPr>
          <a:xfrm>
            <a:off x="6521745" y="1389888"/>
            <a:ext cx="2792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38" name="問題"/>
            <p:cNvSpPr/>
            <p:nvPr/>
          </p:nvSpPr>
          <p:spPr>
            <a:xfrm>
              <a:off x="6521745" y="1843430"/>
              <a:ext cx="746150" cy="848563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7545019" y="1843430"/>
              <a:ext cx="746150" cy="848563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8568294" y="1843430"/>
              <a:ext cx="746150" cy="848563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438912" y="3218688"/>
            <a:ext cx="2792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4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5" name="方案"/>
            <p:cNvSpPr/>
            <p:nvPr/>
          </p:nvSpPr>
          <p:spPr>
            <a:xfrm>
              <a:off x="438912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7780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ln w="7620">
              <a:solidFill>
                <a:srgbClr val="3A3A3A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2359233" y="3555187"/>
              <a:ext cx="872378" cy="1316736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3480328" y="3218688"/>
            <a:ext cx="2792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4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5" name="卡片"/>
            <p:cNvSpPr/>
            <p:nvPr/>
          </p:nvSpPr>
          <p:spPr>
            <a:xfrm>
              <a:off x="3480328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4445366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5410403" y="3672230"/>
              <a:ext cx="862625" cy="994867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6521745" y="3218688"/>
            <a:ext cx="2792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1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2" name="PDCA Plan"/>
            <p:cNvSpPr/>
            <p:nvPr/>
          </p:nvSpPr>
          <p:spPr>
            <a:xfrm>
              <a:off x="652174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8261055" y="3555187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826105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6521745" y="4374490"/>
              <a:ext cx="1053389" cy="497434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A6A6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7620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2" name="Text 9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0233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865376"/>
            <a:ext cx="395021" cy="395021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943661" y="1865376"/>
            <a:ext cx="395021" cy="395021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448410" y="1865376"/>
            <a:ext cx="395021" cy="395021"/>
          </a:xfrm>
          <a:prstGeom prst="rect">
            <a:avLst/>
          </a:prstGeom>
          <a:solidFill>
            <a:srgbClr val="EEF0FB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953158" y="1865376"/>
            <a:ext cx="395021" cy="395021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457907" y="1865376"/>
            <a:ext cx="395021" cy="395021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962656" y="1865376"/>
            <a:ext cx="395021" cy="395021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467405" y="1865376"/>
            <a:ext cx="395021" cy="395021"/>
          </a:xfrm>
          <a:prstGeom prst="rect">
            <a:avLst/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38912" y="2838298"/>
            <a:ext cx="40233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937760" y="1426464"/>
            <a:ext cx="43766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800" dirty="0"/>
          </a:p>
        </p:txBody>
      </p:sp>
      <p:sp>
        <p:nvSpPr>
          <p:cNvPr id="39" name="卡片"/>
          <p:cNvSpPr/>
          <p:nvPr/>
        </p:nvSpPr>
        <p:spPr>
          <a:xfrm>
            <a:off x="5669280" y="1894637"/>
            <a:ext cx="1060704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6876288" y="1894637"/>
            <a:ext cx="950976" cy="38039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6876288" y="2026310"/>
            <a:ext cx="950976" cy="0"/>
          </a:xfrm>
          <a:prstGeom prst="line">
            <a:avLst/>
          </a:prstGeom>
          <a:noFill/>
          <a:ln w="1524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800" dirty="0"/>
          </a:p>
        </p:txBody>
      </p:sp>
      <p:sp>
        <p:nvSpPr>
          <p:cNvPr id="45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46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ln w="76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47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48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800" dirty="0"/>
          </a:p>
        </p:txBody>
      </p:sp>
      <p:sp>
        <p:nvSpPr>
          <p:cNvPr id="51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950" dirty="0"/>
          </a:p>
        </p:txBody>
      </p:sp>
      <p:sp>
        <p:nvSpPr>
          <p:cNvPr id="52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950" dirty="0"/>
          </a:p>
        </p:txBody>
      </p:sp>
      <p:sp>
        <p:nvSpPr>
          <p:cNvPr id="53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59" name="線條"/>
          <p:cNvSpPr/>
          <p:nvPr/>
        </p:nvSpPr>
        <p:spPr>
          <a:xfrm>
            <a:off x="6137453" y="3642970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1" name="線條"/>
          <p:cNvSpPr/>
          <p:nvPr/>
        </p:nvSpPr>
        <p:spPr>
          <a:xfrm>
            <a:off x="7015277" y="3642970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3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800" dirty="0"/>
          </a:p>
        </p:txBody>
      </p:sp>
      <p:sp>
        <p:nvSpPr>
          <p:cNvPr id="66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800" dirty="0"/>
          </a:p>
        </p:txBody>
      </p:sp>
      <p:sp>
        <p:nvSpPr>
          <p:cNvPr id="71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2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3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9" name="卡片"/>
          <p:cNvSpPr/>
          <p:nvPr/>
        </p:nvSpPr>
        <p:spPr>
          <a:xfrm>
            <a:off x="3512393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3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4" name="卡片"/>
          <p:cNvSpPr/>
          <p:nvPr/>
        </p:nvSpPr>
        <p:spPr>
          <a:xfrm>
            <a:off x="6585875" y="1499616"/>
            <a:ext cx="2728570" cy="171907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6585875" y="1923898"/>
            <a:ext cx="2728570" cy="0"/>
          </a:xfrm>
          <a:prstGeom prst="line">
            <a:avLst/>
          </a:prstGeom>
          <a:noFill/>
          <a:ln w="1524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5875" y="1499616"/>
            <a:ext cx="58522" cy="424282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657600"/>
            <a:ext cx="512064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34622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887553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8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ln w="76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ln w="7620">
            <a:solidFill>
              <a:srgbClr val="4F5BD5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2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ln w="7620">
            <a:solidFill>
              <a:srgbClr val="4F5BD5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3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8912" y="2450592"/>
            <a:ext cx="2772461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6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8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90448" y="2450592"/>
            <a:ext cx="2772461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050" dirty="0"/>
          </a:p>
        </p:txBody>
      </p:sp>
      <p:sp>
        <p:nvSpPr>
          <p:cNvPr id="24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41983" y="2450592"/>
            <a:ext cx="2772461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09651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1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488" y="1426464"/>
            <a:ext cx="426695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6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7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18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19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0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1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82386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2716317" y="1426464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1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2716317" y="197510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4101267" y="2706624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4993721" y="1426464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6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4993721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6378672" y="224576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7271126" y="1426464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727112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8656076" y="2596896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4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8912" y="3145536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872932" y="4133088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1667820" y="4133088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716317" y="3145536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271631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35" name="處理"/>
          <p:cNvSpPr/>
          <p:nvPr/>
        </p:nvSpPr>
        <p:spPr>
          <a:xfrm>
            <a:off x="4101267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36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93721" y="3145536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2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3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71126" y="3145536"/>
            <a:ext cx="204331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45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7271126" y="3964838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7" name="處理"/>
          <p:cNvSpPr/>
          <p:nvPr/>
        </p:nvSpPr>
        <p:spPr>
          <a:xfrm>
            <a:off x="8656076" y="3657600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48" name="處理"/>
          <p:cNvSpPr/>
          <p:nvPr/>
        </p:nvSpPr>
        <p:spPr>
          <a:xfrm>
            <a:off x="8656076" y="4272077"/>
            <a:ext cx="658368" cy="336499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13862"/>
            <a:ext cx="887553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0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1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5200961" y="3518611"/>
            <a:ext cx="1170432" cy="49743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3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4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1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7620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7620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1426464"/>
            <a:ext cx="416966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3035808"/>
            <a:ext cx="599846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499616" y="2450592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9" name="處理"/>
          <p:cNvSpPr/>
          <p:nvPr/>
        </p:nvSpPr>
        <p:spPr>
          <a:xfrm>
            <a:off x="1499616" y="3621024"/>
            <a:ext cx="672998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2633472" y="3035808"/>
            <a:ext cx="59984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1" name="處理"/>
          <p:cNvSpPr/>
          <p:nvPr/>
        </p:nvSpPr>
        <p:spPr>
          <a:xfrm>
            <a:off x="3694176" y="2084832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3694176" y="3035808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986784"/>
            <a:ext cx="9144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4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1426464"/>
            <a:ext cx="21579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4F5BD5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6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7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88352" y="1426464"/>
            <a:ext cx="192609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38" name="寬欄條"/>
          <p:cNvSpPr/>
          <p:nvPr/>
        </p:nvSpPr>
        <p:spPr>
          <a:xfrm>
            <a:off x="8119872" y="2084832"/>
            <a:ext cx="453542" cy="2487168"/>
          </a:xfrm>
          <a:prstGeom prst="rect">
            <a:avLst/>
          </a:prstGeom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8741664" y="2084832"/>
            <a:ext cx="453542" cy="2487168"/>
          </a:xfrm>
          <a:prstGeom prst="rect">
            <a:avLst/>
          </a:prstGeom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050" dirty="0"/>
          </a:p>
        </p:txBody>
      </p:sp>
      <p:sp>
        <p:nvSpPr>
          <p:cNvPr id="42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050" dirty="0"/>
          </a:p>
        </p:txBody>
      </p:sp>
      <p:sp>
        <p:nvSpPr>
          <p:cNvPr id="45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050" dirty="0"/>
          </a:p>
        </p:txBody>
      </p:sp>
      <p:sp>
        <p:nvSpPr>
          <p:cNvPr id="48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8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4" name="線條"/>
          <p:cNvSpPr/>
          <p:nvPr/>
        </p:nvSpPr>
        <p:spPr>
          <a:xfrm>
            <a:off x="3169188" y="2414016"/>
            <a:ext cx="456468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6127699" y="2414016"/>
            <a:ext cx="456468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7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FFFFFF"/>
          </a:solidFill>
          <a:ln w="1016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2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1922873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0" name="線條"/>
          <p:cNvSpPr/>
          <p:nvPr/>
        </p:nvSpPr>
        <p:spPr>
          <a:xfrm>
            <a:off x="3765280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4123725" y="3145536"/>
            <a:ext cx="1505907" cy="672998"/>
          </a:xfrm>
          <a:prstGeom prst="rect">
            <a:avLst/>
          </a:prstGeom>
          <a:solidFill>
            <a:srgbClr val="FFFFFF"/>
          </a:solidFill>
          <a:ln w="1524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2" name="線條"/>
          <p:cNvSpPr/>
          <p:nvPr/>
        </p:nvSpPr>
        <p:spPr>
          <a:xfrm>
            <a:off x="5607686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5" name="線條"/>
          <p:cNvSpPr/>
          <p:nvPr/>
        </p:nvSpPr>
        <p:spPr>
          <a:xfrm>
            <a:off x="7450092" y="3482035"/>
            <a:ext cx="380390" cy="0"/>
          </a:xfrm>
          <a:prstGeom prst="line">
            <a:avLst/>
          </a:prstGeom>
          <a:noFill/>
          <a:ln w="7620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8" name="卡片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0" name="卡片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7620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762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900" dirty="0"/>
          </a:p>
        </p:txBody>
      </p:sp>
      <p:sp>
        <p:nvSpPr>
          <p:cNvPr id="28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39" name="卡片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900" dirty="0"/>
          </a:p>
        </p:txBody>
      </p:sp>
      <p:sp>
        <p:nvSpPr>
          <p:cNvPr id="43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900" dirty="0"/>
          </a:p>
        </p:txBody>
      </p:sp>
      <p:sp>
        <p:nvSpPr>
          <p:cNvPr id="46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900" dirty="0"/>
          </a:p>
        </p:txBody>
      </p:sp>
      <p:sp>
        <p:nvSpPr>
          <p:cNvPr id="48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07238"/>
            <a:ext cx="365760" cy="25603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409651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950976"/>
            <a:ext cx="80467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1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2" name="卡片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5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6" name="卡片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solidFill>
            <a:srgbClr val="FFFFFF"/>
          </a:solidFill>
          <a:ln w="7620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8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ln w="7620">
            <a:solidFill>
              <a:srgbClr val="4F5BD5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9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ln w="7620">
            <a:solidFill>
              <a:srgbClr val="A6A6A6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0" name="寬欄條"/>
          <p:cNvSpPr/>
          <p:nvPr/>
        </p:nvSpPr>
        <p:spPr>
          <a:xfrm>
            <a:off x="5669280" y="1645920"/>
            <a:ext cx="438912" cy="3108960"/>
          </a:xfrm>
          <a:prstGeom prst="rect">
            <a:avLst/>
          </a:prstGeom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6254496" y="1645920"/>
            <a:ext cx="438912" cy="3108960"/>
          </a:xfrm>
          <a:prstGeom prst="rect">
            <a:avLst/>
          </a:prstGeom>
          <a:ln w="7620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100" dirty="0"/>
          </a:p>
        </p:txBody>
      </p:sp>
      <p:sp>
        <p:nvSpPr>
          <p:cNvPr id="45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FFFFFF"/>
          </a:solidFill>
          <a:ln w="762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5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7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0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2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7620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5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7620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7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2026-10-09T02:33:47Z</dcterms:created>
  <dcterms:modified xsi:type="dcterms:W3CDTF">2026-10-09T02:33:47Z</dcterms:modified>
</cp:coreProperties>
</file>