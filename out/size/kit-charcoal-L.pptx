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492808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7813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3175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571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317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23876">
            <a:solidFill>
              <a:srgbClr val="F07F2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07F2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3688">
              <a:solidFill>
                <a:srgbClr val="3A3A3A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9546781" y="6332220"/>
            <a:ext cx="1267676" cy="365760"/>
            <a:chOff x="9546781" y="6332220"/>
            <a:chExt cx="1267676" cy="365760"/>
          </a:xfrm>
        </p:grpSpPr>
        <p:sp>
          <p:nvSpPr>
            <p:cNvPr id="101" name="標籤"/>
            <p:cNvSpPr/>
            <p:nvPr/>
          </p:nvSpPr>
          <p:spPr>
            <a:xfrm>
              <a:off x="9546781" y="6332220"/>
              <a:ext cx="1267676" cy="365760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20929" tIns="0" rIns="92202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4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9700401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0975812" y="6343650"/>
            <a:ext cx="1908175" cy="342900"/>
            <a:chOff x="10975812" y="6343650"/>
            <a:chExt cx="1908175" cy="342900"/>
          </a:xfrm>
        </p:grpSpPr>
        <p:sp>
          <p:nvSpPr>
            <p:cNvPr id="104" name="標籤"/>
            <p:cNvSpPr/>
            <p:nvPr/>
          </p:nvSpPr>
          <p:spPr>
            <a:xfrm>
              <a:off x="10975812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11124402" y="6471444"/>
              <a:ext cx="87313" cy="8731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12124209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9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3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5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125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8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20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2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57150"/>
                  </a:lnTo>
                  <a:arcTo hR="57150" wR="57150" stAng="10800000" swAng="5400000"/>
                  <a:lnTo>
                    <a:pt x="1314450" y="0"/>
                  </a:lnTo>
                  <a:arcTo hR="57150" wR="5715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969375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3175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2800314" y="6309360"/>
              <a:ext cx="228600" cy="34290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165987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23876">
              <a:solidFill>
                <a:srgbClr val="F07F2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57150"/>
                  </a:lnTo>
                  <a:arcTo hR="57150" wR="57150" stAng="10800000" swAng="5400000"/>
                  <a:lnTo>
                    <a:pt x="1305941" y="0"/>
                  </a:lnTo>
                  <a:arcTo hR="57150" wR="5715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496757" y="7520940"/>
              <a:ext cx="741680" cy="251460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92100" tIns="0" rIns="89154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645347" y="7614920"/>
              <a:ext cx="63500" cy="63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2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9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0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0" name="Text 10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045007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4590" y="169736"/>
                </a:moveTo>
                <a:cubicBezTo>
                  <a:pt x="133068" y="158477"/>
                  <a:pt x="127307" y="143801"/>
                  <a:pt x="127307" y="125730"/>
                </a:cubicBezTo>
                <a:cubicBezTo>
                  <a:pt x="127307" y="107659"/>
                  <a:pt x="133068" y="92983"/>
                  <a:pt x="144590" y="81725"/>
                </a:cubicBezTo>
                <a:cubicBezTo>
                  <a:pt x="155848" y="70203"/>
                  <a:pt x="170524" y="64442"/>
                  <a:pt x="188595" y="64442"/>
                </a:cubicBezTo>
                <a:cubicBezTo>
                  <a:pt x="206666" y="64442"/>
                  <a:pt x="221342" y="70203"/>
                  <a:pt x="232600" y="81725"/>
                </a:cubicBezTo>
                <a:cubicBezTo>
                  <a:pt x="244122" y="92983"/>
                  <a:pt x="249894" y="107659"/>
                  <a:pt x="249894" y="125730"/>
                </a:cubicBezTo>
                <a:cubicBezTo>
                  <a:pt x="249894" y="143801"/>
                  <a:pt x="244122" y="158477"/>
                  <a:pt x="232600" y="169736"/>
                </a:cubicBezTo>
                <a:cubicBezTo>
                  <a:pt x="221342" y="181257"/>
                  <a:pt x="206666" y="187029"/>
                  <a:pt x="188595" y="187029"/>
                </a:cubicBezTo>
                <a:cubicBezTo>
                  <a:pt x="170524" y="187029"/>
                  <a:pt x="155848" y="181257"/>
                  <a:pt x="144590" y="169736"/>
                </a:cubicBezTo>
                <a:close/>
                <a:moveTo>
                  <a:pt x="60510" y="291145"/>
                </a:moveTo>
                <a:lnTo>
                  <a:pt x="60510" y="278572"/>
                </a:lnTo>
                <a:cubicBezTo>
                  <a:pt x="60510" y="268091"/>
                  <a:pt x="63128" y="259187"/>
                  <a:pt x="68363" y="251849"/>
                </a:cubicBezTo>
                <a:cubicBezTo>
                  <a:pt x="73609" y="244259"/>
                  <a:pt x="80284" y="238498"/>
                  <a:pt x="88400" y="234566"/>
                </a:cubicBezTo>
                <a:cubicBezTo>
                  <a:pt x="106219" y="226703"/>
                  <a:pt x="123238" y="220816"/>
                  <a:pt x="139480" y="216884"/>
                </a:cubicBezTo>
                <a:cubicBezTo>
                  <a:pt x="155722" y="212952"/>
                  <a:pt x="172090" y="210986"/>
                  <a:pt x="188595" y="210986"/>
                </a:cubicBezTo>
                <a:cubicBezTo>
                  <a:pt x="205100" y="210986"/>
                  <a:pt x="221468" y="213089"/>
                  <a:pt x="237710" y="217273"/>
                </a:cubicBezTo>
                <a:cubicBezTo>
                  <a:pt x="253689" y="221205"/>
                  <a:pt x="270582" y="226966"/>
                  <a:pt x="288390" y="234566"/>
                </a:cubicBezTo>
                <a:cubicBezTo>
                  <a:pt x="296780" y="238498"/>
                  <a:pt x="303581" y="244122"/>
                  <a:pt x="308827" y="251460"/>
                </a:cubicBezTo>
                <a:cubicBezTo>
                  <a:pt x="314062" y="259061"/>
                  <a:pt x="316680" y="268091"/>
                  <a:pt x="316680" y="278572"/>
                </a:cubicBezTo>
                <a:lnTo>
                  <a:pt x="316680" y="291145"/>
                </a:lnTo>
                <a:cubicBezTo>
                  <a:pt x="316680" y="298483"/>
                  <a:pt x="314062" y="304770"/>
                  <a:pt x="308827" y="310004"/>
                </a:cubicBezTo>
                <a:cubicBezTo>
                  <a:pt x="303844" y="315239"/>
                  <a:pt x="297557" y="317857"/>
                  <a:pt x="289968" y="317857"/>
                </a:cubicBezTo>
                <a:lnTo>
                  <a:pt x="87222" y="317857"/>
                </a:lnTo>
                <a:cubicBezTo>
                  <a:pt x="79896" y="317857"/>
                  <a:pt x="73609" y="315239"/>
                  <a:pt x="68363" y="310004"/>
                </a:cubicBezTo>
                <a:cubicBezTo>
                  <a:pt x="63128" y="304770"/>
                  <a:pt x="60510" y="298483"/>
                  <a:pt x="60510" y="291145"/>
                </a:cubicBezTo>
                <a:close/>
                <a:moveTo>
                  <a:pt x="87222" y="291145"/>
                </a:moveTo>
                <a:lnTo>
                  <a:pt x="289968" y="291145"/>
                </a:lnTo>
                <a:lnTo>
                  <a:pt x="289968" y="278961"/>
                </a:lnTo>
                <a:cubicBezTo>
                  <a:pt x="289968" y="274777"/>
                  <a:pt x="288653" y="270708"/>
                  <a:pt x="286036" y="266788"/>
                </a:cubicBezTo>
                <a:cubicBezTo>
                  <a:pt x="283681" y="263119"/>
                  <a:pt x="280664" y="260364"/>
                  <a:pt x="276995" y="258535"/>
                </a:cubicBezTo>
                <a:cubicBezTo>
                  <a:pt x="260501" y="250671"/>
                  <a:pt x="245299" y="245299"/>
                  <a:pt x="231423" y="242419"/>
                </a:cubicBezTo>
                <a:cubicBezTo>
                  <a:pt x="217799" y="239276"/>
                  <a:pt x="203523" y="237710"/>
                  <a:pt x="188595" y="237710"/>
                </a:cubicBezTo>
                <a:cubicBezTo>
                  <a:pt x="173667" y="237710"/>
                  <a:pt x="159254" y="239276"/>
                  <a:pt x="145378" y="242419"/>
                </a:cubicBezTo>
                <a:cubicBezTo>
                  <a:pt x="131228" y="245299"/>
                  <a:pt x="116037" y="250671"/>
                  <a:pt x="99795" y="258535"/>
                </a:cubicBezTo>
                <a:cubicBezTo>
                  <a:pt x="96126" y="260364"/>
                  <a:pt x="93120" y="263119"/>
                  <a:pt x="90766" y="266788"/>
                </a:cubicBezTo>
                <a:cubicBezTo>
                  <a:pt x="88400" y="270708"/>
                  <a:pt x="87222" y="274777"/>
                  <a:pt x="87222" y="278961"/>
                </a:cubicBezTo>
                <a:lnTo>
                  <a:pt x="87222" y="291145"/>
                </a:lnTo>
                <a:close/>
                <a:moveTo>
                  <a:pt x="213352" y="150487"/>
                </a:moveTo>
                <a:cubicBezTo>
                  <a:pt x="219902" y="143938"/>
                  <a:pt x="223171" y="135686"/>
                  <a:pt x="223171" y="125730"/>
                </a:cubicBezTo>
                <a:cubicBezTo>
                  <a:pt x="223171" y="115774"/>
                  <a:pt x="219902" y="107522"/>
                  <a:pt x="213352" y="100973"/>
                </a:cubicBezTo>
                <a:cubicBezTo>
                  <a:pt x="206803" y="94423"/>
                  <a:pt x="198551" y="91154"/>
                  <a:pt x="188595" y="91154"/>
                </a:cubicBezTo>
                <a:cubicBezTo>
                  <a:pt x="178639" y="91154"/>
                  <a:pt x="170387" y="94423"/>
                  <a:pt x="163838" y="100973"/>
                </a:cubicBezTo>
                <a:cubicBezTo>
                  <a:pt x="157288" y="107522"/>
                  <a:pt x="154019" y="115774"/>
                  <a:pt x="154019" y="125730"/>
                </a:cubicBezTo>
                <a:cubicBezTo>
                  <a:pt x="154019" y="135686"/>
                  <a:pt x="157288" y="143938"/>
                  <a:pt x="163838" y="150487"/>
                </a:cubicBezTo>
                <a:cubicBezTo>
                  <a:pt x="170387" y="157037"/>
                  <a:pt x="178639" y="160306"/>
                  <a:pt x="188595" y="160306"/>
                </a:cubicBezTo>
                <a:cubicBezTo>
                  <a:pt x="198551" y="160306"/>
                  <a:pt x="206803" y="157037"/>
                  <a:pt x="213352" y="150487"/>
                </a:cubicBezTo>
                <a:close/>
                <a:moveTo>
                  <a:pt x="188595" y="125730"/>
                </a:moveTo>
                <a:close/>
                <a:moveTo>
                  <a:pt x="188595" y="2911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962" y="278572"/>
                </a:moveTo>
                <a:cubicBezTo>
                  <a:pt x="12962" y="268879"/>
                  <a:pt x="15328" y="260101"/>
                  <a:pt x="20037" y="252249"/>
                </a:cubicBezTo>
                <a:cubicBezTo>
                  <a:pt x="25020" y="244385"/>
                  <a:pt x="31958" y="238498"/>
                  <a:pt x="40862" y="234566"/>
                </a:cubicBezTo>
                <a:cubicBezTo>
                  <a:pt x="59985" y="226188"/>
                  <a:pt x="77404" y="220153"/>
                  <a:pt x="93120" y="216496"/>
                </a:cubicBezTo>
                <a:cubicBezTo>
                  <a:pt x="108574" y="212827"/>
                  <a:pt x="124416" y="210986"/>
                  <a:pt x="140658" y="210986"/>
                </a:cubicBezTo>
                <a:cubicBezTo>
                  <a:pt x="157425" y="210986"/>
                  <a:pt x="173405" y="212827"/>
                  <a:pt x="188595" y="216496"/>
                </a:cubicBezTo>
                <a:cubicBezTo>
                  <a:pt x="204048" y="220153"/>
                  <a:pt x="221342" y="226188"/>
                  <a:pt x="240464" y="234566"/>
                </a:cubicBezTo>
                <a:cubicBezTo>
                  <a:pt x="249368" y="238498"/>
                  <a:pt x="256306" y="244385"/>
                  <a:pt x="261278" y="252249"/>
                </a:cubicBezTo>
                <a:cubicBezTo>
                  <a:pt x="266525" y="260101"/>
                  <a:pt x="269142" y="268879"/>
                  <a:pt x="269142" y="278572"/>
                </a:cubicBezTo>
                <a:lnTo>
                  <a:pt x="269142" y="291145"/>
                </a:lnTo>
                <a:cubicBezTo>
                  <a:pt x="269142" y="298483"/>
                  <a:pt x="266525" y="304770"/>
                  <a:pt x="261278" y="310004"/>
                </a:cubicBezTo>
                <a:cubicBezTo>
                  <a:pt x="256043" y="315239"/>
                  <a:pt x="249631" y="317857"/>
                  <a:pt x="242030" y="317857"/>
                </a:cubicBezTo>
                <a:lnTo>
                  <a:pt x="39685" y="317857"/>
                </a:lnTo>
                <a:cubicBezTo>
                  <a:pt x="32084" y="317857"/>
                  <a:pt x="25672" y="315239"/>
                  <a:pt x="20437" y="310004"/>
                </a:cubicBezTo>
                <a:cubicBezTo>
                  <a:pt x="15190" y="304770"/>
                  <a:pt x="12573" y="298483"/>
                  <a:pt x="12573" y="291145"/>
                </a:cubicBezTo>
                <a:lnTo>
                  <a:pt x="12573" y="278572"/>
                </a:lnTo>
                <a:close/>
                <a:moveTo>
                  <a:pt x="337505" y="317857"/>
                </a:moveTo>
                <a:lnTo>
                  <a:pt x="285647" y="317857"/>
                </a:lnTo>
                <a:cubicBezTo>
                  <a:pt x="287476" y="313411"/>
                  <a:pt x="289053" y="309090"/>
                  <a:pt x="290356" y="304895"/>
                </a:cubicBezTo>
                <a:cubicBezTo>
                  <a:pt x="291934" y="300438"/>
                  <a:pt x="292711" y="295854"/>
                  <a:pt x="292711" y="291145"/>
                </a:cubicBezTo>
                <a:lnTo>
                  <a:pt x="292711" y="278961"/>
                </a:lnTo>
                <a:cubicBezTo>
                  <a:pt x="292711" y="262204"/>
                  <a:pt x="288916" y="248442"/>
                  <a:pt x="281327" y="237710"/>
                </a:cubicBezTo>
                <a:cubicBezTo>
                  <a:pt x="273726" y="226966"/>
                  <a:pt x="261941" y="217936"/>
                  <a:pt x="245962" y="210598"/>
                </a:cubicBezTo>
                <a:cubicBezTo>
                  <a:pt x="263770" y="212952"/>
                  <a:pt x="280664" y="215970"/>
                  <a:pt x="296643" y="219639"/>
                </a:cubicBezTo>
                <a:cubicBezTo>
                  <a:pt x="312885" y="223559"/>
                  <a:pt x="325984" y="228017"/>
                  <a:pt x="335939" y="232989"/>
                </a:cubicBezTo>
                <a:cubicBezTo>
                  <a:pt x="344580" y="237973"/>
                  <a:pt x="351518" y="244385"/>
                  <a:pt x="356765" y="252249"/>
                </a:cubicBezTo>
                <a:cubicBezTo>
                  <a:pt x="362000" y="260101"/>
                  <a:pt x="364617" y="269005"/>
                  <a:pt x="364617" y="278961"/>
                </a:cubicBezTo>
                <a:lnTo>
                  <a:pt x="364617" y="291145"/>
                </a:lnTo>
                <a:cubicBezTo>
                  <a:pt x="364617" y="298483"/>
                  <a:pt x="362000" y="304770"/>
                  <a:pt x="356765" y="310004"/>
                </a:cubicBezTo>
                <a:cubicBezTo>
                  <a:pt x="351518" y="315239"/>
                  <a:pt x="345106" y="317857"/>
                  <a:pt x="337505" y="317857"/>
                </a:cubicBezTo>
                <a:close/>
                <a:moveTo>
                  <a:pt x="97441" y="170124"/>
                </a:moveTo>
                <a:cubicBezTo>
                  <a:pt x="86445" y="158866"/>
                  <a:pt x="80936" y="144464"/>
                  <a:pt x="80936" y="126907"/>
                </a:cubicBezTo>
                <a:cubicBezTo>
                  <a:pt x="80936" y="109099"/>
                  <a:pt x="86445" y="94686"/>
                  <a:pt x="97441" y="83690"/>
                </a:cubicBezTo>
                <a:cubicBezTo>
                  <a:pt x="108699" y="72420"/>
                  <a:pt x="123113" y="66797"/>
                  <a:pt x="140658" y="66797"/>
                </a:cubicBezTo>
                <a:cubicBezTo>
                  <a:pt x="158477" y="66797"/>
                  <a:pt x="173004" y="72420"/>
                  <a:pt x="184274" y="83690"/>
                </a:cubicBezTo>
                <a:cubicBezTo>
                  <a:pt x="195533" y="94686"/>
                  <a:pt x="201168" y="109099"/>
                  <a:pt x="201168" y="126907"/>
                </a:cubicBezTo>
                <a:cubicBezTo>
                  <a:pt x="201168" y="144464"/>
                  <a:pt x="195533" y="158866"/>
                  <a:pt x="184274" y="170124"/>
                </a:cubicBezTo>
                <a:cubicBezTo>
                  <a:pt x="173004" y="181394"/>
                  <a:pt x="158603" y="187029"/>
                  <a:pt x="141058" y="187029"/>
                </a:cubicBezTo>
                <a:cubicBezTo>
                  <a:pt x="123238" y="187029"/>
                  <a:pt x="108699" y="181394"/>
                  <a:pt x="97441" y="170124"/>
                </a:cubicBezTo>
                <a:close/>
                <a:moveTo>
                  <a:pt x="269142" y="170124"/>
                </a:moveTo>
                <a:cubicBezTo>
                  <a:pt x="257872" y="181394"/>
                  <a:pt x="243345" y="187029"/>
                  <a:pt x="225525" y="187029"/>
                </a:cubicBezTo>
                <a:cubicBezTo>
                  <a:pt x="222645" y="187029"/>
                  <a:pt x="219502" y="186766"/>
                  <a:pt x="216096" y="186240"/>
                </a:cubicBezTo>
                <a:cubicBezTo>
                  <a:pt x="212427" y="185978"/>
                  <a:pt x="209158" y="185189"/>
                  <a:pt x="206277" y="183886"/>
                </a:cubicBezTo>
                <a:cubicBezTo>
                  <a:pt x="212564" y="177336"/>
                  <a:pt x="217410" y="169210"/>
                  <a:pt x="220816" y="159517"/>
                </a:cubicBezTo>
                <a:cubicBezTo>
                  <a:pt x="223959" y="149824"/>
                  <a:pt x="225525" y="138955"/>
                  <a:pt x="225525" y="126907"/>
                </a:cubicBezTo>
                <a:cubicBezTo>
                  <a:pt x="225525" y="114860"/>
                  <a:pt x="223959" y="104253"/>
                  <a:pt x="220816" y="95086"/>
                </a:cubicBezTo>
                <a:cubicBezTo>
                  <a:pt x="217410" y="85919"/>
                  <a:pt x="212564" y="77404"/>
                  <a:pt x="206277" y="69540"/>
                </a:cubicBezTo>
                <a:cubicBezTo>
                  <a:pt x="209158" y="68763"/>
                  <a:pt x="212301" y="68100"/>
                  <a:pt x="215707" y="67586"/>
                </a:cubicBezTo>
                <a:cubicBezTo>
                  <a:pt x="219376" y="67060"/>
                  <a:pt x="222645" y="66797"/>
                  <a:pt x="225525" y="66797"/>
                </a:cubicBezTo>
                <a:cubicBezTo>
                  <a:pt x="243345" y="66797"/>
                  <a:pt x="257747" y="72420"/>
                  <a:pt x="268754" y="83690"/>
                </a:cubicBezTo>
                <a:cubicBezTo>
                  <a:pt x="280012" y="94949"/>
                  <a:pt x="285647" y="109362"/>
                  <a:pt x="285647" y="126907"/>
                </a:cubicBezTo>
                <a:cubicBezTo>
                  <a:pt x="285647" y="144464"/>
                  <a:pt x="280012" y="158866"/>
                  <a:pt x="268754" y="170124"/>
                </a:cubicBezTo>
                <a:close/>
                <a:moveTo>
                  <a:pt x="39685" y="291145"/>
                </a:moveTo>
                <a:lnTo>
                  <a:pt x="242030" y="291145"/>
                </a:lnTo>
                <a:lnTo>
                  <a:pt x="242030" y="278961"/>
                </a:lnTo>
                <a:cubicBezTo>
                  <a:pt x="242030" y="274777"/>
                  <a:pt x="240853" y="270708"/>
                  <a:pt x="238498" y="266788"/>
                </a:cubicBezTo>
                <a:cubicBezTo>
                  <a:pt x="235869" y="262856"/>
                  <a:pt x="232726" y="260101"/>
                  <a:pt x="229069" y="258535"/>
                </a:cubicBezTo>
                <a:cubicBezTo>
                  <a:pt x="210472" y="250408"/>
                  <a:pt x="194882" y="244911"/>
                  <a:pt x="182309" y="242030"/>
                </a:cubicBezTo>
                <a:cubicBezTo>
                  <a:pt x="169736" y="239150"/>
                  <a:pt x="155848" y="237710"/>
                  <a:pt x="140658" y="237710"/>
                </a:cubicBezTo>
                <a:cubicBezTo>
                  <a:pt x="125993" y="237710"/>
                  <a:pt x="112243" y="239150"/>
                  <a:pt x="99407" y="242030"/>
                </a:cubicBezTo>
                <a:cubicBezTo>
                  <a:pt x="86308" y="244911"/>
                  <a:pt x="70592" y="250408"/>
                  <a:pt x="52258" y="258535"/>
                </a:cubicBezTo>
                <a:cubicBezTo>
                  <a:pt x="48589" y="260101"/>
                  <a:pt x="45583" y="262856"/>
                  <a:pt x="43217" y="266788"/>
                </a:cubicBezTo>
                <a:cubicBezTo>
                  <a:pt x="40862" y="270708"/>
                  <a:pt x="39685" y="274777"/>
                  <a:pt x="39685" y="278961"/>
                </a:cubicBezTo>
                <a:lnTo>
                  <a:pt x="39685" y="291145"/>
                </a:lnTo>
                <a:close/>
                <a:moveTo>
                  <a:pt x="165415" y="151665"/>
                </a:moveTo>
                <a:cubicBezTo>
                  <a:pt x="171964" y="145115"/>
                  <a:pt x="175233" y="136863"/>
                  <a:pt x="175233" y="126907"/>
                </a:cubicBezTo>
                <a:cubicBezTo>
                  <a:pt x="175233" y="116952"/>
                  <a:pt x="171964" y="108699"/>
                  <a:pt x="165415" y="102161"/>
                </a:cubicBezTo>
                <a:cubicBezTo>
                  <a:pt x="159128" y="95612"/>
                  <a:pt x="151002" y="92332"/>
                  <a:pt x="141058" y="92332"/>
                </a:cubicBezTo>
                <a:cubicBezTo>
                  <a:pt x="131102" y="92332"/>
                  <a:pt x="122850" y="95612"/>
                  <a:pt x="116300" y="102161"/>
                </a:cubicBezTo>
                <a:cubicBezTo>
                  <a:pt x="109751" y="108699"/>
                  <a:pt x="106482" y="116952"/>
                  <a:pt x="106482" y="126907"/>
                </a:cubicBezTo>
                <a:cubicBezTo>
                  <a:pt x="106482" y="136863"/>
                  <a:pt x="109751" y="145115"/>
                  <a:pt x="116300" y="151665"/>
                </a:cubicBezTo>
                <a:cubicBezTo>
                  <a:pt x="122850" y="157951"/>
                  <a:pt x="131102" y="161094"/>
                  <a:pt x="141058" y="161094"/>
                </a:cubicBezTo>
                <a:cubicBezTo>
                  <a:pt x="151002" y="161094"/>
                  <a:pt x="159128" y="157951"/>
                  <a:pt x="165415" y="151665"/>
                </a:cubicBezTo>
                <a:close/>
                <a:moveTo>
                  <a:pt x="140658" y="291145"/>
                </a:moveTo>
                <a:close/>
                <a:moveTo>
                  <a:pt x="140658" y="12690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84" y="284070"/>
                </a:moveTo>
                <a:cubicBezTo>
                  <a:pt x="8515" y="284070"/>
                  <a:pt x="5372" y="282767"/>
                  <a:pt x="2755" y="280138"/>
                </a:cubicBezTo>
                <a:cubicBezTo>
                  <a:pt x="126" y="277520"/>
                  <a:pt x="-1177" y="274377"/>
                  <a:pt x="-1177" y="270708"/>
                </a:cubicBezTo>
                <a:lnTo>
                  <a:pt x="-1177" y="262067"/>
                </a:lnTo>
                <a:cubicBezTo>
                  <a:pt x="-1177" y="251586"/>
                  <a:pt x="4321" y="243082"/>
                  <a:pt x="15328" y="236532"/>
                </a:cubicBezTo>
                <a:cubicBezTo>
                  <a:pt x="26586" y="229983"/>
                  <a:pt x="41125" y="226703"/>
                  <a:pt x="58933" y="226703"/>
                </a:cubicBezTo>
                <a:cubicBezTo>
                  <a:pt x="61813" y="226703"/>
                  <a:pt x="64568" y="226840"/>
                  <a:pt x="67186" y="227103"/>
                </a:cubicBezTo>
                <a:cubicBezTo>
                  <a:pt x="69803" y="227103"/>
                  <a:pt x="72295" y="227228"/>
                  <a:pt x="74649" y="227491"/>
                </a:cubicBezTo>
                <a:cubicBezTo>
                  <a:pt x="72558" y="232212"/>
                  <a:pt x="70980" y="237058"/>
                  <a:pt x="69940" y="242030"/>
                </a:cubicBezTo>
                <a:cubicBezTo>
                  <a:pt x="68889" y="247002"/>
                  <a:pt x="68363" y="252112"/>
                  <a:pt x="68363" y="257358"/>
                </a:cubicBezTo>
                <a:lnTo>
                  <a:pt x="68363" y="284070"/>
                </a:lnTo>
                <a:lnTo>
                  <a:pt x="12184" y="284070"/>
                </a:lnTo>
                <a:close/>
                <a:moveTo>
                  <a:pt x="106482" y="284070"/>
                </a:moveTo>
                <a:cubicBezTo>
                  <a:pt x="102813" y="284070"/>
                  <a:pt x="99670" y="282767"/>
                  <a:pt x="97052" y="280138"/>
                </a:cubicBezTo>
                <a:cubicBezTo>
                  <a:pt x="94423" y="277520"/>
                  <a:pt x="93120" y="274377"/>
                  <a:pt x="93120" y="270708"/>
                </a:cubicBezTo>
                <a:lnTo>
                  <a:pt x="93120" y="257358"/>
                </a:lnTo>
                <a:cubicBezTo>
                  <a:pt x="93120" y="248705"/>
                  <a:pt x="95475" y="240853"/>
                  <a:pt x="100195" y="233778"/>
                </a:cubicBezTo>
                <a:cubicBezTo>
                  <a:pt x="104642" y="226703"/>
                  <a:pt x="111191" y="220553"/>
                  <a:pt x="119832" y="215318"/>
                </a:cubicBezTo>
                <a:cubicBezTo>
                  <a:pt x="128222" y="210072"/>
                  <a:pt x="138303" y="206014"/>
                  <a:pt x="150087" y="203134"/>
                </a:cubicBezTo>
                <a:cubicBezTo>
                  <a:pt x="161883" y="200516"/>
                  <a:pt x="174708" y="199202"/>
                  <a:pt x="188595" y="199202"/>
                </a:cubicBezTo>
                <a:cubicBezTo>
                  <a:pt x="202745" y="199202"/>
                  <a:pt x="215707" y="200516"/>
                  <a:pt x="227491" y="203134"/>
                </a:cubicBezTo>
                <a:cubicBezTo>
                  <a:pt x="239013" y="206014"/>
                  <a:pt x="249105" y="210072"/>
                  <a:pt x="257747" y="215318"/>
                </a:cubicBezTo>
                <a:cubicBezTo>
                  <a:pt x="266125" y="220553"/>
                  <a:pt x="272674" y="226703"/>
                  <a:pt x="277395" y="233778"/>
                </a:cubicBezTo>
                <a:cubicBezTo>
                  <a:pt x="281841" y="240853"/>
                  <a:pt x="284070" y="248705"/>
                  <a:pt x="284070" y="257358"/>
                </a:cubicBezTo>
                <a:lnTo>
                  <a:pt x="284070" y="270708"/>
                </a:lnTo>
                <a:cubicBezTo>
                  <a:pt x="284070" y="274377"/>
                  <a:pt x="282767" y="277520"/>
                  <a:pt x="280138" y="280138"/>
                </a:cubicBezTo>
                <a:cubicBezTo>
                  <a:pt x="277520" y="282767"/>
                  <a:pt x="274377" y="284070"/>
                  <a:pt x="270708" y="284070"/>
                </a:cubicBezTo>
                <a:lnTo>
                  <a:pt x="106482" y="284070"/>
                </a:lnTo>
                <a:close/>
                <a:moveTo>
                  <a:pt x="308827" y="284070"/>
                </a:moveTo>
                <a:lnTo>
                  <a:pt x="308827" y="257358"/>
                </a:lnTo>
                <a:cubicBezTo>
                  <a:pt x="308827" y="251849"/>
                  <a:pt x="308427" y="246751"/>
                  <a:pt x="307650" y="242030"/>
                </a:cubicBezTo>
                <a:cubicBezTo>
                  <a:pt x="306598" y="237058"/>
                  <a:pt x="305021" y="232212"/>
                  <a:pt x="302929" y="227491"/>
                </a:cubicBezTo>
                <a:cubicBezTo>
                  <a:pt x="305284" y="227228"/>
                  <a:pt x="307776" y="227103"/>
                  <a:pt x="310393" y="227103"/>
                </a:cubicBezTo>
                <a:cubicBezTo>
                  <a:pt x="313011" y="226840"/>
                  <a:pt x="315639" y="226703"/>
                  <a:pt x="318257" y="226703"/>
                </a:cubicBezTo>
                <a:cubicBezTo>
                  <a:pt x="336328" y="226703"/>
                  <a:pt x="350867" y="229983"/>
                  <a:pt x="361862" y="236532"/>
                </a:cubicBezTo>
                <a:cubicBezTo>
                  <a:pt x="372869" y="242819"/>
                  <a:pt x="378367" y="251334"/>
                  <a:pt x="378367" y="262067"/>
                </a:cubicBezTo>
                <a:lnTo>
                  <a:pt x="378367" y="270708"/>
                </a:lnTo>
                <a:cubicBezTo>
                  <a:pt x="378367" y="274377"/>
                  <a:pt x="377064" y="277520"/>
                  <a:pt x="374435" y="280138"/>
                </a:cubicBezTo>
                <a:cubicBezTo>
                  <a:pt x="371818" y="282767"/>
                  <a:pt x="368675" y="284070"/>
                  <a:pt x="365006" y="284070"/>
                </a:cubicBezTo>
                <a:lnTo>
                  <a:pt x="308827" y="284070"/>
                </a:lnTo>
                <a:close/>
                <a:moveTo>
                  <a:pt x="119832" y="258535"/>
                </a:moveTo>
                <a:lnTo>
                  <a:pt x="257358" y="258535"/>
                </a:lnTo>
                <a:lnTo>
                  <a:pt x="257358" y="256181"/>
                </a:lnTo>
                <a:cubicBezTo>
                  <a:pt x="256832" y="246751"/>
                  <a:pt x="250146" y="239150"/>
                  <a:pt x="237321" y="233389"/>
                </a:cubicBezTo>
                <a:cubicBezTo>
                  <a:pt x="224748" y="227628"/>
                  <a:pt x="208506" y="224748"/>
                  <a:pt x="188595" y="224748"/>
                </a:cubicBezTo>
                <a:cubicBezTo>
                  <a:pt x="168684" y="224748"/>
                  <a:pt x="152453" y="227628"/>
                  <a:pt x="139880" y="233389"/>
                </a:cubicBezTo>
                <a:cubicBezTo>
                  <a:pt x="127044" y="239413"/>
                  <a:pt x="120358" y="247139"/>
                  <a:pt x="119832" y="256569"/>
                </a:cubicBezTo>
                <a:lnTo>
                  <a:pt x="119832" y="258535"/>
                </a:lnTo>
                <a:close/>
                <a:moveTo>
                  <a:pt x="58933" y="215318"/>
                </a:moveTo>
                <a:cubicBezTo>
                  <a:pt x="51081" y="215318"/>
                  <a:pt x="44394" y="212564"/>
                  <a:pt x="38896" y="207066"/>
                </a:cubicBezTo>
                <a:cubicBezTo>
                  <a:pt x="33398" y="201557"/>
                  <a:pt x="30644" y="194882"/>
                  <a:pt x="30644" y="187029"/>
                </a:cubicBezTo>
                <a:cubicBezTo>
                  <a:pt x="30644" y="179165"/>
                  <a:pt x="33398" y="172490"/>
                  <a:pt x="38896" y="166981"/>
                </a:cubicBezTo>
                <a:cubicBezTo>
                  <a:pt x="44394" y="161483"/>
                  <a:pt x="51081" y="158740"/>
                  <a:pt x="58933" y="158740"/>
                </a:cubicBezTo>
                <a:cubicBezTo>
                  <a:pt x="66797" y="158740"/>
                  <a:pt x="73472" y="161483"/>
                  <a:pt x="78970" y="166981"/>
                </a:cubicBezTo>
                <a:cubicBezTo>
                  <a:pt x="84479" y="172490"/>
                  <a:pt x="87222" y="179165"/>
                  <a:pt x="87222" y="187029"/>
                </a:cubicBezTo>
                <a:cubicBezTo>
                  <a:pt x="87222" y="194882"/>
                  <a:pt x="84479" y="201557"/>
                  <a:pt x="78970" y="207066"/>
                </a:cubicBezTo>
                <a:cubicBezTo>
                  <a:pt x="73472" y="212564"/>
                  <a:pt x="66797" y="215318"/>
                  <a:pt x="58933" y="215318"/>
                </a:cubicBezTo>
                <a:close/>
                <a:moveTo>
                  <a:pt x="318257" y="215318"/>
                </a:moveTo>
                <a:cubicBezTo>
                  <a:pt x="310393" y="215318"/>
                  <a:pt x="303718" y="212564"/>
                  <a:pt x="298220" y="207066"/>
                </a:cubicBezTo>
                <a:cubicBezTo>
                  <a:pt x="292711" y="201557"/>
                  <a:pt x="289968" y="194882"/>
                  <a:pt x="289968" y="187029"/>
                </a:cubicBezTo>
                <a:cubicBezTo>
                  <a:pt x="289968" y="179165"/>
                  <a:pt x="292711" y="172490"/>
                  <a:pt x="298220" y="166981"/>
                </a:cubicBezTo>
                <a:cubicBezTo>
                  <a:pt x="303718" y="161483"/>
                  <a:pt x="310393" y="158740"/>
                  <a:pt x="318257" y="158740"/>
                </a:cubicBezTo>
                <a:cubicBezTo>
                  <a:pt x="326109" y="158740"/>
                  <a:pt x="332796" y="161483"/>
                  <a:pt x="338294" y="166981"/>
                </a:cubicBezTo>
                <a:cubicBezTo>
                  <a:pt x="343792" y="172490"/>
                  <a:pt x="346546" y="179165"/>
                  <a:pt x="346546" y="187029"/>
                </a:cubicBezTo>
                <a:cubicBezTo>
                  <a:pt x="346546" y="194882"/>
                  <a:pt x="343792" y="201557"/>
                  <a:pt x="338294" y="207066"/>
                </a:cubicBezTo>
                <a:cubicBezTo>
                  <a:pt x="332796" y="212564"/>
                  <a:pt x="326109" y="215318"/>
                  <a:pt x="318257" y="215318"/>
                </a:cubicBezTo>
                <a:close/>
                <a:moveTo>
                  <a:pt x="188595" y="187418"/>
                </a:moveTo>
                <a:cubicBezTo>
                  <a:pt x="175233" y="187418"/>
                  <a:pt x="163838" y="182834"/>
                  <a:pt x="154408" y="173667"/>
                </a:cubicBezTo>
                <a:cubicBezTo>
                  <a:pt x="144978" y="164238"/>
                  <a:pt x="140269" y="152705"/>
                  <a:pt x="140269" y="139092"/>
                </a:cubicBezTo>
                <a:cubicBezTo>
                  <a:pt x="140269" y="125467"/>
                  <a:pt x="144978" y="114071"/>
                  <a:pt x="154408" y="104905"/>
                </a:cubicBezTo>
                <a:cubicBezTo>
                  <a:pt x="163838" y="95738"/>
                  <a:pt x="175233" y="91154"/>
                  <a:pt x="188595" y="91154"/>
                </a:cubicBezTo>
                <a:cubicBezTo>
                  <a:pt x="202220" y="91154"/>
                  <a:pt x="213741" y="95738"/>
                  <a:pt x="223171" y="104905"/>
                </a:cubicBezTo>
                <a:cubicBezTo>
                  <a:pt x="232338" y="114071"/>
                  <a:pt x="236921" y="125467"/>
                  <a:pt x="236921" y="139092"/>
                </a:cubicBezTo>
                <a:cubicBezTo>
                  <a:pt x="236921" y="152705"/>
                  <a:pt x="232338" y="164238"/>
                  <a:pt x="223171" y="173667"/>
                </a:cubicBezTo>
                <a:cubicBezTo>
                  <a:pt x="213741" y="182834"/>
                  <a:pt x="202220" y="187418"/>
                  <a:pt x="188595" y="187418"/>
                </a:cubicBezTo>
                <a:close/>
                <a:moveTo>
                  <a:pt x="188595" y="162272"/>
                </a:moveTo>
                <a:cubicBezTo>
                  <a:pt x="195144" y="162272"/>
                  <a:pt x="200642" y="160043"/>
                  <a:pt x="205100" y="155597"/>
                </a:cubicBezTo>
                <a:cubicBezTo>
                  <a:pt x="209283" y="151139"/>
                  <a:pt x="211386" y="145641"/>
                  <a:pt x="211386" y="139092"/>
                </a:cubicBezTo>
                <a:cubicBezTo>
                  <a:pt x="211386" y="132542"/>
                  <a:pt x="209283" y="127170"/>
                  <a:pt x="205100" y="122975"/>
                </a:cubicBezTo>
                <a:cubicBezTo>
                  <a:pt x="200642" y="118529"/>
                  <a:pt x="195144" y="116300"/>
                  <a:pt x="188595" y="116300"/>
                </a:cubicBezTo>
                <a:cubicBezTo>
                  <a:pt x="182309" y="116300"/>
                  <a:pt x="176936" y="118529"/>
                  <a:pt x="172490" y="122975"/>
                </a:cubicBezTo>
                <a:cubicBezTo>
                  <a:pt x="168032" y="127170"/>
                  <a:pt x="165804" y="132542"/>
                  <a:pt x="165804" y="139092"/>
                </a:cubicBezTo>
                <a:cubicBezTo>
                  <a:pt x="165804" y="145641"/>
                  <a:pt x="168032" y="151139"/>
                  <a:pt x="172490" y="155597"/>
                </a:cubicBezTo>
                <a:cubicBezTo>
                  <a:pt x="176674" y="160043"/>
                  <a:pt x="182046" y="162272"/>
                  <a:pt x="188595" y="162272"/>
                </a:cubicBezTo>
                <a:close/>
                <a:moveTo>
                  <a:pt x="188595" y="258535"/>
                </a:moveTo>
                <a:close/>
                <a:moveTo>
                  <a:pt x="188595" y="13948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927"/>
                </a:moveTo>
                <a:lnTo>
                  <a:pt x="185063" y="280927"/>
                </a:lnTo>
                <a:lnTo>
                  <a:pt x="185063" y="275429"/>
                </a:lnTo>
                <a:cubicBezTo>
                  <a:pt x="185063" y="270708"/>
                  <a:pt x="183886" y="266525"/>
                  <a:pt x="181520" y="262856"/>
                </a:cubicBezTo>
                <a:cubicBezTo>
                  <a:pt x="179165" y="259187"/>
                  <a:pt x="176148" y="256695"/>
                  <a:pt x="172490" y="255392"/>
                </a:cubicBezTo>
                <a:cubicBezTo>
                  <a:pt x="164101" y="252512"/>
                  <a:pt x="157551" y="250671"/>
                  <a:pt x="152842" y="249894"/>
                </a:cubicBezTo>
                <a:cubicBezTo>
                  <a:pt x="148121" y="248843"/>
                  <a:pt x="143538" y="248317"/>
                  <a:pt x="139092" y="248317"/>
                </a:cubicBezTo>
                <a:cubicBezTo>
                  <a:pt x="134108" y="248317"/>
                  <a:pt x="128873" y="248968"/>
                  <a:pt x="123375" y="250283"/>
                </a:cubicBezTo>
                <a:cubicBezTo>
                  <a:pt x="117615" y="251334"/>
                  <a:pt x="111191" y="253037"/>
                  <a:pt x="104116" y="255392"/>
                </a:cubicBezTo>
                <a:cubicBezTo>
                  <a:pt x="100195" y="256695"/>
                  <a:pt x="97052" y="259187"/>
                  <a:pt x="94686" y="262856"/>
                </a:cubicBezTo>
                <a:cubicBezTo>
                  <a:pt x="92332" y="266525"/>
                  <a:pt x="91154" y="270708"/>
                  <a:pt x="91154" y="275429"/>
                </a:cubicBezTo>
                <a:lnTo>
                  <a:pt x="91154" y="280927"/>
                </a:lnTo>
                <a:close/>
                <a:moveTo>
                  <a:pt x="232989" y="254603"/>
                </a:moveTo>
                <a:lnTo>
                  <a:pt x="280138" y="254603"/>
                </a:lnTo>
                <a:cubicBezTo>
                  <a:pt x="283018" y="254603"/>
                  <a:pt x="285384" y="253689"/>
                  <a:pt x="287213" y="251849"/>
                </a:cubicBezTo>
                <a:cubicBezTo>
                  <a:pt x="289053" y="250020"/>
                  <a:pt x="289968" y="247665"/>
                  <a:pt x="289968" y="244785"/>
                </a:cubicBezTo>
                <a:cubicBezTo>
                  <a:pt x="289968" y="241905"/>
                  <a:pt x="289053" y="239539"/>
                  <a:pt x="287213" y="237710"/>
                </a:cubicBezTo>
                <a:cubicBezTo>
                  <a:pt x="285384" y="235869"/>
                  <a:pt x="283018" y="234955"/>
                  <a:pt x="280138" y="234955"/>
                </a:cubicBezTo>
                <a:lnTo>
                  <a:pt x="232989" y="234955"/>
                </a:lnTo>
                <a:cubicBezTo>
                  <a:pt x="230109" y="234955"/>
                  <a:pt x="227754" y="235869"/>
                  <a:pt x="225925" y="237710"/>
                </a:cubicBezTo>
                <a:cubicBezTo>
                  <a:pt x="224085" y="239539"/>
                  <a:pt x="223171" y="241905"/>
                  <a:pt x="223171" y="244785"/>
                </a:cubicBezTo>
                <a:cubicBezTo>
                  <a:pt x="223171" y="247665"/>
                  <a:pt x="224085" y="250020"/>
                  <a:pt x="225925" y="251849"/>
                </a:cubicBezTo>
                <a:cubicBezTo>
                  <a:pt x="227754" y="253689"/>
                  <a:pt x="230109" y="254603"/>
                  <a:pt x="232989" y="254603"/>
                </a:cubicBezTo>
                <a:close/>
                <a:moveTo>
                  <a:pt x="154408" y="229069"/>
                </a:moveTo>
                <a:cubicBezTo>
                  <a:pt x="158340" y="224874"/>
                  <a:pt x="160306" y="219765"/>
                  <a:pt x="160306" y="213741"/>
                </a:cubicBezTo>
                <a:cubicBezTo>
                  <a:pt x="160306" y="207717"/>
                  <a:pt x="158340" y="202745"/>
                  <a:pt x="154408" y="198813"/>
                </a:cubicBezTo>
                <a:cubicBezTo>
                  <a:pt x="150224" y="194619"/>
                  <a:pt x="145115" y="192527"/>
                  <a:pt x="139092" y="192527"/>
                </a:cubicBezTo>
                <a:cubicBezTo>
                  <a:pt x="133068" y="192527"/>
                  <a:pt x="128085" y="194619"/>
                  <a:pt x="124164" y="198813"/>
                </a:cubicBezTo>
                <a:cubicBezTo>
                  <a:pt x="119969" y="202745"/>
                  <a:pt x="117878" y="207717"/>
                  <a:pt x="117878" y="213741"/>
                </a:cubicBezTo>
                <a:cubicBezTo>
                  <a:pt x="117878" y="219765"/>
                  <a:pt x="119969" y="224874"/>
                  <a:pt x="124164" y="229069"/>
                </a:cubicBezTo>
                <a:cubicBezTo>
                  <a:pt x="128085" y="232989"/>
                  <a:pt x="133068" y="234955"/>
                  <a:pt x="139092" y="234955"/>
                </a:cubicBezTo>
                <a:cubicBezTo>
                  <a:pt x="145115" y="234955"/>
                  <a:pt x="150224" y="232989"/>
                  <a:pt x="154408" y="229069"/>
                </a:cubicBezTo>
                <a:close/>
                <a:moveTo>
                  <a:pt x="232989" y="210209"/>
                </a:moveTo>
                <a:lnTo>
                  <a:pt x="280138" y="210209"/>
                </a:lnTo>
                <a:cubicBezTo>
                  <a:pt x="283018" y="210209"/>
                  <a:pt x="285384" y="209283"/>
                  <a:pt x="287213" y="207455"/>
                </a:cubicBezTo>
                <a:cubicBezTo>
                  <a:pt x="289053" y="205626"/>
                  <a:pt x="289968" y="203260"/>
                  <a:pt x="289968" y="200379"/>
                </a:cubicBezTo>
                <a:cubicBezTo>
                  <a:pt x="289968" y="197499"/>
                  <a:pt x="289053" y="195144"/>
                  <a:pt x="287213" y="193316"/>
                </a:cubicBezTo>
                <a:cubicBezTo>
                  <a:pt x="285384" y="191475"/>
                  <a:pt x="283018" y="190561"/>
                  <a:pt x="280138" y="190561"/>
                </a:cubicBezTo>
                <a:lnTo>
                  <a:pt x="232989" y="190561"/>
                </a:lnTo>
                <a:cubicBezTo>
                  <a:pt x="230109" y="190561"/>
                  <a:pt x="227754" y="191475"/>
                  <a:pt x="225925" y="193316"/>
                </a:cubicBezTo>
                <a:cubicBezTo>
                  <a:pt x="224085" y="195144"/>
                  <a:pt x="223171" y="197499"/>
                  <a:pt x="223171" y="200379"/>
                </a:cubicBezTo>
                <a:cubicBezTo>
                  <a:pt x="223171" y="203260"/>
                  <a:pt x="224085" y="205626"/>
                  <a:pt x="225925" y="207455"/>
                </a:cubicBezTo>
                <a:cubicBezTo>
                  <a:pt x="227754" y="209283"/>
                  <a:pt x="230109" y="210209"/>
                  <a:pt x="232989" y="210209"/>
                </a:cubicBezTo>
                <a:close/>
                <a:moveTo>
                  <a:pt x="55790" y="348112"/>
                </a:moveTo>
                <a:cubicBezTo>
                  <a:pt x="48726" y="348112"/>
                  <a:pt x="42440" y="345495"/>
                  <a:pt x="36930" y="340260"/>
                </a:cubicBezTo>
                <a:cubicBezTo>
                  <a:pt x="31695" y="334762"/>
                  <a:pt x="29078" y="328475"/>
                  <a:pt x="29078" y="321400"/>
                </a:cubicBezTo>
                <a:lnTo>
                  <a:pt x="29078" y="134371"/>
                </a:lnTo>
                <a:cubicBezTo>
                  <a:pt x="29078" y="127044"/>
                  <a:pt x="31695" y="120758"/>
                  <a:pt x="36930" y="115512"/>
                </a:cubicBezTo>
                <a:cubicBezTo>
                  <a:pt x="42440" y="110277"/>
                  <a:pt x="48726" y="107659"/>
                  <a:pt x="55790" y="107659"/>
                </a:cubicBezTo>
                <a:lnTo>
                  <a:pt x="150876" y="107659"/>
                </a:lnTo>
                <a:lnTo>
                  <a:pt x="150876" y="54224"/>
                </a:lnTo>
                <a:cubicBezTo>
                  <a:pt x="150876" y="47412"/>
                  <a:pt x="153368" y="41514"/>
                  <a:pt x="158340" y="36542"/>
                </a:cubicBezTo>
                <a:cubicBezTo>
                  <a:pt x="163323" y="31558"/>
                  <a:pt x="169210" y="29078"/>
                  <a:pt x="176022" y="29078"/>
                </a:cubicBezTo>
                <a:lnTo>
                  <a:pt x="201168" y="29078"/>
                </a:lnTo>
                <a:cubicBezTo>
                  <a:pt x="207980" y="29078"/>
                  <a:pt x="213867" y="31558"/>
                  <a:pt x="218850" y="36542"/>
                </a:cubicBezTo>
                <a:cubicBezTo>
                  <a:pt x="223822" y="41514"/>
                  <a:pt x="226314" y="47412"/>
                  <a:pt x="226314" y="54224"/>
                </a:cubicBezTo>
                <a:lnTo>
                  <a:pt x="226314" y="107659"/>
                </a:lnTo>
                <a:lnTo>
                  <a:pt x="321400" y="107659"/>
                </a:lnTo>
                <a:cubicBezTo>
                  <a:pt x="328727" y="107659"/>
                  <a:pt x="335013" y="110277"/>
                  <a:pt x="340260" y="115512"/>
                </a:cubicBezTo>
                <a:cubicBezTo>
                  <a:pt x="345495" y="120758"/>
                  <a:pt x="348112" y="127044"/>
                  <a:pt x="348112" y="134371"/>
                </a:cubicBezTo>
                <a:lnTo>
                  <a:pt x="348112" y="321400"/>
                </a:lnTo>
                <a:cubicBezTo>
                  <a:pt x="348112" y="328475"/>
                  <a:pt x="345495" y="334762"/>
                  <a:pt x="340260" y="340260"/>
                </a:cubicBezTo>
                <a:cubicBezTo>
                  <a:pt x="335013" y="345495"/>
                  <a:pt x="328727" y="348112"/>
                  <a:pt x="321400" y="348112"/>
                </a:cubicBezTo>
                <a:lnTo>
                  <a:pt x="55790" y="348112"/>
                </a:lnTo>
                <a:close/>
                <a:moveTo>
                  <a:pt x="55790" y="321400"/>
                </a:moveTo>
                <a:lnTo>
                  <a:pt x="321400" y="321400"/>
                </a:lnTo>
                <a:lnTo>
                  <a:pt x="321400" y="134371"/>
                </a:lnTo>
                <a:lnTo>
                  <a:pt x="226314" y="134371"/>
                </a:lnTo>
                <a:lnTo>
                  <a:pt x="226314" y="146167"/>
                </a:lnTo>
                <a:cubicBezTo>
                  <a:pt x="226051" y="153756"/>
                  <a:pt x="223296" y="159517"/>
                  <a:pt x="218062" y="163449"/>
                </a:cubicBezTo>
                <a:cubicBezTo>
                  <a:pt x="213089" y="167644"/>
                  <a:pt x="207455" y="169736"/>
                  <a:pt x="201168" y="169736"/>
                </a:cubicBezTo>
                <a:lnTo>
                  <a:pt x="176022" y="169736"/>
                </a:lnTo>
                <a:cubicBezTo>
                  <a:pt x="169736" y="169736"/>
                  <a:pt x="163975" y="167644"/>
                  <a:pt x="158740" y="163449"/>
                </a:cubicBezTo>
                <a:cubicBezTo>
                  <a:pt x="153756" y="159254"/>
                  <a:pt x="151139" y="153493"/>
                  <a:pt x="150876" y="146167"/>
                </a:cubicBezTo>
                <a:lnTo>
                  <a:pt x="150876" y="134371"/>
                </a:lnTo>
                <a:lnTo>
                  <a:pt x="55790" y="134371"/>
                </a:lnTo>
                <a:lnTo>
                  <a:pt x="55790" y="321400"/>
                </a:lnTo>
                <a:close/>
                <a:moveTo>
                  <a:pt x="176811" y="143801"/>
                </a:moveTo>
                <a:lnTo>
                  <a:pt x="200379" y="143801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3801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6921" y="306473"/>
                </a:moveTo>
                <a:lnTo>
                  <a:pt x="236921" y="283681"/>
                </a:lnTo>
                <a:lnTo>
                  <a:pt x="201957" y="283681"/>
                </a:lnTo>
                <a:cubicBezTo>
                  <a:pt x="194619" y="283681"/>
                  <a:pt x="188332" y="281064"/>
                  <a:pt x="183097" y="275817"/>
                </a:cubicBezTo>
                <a:cubicBezTo>
                  <a:pt x="177851" y="270582"/>
                  <a:pt x="175233" y="264296"/>
                  <a:pt x="175233" y="256958"/>
                </a:cubicBezTo>
                <a:lnTo>
                  <a:pt x="175233" y="120232"/>
                </a:lnTo>
                <a:lnTo>
                  <a:pt x="140658" y="120232"/>
                </a:lnTo>
                <a:lnTo>
                  <a:pt x="140658" y="144978"/>
                </a:lnTo>
                <a:cubicBezTo>
                  <a:pt x="140658" y="152316"/>
                  <a:pt x="138177" y="158603"/>
                  <a:pt x="133194" y="163838"/>
                </a:cubicBezTo>
                <a:cubicBezTo>
                  <a:pt x="127959" y="168821"/>
                  <a:pt x="121672" y="171313"/>
                  <a:pt x="114334" y="171313"/>
                </a:cubicBezTo>
                <a:lnTo>
                  <a:pt x="54613" y="171313"/>
                </a:lnTo>
                <a:cubicBezTo>
                  <a:pt x="47023" y="171313"/>
                  <a:pt x="40599" y="168684"/>
                  <a:pt x="35364" y="163449"/>
                </a:cubicBezTo>
                <a:cubicBezTo>
                  <a:pt x="30118" y="158477"/>
                  <a:pt x="27501" y="152190"/>
                  <a:pt x="27501" y="144590"/>
                </a:cubicBezTo>
                <a:lnTo>
                  <a:pt x="27501" y="71117"/>
                </a:lnTo>
                <a:cubicBezTo>
                  <a:pt x="27501" y="63779"/>
                  <a:pt x="30118" y="57493"/>
                  <a:pt x="35364" y="52258"/>
                </a:cubicBezTo>
                <a:cubicBezTo>
                  <a:pt x="40599" y="47023"/>
                  <a:pt x="47023" y="44394"/>
                  <a:pt x="54613" y="44394"/>
                </a:cubicBezTo>
                <a:lnTo>
                  <a:pt x="114334" y="44394"/>
                </a:lnTo>
                <a:cubicBezTo>
                  <a:pt x="121672" y="44394"/>
                  <a:pt x="127959" y="47023"/>
                  <a:pt x="133194" y="52258"/>
                </a:cubicBezTo>
                <a:cubicBezTo>
                  <a:pt x="138177" y="57493"/>
                  <a:pt x="140658" y="63654"/>
                  <a:pt x="140658" y="70729"/>
                </a:cubicBezTo>
                <a:lnTo>
                  <a:pt x="140658" y="93509"/>
                </a:lnTo>
                <a:lnTo>
                  <a:pt x="236921" y="93509"/>
                </a:lnTo>
                <a:lnTo>
                  <a:pt x="236921" y="70729"/>
                </a:lnTo>
                <a:cubicBezTo>
                  <a:pt x="236921" y="63654"/>
                  <a:pt x="239413" y="57493"/>
                  <a:pt x="244385" y="52258"/>
                </a:cubicBezTo>
                <a:cubicBezTo>
                  <a:pt x="249631" y="47023"/>
                  <a:pt x="255918" y="44394"/>
                  <a:pt x="263244" y="44394"/>
                </a:cubicBezTo>
                <a:lnTo>
                  <a:pt x="322577" y="44394"/>
                </a:lnTo>
                <a:cubicBezTo>
                  <a:pt x="330167" y="44394"/>
                  <a:pt x="336591" y="47023"/>
                  <a:pt x="341826" y="52258"/>
                </a:cubicBezTo>
                <a:cubicBezTo>
                  <a:pt x="347072" y="57493"/>
                  <a:pt x="349689" y="63779"/>
                  <a:pt x="349689" y="71117"/>
                </a:cubicBezTo>
                <a:lnTo>
                  <a:pt x="349689" y="144590"/>
                </a:lnTo>
                <a:cubicBezTo>
                  <a:pt x="349689" y="152190"/>
                  <a:pt x="347072" y="158477"/>
                  <a:pt x="341826" y="163449"/>
                </a:cubicBezTo>
                <a:cubicBezTo>
                  <a:pt x="336591" y="168684"/>
                  <a:pt x="330167" y="171313"/>
                  <a:pt x="322577" y="171313"/>
                </a:cubicBezTo>
                <a:lnTo>
                  <a:pt x="263244" y="171313"/>
                </a:lnTo>
                <a:cubicBezTo>
                  <a:pt x="255918" y="171313"/>
                  <a:pt x="249631" y="168821"/>
                  <a:pt x="244385" y="163838"/>
                </a:cubicBezTo>
                <a:cubicBezTo>
                  <a:pt x="239413" y="158603"/>
                  <a:pt x="236921" y="152316"/>
                  <a:pt x="236921" y="144978"/>
                </a:cubicBezTo>
                <a:lnTo>
                  <a:pt x="236921" y="120232"/>
                </a:lnTo>
                <a:lnTo>
                  <a:pt x="201957" y="120232"/>
                </a:lnTo>
                <a:lnTo>
                  <a:pt x="201957" y="256958"/>
                </a:lnTo>
                <a:lnTo>
                  <a:pt x="236921" y="256958"/>
                </a:lnTo>
                <a:lnTo>
                  <a:pt x="236921" y="232212"/>
                </a:lnTo>
                <a:cubicBezTo>
                  <a:pt x="236921" y="224874"/>
                  <a:pt x="239413" y="218587"/>
                  <a:pt x="244385" y="213352"/>
                </a:cubicBezTo>
                <a:cubicBezTo>
                  <a:pt x="249631" y="208369"/>
                  <a:pt x="255918" y="205889"/>
                  <a:pt x="263244" y="205889"/>
                </a:cubicBezTo>
                <a:lnTo>
                  <a:pt x="322577" y="205889"/>
                </a:lnTo>
                <a:cubicBezTo>
                  <a:pt x="330167" y="205889"/>
                  <a:pt x="336591" y="208506"/>
                  <a:pt x="341826" y="213741"/>
                </a:cubicBezTo>
                <a:cubicBezTo>
                  <a:pt x="347072" y="218976"/>
                  <a:pt x="349689" y="225262"/>
                  <a:pt x="349689" y="232600"/>
                </a:cubicBezTo>
                <a:lnTo>
                  <a:pt x="349689" y="306073"/>
                </a:lnTo>
                <a:cubicBezTo>
                  <a:pt x="349689" y="313411"/>
                  <a:pt x="347072" y="319697"/>
                  <a:pt x="341826" y="324932"/>
                </a:cubicBezTo>
                <a:cubicBezTo>
                  <a:pt x="336591" y="330167"/>
                  <a:pt x="330167" y="332796"/>
                  <a:pt x="322577" y="332796"/>
                </a:cubicBezTo>
                <a:lnTo>
                  <a:pt x="263244" y="332796"/>
                </a:lnTo>
                <a:cubicBezTo>
                  <a:pt x="255918" y="332796"/>
                  <a:pt x="249631" y="330167"/>
                  <a:pt x="244385" y="324932"/>
                </a:cubicBezTo>
                <a:cubicBezTo>
                  <a:pt x="239413" y="319697"/>
                  <a:pt x="236921" y="313536"/>
                  <a:pt x="236921" y="306473"/>
                </a:cubicBezTo>
                <a:close/>
                <a:moveTo>
                  <a:pt x="54613" y="71117"/>
                </a:moveTo>
                <a:lnTo>
                  <a:pt x="54613" y="144590"/>
                </a:lnTo>
                <a:lnTo>
                  <a:pt x="54613" y="71117"/>
                </a:lnTo>
                <a:close/>
                <a:moveTo>
                  <a:pt x="263644" y="232600"/>
                </a:moveTo>
                <a:lnTo>
                  <a:pt x="263644" y="306073"/>
                </a:lnTo>
                <a:lnTo>
                  <a:pt x="263644" y="232600"/>
                </a:lnTo>
                <a:close/>
                <a:moveTo>
                  <a:pt x="263644" y="71117"/>
                </a:moveTo>
                <a:lnTo>
                  <a:pt x="263644" y="144590"/>
                </a:lnTo>
                <a:lnTo>
                  <a:pt x="263644" y="71117"/>
                </a:lnTo>
                <a:close/>
                <a:moveTo>
                  <a:pt x="263644" y="144590"/>
                </a:moveTo>
                <a:lnTo>
                  <a:pt x="322577" y="144590"/>
                </a:lnTo>
                <a:lnTo>
                  <a:pt x="322577" y="71117"/>
                </a:lnTo>
                <a:lnTo>
                  <a:pt x="263644" y="71117"/>
                </a:lnTo>
                <a:lnTo>
                  <a:pt x="263644" y="144590"/>
                </a:lnTo>
                <a:close/>
                <a:moveTo>
                  <a:pt x="263644" y="306073"/>
                </a:moveTo>
                <a:lnTo>
                  <a:pt x="322577" y="306073"/>
                </a:lnTo>
                <a:lnTo>
                  <a:pt x="322577" y="232600"/>
                </a:lnTo>
                <a:lnTo>
                  <a:pt x="263644" y="232600"/>
                </a:lnTo>
                <a:lnTo>
                  <a:pt x="263644" y="306073"/>
                </a:lnTo>
                <a:close/>
                <a:moveTo>
                  <a:pt x="54613" y="144590"/>
                </a:moveTo>
                <a:lnTo>
                  <a:pt x="113946" y="144590"/>
                </a:lnTo>
                <a:lnTo>
                  <a:pt x="113946" y="71117"/>
                </a:lnTo>
                <a:lnTo>
                  <a:pt x="54613" y="71117"/>
                </a:lnTo>
                <a:lnTo>
                  <a:pt x="54613" y="1445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150" y="319046"/>
                </a:moveTo>
                <a:lnTo>
                  <a:pt x="14150" y="293900"/>
                </a:lnTo>
                <a:cubicBezTo>
                  <a:pt x="14150" y="284207"/>
                  <a:pt x="16505" y="276217"/>
                  <a:pt x="21214" y="269931"/>
                </a:cubicBezTo>
                <a:cubicBezTo>
                  <a:pt x="25672" y="263644"/>
                  <a:pt x="31821" y="258661"/>
                  <a:pt x="39685" y="254992"/>
                </a:cubicBezTo>
                <a:cubicBezTo>
                  <a:pt x="53824" y="248191"/>
                  <a:pt x="69026" y="242556"/>
                  <a:pt x="85256" y="238098"/>
                </a:cubicBezTo>
                <a:cubicBezTo>
                  <a:pt x="101761" y="233652"/>
                  <a:pt x="120232" y="231423"/>
                  <a:pt x="140658" y="231423"/>
                </a:cubicBezTo>
                <a:cubicBezTo>
                  <a:pt x="161094" y="231423"/>
                  <a:pt x="179554" y="233652"/>
                  <a:pt x="196059" y="238098"/>
                </a:cubicBezTo>
                <a:cubicBezTo>
                  <a:pt x="212564" y="242556"/>
                  <a:pt x="227891" y="248191"/>
                  <a:pt x="242030" y="254992"/>
                </a:cubicBezTo>
                <a:cubicBezTo>
                  <a:pt x="249631" y="258661"/>
                  <a:pt x="255781" y="263644"/>
                  <a:pt x="260501" y="269931"/>
                </a:cubicBezTo>
                <a:cubicBezTo>
                  <a:pt x="264947" y="276217"/>
                  <a:pt x="267176" y="284207"/>
                  <a:pt x="267176" y="293900"/>
                </a:cubicBezTo>
                <a:lnTo>
                  <a:pt x="267176" y="319046"/>
                </a:lnTo>
                <a:cubicBezTo>
                  <a:pt x="267176" y="322703"/>
                  <a:pt x="265999" y="325846"/>
                  <a:pt x="263644" y="328475"/>
                </a:cubicBezTo>
                <a:cubicBezTo>
                  <a:pt x="261015" y="331093"/>
                  <a:pt x="257747" y="332396"/>
                  <a:pt x="253815" y="332396"/>
                </a:cubicBezTo>
                <a:lnTo>
                  <a:pt x="27501" y="332396"/>
                </a:lnTo>
                <a:cubicBezTo>
                  <a:pt x="23832" y="332396"/>
                  <a:pt x="20688" y="331093"/>
                  <a:pt x="18071" y="328475"/>
                </a:cubicBezTo>
                <a:cubicBezTo>
                  <a:pt x="15453" y="325846"/>
                  <a:pt x="14150" y="322703"/>
                  <a:pt x="14150" y="319046"/>
                </a:cubicBezTo>
                <a:close/>
                <a:moveTo>
                  <a:pt x="41251" y="305284"/>
                </a:moveTo>
                <a:lnTo>
                  <a:pt x="240464" y="305284"/>
                </a:lnTo>
                <a:lnTo>
                  <a:pt x="240464" y="293900"/>
                </a:lnTo>
                <a:cubicBezTo>
                  <a:pt x="240464" y="289968"/>
                  <a:pt x="239413" y="286824"/>
                  <a:pt x="237321" y="284470"/>
                </a:cubicBezTo>
                <a:cubicBezTo>
                  <a:pt x="234955" y="282104"/>
                  <a:pt x="232212" y="280275"/>
                  <a:pt x="229069" y="278961"/>
                </a:cubicBezTo>
                <a:cubicBezTo>
                  <a:pt x="217799" y="273989"/>
                  <a:pt x="205363" y="269268"/>
                  <a:pt x="191738" y="264822"/>
                </a:cubicBezTo>
                <a:cubicBezTo>
                  <a:pt x="177851" y="260364"/>
                  <a:pt x="160832" y="258135"/>
                  <a:pt x="140658" y="258135"/>
                </a:cubicBezTo>
                <a:cubicBezTo>
                  <a:pt x="120758" y="258135"/>
                  <a:pt x="103853" y="260364"/>
                  <a:pt x="89977" y="264822"/>
                </a:cubicBezTo>
                <a:cubicBezTo>
                  <a:pt x="76352" y="269268"/>
                  <a:pt x="63917" y="273989"/>
                  <a:pt x="52647" y="278961"/>
                </a:cubicBezTo>
                <a:cubicBezTo>
                  <a:pt x="49240" y="280275"/>
                  <a:pt x="46497" y="282104"/>
                  <a:pt x="44394" y="284470"/>
                </a:cubicBezTo>
                <a:cubicBezTo>
                  <a:pt x="42302" y="286824"/>
                  <a:pt x="41251" y="289968"/>
                  <a:pt x="41251" y="293900"/>
                </a:cubicBezTo>
                <a:lnTo>
                  <a:pt x="41251" y="305284"/>
                </a:lnTo>
                <a:close/>
                <a:moveTo>
                  <a:pt x="96652" y="190172"/>
                </a:moveTo>
                <a:cubicBezTo>
                  <a:pt x="85131" y="178639"/>
                  <a:pt x="79370" y="164238"/>
                  <a:pt x="79370" y="146944"/>
                </a:cubicBezTo>
                <a:lnTo>
                  <a:pt x="75438" y="146944"/>
                </a:lnTo>
                <a:cubicBezTo>
                  <a:pt x="73346" y="146944"/>
                  <a:pt x="71380" y="146030"/>
                  <a:pt x="69540" y="144201"/>
                </a:cubicBezTo>
                <a:cubicBezTo>
                  <a:pt x="67974" y="142624"/>
                  <a:pt x="67186" y="140658"/>
                  <a:pt x="67186" y="138303"/>
                </a:cubicBezTo>
                <a:cubicBezTo>
                  <a:pt x="67186" y="136211"/>
                  <a:pt x="67974" y="134245"/>
                  <a:pt x="69540" y="132405"/>
                </a:cubicBezTo>
                <a:cubicBezTo>
                  <a:pt x="71380" y="130839"/>
                  <a:pt x="73346" y="130051"/>
                  <a:pt x="75438" y="130051"/>
                </a:cubicBezTo>
                <a:lnTo>
                  <a:pt x="79370" y="130051"/>
                </a:lnTo>
                <a:cubicBezTo>
                  <a:pt x="79370" y="119055"/>
                  <a:pt x="82250" y="109225"/>
                  <a:pt x="88011" y="100584"/>
                </a:cubicBezTo>
                <a:cubicBezTo>
                  <a:pt x="93509" y="91943"/>
                  <a:pt x="100847" y="84993"/>
                  <a:pt x="110014" y="79759"/>
                </a:cubicBezTo>
                <a:lnTo>
                  <a:pt x="110014" y="95086"/>
                </a:lnTo>
                <a:cubicBezTo>
                  <a:pt x="110014" y="96915"/>
                  <a:pt x="110540" y="98355"/>
                  <a:pt x="111591" y="99407"/>
                </a:cubicBezTo>
                <a:cubicBezTo>
                  <a:pt x="112631" y="100458"/>
                  <a:pt x="114071" y="100973"/>
                  <a:pt x="115912" y="100973"/>
                </a:cubicBezTo>
                <a:cubicBezTo>
                  <a:pt x="117740" y="100973"/>
                  <a:pt x="119181" y="100458"/>
                  <a:pt x="120232" y="99407"/>
                </a:cubicBezTo>
                <a:cubicBezTo>
                  <a:pt x="121272" y="98355"/>
                  <a:pt x="121798" y="96915"/>
                  <a:pt x="121798" y="95086"/>
                </a:cubicBezTo>
                <a:lnTo>
                  <a:pt x="121798" y="75049"/>
                </a:lnTo>
                <a:cubicBezTo>
                  <a:pt x="123901" y="74524"/>
                  <a:pt x="126782" y="73998"/>
                  <a:pt x="130451" y="73472"/>
                </a:cubicBezTo>
                <a:cubicBezTo>
                  <a:pt x="134108" y="73209"/>
                  <a:pt x="137651" y="73083"/>
                  <a:pt x="141058" y="73083"/>
                </a:cubicBezTo>
                <a:cubicBezTo>
                  <a:pt x="144464" y="73083"/>
                  <a:pt x="147996" y="73209"/>
                  <a:pt x="151665" y="73472"/>
                </a:cubicBezTo>
                <a:cubicBezTo>
                  <a:pt x="155334" y="73998"/>
                  <a:pt x="158214" y="74524"/>
                  <a:pt x="160306" y="75049"/>
                </a:cubicBezTo>
                <a:lnTo>
                  <a:pt x="160306" y="95086"/>
                </a:lnTo>
                <a:cubicBezTo>
                  <a:pt x="160306" y="96915"/>
                  <a:pt x="160957" y="98355"/>
                  <a:pt x="162272" y="99407"/>
                </a:cubicBezTo>
                <a:cubicBezTo>
                  <a:pt x="163323" y="100458"/>
                  <a:pt x="164763" y="100973"/>
                  <a:pt x="166592" y="100973"/>
                </a:cubicBezTo>
                <a:cubicBezTo>
                  <a:pt x="168170" y="100973"/>
                  <a:pt x="169610" y="100458"/>
                  <a:pt x="170913" y="99407"/>
                </a:cubicBezTo>
                <a:cubicBezTo>
                  <a:pt x="171964" y="98355"/>
                  <a:pt x="172490" y="96915"/>
                  <a:pt x="172490" y="95086"/>
                </a:cubicBezTo>
                <a:lnTo>
                  <a:pt x="172490" y="79759"/>
                </a:lnTo>
                <a:cubicBezTo>
                  <a:pt x="181657" y="84993"/>
                  <a:pt x="188858" y="91943"/>
                  <a:pt x="194093" y="100584"/>
                </a:cubicBezTo>
                <a:cubicBezTo>
                  <a:pt x="199339" y="109225"/>
                  <a:pt x="201957" y="119055"/>
                  <a:pt x="201957" y="130051"/>
                </a:cubicBezTo>
                <a:lnTo>
                  <a:pt x="205889" y="130051"/>
                </a:lnTo>
                <a:cubicBezTo>
                  <a:pt x="208243" y="130051"/>
                  <a:pt x="210209" y="130839"/>
                  <a:pt x="211775" y="132405"/>
                </a:cubicBezTo>
                <a:cubicBezTo>
                  <a:pt x="213615" y="134245"/>
                  <a:pt x="214530" y="136211"/>
                  <a:pt x="214530" y="138303"/>
                </a:cubicBezTo>
                <a:cubicBezTo>
                  <a:pt x="214530" y="140658"/>
                  <a:pt x="213615" y="142761"/>
                  <a:pt x="211775" y="144590"/>
                </a:cubicBezTo>
                <a:cubicBezTo>
                  <a:pt x="210209" y="146167"/>
                  <a:pt x="208243" y="146944"/>
                  <a:pt x="205889" y="146944"/>
                </a:cubicBezTo>
                <a:lnTo>
                  <a:pt x="201957" y="146944"/>
                </a:lnTo>
                <a:cubicBezTo>
                  <a:pt x="201957" y="164238"/>
                  <a:pt x="196322" y="178639"/>
                  <a:pt x="185063" y="190172"/>
                </a:cubicBezTo>
                <a:cubicBezTo>
                  <a:pt x="173530" y="201957"/>
                  <a:pt x="158740" y="207843"/>
                  <a:pt x="140658" y="207843"/>
                </a:cubicBezTo>
                <a:cubicBezTo>
                  <a:pt x="122850" y="207843"/>
                  <a:pt x="108185" y="201957"/>
                  <a:pt x="96652" y="190172"/>
                </a:cubicBezTo>
                <a:close/>
                <a:moveTo>
                  <a:pt x="166204" y="171313"/>
                </a:moveTo>
                <a:cubicBezTo>
                  <a:pt x="172227" y="165026"/>
                  <a:pt x="175233" y="156774"/>
                  <a:pt x="175233" y="146555"/>
                </a:cubicBezTo>
                <a:lnTo>
                  <a:pt x="106482" y="146555"/>
                </a:lnTo>
                <a:cubicBezTo>
                  <a:pt x="106482" y="156774"/>
                  <a:pt x="109488" y="165026"/>
                  <a:pt x="115512" y="171313"/>
                </a:cubicBezTo>
                <a:cubicBezTo>
                  <a:pt x="121535" y="177599"/>
                  <a:pt x="129925" y="180743"/>
                  <a:pt x="140658" y="180743"/>
                </a:cubicBezTo>
                <a:cubicBezTo>
                  <a:pt x="151402" y="180743"/>
                  <a:pt x="159917" y="177599"/>
                  <a:pt x="166204" y="171313"/>
                </a:cubicBezTo>
                <a:close/>
                <a:moveTo>
                  <a:pt x="260890" y="224348"/>
                </a:moveTo>
                <a:lnTo>
                  <a:pt x="260501" y="220416"/>
                </a:lnTo>
                <a:cubicBezTo>
                  <a:pt x="258661" y="219376"/>
                  <a:pt x="256695" y="218199"/>
                  <a:pt x="254603" y="216884"/>
                </a:cubicBezTo>
                <a:cubicBezTo>
                  <a:pt x="252774" y="215570"/>
                  <a:pt x="251071" y="214267"/>
                  <a:pt x="249494" y="212952"/>
                </a:cubicBezTo>
                <a:lnTo>
                  <a:pt x="244785" y="215318"/>
                </a:lnTo>
                <a:cubicBezTo>
                  <a:pt x="242945" y="216358"/>
                  <a:pt x="241242" y="216621"/>
                  <a:pt x="239676" y="216096"/>
                </a:cubicBezTo>
                <a:cubicBezTo>
                  <a:pt x="237835" y="215570"/>
                  <a:pt x="236395" y="214530"/>
                  <a:pt x="235355" y="212952"/>
                </a:cubicBezTo>
                <a:lnTo>
                  <a:pt x="234955" y="212175"/>
                </a:lnTo>
                <a:cubicBezTo>
                  <a:pt x="233652" y="210335"/>
                  <a:pt x="233126" y="208506"/>
                  <a:pt x="233389" y="206666"/>
                </a:cubicBezTo>
                <a:cubicBezTo>
                  <a:pt x="233915" y="204574"/>
                  <a:pt x="234955" y="202871"/>
                  <a:pt x="236532" y="201557"/>
                </a:cubicBezTo>
                <a:lnTo>
                  <a:pt x="240853" y="198413"/>
                </a:lnTo>
                <a:cubicBezTo>
                  <a:pt x="240327" y="197373"/>
                  <a:pt x="240064" y="196459"/>
                  <a:pt x="240064" y="195670"/>
                </a:cubicBezTo>
                <a:lnTo>
                  <a:pt x="240064" y="189772"/>
                </a:lnTo>
                <a:cubicBezTo>
                  <a:pt x="240064" y="188721"/>
                  <a:pt x="240327" y="187681"/>
                  <a:pt x="240853" y="186629"/>
                </a:cubicBezTo>
                <a:lnTo>
                  <a:pt x="236532" y="183486"/>
                </a:lnTo>
                <a:cubicBezTo>
                  <a:pt x="234955" y="182183"/>
                  <a:pt x="233915" y="180605"/>
                  <a:pt x="233389" y="178777"/>
                </a:cubicBezTo>
                <a:cubicBezTo>
                  <a:pt x="233126" y="176936"/>
                  <a:pt x="233652" y="175108"/>
                  <a:pt x="234955" y="173267"/>
                </a:cubicBezTo>
                <a:lnTo>
                  <a:pt x="235355" y="172090"/>
                </a:lnTo>
                <a:cubicBezTo>
                  <a:pt x="236395" y="170524"/>
                  <a:pt x="237835" y="169473"/>
                  <a:pt x="239676" y="168947"/>
                </a:cubicBezTo>
                <a:cubicBezTo>
                  <a:pt x="241242" y="168421"/>
                  <a:pt x="243082" y="168684"/>
                  <a:pt x="245174" y="169736"/>
                </a:cubicBezTo>
                <a:lnTo>
                  <a:pt x="249494" y="172090"/>
                </a:lnTo>
                <a:lnTo>
                  <a:pt x="254992" y="168170"/>
                </a:lnTo>
                <a:cubicBezTo>
                  <a:pt x="256832" y="166855"/>
                  <a:pt x="258661" y="165678"/>
                  <a:pt x="260501" y="164626"/>
                </a:cubicBezTo>
                <a:lnTo>
                  <a:pt x="260890" y="160306"/>
                </a:lnTo>
                <a:cubicBezTo>
                  <a:pt x="261153" y="158214"/>
                  <a:pt x="261941" y="156511"/>
                  <a:pt x="263244" y="155197"/>
                </a:cubicBezTo>
                <a:cubicBezTo>
                  <a:pt x="264822" y="153894"/>
                  <a:pt x="266650" y="153231"/>
                  <a:pt x="268754" y="153231"/>
                </a:cubicBezTo>
                <a:lnTo>
                  <a:pt x="269531" y="153231"/>
                </a:lnTo>
                <a:cubicBezTo>
                  <a:pt x="271371" y="153231"/>
                  <a:pt x="273074" y="154019"/>
                  <a:pt x="274640" y="155597"/>
                </a:cubicBezTo>
                <a:cubicBezTo>
                  <a:pt x="275954" y="156900"/>
                  <a:pt x="276869" y="158603"/>
                  <a:pt x="277395" y="160694"/>
                </a:cubicBezTo>
                <a:lnTo>
                  <a:pt x="277783" y="164626"/>
                </a:lnTo>
                <a:cubicBezTo>
                  <a:pt x="279624" y="165678"/>
                  <a:pt x="281327" y="166855"/>
                  <a:pt x="282893" y="168170"/>
                </a:cubicBezTo>
                <a:cubicBezTo>
                  <a:pt x="284721" y="169473"/>
                  <a:pt x="286687" y="170787"/>
                  <a:pt x="288790" y="172090"/>
                </a:cubicBezTo>
                <a:lnTo>
                  <a:pt x="293111" y="169736"/>
                </a:lnTo>
                <a:cubicBezTo>
                  <a:pt x="294940" y="168684"/>
                  <a:pt x="296643" y="168421"/>
                  <a:pt x="298220" y="168947"/>
                </a:cubicBezTo>
                <a:cubicBezTo>
                  <a:pt x="300049" y="169473"/>
                  <a:pt x="301626" y="170524"/>
                  <a:pt x="302929" y="172090"/>
                </a:cubicBezTo>
                <a:lnTo>
                  <a:pt x="303329" y="172879"/>
                </a:lnTo>
                <a:cubicBezTo>
                  <a:pt x="304369" y="174708"/>
                  <a:pt x="304770" y="176674"/>
                  <a:pt x="304507" y="178777"/>
                </a:cubicBezTo>
                <a:cubicBezTo>
                  <a:pt x="304244" y="180605"/>
                  <a:pt x="303329" y="182183"/>
                  <a:pt x="301752" y="183486"/>
                </a:cubicBezTo>
                <a:lnTo>
                  <a:pt x="297431" y="186629"/>
                </a:lnTo>
                <a:cubicBezTo>
                  <a:pt x="297694" y="187681"/>
                  <a:pt x="297820" y="188721"/>
                  <a:pt x="297820" y="189772"/>
                </a:cubicBezTo>
                <a:cubicBezTo>
                  <a:pt x="298083" y="190561"/>
                  <a:pt x="298220" y="191475"/>
                  <a:pt x="298220" y="192527"/>
                </a:cubicBezTo>
                <a:cubicBezTo>
                  <a:pt x="298220" y="193567"/>
                  <a:pt x="298083" y="194619"/>
                  <a:pt x="297820" y="195670"/>
                </a:cubicBezTo>
                <a:cubicBezTo>
                  <a:pt x="297820" y="196459"/>
                  <a:pt x="297694" y="197373"/>
                  <a:pt x="297431" y="198413"/>
                </a:cubicBezTo>
                <a:lnTo>
                  <a:pt x="301752" y="201557"/>
                </a:lnTo>
                <a:cubicBezTo>
                  <a:pt x="303329" y="202871"/>
                  <a:pt x="304244" y="204437"/>
                  <a:pt x="304507" y="206277"/>
                </a:cubicBezTo>
                <a:cubicBezTo>
                  <a:pt x="304770" y="208106"/>
                  <a:pt x="304244" y="209946"/>
                  <a:pt x="302929" y="211775"/>
                </a:cubicBezTo>
                <a:lnTo>
                  <a:pt x="302929" y="212952"/>
                </a:lnTo>
                <a:cubicBezTo>
                  <a:pt x="301626" y="214530"/>
                  <a:pt x="300049" y="215570"/>
                  <a:pt x="298220" y="216096"/>
                </a:cubicBezTo>
                <a:cubicBezTo>
                  <a:pt x="296643" y="216621"/>
                  <a:pt x="294940" y="216358"/>
                  <a:pt x="293111" y="215318"/>
                </a:cubicBezTo>
                <a:lnTo>
                  <a:pt x="288790" y="212952"/>
                </a:lnTo>
                <a:cubicBezTo>
                  <a:pt x="287213" y="214267"/>
                  <a:pt x="285384" y="215570"/>
                  <a:pt x="283281" y="216884"/>
                </a:cubicBezTo>
                <a:cubicBezTo>
                  <a:pt x="281452" y="218199"/>
                  <a:pt x="279624" y="219376"/>
                  <a:pt x="277783" y="220416"/>
                </a:cubicBezTo>
                <a:lnTo>
                  <a:pt x="277395" y="224748"/>
                </a:lnTo>
                <a:cubicBezTo>
                  <a:pt x="276869" y="226840"/>
                  <a:pt x="275954" y="228543"/>
                  <a:pt x="274640" y="229846"/>
                </a:cubicBezTo>
                <a:cubicBezTo>
                  <a:pt x="273074" y="231160"/>
                  <a:pt x="271371" y="231812"/>
                  <a:pt x="269531" y="231812"/>
                </a:cubicBezTo>
                <a:lnTo>
                  <a:pt x="268754" y="231812"/>
                </a:lnTo>
                <a:cubicBezTo>
                  <a:pt x="266650" y="231812"/>
                  <a:pt x="264822" y="231160"/>
                  <a:pt x="263244" y="229846"/>
                </a:cubicBezTo>
                <a:cubicBezTo>
                  <a:pt x="261941" y="228280"/>
                  <a:pt x="261153" y="226440"/>
                  <a:pt x="260890" y="224348"/>
                </a:cubicBezTo>
                <a:close/>
                <a:moveTo>
                  <a:pt x="279749" y="203134"/>
                </a:moveTo>
                <a:cubicBezTo>
                  <a:pt x="282630" y="200254"/>
                  <a:pt x="284070" y="196710"/>
                  <a:pt x="284070" y="192527"/>
                </a:cubicBezTo>
                <a:cubicBezTo>
                  <a:pt x="284070" y="188332"/>
                  <a:pt x="282630" y="184800"/>
                  <a:pt x="279749" y="181920"/>
                </a:cubicBezTo>
                <a:cubicBezTo>
                  <a:pt x="276869" y="179040"/>
                  <a:pt x="273200" y="177599"/>
                  <a:pt x="268754" y="177599"/>
                </a:cubicBezTo>
                <a:cubicBezTo>
                  <a:pt x="264559" y="177599"/>
                  <a:pt x="261015" y="179040"/>
                  <a:pt x="258135" y="181920"/>
                </a:cubicBezTo>
                <a:cubicBezTo>
                  <a:pt x="255518" y="184800"/>
                  <a:pt x="254215" y="188332"/>
                  <a:pt x="254215" y="192527"/>
                </a:cubicBezTo>
                <a:cubicBezTo>
                  <a:pt x="254215" y="196710"/>
                  <a:pt x="255518" y="200254"/>
                  <a:pt x="258135" y="203134"/>
                </a:cubicBezTo>
                <a:cubicBezTo>
                  <a:pt x="261015" y="206014"/>
                  <a:pt x="264559" y="207455"/>
                  <a:pt x="268754" y="207455"/>
                </a:cubicBezTo>
                <a:cubicBezTo>
                  <a:pt x="273200" y="207455"/>
                  <a:pt x="276869" y="206014"/>
                  <a:pt x="279749" y="203134"/>
                </a:cubicBezTo>
                <a:close/>
                <a:moveTo>
                  <a:pt x="302541" y="140658"/>
                </a:moveTo>
                <a:lnTo>
                  <a:pt x="300575" y="132405"/>
                </a:lnTo>
                <a:cubicBezTo>
                  <a:pt x="297957" y="131365"/>
                  <a:pt x="295203" y="129925"/>
                  <a:pt x="292322" y="128085"/>
                </a:cubicBezTo>
                <a:cubicBezTo>
                  <a:pt x="289705" y="126256"/>
                  <a:pt x="287476" y="124290"/>
                  <a:pt x="285647" y="122198"/>
                </a:cubicBezTo>
                <a:lnTo>
                  <a:pt x="274640" y="126119"/>
                </a:lnTo>
                <a:cubicBezTo>
                  <a:pt x="272811" y="126644"/>
                  <a:pt x="270971" y="126644"/>
                  <a:pt x="269142" y="126119"/>
                </a:cubicBezTo>
                <a:cubicBezTo>
                  <a:pt x="267565" y="125604"/>
                  <a:pt x="266262" y="124553"/>
                  <a:pt x="265210" y="122975"/>
                </a:cubicBezTo>
                <a:lnTo>
                  <a:pt x="263644" y="120621"/>
                </a:lnTo>
                <a:cubicBezTo>
                  <a:pt x="262593" y="118792"/>
                  <a:pt x="262204" y="116952"/>
                  <a:pt x="262467" y="115123"/>
                </a:cubicBezTo>
                <a:cubicBezTo>
                  <a:pt x="262981" y="113283"/>
                  <a:pt x="264033" y="111717"/>
                  <a:pt x="265610" y="110402"/>
                </a:cubicBezTo>
                <a:lnTo>
                  <a:pt x="274251" y="103727"/>
                </a:lnTo>
                <a:cubicBezTo>
                  <a:pt x="273726" y="102413"/>
                  <a:pt x="273200" y="100973"/>
                  <a:pt x="272674" y="99407"/>
                </a:cubicBezTo>
                <a:cubicBezTo>
                  <a:pt x="272411" y="97829"/>
                  <a:pt x="272285" y="96263"/>
                  <a:pt x="272285" y="94686"/>
                </a:cubicBezTo>
                <a:cubicBezTo>
                  <a:pt x="272285" y="93120"/>
                  <a:pt x="272411" y="91543"/>
                  <a:pt x="272674" y="89977"/>
                </a:cubicBezTo>
                <a:cubicBezTo>
                  <a:pt x="273200" y="88400"/>
                  <a:pt x="273726" y="86959"/>
                  <a:pt x="274251" y="85656"/>
                </a:cubicBezTo>
                <a:lnTo>
                  <a:pt x="265610" y="78970"/>
                </a:lnTo>
                <a:cubicBezTo>
                  <a:pt x="264033" y="77667"/>
                  <a:pt x="262981" y="75964"/>
                  <a:pt x="262467" y="73872"/>
                </a:cubicBezTo>
                <a:cubicBezTo>
                  <a:pt x="262204" y="72032"/>
                  <a:pt x="262593" y="70329"/>
                  <a:pt x="263644" y="68763"/>
                </a:cubicBezTo>
                <a:lnTo>
                  <a:pt x="265210" y="66797"/>
                </a:lnTo>
                <a:cubicBezTo>
                  <a:pt x="266262" y="65220"/>
                  <a:pt x="267565" y="64042"/>
                  <a:pt x="269142" y="63254"/>
                </a:cubicBezTo>
                <a:cubicBezTo>
                  <a:pt x="270971" y="62739"/>
                  <a:pt x="272811" y="62739"/>
                  <a:pt x="274640" y="63254"/>
                </a:cubicBezTo>
                <a:lnTo>
                  <a:pt x="285647" y="67186"/>
                </a:lnTo>
                <a:cubicBezTo>
                  <a:pt x="287476" y="65094"/>
                  <a:pt x="289705" y="62991"/>
                  <a:pt x="292322" y="60899"/>
                </a:cubicBezTo>
                <a:cubicBezTo>
                  <a:pt x="295203" y="59070"/>
                  <a:pt x="297957" y="57756"/>
                  <a:pt x="300575" y="56967"/>
                </a:cubicBezTo>
                <a:lnTo>
                  <a:pt x="302541" y="48726"/>
                </a:lnTo>
                <a:cubicBezTo>
                  <a:pt x="303066" y="47149"/>
                  <a:pt x="303981" y="45834"/>
                  <a:pt x="305284" y="44794"/>
                </a:cubicBezTo>
                <a:cubicBezTo>
                  <a:pt x="306598" y="43743"/>
                  <a:pt x="308039" y="43217"/>
                  <a:pt x="309616" y="43217"/>
                </a:cubicBezTo>
                <a:lnTo>
                  <a:pt x="313536" y="43217"/>
                </a:lnTo>
                <a:cubicBezTo>
                  <a:pt x="315114" y="43217"/>
                  <a:pt x="316554" y="43743"/>
                  <a:pt x="317857" y="44794"/>
                </a:cubicBezTo>
                <a:cubicBezTo>
                  <a:pt x="319171" y="45834"/>
                  <a:pt x="320086" y="47149"/>
                  <a:pt x="320612" y="48726"/>
                </a:cubicBezTo>
                <a:lnTo>
                  <a:pt x="322577" y="56967"/>
                </a:lnTo>
                <a:cubicBezTo>
                  <a:pt x="325195" y="57756"/>
                  <a:pt x="327812" y="59070"/>
                  <a:pt x="330430" y="60899"/>
                </a:cubicBezTo>
                <a:cubicBezTo>
                  <a:pt x="333310" y="62991"/>
                  <a:pt x="335676" y="65094"/>
                  <a:pt x="337505" y="67186"/>
                </a:cubicBezTo>
                <a:lnTo>
                  <a:pt x="348512" y="63254"/>
                </a:lnTo>
                <a:cubicBezTo>
                  <a:pt x="350341" y="62739"/>
                  <a:pt x="352044" y="62739"/>
                  <a:pt x="353621" y="63254"/>
                </a:cubicBezTo>
                <a:cubicBezTo>
                  <a:pt x="355450" y="63779"/>
                  <a:pt x="356890" y="64831"/>
                  <a:pt x="357942" y="66397"/>
                </a:cubicBezTo>
                <a:lnTo>
                  <a:pt x="359508" y="68763"/>
                </a:lnTo>
                <a:cubicBezTo>
                  <a:pt x="360559" y="70592"/>
                  <a:pt x="360822" y="72420"/>
                  <a:pt x="360296" y="74261"/>
                </a:cubicBezTo>
                <a:cubicBezTo>
                  <a:pt x="360034" y="76090"/>
                  <a:pt x="359119" y="77667"/>
                  <a:pt x="357542" y="78970"/>
                </a:cubicBezTo>
                <a:lnTo>
                  <a:pt x="348901" y="85656"/>
                </a:lnTo>
                <a:cubicBezTo>
                  <a:pt x="349427" y="86959"/>
                  <a:pt x="349815" y="88400"/>
                  <a:pt x="350078" y="89977"/>
                </a:cubicBezTo>
                <a:cubicBezTo>
                  <a:pt x="350604" y="91543"/>
                  <a:pt x="350867" y="93120"/>
                  <a:pt x="350867" y="94686"/>
                </a:cubicBezTo>
                <a:cubicBezTo>
                  <a:pt x="350867" y="96263"/>
                  <a:pt x="350604" y="97829"/>
                  <a:pt x="350078" y="99407"/>
                </a:cubicBezTo>
                <a:cubicBezTo>
                  <a:pt x="349815" y="100973"/>
                  <a:pt x="349427" y="102413"/>
                  <a:pt x="348901" y="103727"/>
                </a:cubicBezTo>
                <a:lnTo>
                  <a:pt x="357542" y="110402"/>
                </a:lnTo>
                <a:cubicBezTo>
                  <a:pt x="359119" y="111717"/>
                  <a:pt x="360034" y="113283"/>
                  <a:pt x="360296" y="115123"/>
                </a:cubicBezTo>
                <a:cubicBezTo>
                  <a:pt x="360822" y="117215"/>
                  <a:pt x="360559" y="119055"/>
                  <a:pt x="359508" y="120621"/>
                </a:cubicBezTo>
                <a:lnTo>
                  <a:pt x="357942" y="122587"/>
                </a:lnTo>
                <a:cubicBezTo>
                  <a:pt x="356890" y="124164"/>
                  <a:pt x="355450" y="125204"/>
                  <a:pt x="353621" y="125730"/>
                </a:cubicBezTo>
                <a:cubicBezTo>
                  <a:pt x="352044" y="126519"/>
                  <a:pt x="350341" y="126644"/>
                  <a:pt x="348512" y="126119"/>
                </a:cubicBezTo>
                <a:lnTo>
                  <a:pt x="337505" y="122198"/>
                </a:lnTo>
                <a:cubicBezTo>
                  <a:pt x="335676" y="124290"/>
                  <a:pt x="333310" y="126256"/>
                  <a:pt x="330430" y="128085"/>
                </a:cubicBezTo>
                <a:cubicBezTo>
                  <a:pt x="327812" y="129925"/>
                  <a:pt x="325195" y="131365"/>
                  <a:pt x="322577" y="132405"/>
                </a:cubicBezTo>
                <a:lnTo>
                  <a:pt x="320612" y="140658"/>
                </a:lnTo>
                <a:cubicBezTo>
                  <a:pt x="320086" y="142235"/>
                  <a:pt x="319171" y="143538"/>
                  <a:pt x="317857" y="144590"/>
                </a:cubicBezTo>
                <a:cubicBezTo>
                  <a:pt x="316554" y="145641"/>
                  <a:pt x="315114" y="146167"/>
                  <a:pt x="313536" y="146167"/>
                </a:cubicBezTo>
                <a:lnTo>
                  <a:pt x="309616" y="146167"/>
                </a:lnTo>
                <a:cubicBezTo>
                  <a:pt x="308039" y="146167"/>
                  <a:pt x="306598" y="145641"/>
                  <a:pt x="305284" y="144590"/>
                </a:cubicBezTo>
                <a:cubicBezTo>
                  <a:pt x="303981" y="143538"/>
                  <a:pt x="303066" y="142235"/>
                  <a:pt x="302541" y="140658"/>
                </a:cubicBezTo>
                <a:close/>
                <a:moveTo>
                  <a:pt x="327687" y="110802"/>
                </a:moveTo>
                <a:cubicBezTo>
                  <a:pt x="332133" y="106608"/>
                  <a:pt x="334362" y="101236"/>
                  <a:pt x="334362" y="94686"/>
                </a:cubicBezTo>
                <a:cubicBezTo>
                  <a:pt x="334362" y="88137"/>
                  <a:pt x="332133" y="82639"/>
                  <a:pt x="327687" y="78193"/>
                </a:cubicBezTo>
                <a:cubicBezTo>
                  <a:pt x="323492" y="73998"/>
                  <a:pt x="318120" y="71906"/>
                  <a:pt x="311570" y="71906"/>
                </a:cubicBezTo>
                <a:cubicBezTo>
                  <a:pt x="305021" y="71906"/>
                  <a:pt x="299523" y="73998"/>
                  <a:pt x="295077" y="78193"/>
                </a:cubicBezTo>
                <a:cubicBezTo>
                  <a:pt x="290882" y="82639"/>
                  <a:pt x="288790" y="88137"/>
                  <a:pt x="288790" y="94686"/>
                </a:cubicBezTo>
                <a:cubicBezTo>
                  <a:pt x="288790" y="101236"/>
                  <a:pt x="290882" y="106608"/>
                  <a:pt x="295077" y="110802"/>
                </a:cubicBezTo>
                <a:cubicBezTo>
                  <a:pt x="299523" y="115249"/>
                  <a:pt x="305021" y="117478"/>
                  <a:pt x="311570" y="117478"/>
                </a:cubicBezTo>
                <a:cubicBezTo>
                  <a:pt x="318120" y="117478"/>
                  <a:pt x="323492" y="115249"/>
                  <a:pt x="327687" y="110802"/>
                </a:cubicBezTo>
                <a:close/>
                <a:moveTo>
                  <a:pt x="140658" y="3052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2396"/>
                </a:moveTo>
                <a:cubicBezTo>
                  <a:pt x="180994" y="332396"/>
                  <a:pt x="177851" y="331093"/>
                  <a:pt x="175233" y="328475"/>
                </a:cubicBezTo>
                <a:cubicBezTo>
                  <a:pt x="172616" y="325846"/>
                  <a:pt x="171313" y="322703"/>
                  <a:pt x="171313" y="319046"/>
                </a:cubicBezTo>
                <a:cubicBezTo>
                  <a:pt x="171313" y="315114"/>
                  <a:pt x="172616" y="311970"/>
                  <a:pt x="175233" y="309616"/>
                </a:cubicBezTo>
                <a:cubicBezTo>
                  <a:pt x="177851" y="306987"/>
                  <a:pt x="180994" y="305684"/>
                  <a:pt x="184663" y="305684"/>
                </a:cubicBezTo>
                <a:lnTo>
                  <a:pt x="305684" y="305684"/>
                </a:lnTo>
                <a:lnTo>
                  <a:pt x="305684" y="186240"/>
                </a:lnTo>
                <a:cubicBezTo>
                  <a:pt x="305684" y="154282"/>
                  <a:pt x="294288" y="127170"/>
                  <a:pt x="271497" y="104905"/>
                </a:cubicBezTo>
                <a:cubicBezTo>
                  <a:pt x="248705" y="82902"/>
                  <a:pt x="221079" y="71906"/>
                  <a:pt x="188595" y="71906"/>
                </a:cubicBezTo>
                <a:cubicBezTo>
                  <a:pt x="156111" y="71906"/>
                  <a:pt x="128485" y="82902"/>
                  <a:pt x="105693" y="104905"/>
                </a:cubicBezTo>
                <a:cubicBezTo>
                  <a:pt x="82902" y="127170"/>
                  <a:pt x="71506" y="154282"/>
                  <a:pt x="71506" y="186240"/>
                </a:cubicBezTo>
                <a:lnTo>
                  <a:pt x="71506" y="275040"/>
                </a:lnTo>
                <a:cubicBezTo>
                  <a:pt x="71506" y="277658"/>
                  <a:pt x="70592" y="279875"/>
                  <a:pt x="68763" y="281715"/>
                </a:cubicBezTo>
                <a:cubicBezTo>
                  <a:pt x="67186" y="283544"/>
                  <a:pt x="64957" y="284470"/>
                  <a:pt x="62076" y="284470"/>
                </a:cubicBezTo>
                <a:lnTo>
                  <a:pt x="61688" y="284470"/>
                </a:lnTo>
                <a:cubicBezTo>
                  <a:pt x="52784" y="284470"/>
                  <a:pt x="45057" y="281327"/>
                  <a:pt x="38508" y="275040"/>
                </a:cubicBezTo>
                <a:cubicBezTo>
                  <a:pt x="32221" y="268491"/>
                  <a:pt x="29078" y="260764"/>
                  <a:pt x="29078" y="251849"/>
                </a:cubicBezTo>
                <a:lnTo>
                  <a:pt x="29078" y="219239"/>
                </a:lnTo>
                <a:cubicBezTo>
                  <a:pt x="29078" y="213741"/>
                  <a:pt x="30518" y="208506"/>
                  <a:pt x="33398" y="203523"/>
                </a:cubicBezTo>
                <a:cubicBezTo>
                  <a:pt x="36016" y="198551"/>
                  <a:pt x="39811" y="194619"/>
                  <a:pt x="44794" y="191738"/>
                </a:cubicBezTo>
                <a:lnTo>
                  <a:pt x="45583" y="174056"/>
                </a:lnTo>
                <a:cubicBezTo>
                  <a:pt x="47412" y="155722"/>
                  <a:pt x="52384" y="138692"/>
                  <a:pt x="60510" y="122975"/>
                </a:cubicBezTo>
                <a:cubicBezTo>
                  <a:pt x="68889" y="107259"/>
                  <a:pt x="79370" y="93509"/>
                  <a:pt x="91943" y="81725"/>
                </a:cubicBezTo>
                <a:cubicBezTo>
                  <a:pt x="104779" y="70203"/>
                  <a:pt x="119443" y="61162"/>
                  <a:pt x="135948" y="54613"/>
                </a:cubicBezTo>
                <a:cubicBezTo>
                  <a:pt x="152705" y="48063"/>
                  <a:pt x="170261" y="44794"/>
                  <a:pt x="188595" y="44794"/>
                </a:cubicBezTo>
                <a:cubicBezTo>
                  <a:pt x="206929" y="44794"/>
                  <a:pt x="224348" y="48063"/>
                  <a:pt x="240853" y="54613"/>
                </a:cubicBezTo>
                <a:cubicBezTo>
                  <a:pt x="257358" y="61162"/>
                  <a:pt x="272023" y="70203"/>
                  <a:pt x="284858" y="81725"/>
                </a:cubicBezTo>
                <a:cubicBezTo>
                  <a:pt x="297694" y="93246"/>
                  <a:pt x="308164" y="106871"/>
                  <a:pt x="316291" y="122587"/>
                </a:cubicBezTo>
                <a:cubicBezTo>
                  <a:pt x="324406" y="138303"/>
                  <a:pt x="329515" y="155334"/>
                  <a:pt x="331619" y="173667"/>
                </a:cubicBezTo>
                <a:lnTo>
                  <a:pt x="332396" y="190950"/>
                </a:lnTo>
                <a:cubicBezTo>
                  <a:pt x="337379" y="193567"/>
                  <a:pt x="341300" y="197236"/>
                  <a:pt x="344192" y="201957"/>
                </a:cubicBezTo>
                <a:cubicBezTo>
                  <a:pt x="346809" y="206929"/>
                  <a:pt x="348112" y="212038"/>
                  <a:pt x="348112" y="217273"/>
                </a:cubicBezTo>
                <a:lnTo>
                  <a:pt x="348112" y="253815"/>
                </a:lnTo>
                <a:cubicBezTo>
                  <a:pt x="348112" y="259324"/>
                  <a:pt x="346809" y="264559"/>
                  <a:pt x="344192" y="269531"/>
                </a:cubicBezTo>
                <a:cubicBezTo>
                  <a:pt x="341300" y="274514"/>
                  <a:pt x="337379" y="278309"/>
                  <a:pt x="332396" y="280927"/>
                </a:cubicBezTo>
                <a:lnTo>
                  <a:pt x="332396" y="305684"/>
                </a:lnTo>
                <a:cubicBezTo>
                  <a:pt x="332396" y="313011"/>
                  <a:pt x="329778" y="319297"/>
                  <a:pt x="324543" y="324543"/>
                </a:cubicBezTo>
                <a:cubicBezTo>
                  <a:pt x="319560" y="329778"/>
                  <a:pt x="313411" y="332396"/>
                  <a:pt x="306073" y="332396"/>
                </a:cubicBezTo>
                <a:lnTo>
                  <a:pt x="184663" y="332396"/>
                </a:lnTo>
                <a:close/>
                <a:moveTo>
                  <a:pt x="133594" y="214530"/>
                </a:moveTo>
                <a:cubicBezTo>
                  <a:pt x="131228" y="212175"/>
                  <a:pt x="130051" y="209283"/>
                  <a:pt x="130051" y="205889"/>
                </a:cubicBezTo>
                <a:cubicBezTo>
                  <a:pt x="130051" y="202482"/>
                  <a:pt x="131228" y="199602"/>
                  <a:pt x="133594" y="197236"/>
                </a:cubicBezTo>
                <a:cubicBezTo>
                  <a:pt x="135948" y="194882"/>
                  <a:pt x="138829" y="193704"/>
                  <a:pt x="142235" y="193704"/>
                </a:cubicBezTo>
                <a:cubicBezTo>
                  <a:pt x="145904" y="193704"/>
                  <a:pt x="148784" y="194882"/>
                  <a:pt x="150876" y="197236"/>
                </a:cubicBezTo>
                <a:cubicBezTo>
                  <a:pt x="153231" y="199602"/>
                  <a:pt x="154408" y="202482"/>
                  <a:pt x="154408" y="205889"/>
                </a:cubicBezTo>
                <a:cubicBezTo>
                  <a:pt x="154408" y="209283"/>
                  <a:pt x="153231" y="212175"/>
                  <a:pt x="150876" y="214530"/>
                </a:cubicBezTo>
                <a:cubicBezTo>
                  <a:pt x="148521" y="216884"/>
                  <a:pt x="145641" y="218062"/>
                  <a:pt x="142235" y="218062"/>
                </a:cubicBezTo>
                <a:cubicBezTo>
                  <a:pt x="138829" y="218062"/>
                  <a:pt x="135948" y="216884"/>
                  <a:pt x="133594" y="214530"/>
                </a:cubicBezTo>
                <a:close/>
                <a:moveTo>
                  <a:pt x="226314" y="214530"/>
                </a:moveTo>
                <a:cubicBezTo>
                  <a:pt x="223959" y="212175"/>
                  <a:pt x="222782" y="209283"/>
                  <a:pt x="222782" y="205889"/>
                </a:cubicBezTo>
                <a:cubicBezTo>
                  <a:pt x="222782" y="202482"/>
                  <a:pt x="223959" y="199602"/>
                  <a:pt x="226314" y="197236"/>
                </a:cubicBezTo>
                <a:cubicBezTo>
                  <a:pt x="228669" y="194882"/>
                  <a:pt x="231549" y="193704"/>
                  <a:pt x="234955" y="193704"/>
                </a:cubicBezTo>
                <a:cubicBezTo>
                  <a:pt x="238361" y="193704"/>
                  <a:pt x="241242" y="194882"/>
                  <a:pt x="243608" y="197236"/>
                </a:cubicBezTo>
                <a:cubicBezTo>
                  <a:pt x="245962" y="199602"/>
                  <a:pt x="247139" y="202482"/>
                  <a:pt x="247139" y="205889"/>
                </a:cubicBezTo>
                <a:cubicBezTo>
                  <a:pt x="247139" y="209283"/>
                  <a:pt x="245962" y="212175"/>
                  <a:pt x="243608" y="214530"/>
                </a:cubicBezTo>
                <a:cubicBezTo>
                  <a:pt x="241242" y="216884"/>
                  <a:pt x="238361" y="218062"/>
                  <a:pt x="234955" y="218062"/>
                </a:cubicBezTo>
                <a:cubicBezTo>
                  <a:pt x="231286" y="218062"/>
                  <a:pt x="228406" y="216884"/>
                  <a:pt x="226314" y="214530"/>
                </a:cubicBezTo>
                <a:close/>
                <a:moveTo>
                  <a:pt x="95475" y="193704"/>
                </a:moveTo>
                <a:cubicBezTo>
                  <a:pt x="93909" y="166718"/>
                  <a:pt x="102287" y="143538"/>
                  <a:pt x="120621" y="124164"/>
                </a:cubicBezTo>
                <a:cubicBezTo>
                  <a:pt x="139217" y="104779"/>
                  <a:pt x="162135" y="95086"/>
                  <a:pt x="189384" y="95086"/>
                </a:cubicBezTo>
                <a:cubicBezTo>
                  <a:pt x="211912" y="95086"/>
                  <a:pt x="231423" y="102550"/>
                  <a:pt x="247928" y="117478"/>
                </a:cubicBezTo>
                <a:cubicBezTo>
                  <a:pt x="264422" y="132142"/>
                  <a:pt x="274514" y="150613"/>
                  <a:pt x="278183" y="172879"/>
                </a:cubicBezTo>
                <a:cubicBezTo>
                  <a:pt x="255392" y="172616"/>
                  <a:pt x="234566" y="166467"/>
                  <a:pt x="215707" y="154408"/>
                </a:cubicBezTo>
                <a:cubicBezTo>
                  <a:pt x="196847" y="142361"/>
                  <a:pt x="182046" y="126256"/>
                  <a:pt x="171313" y="106082"/>
                </a:cubicBezTo>
                <a:cubicBezTo>
                  <a:pt x="167118" y="126256"/>
                  <a:pt x="158214" y="144064"/>
                  <a:pt x="144590" y="159517"/>
                </a:cubicBezTo>
                <a:cubicBezTo>
                  <a:pt x="131228" y="174970"/>
                  <a:pt x="114860" y="186366"/>
                  <a:pt x="95475" y="19370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75817"/>
                </a:moveTo>
                <a:cubicBezTo>
                  <a:pt x="83039" y="273463"/>
                  <a:pt x="79633" y="270194"/>
                  <a:pt x="77015" y="265999"/>
                </a:cubicBezTo>
                <a:cubicBezTo>
                  <a:pt x="74649" y="261804"/>
                  <a:pt x="73472" y="257095"/>
                  <a:pt x="73472" y="251849"/>
                </a:cubicBezTo>
                <a:lnTo>
                  <a:pt x="73472" y="173667"/>
                </a:lnTo>
                <a:lnTo>
                  <a:pt x="35364" y="153231"/>
                </a:lnTo>
                <a:cubicBezTo>
                  <a:pt x="33010" y="151665"/>
                  <a:pt x="31307" y="149962"/>
                  <a:pt x="30255" y="148121"/>
                </a:cubicBezTo>
                <a:cubicBezTo>
                  <a:pt x="28941" y="146030"/>
                  <a:pt x="28289" y="143801"/>
                  <a:pt x="28289" y="141446"/>
                </a:cubicBezTo>
                <a:cubicBezTo>
                  <a:pt x="28289" y="139092"/>
                  <a:pt x="28941" y="136989"/>
                  <a:pt x="30255" y="135160"/>
                </a:cubicBezTo>
                <a:cubicBezTo>
                  <a:pt x="31307" y="133068"/>
                  <a:pt x="33010" y="131228"/>
                  <a:pt x="35364" y="129662"/>
                </a:cubicBezTo>
                <a:lnTo>
                  <a:pt x="175233" y="53047"/>
                </a:lnTo>
                <a:cubicBezTo>
                  <a:pt x="177336" y="51995"/>
                  <a:pt x="179428" y="51206"/>
                  <a:pt x="181520" y="50681"/>
                </a:cubicBezTo>
                <a:cubicBezTo>
                  <a:pt x="183623" y="50166"/>
                  <a:pt x="185840" y="49903"/>
                  <a:pt x="188206" y="49903"/>
                </a:cubicBezTo>
                <a:cubicBezTo>
                  <a:pt x="190561" y="49903"/>
                  <a:pt x="192790" y="50166"/>
                  <a:pt x="194882" y="50681"/>
                </a:cubicBezTo>
                <a:cubicBezTo>
                  <a:pt x="196973" y="51206"/>
                  <a:pt x="199076" y="51995"/>
                  <a:pt x="201168" y="53047"/>
                </a:cubicBezTo>
                <a:lnTo>
                  <a:pt x="356365" y="137514"/>
                </a:lnTo>
                <a:cubicBezTo>
                  <a:pt x="358719" y="138829"/>
                  <a:pt x="360559" y="140532"/>
                  <a:pt x="361862" y="142624"/>
                </a:cubicBezTo>
                <a:cubicBezTo>
                  <a:pt x="362914" y="144715"/>
                  <a:pt x="363440" y="146944"/>
                  <a:pt x="363440" y="149310"/>
                </a:cubicBezTo>
                <a:lnTo>
                  <a:pt x="363440" y="254215"/>
                </a:lnTo>
                <a:cubicBezTo>
                  <a:pt x="363440" y="257872"/>
                  <a:pt x="362262" y="260890"/>
                  <a:pt x="359908" y="263244"/>
                </a:cubicBezTo>
                <a:cubicBezTo>
                  <a:pt x="357279" y="265862"/>
                  <a:pt x="354136" y="267176"/>
                  <a:pt x="350478" y="267176"/>
                </a:cubicBezTo>
                <a:cubicBezTo>
                  <a:pt x="346809" y="267176"/>
                  <a:pt x="343792" y="265862"/>
                  <a:pt x="341437" y="263244"/>
                </a:cubicBezTo>
                <a:cubicBezTo>
                  <a:pt x="339082" y="260890"/>
                  <a:pt x="337905" y="257872"/>
                  <a:pt x="337905" y="254215"/>
                </a:cubicBezTo>
                <a:lnTo>
                  <a:pt x="337905" y="156374"/>
                </a:lnTo>
                <a:lnTo>
                  <a:pt x="303329" y="173667"/>
                </a:lnTo>
                <a:lnTo>
                  <a:pt x="303329" y="251849"/>
                </a:lnTo>
                <a:cubicBezTo>
                  <a:pt x="303329" y="257095"/>
                  <a:pt x="302015" y="261804"/>
                  <a:pt x="299397" y="265999"/>
                </a:cubicBezTo>
                <a:cubicBezTo>
                  <a:pt x="296780" y="270194"/>
                  <a:pt x="293374" y="273463"/>
                  <a:pt x="289179" y="275817"/>
                </a:cubicBezTo>
                <a:lnTo>
                  <a:pt x="201168" y="323755"/>
                </a:lnTo>
                <a:cubicBezTo>
                  <a:pt x="199076" y="325069"/>
                  <a:pt x="196973" y="325984"/>
                  <a:pt x="194882" y="326509"/>
                </a:cubicBezTo>
                <a:cubicBezTo>
                  <a:pt x="192790" y="326772"/>
                  <a:pt x="190561" y="326898"/>
                  <a:pt x="188206" y="326898"/>
                </a:cubicBezTo>
                <a:cubicBezTo>
                  <a:pt x="185840" y="326898"/>
                  <a:pt x="183623" y="326772"/>
                  <a:pt x="181520" y="326509"/>
                </a:cubicBezTo>
                <a:cubicBezTo>
                  <a:pt x="179428" y="325984"/>
                  <a:pt x="177336" y="325069"/>
                  <a:pt x="175233" y="323755"/>
                </a:cubicBezTo>
                <a:lnTo>
                  <a:pt x="87222" y="275817"/>
                </a:lnTo>
                <a:close/>
                <a:moveTo>
                  <a:pt x="188206" y="207455"/>
                </a:moveTo>
                <a:lnTo>
                  <a:pt x="309216" y="141446"/>
                </a:lnTo>
                <a:lnTo>
                  <a:pt x="188206" y="76615"/>
                </a:lnTo>
                <a:lnTo>
                  <a:pt x="67974" y="141446"/>
                </a:lnTo>
                <a:lnTo>
                  <a:pt x="188206" y="207455"/>
                </a:lnTo>
                <a:close/>
                <a:moveTo>
                  <a:pt x="188206" y="301752"/>
                </a:moveTo>
                <a:lnTo>
                  <a:pt x="277395" y="252637"/>
                </a:lnTo>
                <a:lnTo>
                  <a:pt x="277395" y="189384"/>
                </a:lnTo>
                <a:lnTo>
                  <a:pt x="201168" y="230246"/>
                </a:lnTo>
                <a:cubicBezTo>
                  <a:pt x="199076" y="231286"/>
                  <a:pt x="196973" y="232075"/>
                  <a:pt x="194882" y="232600"/>
                </a:cubicBezTo>
                <a:cubicBezTo>
                  <a:pt x="192790" y="233126"/>
                  <a:pt x="190561" y="233389"/>
                  <a:pt x="188206" y="233389"/>
                </a:cubicBezTo>
                <a:cubicBezTo>
                  <a:pt x="185840" y="233389"/>
                  <a:pt x="183623" y="233126"/>
                  <a:pt x="181520" y="232600"/>
                </a:cubicBezTo>
                <a:cubicBezTo>
                  <a:pt x="179691" y="232075"/>
                  <a:pt x="177725" y="231286"/>
                  <a:pt x="175633" y="230246"/>
                </a:cubicBezTo>
                <a:lnTo>
                  <a:pt x="99018" y="188595"/>
                </a:lnTo>
                <a:lnTo>
                  <a:pt x="99018" y="252637"/>
                </a:lnTo>
                <a:lnTo>
                  <a:pt x="188206" y="301752"/>
                </a:lnTo>
                <a:close/>
                <a:moveTo>
                  <a:pt x="188595" y="207455"/>
                </a:moveTo>
                <a:close/>
                <a:moveTo>
                  <a:pt x="188206" y="246351"/>
                </a:moveTo>
                <a:close/>
                <a:moveTo>
                  <a:pt x="188206" y="24635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384" y="321926"/>
                  <a:pt x="190950" y="321400"/>
                </a:cubicBezTo>
                <a:cubicBezTo>
                  <a:pt x="192790" y="320612"/>
                  <a:pt x="194230" y="319697"/>
                  <a:pt x="195270" y="318646"/>
                </a:cubicBezTo>
                <a:lnTo>
                  <a:pt x="327287" y="186240"/>
                </a:lnTo>
                <a:cubicBezTo>
                  <a:pt x="330693" y="182571"/>
                  <a:pt x="333310" y="178514"/>
                  <a:pt x="335150" y="174056"/>
                </a:cubicBezTo>
                <a:cubicBezTo>
                  <a:pt x="336979" y="169610"/>
                  <a:pt x="337905" y="164889"/>
                  <a:pt x="337905" y="159917"/>
                </a:cubicBezTo>
                <a:cubicBezTo>
                  <a:pt x="337905" y="155197"/>
                  <a:pt x="336979" y="150487"/>
                  <a:pt x="335150" y="145767"/>
                </a:cubicBezTo>
                <a:cubicBezTo>
                  <a:pt x="333310" y="141058"/>
                  <a:pt x="330693" y="136863"/>
                  <a:pt x="327287" y="133194"/>
                </a:cubicBezTo>
                <a:lnTo>
                  <a:pt x="259324" y="65220"/>
                </a:lnTo>
                <a:cubicBezTo>
                  <a:pt x="255655" y="61813"/>
                  <a:pt x="251586" y="59333"/>
                  <a:pt x="247139" y="57756"/>
                </a:cubicBezTo>
                <a:cubicBezTo>
                  <a:pt x="242682" y="55927"/>
                  <a:pt x="238098" y="55013"/>
                  <a:pt x="233389" y="55013"/>
                </a:cubicBezTo>
                <a:cubicBezTo>
                  <a:pt x="228931" y="55013"/>
                  <a:pt x="224485" y="55790"/>
                  <a:pt x="220028" y="57367"/>
                </a:cubicBezTo>
                <a:cubicBezTo>
                  <a:pt x="215570" y="59196"/>
                  <a:pt x="211649" y="61688"/>
                  <a:pt x="208243" y="64831"/>
                </a:cubicBezTo>
                <a:lnTo>
                  <a:pt x="201957" y="71506"/>
                </a:lnTo>
                <a:lnTo>
                  <a:pt x="233389" y="102939"/>
                </a:lnTo>
                <a:cubicBezTo>
                  <a:pt x="236795" y="106871"/>
                  <a:pt x="239939" y="111454"/>
                  <a:pt x="242819" y="116689"/>
                </a:cubicBezTo>
                <a:cubicBezTo>
                  <a:pt x="245436" y="121672"/>
                  <a:pt x="246751" y="127307"/>
                  <a:pt x="246751" y="133594"/>
                </a:cubicBezTo>
                <a:cubicBezTo>
                  <a:pt x="246751" y="144064"/>
                  <a:pt x="242682" y="153231"/>
                  <a:pt x="234566" y="161094"/>
                </a:cubicBezTo>
                <a:cubicBezTo>
                  <a:pt x="226440" y="169210"/>
                  <a:pt x="217147" y="173267"/>
                  <a:pt x="206666" y="173267"/>
                </a:cubicBezTo>
                <a:cubicBezTo>
                  <a:pt x="199854" y="173267"/>
                  <a:pt x="194093" y="172227"/>
                  <a:pt x="189384" y="170124"/>
                </a:cubicBezTo>
                <a:cubicBezTo>
                  <a:pt x="184926" y="168032"/>
                  <a:pt x="180743" y="165026"/>
                  <a:pt x="176811" y="161094"/>
                </a:cubicBezTo>
                <a:lnTo>
                  <a:pt x="148121" y="132805"/>
                </a:lnTo>
                <a:lnTo>
                  <a:pt x="78581" y="201957"/>
                </a:lnTo>
                <a:cubicBezTo>
                  <a:pt x="77267" y="203260"/>
                  <a:pt x="76352" y="204700"/>
                  <a:pt x="75827" y="206277"/>
                </a:cubicBezTo>
                <a:cubicBezTo>
                  <a:pt x="75312" y="207580"/>
                  <a:pt x="75049" y="209032"/>
                  <a:pt x="75049" y="210598"/>
                </a:cubicBezTo>
                <a:cubicBezTo>
                  <a:pt x="75049" y="214004"/>
                  <a:pt x="76227" y="216884"/>
                  <a:pt x="78581" y="219239"/>
                </a:cubicBezTo>
                <a:cubicBezTo>
                  <a:pt x="80673" y="221342"/>
                  <a:pt x="83428" y="222382"/>
                  <a:pt x="86834" y="222382"/>
                </a:cubicBezTo>
                <a:cubicBezTo>
                  <a:pt x="88400" y="222382"/>
                  <a:pt x="89977" y="221993"/>
                  <a:pt x="91543" y="221205"/>
                </a:cubicBezTo>
                <a:cubicBezTo>
                  <a:pt x="92857" y="220416"/>
                  <a:pt x="94035" y="219502"/>
                  <a:pt x="95086" y="218462"/>
                </a:cubicBezTo>
                <a:lnTo>
                  <a:pt x="140269" y="173267"/>
                </a:lnTo>
                <a:cubicBezTo>
                  <a:pt x="142624" y="170913"/>
                  <a:pt x="145378" y="169736"/>
                  <a:pt x="148521" y="169736"/>
                </a:cubicBezTo>
                <a:cubicBezTo>
                  <a:pt x="151665" y="169736"/>
                  <a:pt x="154408" y="171050"/>
                  <a:pt x="156774" y="173667"/>
                </a:cubicBezTo>
                <a:cubicBezTo>
                  <a:pt x="159128" y="176022"/>
                  <a:pt x="160306" y="178777"/>
                  <a:pt x="160306" y="181920"/>
                </a:cubicBezTo>
                <a:cubicBezTo>
                  <a:pt x="160306" y="184800"/>
                  <a:pt x="159128" y="187418"/>
                  <a:pt x="156774" y="189772"/>
                </a:cubicBezTo>
                <a:lnTo>
                  <a:pt x="112368" y="234566"/>
                </a:lnTo>
                <a:cubicBezTo>
                  <a:pt x="110802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75" y="254992"/>
                  <a:pt x="124941" y="254215"/>
                </a:cubicBezTo>
                <a:cubicBezTo>
                  <a:pt x="126256" y="253689"/>
                  <a:pt x="127559" y="252900"/>
                  <a:pt x="128873" y="251849"/>
                </a:cubicBezTo>
                <a:lnTo>
                  <a:pt x="173667" y="207066"/>
                </a:lnTo>
                <a:cubicBezTo>
                  <a:pt x="176022" y="204700"/>
                  <a:pt x="178777" y="203523"/>
                  <a:pt x="181920" y="203523"/>
                </a:cubicBezTo>
                <a:cubicBezTo>
                  <a:pt x="185063" y="203523"/>
                  <a:pt x="187806" y="204700"/>
                  <a:pt x="190172" y="207066"/>
                </a:cubicBezTo>
                <a:cubicBezTo>
                  <a:pt x="192527" y="209420"/>
                  <a:pt x="193704" y="212175"/>
                  <a:pt x="193704" y="215318"/>
                </a:cubicBezTo>
                <a:cubicBezTo>
                  <a:pt x="193704" y="218462"/>
                  <a:pt x="192527" y="221205"/>
                  <a:pt x="190172" y="223559"/>
                </a:cubicBezTo>
                <a:lnTo>
                  <a:pt x="145378" y="267965"/>
                </a:lnTo>
                <a:cubicBezTo>
                  <a:pt x="144327" y="269005"/>
                  <a:pt x="143412" y="270445"/>
                  <a:pt x="142624" y="272285"/>
                </a:cubicBezTo>
                <a:cubicBezTo>
                  <a:pt x="142098" y="273851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6666" y="240064"/>
                </a:lnTo>
                <a:cubicBezTo>
                  <a:pt x="209032" y="237710"/>
                  <a:pt x="211775" y="236658"/>
                  <a:pt x="214918" y="236921"/>
                </a:cubicBezTo>
                <a:cubicBezTo>
                  <a:pt x="218062" y="236921"/>
                  <a:pt x="220816" y="237973"/>
                  <a:pt x="223171" y="240064"/>
                </a:cubicBezTo>
                <a:cubicBezTo>
                  <a:pt x="225525" y="242682"/>
                  <a:pt x="226703" y="245562"/>
                  <a:pt x="226703" y="248705"/>
                </a:cubicBezTo>
                <a:cubicBezTo>
                  <a:pt x="226703" y="251586"/>
                  <a:pt x="225525" y="254215"/>
                  <a:pt x="223171" y="256569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8112"/>
                </a:moveTo>
                <a:cubicBezTo>
                  <a:pt x="177725" y="348112"/>
                  <a:pt x="169610" y="344843"/>
                  <a:pt x="162272" y="338294"/>
                </a:cubicBezTo>
                <a:cubicBezTo>
                  <a:pt x="155197" y="331744"/>
                  <a:pt x="150876" y="323755"/>
                  <a:pt x="149310" y="314325"/>
                </a:cubicBezTo>
                <a:cubicBezTo>
                  <a:pt x="140658" y="312759"/>
                  <a:pt x="133331" y="308953"/>
                  <a:pt x="127307" y="302929"/>
                </a:cubicBezTo>
                <a:cubicBezTo>
                  <a:pt x="121272" y="296906"/>
                  <a:pt x="117478" y="289568"/>
                  <a:pt x="115912" y="280927"/>
                </a:cubicBezTo>
                <a:cubicBezTo>
                  <a:pt x="107259" y="279361"/>
                  <a:pt x="100058" y="275554"/>
                  <a:pt x="94298" y="269531"/>
                </a:cubicBezTo>
                <a:cubicBezTo>
                  <a:pt x="88274" y="263244"/>
                  <a:pt x="84605" y="255918"/>
                  <a:pt x="83302" y="247528"/>
                </a:cubicBezTo>
                <a:cubicBezTo>
                  <a:pt x="73346" y="245962"/>
                  <a:pt x="65220" y="241767"/>
                  <a:pt x="58933" y="234955"/>
                </a:cubicBezTo>
                <a:cubicBezTo>
                  <a:pt x="52647" y="227891"/>
                  <a:pt x="49503" y="219639"/>
                  <a:pt x="49503" y="210209"/>
                </a:cubicBezTo>
                <a:cubicBezTo>
                  <a:pt x="49503" y="205489"/>
                  <a:pt x="50418" y="200779"/>
                  <a:pt x="52258" y="196059"/>
                </a:cubicBezTo>
                <a:cubicBezTo>
                  <a:pt x="54087" y="191350"/>
                  <a:pt x="56704" y="187281"/>
                  <a:pt x="60110" y="183886"/>
                </a:cubicBezTo>
                <a:lnTo>
                  <a:pt x="129262" y="114334"/>
                </a:lnTo>
                <a:cubicBezTo>
                  <a:pt x="134508" y="109362"/>
                  <a:pt x="140795" y="106871"/>
                  <a:pt x="148121" y="106871"/>
                </a:cubicBezTo>
                <a:cubicBezTo>
                  <a:pt x="155722" y="106871"/>
                  <a:pt x="162009" y="109362"/>
                  <a:pt x="166981" y="114334"/>
                </a:cubicBezTo>
                <a:lnTo>
                  <a:pt x="192916" y="140269"/>
                </a:lnTo>
                <a:cubicBezTo>
                  <a:pt x="195007" y="142361"/>
                  <a:pt x="197236" y="144064"/>
                  <a:pt x="199602" y="145378"/>
                </a:cubicBezTo>
                <a:cubicBezTo>
                  <a:pt x="202220" y="146418"/>
                  <a:pt x="204700" y="146944"/>
                  <a:pt x="207066" y="146944"/>
                </a:cubicBezTo>
                <a:cubicBezTo>
                  <a:pt x="210472" y="146944"/>
                  <a:pt x="213615" y="145504"/>
                  <a:pt x="216496" y="142624"/>
                </a:cubicBezTo>
                <a:cubicBezTo>
                  <a:pt x="219639" y="139480"/>
                  <a:pt x="221205" y="136211"/>
                  <a:pt x="221205" y="132805"/>
                </a:cubicBezTo>
                <a:cubicBezTo>
                  <a:pt x="221205" y="131228"/>
                  <a:pt x="220679" y="129525"/>
                  <a:pt x="219639" y="127696"/>
                </a:cubicBezTo>
                <a:cubicBezTo>
                  <a:pt x="218587" y="125604"/>
                  <a:pt x="217147" y="123501"/>
                  <a:pt x="215318" y="121409"/>
                </a:cubicBezTo>
                <a:lnTo>
                  <a:pt x="158740" y="65220"/>
                </a:lnTo>
                <a:cubicBezTo>
                  <a:pt x="155334" y="61813"/>
                  <a:pt x="151402" y="59196"/>
                  <a:pt x="146944" y="57367"/>
                </a:cubicBezTo>
                <a:cubicBezTo>
                  <a:pt x="142235" y="55790"/>
                  <a:pt x="137514" y="55013"/>
                  <a:pt x="132805" y="55013"/>
                </a:cubicBezTo>
                <a:cubicBezTo>
                  <a:pt x="128085" y="55013"/>
                  <a:pt x="123501" y="55790"/>
                  <a:pt x="119055" y="57367"/>
                </a:cubicBezTo>
                <a:cubicBezTo>
                  <a:pt x="114860" y="59196"/>
                  <a:pt x="111065" y="61688"/>
                  <a:pt x="107659" y="64831"/>
                </a:cubicBezTo>
                <a:lnTo>
                  <a:pt x="49115" y="123764"/>
                </a:lnTo>
                <a:cubicBezTo>
                  <a:pt x="44131" y="128748"/>
                  <a:pt x="41125" y="134771"/>
                  <a:pt x="40074" y="141835"/>
                </a:cubicBezTo>
                <a:cubicBezTo>
                  <a:pt x="38771" y="149173"/>
                  <a:pt x="39548" y="155985"/>
                  <a:pt x="42440" y="162272"/>
                </a:cubicBezTo>
                <a:cubicBezTo>
                  <a:pt x="43480" y="165678"/>
                  <a:pt x="43217" y="168947"/>
                  <a:pt x="41651" y="172090"/>
                </a:cubicBezTo>
                <a:cubicBezTo>
                  <a:pt x="40074" y="175233"/>
                  <a:pt x="37719" y="177336"/>
                  <a:pt x="34576" y="178377"/>
                </a:cubicBezTo>
                <a:cubicBezTo>
                  <a:pt x="31433" y="179691"/>
                  <a:pt x="28164" y="179554"/>
                  <a:pt x="24757" y="177988"/>
                </a:cubicBezTo>
                <a:cubicBezTo>
                  <a:pt x="21614" y="176411"/>
                  <a:pt x="19385" y="173930"/>
                  <a:pt x="18071" y="170524"/>
                </a:cubicBezTo>
                <a:cubicBezTo>
                  <a:pt x="13887" y="158991"/>
                  <a:pt x="12699" y="147470"/>
                  <a:pt x="14539" y="135948"/>
                </a:cubicBezTo>
                <a:cubicBezTo>
                  <a:pt x="16368" y="124416"/>
                  <a:pt x="21877" y="114209"/>
                  <a:pt x="31044" y="105305"/>
                </a:cubicBezTo>
                <a:lnTo>
                  <a:pt x="89188" y="46760"/>
                </a:lnTo>
                <a:cubicBezTo>
                  <a:pt x="95212" y="40988"/>
                  <a:pt x="102024" y="36667"/>
                  <a:pt x="109625" y="33787"/>
                </a:cubicBezTo>
                <a:cubicBezTo>
                  <a:pt x="117478" y="30907"/>
                  <a:pt x="125341" y="29467"/>
                  <a:pt x="133194" y="29467"/>
                </a:cubicBezTo>
                <a:cubicBezTo>
                  <a:pt x="141321" y="29467"/>
                  <a:pt x="149173" y="30907"/>
                  <a:pt x="156774" y="33787"/>
                </a:cubicBezTo>
                <a:cubicBezTo>
                  <a:pt x="164363" y="36667"/>
                  <a:pt x="171050" y="40988"/>
                  <a:pt x="176811" y="46760"/>
                </a:cubicBezTo>
                <a:lnTo>
                  <a:pt x="183486" y="53047"/>
                </a:lnTo>
                <a:lnTo>
                  <a:pt x="189772" y="46760"/>
                </a:lnTo>
                <a:cubicBezTo>
                  <a:pt x="195533" y="40988"/>
                  <a:pt x="202345" y="36667"/>
                  <a:pt x="210209" y="33787"/>
                </a:cubicBezTo>
                <a:cubicBezTo>
                  <a:pt x="218062" y="30907"/>
                  <a:pt x="225925" y="29467"/>
                  <a:pt x="233778" y="29467"/>
                </a:cubicBezTo>
                <a:cubicBezTo>
                  <a:pt x="241642" y="29467"/>
                  <a:pt x="249494" y="31044"/>
                  <a:pt x="257358" y="34187"/>
                </a:cubicBezTo>
                <a:cubicBezTo>
                  <a:pt x="264947" y="37067"/>
                  <a:pt x="271634" y="41388"/>
                  <a:pt x="277395" y="47149"/>
                </a:cubicBezTo>
                <a:lnTo>
                  <a:pt x="345758" y="115512"/>
                </a:lnTo>
                <a:cubicBezTo>
                  <a:pt x="351781" y="121535"/>
                  <a:pt x="356239" y="128485"/>
                  <a:pt x="359119" y="136337"/>
                </a:cubicBezTo>
                <a:cubicBezTo>
                  <a:pt x="362262" y="144201"/>
                  <a:pt x="363828" y="152053"/>
                  <a:pt x="363828" y="159917"/>
                </a:cubicBezTo>
                <a:cubicBezTo>
                  <a:pt x="363828" y="168032"/>
                  <a:pt x="362262" y="176022"/>
                  <a:pt x="359119" y="183886"/>
                </a:cubicBezTo>
                <a:cubicBezTo>
                  <a:pt x="355976" y="191738"/>
                  <a:pt x="351392" y="198676"/>
                  <a:pt x="345369" y="204700"/>
                </a:cubicBezTo>
                <a:lnTo>
                  <a:pt x="213352" y="336716"/>
                </a:lnTo>
                <a:cubicBezTo>
                  <a:pt x="209683" y="340385"/>
                  <a:pt x="205489" y="343140"/>
                  <a:pt x="200779" y="344969"/>
                </a:cubicBezTo>
                <a:cubicBezTo>
                  <a:pt x="196322" y="346809"/>
                  <a:pt x="191613" y="347723"/>
                  <a:pt x="186629" y="347723"/>
                </a:cubicBezTo>
                <a:close/>
                <a:moveTo>
                  <a:pt x="145767" y="12966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4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3959"/>
                </a:lnTo>
                <a:cubicBezTo>
                  <a:pt x="176285" y="225788"/>
                  <a:pt x="176936" y="227366"/>
                  <a:pt x="177988" y="228669"/>
                </a:cubicBezTo>
                <a:cubicBezTo>
                  <a:pt x="179291" y="229720"/>
                  <a:pt x="180868" y="230246"/>
                  <a:pt x="182697" y="230246"/>
                </a:cubicBezTo>
                <a:lnTo>
                  <a:pt x="193704" y="230246"/>
                </a:lnTo>
                <a:cubicBezTo>
                  <a:pt x="195533" y="230246"/>
                  <a:pt x="197110" y="229720"/>
                  <a:pt x="198413" y="228669"/>
                </a:cubicBezTo>
                <a:cubicBezTo>
                  <a:pt x="199465" y="227366"/>
                  <a:pt x="200116" y="225788"/>
                  <a:pt x="200379" y="223959"/>
                </a:cubicBezTo>
                <a:lnTo>
                  <a:pt x="201168" y="212952"/>
                </a:lnTo>
                <a:cubicBezTo>
                  <a:pt x="204311" y="212427"/>
                  <a:pt x="207192" y="211386"/>
                  <a:pt x="209809" y="209809"/>
                </a:cubicBezTo>
                <a:cubicBezTo>
                  <a:pt x="212689" y="207980"/>
                  <a:pt x="215181" y="206014"/>
                  <a:pt x="217273" y="203923"/>
                </a:cubicBezTo>
                <a:lnTo>
                  <a:pt x="228280" y="207455"/>
                </a:lnTo>
                <a:cubicBezTo>
                  <a:pt x="229846" y="208243"/>
                  <a:pt x="231423" y="208243"/>
                  <a:pt x="232989" y="207455"/>
                </a:cubicBezTo>
                <a:cubicBezTo>
                  <a:pt x="234304" y="206929"/>
                  <a:pt x="235481" y="205889"/>
                  <a:pt x="236532" y="204311"/>
                </a:cubicBezTo>
                <a:lnTo>
                  <a:pt x="241642" y="195670"/>
                </a:lnTo>
                <a:cubicBezTo>
                  <a:pt x="242682" y="194093"/>
                  <a:pt x="243082" y="192527"/>
                  <a:pt x="242819" y="190950"/>
                </a:cubicBezTo>
                <a:cubicBezTo>
                  <a:pt x="242556" y="189647"/>
                  <a:pt x="241767" y="188332"/>
                  <a:pt x="240464" y="187029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464" y="152453"/>
                </a:lnTo>
                <a:cubicBezTo>
                  <a:pt x="241767" y="151139"/>
                  <a:pt x="242556" y="149824"/>
                  <a:pt x="242819" y="148521"/>
                </a:cubicBezTo>
                <a:cubicBezTo>
                  <a:pt x="243082" y="146944"/>
                  <a:pt x="242682" y="145378"/>
                  <a:pt x="241642" y="143801"/>
                </a:cubicBezTo>
                <a:lnTo>
                  <a:pt x="236532" y="135160"/>
                </a:lnTo>
                <a:cubicBezTo>
                  <a:pt x="235481" y="133594"/>
                  <a:pt x="234304" y="132542"/>
                  <a:pt x="232989" y="132017"/>
                </a:cubicBezTo>
                <a:cubicBezTo>
                  <a:pt x="231423" y="131228"/>
                  <a:pt x="229846" y="131228"/>
                  <a:pt x="228280" y="132017"/>
                </a:cubicBezTo>
                <a:lnTo>
                  <a:pt x="217273" y="135548"/>
                </a:lnTo>
                <a:cubicBezTo>
                  <a:pt x="215181" y="133457"/>
                  <a:pt x="212689" y="131628"/>
                  <a:pt x="209809" y="130051"/>
                </a:cubicBezTo>
                <a:cubicBezTo>
                  <a:pt x="206929" y="128485"/>
                  <a:pt x="204048" y="127307"/>
                  <a:pt x="201168" y="126519"/>
                </a:cubicBezTo>
                <a:lnTo>
                  <a:pt x="200379" y="115512"/>
                </a:lnTo>
                <a:cubicBezTo>
                  <a:pt x="200116" y="113683"/>
                  <a:pt x="199465" y="112105"/>
                  <a:pt x="198413" y="110802"/>
                </a:cubicBezTo>
                <a:cubicBezTo>
                  <a:pt x="197110" y="109751"/>
                  <a:pt x="195670" y="109225"/>
                  <a:pt x="194093" y="109225"/>
                </a:cubicBezTo>
                <a:lnTo>
                  <a:pt x="182697" y="109225"/>
                </a:lnTo>
                <a:cubicBezTo>
                  <a:pt x="180868" y="109225"/>
                  <a:pt x="179291" y="109751"/>
                  <a:pt x="177988" y="110802"/>
                </a:cubicBezTo>
                <a:cubicBezTo>
                  <a:pt x="176936" y="112105"/>
                  <a:pt x="176285" y="113683"/>
                  <a:pt x="176022" y="115512"/>
                </a:cubicBezTo>
                <a:lnTo>
                  <a:pt x="175233" y="126519"/>
                </a:lnTo>
                <a:cubicBezTo>
                  <a:pt x="172353" y="127307"/>
                  <a:pt x="169473" y="128485"/>
                  <a:pt x="166592" y="130051"/>
                </a:cubicBezTo>
                <a:cubicBezTo>
                  <a:pt x="163712" y="131628"/>
                  <a:pt x="161220" y="133457"/>
                  <a:pt x="159128" y="135548"/>
                </a:cubicBezTo>
                <a:lnTo>
                  <a:pt x="148121" y="132017"/>
                </a:lnTo>
                <a:cubicBezTo>
                  <a:pt x="146555" y="131228"/>
                  <a:pt x="144978" y="131228"/>
                  <a:pt x="143412" y="132017"/>
                </a:cubicBezTo>
                <a:cubicBezTo>
                  <a:pt x="142098" y="132542"/>
                  <a:pt x="140920" y="133594"/>
                  <a:pt x="139880" y="135160"/>
                </a:cubicBezTo>
                <a:lnTo>
                  <a:pt x="134771" y="143801"/>
                </a:lnTo>
                <a:cubicBezTo>
                  <a:pt x="133720" y="145378"/>
                  <a:pt x="133331" y="146944"/>
                  <a:pt x="133594" y="148521"/>
                </a:cubicBezTo>
                <a:cubicBezTo>
                  <a:pt x="133845" y="149824"/>
                  <a:pt x="134634" y="151139"/>
                  <a:pt x="135948" y="15245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948" y="187029"/>
                </a:lnTo>
                <a:cubicBezTo>
                  <a:pt x="134634" y="188332"/>
                  <a:pt x="133845" y="189647"/>
                  <a:pt x="133594" y="190950"/>
                </a:cubicBezTo>
                <a:cubicBezTo>
                  <a:pt x="133331" y="192527"/>
                  <a:pt x="133720" y="194093"/>
                  <a:pt x="134771" y="195670"/>
                </a:cubicBezTo>
                <a:lnTo>
                  <a:pt x="139880" y="204311"/>
                </a:lnTo>
                <a:cubicBezTo>
                  <a:pt x="140920" y="205889"/>
                  <a:pt x="142098" y="206929"/>
                  <a:pt x="143412" y="207455"/>
                </a:cubicBezTo>
                <a:cubicBezTo>
                  <a:pt x="144978" y="208243"/>
                  <a:pt x="146555" y="208243"/>
                  <a:pt x="148121" y="207455"/>
                </a:cubicBezTo>
                <a:lnTo>
                  <a:pt x="159128" y="203923"/>
                </a:lnTo>
                <a:cubicBezTo>
                  <a:pt x="161220" y="206014"/>
                  <a:pt x="163712" y="207980"/>
                  <a:pt x="166592" y="209809"/>
                </a:cubicBezTo>
                <a:cubicBezTo>
                  <a:pt x="169210" y="211386"/>
                  <a:pt x="172090" y="212427"/>
                  <a:pt x="175233" y="212952"/>
                </a:cubicBezTo>
                <a:close/>
                <a:moveTo>
                  <a:pt x="168947" y="189384"/>
                </a:moveTo>
                <a:cubicBezTo>
                  <a:pt x="163449" y="183886"/>
                  <a:pt x="160694" y="177336"/>
                  <a:pt x="160694" y="169736"/>
                </a:cubicBezTo>
                <a:cubicBezTo>
                  <a:pt x="160694" y="162135"/>
                  <a:pt x="163323" y="155722"/>
                  <a:pt x="168558" y="150487"/>
                </a:cubicBezTo>
                <a:cubicBezTo>
                  <a:pt x="174056" y="144978"/>
                  <a:pt x="180605" y="142235"/>
                  <a:pt x="188206" y="142235"/>
                </a:cubicBezTo>
                <a:cubicBezTo>
                  <a:pt x="195796" y="142235"/>
                  <a:pt x="202345" y="144852"/>
                  <a:pt x="207843" y="150087"/>
                </a:cubicBezTo>
                <a:cubicBezTo>
                  <a:pt x="213089" y="155597"/>
                  <a:pt x="215707" y="162135"/>
                  <a:pt x="215707" y="169736"/>
                </a:cubicBezTo>
                <a:cubicBezTo>
                  <a:pt x="215707" y="177336"/>
                  <a:pt x="213089" y="183886"/>
                  <a:pt x="207843" y="189384"/>
                </a:cubicBezTo>
                <a:cubicBezTo>
                  <a:pt x="202345" y="194619"/>
                  <a:pt x="195796" y="197236"/>
                  <a:pt x="188206" y="197236"/>
                </a:cubicBezTo>
                <a:cubicBezTo>
                  <a:pt x="180605" y="197236"/>
                  <a:pt x="174193" y="194619"/>
                  <a:pt x="168947" y="189384"/>
                </a:cubicBezTo>
                <a:close/>
                <a:moveTo>
                  <a:pt x="92332" y="278961"/>
                </a:moveTo>
                <a:cubicBezTo>
                  <a:pt x="77404" y="265347"/>
                  <a:pt x="65745" y="249231"/>
                  <a:pt x="57367" y="230635"/>
                </a:cubicBezTo>
                <a:cubicBezTo>
                  <a:pt x="49240" y="212301"/>
                  <a:pt x="45183" y="193053"/>
                  <a:pt x="45183" y="172879"/>
                </a:cubicBezTo>
                <a:cubicBezTo>
                  <a:pt x="45183" y="133068"/>
                  <a:pt x="59070" y="99144"/>
                  <a:pt x="86834" y="71117"/>
                </a:cubicBezTo>
                <a:cubicBezTo>
                  <a:pt x="114860" y="43354"/>
                  <a:pt x="148784" y="29467"/>
                  <a:pt x="188595" y="29467"/>
                </a:cubicBezTo>
                <a:cubicBezTo>
                  <a:pt x="221856" y="29467"/>
                  <a:pt x="251334" y="39159"/>
                  <a:pt x="276995" y="58544"/>
                </a:cubicBezTo>
                <a:cubicBezTo>
                  <a:pt x="302666" y="78193"/>
                  <a:pt x="319297" y="103727"/>
                  <a:pt x="326898" y="135160"/>
                </a:cubicBezTo>
                <a:lnTo>
                  <a:pt x="348901" y="221205"/>
                </a:lnTo>
                <a:cubicBezTo>
                  <a:pt x="349952" y="225400"/>
                  <a:pt x="349164" y="229194"/>
                  <a:pt x="346546" y="232600"/>
                </a:cubicBezTo>
                <a:cubicBezTo>
                  <a:pt x="343929" y="236007"/>
                  <a:pt x="340385" y="237710"/>
                  <a:pt x="335939" y="237710"/>
                </a:cubicBezTo>
                <a:lnTo>
                  <a:pt x="300963" y="237710"/>
                </a:lnTo>
                <a:lnTo>
                  <a:pt x="300963" y="289568"/>
                </a:lnTo>
                <a:cubicBezTo>
                  <a:pt x="300963" y="296906"/>
                  <a:pt x="298346" y="303192"/>
                  <a:pt x="293111" y="308427"/>
                </a:cubicBezTo>
                <a:cubicBezTo>
                  <a:pt x="287865" y="313673"/>
                  <a:pt x="281452" y="316291"/>
                  <a:pt x="273851" y="316291"/>
                </a:cubicBezTo>
                <a:lnTo>
                  <a:pt x="238098" y="316291"/>
                </a:lnTo>
                <a:lnTo>
                  <a:pt x="238098" y="334362"/>
                </a:lnTo>
                <a:cubicBezTo>
                  <a:pt x="238098" y="338294"/>
                  <a:pt x="236658" y="341437"/>
                  <a:pt x="233778" y="343792"/>
                </a:cubicBezTo>
                <a:cubicBezTo>
                  <a:pt x="231160" y="346409"/>
                  <a:pt x="228017" y="347723"/>
                  <a:pt x="224348" y="347723"/>
                </a:cubicBezTo>
                <a:cubicBezTo>
                  <a:pt x="220679" y="347723"/>
                  <a:pt x="217536" y="346409"/>
                  <a:pt x="214918" y="343792"/>
                </a:cubicBezTo>
                <a:cubicBezTo>
                  <a:pt x="212301" y="341437"/>
                  <a:pt x="210986" y="338294"/>
                  <a:pt x="210986" y="334362"/>
                </a:cubicBezTo>
                <a:lnTo>
                  <a:pt x="210986" y="302929"/>
                </a:lnTo>
                <a:cubicBezTo>
                  <a:pt x="210986" y="299260"/>
                  <a:pt x="212301" y="296117"/>
                  <a:pt x="214918" y="293500"/>
                </a:cubicBezTo>
                <a:cubicBezTo>
                  <a:pt x="217536" y="290882"/>
                  <a:pt x="220679" y="289568"/>
                  <a:pt x="224348" y="289568"/>
                </a:cubicBezTo>
                <a:lnTo>
                  <a:pt x="273851" y="289568"/>
                </a:lnTo>
                <a:lnTo>
                  <a:pt x="273851" y="224348"/>
                </a:lnTo>
                <a:cubicBezTo>
                  <a:pt x="273851" y="220679"/>
                  <a:pt x="275166" y="217536"/>
                  <a:pt x="277783" y="214918"/>
                </a:cubicBezTo>
                <a:cubicBezTo>
                  <a:pt x="280401" y="212301"/>
                  <a:pt x="283544" y="210986"/>
                  <a:pt x="287213" y="210986"/>
                </a:cubicBezTo>
                <a:lnTo>
                  <a:pt x="318257" y="210986"/>
                </a:lnTo>
                <a:lnTo>
                  <a:pt x="300963" y="141835"/>
                </a:lnTo>
                <a:cubicBezTo>
                  <a:pt x="294677" y="116689"/>
                  <a:pt x="281064" y="96126"/>
                  <a:pt x="260101" y="80159"/>
                </a:cubicBezTo>
                <a:cubicBezTo>
                  <a:pt x="239150" y="64179"/>
                  <a:pt x="215318" y="56190"/>
                  <a:pt x="188595" y="56190"/>
                </a:cubicBezTo>
                <a:cubicBezTo>
                  <a:pt x="156111" y="56190"/>
                  <a:pt x="128610" y="67448"/>
                  <a:pt x="106082" y="89977"/>
                </a:cubicBezTo>
                <a:cubicBezTo>
                  <a:pt x="83302" y="112243"/>
                  <a:pt x="71906" y="139617"/>
                  <a:pt x="71906" y="172090"/>
                </a:cubicBezTo>
                <a:cubicBezTo>
                  <a:pt x="71906" y="188595"/>
                  <a:pt x="75312" y="204437"/>
                  <a:pt x="82113" y="219639"/>
                </a:cubicBezTo>
                <a:cubicBezTo>
                  <a:pt x="88925" y="234566"/>
                  <a:pt x="98618" y="247928"/>
                  <a:pt x="111191" y="259712"/>
                </a:cubicBezTo>
                <a:lnTo>
                  <a:pt x="119055" y="267176"/>
                </a:lnTo>
                <a:lnTo>
                  <a:pt x="119055" y="334362"/>
                </a:lnTo>
                <a:cubicBezTo>
                  <a:pt x="119055" y="338294"/>
                  <a:pt x="117740" y="341437"/>
                  <a:pt x="115123" y="343792"/>
                </a:cubicBezTo>
                <a:cubicBezTo>
                  <a:pt x="112505" y="346409"/>
                  <a:pt x="109362" y="347723"/>
                  <a:pt x="105693" y="347723"/>
                </a:cubicBezTo>
                <a:cubicBezTo>
                  <a:pt x="101761" y="347723"/>
                  <a:pt x="98492" y="346409"/>
                  <a:pt x="95875" y="343792"/>
                </a:cubicBezTo>
                <a:cubicBezTo>
                  <a:pt x="93509" y="341437"/>
                  <a:pt x="92332" y="338294"/>
                  <a:pt x="92332" y="334362"/>
                </a:cubicBezTo>
                <a:lnTo>
                  <a:pt x="92332" y="278961"/>
                </a:lnTo>
                <a:close/>
                <a:moveTo>
                  <a:pt x="195270" y="2019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6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190" y="348112"/>
                </a:moveTo>
                <a:cubicBezTo>
                  <a:pt x="48852" y="348112"/>
                  <a:pt x="42565" y="345369"/>
                  <a:pt x="37330" y="339860"/>
                </a:cubicBezTo>
                <a:cubicBezTo>
                  <a:pt x="32084" y="334625"/>
                  <a:pt x="29467" y="328338"/>
                  <a:pt x="29467" y="321000"/>
                </a:cubicBezTo>
                <a:lnTo>
                  <a:pt x="29467" y="173267"/>
                </a:lnTo>
                <a:cubicBezTo>
                  <a:pt x="29467" y="167770"/>
                  <a:pt x="30907" y="162797"/>
                  <a:pt x="33787" y="158340"/>
                </a:cubicBezTo>
                <a:cubicBezTo>
                  <a:pt x="36667" y="153631"/>
                  <a:pt x="40737" y="150224"/>
                  <a:pt x="45971" y="148121"/>
                </a:cubicBezTo>
                <a:lnTo>
                  <a:pt x="125730" y="114334"/>
                </a:lnTo>
                <a:cubicBezTo>
                  <a:pt x="130188" y="112505"/>
                  <a:pt x="134245" y="112894"/>
                  <a:pt x="137914" y="115512"/>
                </a:cubicBezTo>
                <a:cubicBezTo>
                  <a:pt x="141572" y="117878"/>
                  <a:pt x="143412" y="121272"/>
                  <a:pt x="143412" y="125730"/>
                </a:cubicBezTo>
                <a:lnTo>
                  <a:pt x="143412" y="138303"/>
                </a:lnTo>
                <a:lnTo>
                  <a:pt x="203923" y="113946"/>
                </a:lnTo>
                <a:cubicBezTo>
                  <a:pt x="208369" y="112105"/>
                  <a:pt x="212564" y="112631"/>
                  <a:pt x="216496" y="115512"/>
                </a:cubicBezTo>
                <a:cubicBezTo>
                  <a:pt x="220416" y="118129"/>
                  <a:pt x="222382" y="121798"/>
                  <a:pt x="222382" y="126519"/>
                </a:cubicBezTo>
                <a:lnTo>
                  <a:pt x="222382" y="155197"/>
                </a:lnTo>
                <a:lnTo>
                  <a:pt x="348112" y="155197"/>
                </a:lnTo>
                <a:lnTo>
                  <a:pt x="348112" y="321000"/>
                </a:lnTo>
                <a:cubicBezTo>
                  <a:pt x="348112" y="328338"/>
                  <a:pt x="345369" y="334625"/>
                  <a:pt x="339860" y="339860"/>
                </a:cubicBezTo>
                <a:cubicBezTo>
                  <a:pt x="334625" y="345369"/>
                  <a:pt x="328338" y="348112"/>
                  <a:pt x="321000" y="348112"/>
                </a:cubicBezTo>
                <a:lnTo>
                  <a:pt x="56190" y="348112"/>
                </a:lnTo>
                <a:close/>
                <a:moveTo>
                  <a:pt x="56190" y="321000"/>
                </a:moveTo>
                <a:lnTo>
                  <a:pt x="321000" y="321000"/>
                </a:lnTo>
                <a:lnTo>
                  <a:pt x="321000" y="181920"/>
                </a:lnTo>
                <a:lnTo>
                  <a:pt x="196059" y="181920"/>
                </a:lnTo>
                <a:lnTo>
                  <a:pt x="196059" y="146167"/>
                </a:lnTo>
                <a:lnTo>
                  <a:pt x="117478" y="177599"/>
                </a:lnTo>
                <a:lnTo>
                  <a:pt x="117478" y="146555"/>
                </a:lnTo>
                <a:lnTo>
                  <a:pt x="56190" y="173667"/>
                </a:lnTo>
                <a:lnTo>
                  <a:pt x="56190" y="321000"/>
                </a:lnTo>
                <a:close/>
                <a:moveTo>
                  <a:pt x="175633" y="282893"/>
                </a:moveTo>
                <a:lnTo>
                  <a:pt x="201557" y="282893"/>
                </a:lnTo>
                <a:lnTo>
                  <a:pt x="201557" y="220028"/>
                </a:lnTo>
                <a:lnTo>
                  <a:pt x="175633" y="220028"/>
                </a:lnTo>
                <a:lnTo>
                  <a:pt x="175633" y="282893"/>
                </a:lnTo>
                <a:close/>
                <a:moveTo>
                  <a:pt x="111980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1980" y="220028"/>
                </a:lnTo>
                <a:lnTo>
                  <a:pt x="111980" y="282893"/>
                </a:lnTo>
                <a:close/>
                <a:moveTo>
                  <a:pt x="239676" y="282893"/>
                </a:moveTo>
                <a:lnTo>
                  <a:pt x="265610" y="282893"/>
                </a:lnTo>
                <a:lnTo>
                  <a:pt x="265610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8112" y="155197"/>
                </a:moveTo>
                <a:lnTo>
                  <a:pt x="274640" y="155197"/>
                </a:lnTo>
                <a:lnTo>
                  <a:pt x="289179" y="41651"/>
                </a:lnTo>
                <a:cubicBezTo>
                  <a:pt x="289705" y="38245"/>
                  <a:pt x="291145" y="35364"/>
                  <a:pt x="293500" y="33010"/>
                </a:cubicBezTo>
                <a:cubicBezTo>
                  <a:pt x="295854" y="30907"/>
                  <a:pt x="298734" y="29867"/>
                  <a:pt x="302141" y="29867"/>
                </a:cubicBezTo>
                <a:lnTo>
                  <a:pt x="320223" y="29867"/>
                </a:lnTo>
                <a:cubicBezTo>
                  <a:pt x="323629" y="29867"/>
                  <a:pt x="326509" y="30907"/>
                  <a:pt x="328864" y="33010"/>
                </a:cubicBezTo>
                <a:cubicBezTo>
                  <a:pt x="331219" y="35364"/>
                  <a:pt x="332796" y="38108"/>
                  <a:pt x="333573" y="41251"/>
                </a:cubicBezTo>
                <a:lnTo>
                  <a:pt x="348112" y="15519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0693" y="306473"/>
                </a:moveTo>
                <a:cubicBezTo>
                  <a:pt x="296414" y="281841"/>
                  <a:pt x="327275" y="221571"/>
                  <a:pt x="314691" y="161975"/>
                </a:cubicBezTo>
                <a:cubicBezTo>
                  <a:pt x="302106" y="102367"/>
                  <a:pt x="249505" y="59722"/>
                  <a:pt x="188595" y="59722"/>
                </a:cubicBezTo>
                <a:cubicBezTo>
                  <a:pt x="127685" y="59722"/>
                  <a:pt x="75084" y="102367"/>
                  <a:pt x="62499" y="161975"/>
                </a:cubicBezTo>
                <a:cubicBezTo>
                  <a:pt x="49915" y="221571"/>
                  <a:pt x="80776" y="281841"/>
                  <a:pt x="136497" y="306473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5707"/>
                </a:moveTo>
                <a:lnTo>
                  <a:pt x="148121" y="161883"/>
                </a:lnTo>
                <a:cubicBezTo>
                  <a:pt x="148121" y="158214"/>
                  <a:pt x="149436" y="155071"/>
                  <a:pt x="152053" y="152453"/>
                </a:cubicBezTo>
                <a:cubicBezTo>
                  <a:pt x="154671" y="149824"/>
                  <a:pt x="157814" y="148521"/>
                  <a:pt x="161483" y="148521"/>
                </a:cubicBezTo>
                <a:lnTo>
                  <a:pt x="215318" y="148521"/>
                </a:lnTo>
                <a:cubicBezTo>
                  <a:pt x="218976" y="148521"/>
                  <a:pt x="222119" y="149824"/>
                  <a:pt x="224748" y="152453"/>
                </a:cubicBezTo>
                <a:cubicBezTo>
                  <a:pt x="227366" y="155071"/>
                  <a:pt x="228669" y="158214"/>
                  <a:pt x="228669" y="161883"/>
                </a:cubicBezTo>
                <a:lnTo>
                  <a:pt x="228669" y="215707"/>
                </a:lnTo>
                <a:cubicBezTo>
                  <a:pt x="228669" y="219376"/>
                  <a:pt x="227366" y="222519"/>
                  <a:pt x="224748" y="225137"/>
                </a:cubicBezTo>
                <a:cubicBezTo>
                  <a:pt x="222119" y="227754"/>
                  <a:pt x="218976" y="229069"/>
                  <a:pt x="215318" y="229069"/>
                </a:cubicBezTo>
                <a:lnTo>
                  <a:pt x="161483" y="229069"/>
                </a:lnTo>
                <a:cubicBezTo>
                  <a:pt x="157814" y="229069"/>
                  <a:pt x="154671" y="227754"/>
                  <a:pt x="152053" y="225137"/>
                </a:cubicBezTo>
                <a:cubicBezTo>
                  <a:pt x="149436" y="222519"/>
                  <a:pt x="148121" y="219376"/>
                  <a:pt x="148121" y="215707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39880" y="321000"/>
                </a:moveTo>
                <a:lnTo>
                  <a:pt x="139880" y="300963"/>
                </a:lnTo>
                <a:lnTo>
                  <a:pt x="102939" y="300963"/>
                </a:lnTo>
                <a:cubicBezTo>
                  <a:pt x="95875" y="300963"/>
                  <a:pt x="89588" y="298346"/>
                  <a:pt x="84079" y="293111"/>
                </a:cubicBezTo>
                <a:cubicBezTo>
                  <a:pt x="78844" y="287613"/>
                  <a:pt x="76227" y="281327"/>
                  <a:pt x="76227" y="274251"/>
                </a:cubicBezTo>
                <a:lnTo>
                  <a:pt x="76227" y="237321"/>
                </a:lnTo>
                <a:lnTo>
                  <a:pt x="56190" y="237321"/>
                </a:lnTo>
                <a:cubicBezTo>
                  <a:pt x="52521" y="237321"/>
                  <a:pt x="49503" y="236132"/>
                  <a:pt x="47149" y="233778"/>
                </a:cubicBezTo>
                <a:cubicBezTo>
                  <a:pt x="44794" y="231423"/>
                  <a:pt x="43617" y="228406"/>
                  <a:pt x="43617" y="224748"/>
                </a:cubicBezTo>
                <a:cubicBezTo>
                  <a:pt x="43617" y="221342"/>
                  <a:pt x="44794" y="218462"/>
                  <a:pt x="47149" y="216096"/>
                </a:cubicBezTo>
                <a:cubicBezTo>
                  <a:pt x="49503" y="213741"/>
                  <a:pt x="52521" y="212564"/>
                  <a:pt x="56190" y="212564"/>
                </a:cubicBezTo>
                <a:lnTo>
                  <a:pt x="76227" y="212564"/>
                </a:lnTo>
                <a:lnTo>
                  <a:pt x="76227" y="163060"/>
                </a:lnTo>
                <a:lnTo>
                  <a:pt x="56190" y="163060"/>
                </a:lnTo>
                <a:cubicBezTo>
                  <a:pt x="52521" y="163060"/>
                  <a:pt x="49503" y="161746"/>
                  <a:pt x="47149" y="159128"/>
                </a:cubicBezTo>
                <a:cubicBezTo>
                  <a:pt x="44794" y="156774"/>
                  <a:pt x="43617" y="153894"/>
                  <a:pt x="43617" y="150487"/>
                </a:cubicBezTo>
                <a:cubicBezTo>
                  <a:pt x="43617" y="147081"/>
                  <a:pt x="44794" y="144201"/>
                  <a:pt x="47149" y="141835"/>
                </a:cubicBezTo>
                <a:cubicBezTo>
                  <a:pt x="49503" y="139480"/>
                  <a:pt x="52521" y="138303"/>
                  <a:pt x="56190" y="138303"/>
                </a:cubicBezTo>
                <a:lnTo>
                  <a:pt x="76227" y="138303"/>
                </a:lnTo>
                <a:lnTo>
                  <a:pt x="76227" y="101373"/>
                </a:lnTo>
                <a:cubicBezTo>
                  <a:pt x="76227" y="94035"/>
                  <a:pt x="78844" y="87748"/>
                  <a:pt x="84079" y="82513"/>
                </a:cubicBezTo>
                <a:cubicBezTo>
                  <a:pt x="89588" y="77267"/>
                  <a:pt x="95875" y="74649"/>
                  <a:pt x="102939" y="74649"/>
                </a:cubicBezTo>
                <a:lnTo>
                  <a:pt x="139880" y="74649"/>
                </a:lnTo>
                <a:lnTo>
                  <a:pt x="139880" y="55790"/>
                </a:lnTo>
                <a:cubicBezTo>
                  <a:pt x="139880" y="52384"/>
                  <a:pt x="141058" y="49503"/>
                  <a:pt x="143412" y="47149"/>
                </a:cubicBezTo>
                <a:cubicBezTo>
                  <a:pt x="145767" y="44794"/>
                  <a:pt x="148784" y="43617"/>
                  <a:pt x="152453" y="43617"/>
                </a:cubicBezTo>
                <a:cubicBezTo>
                  <a:pt x="155848" y="43617"/>
                  <a:pt x="158740" y="44794"/>
                  <a:pt x="161094" y="47149"/>
                </a:cubicBezTo>
                <a:cubicBezTo>
                  <a:pt x="163449" y="49503"/>
                  <a:pt x="164626" y="52384"/>
                  <a:pt x="164626" y="55790"/>
                </a:cubicBezTo>
                <a:lnTo>
                  <a:pt x="164626" y="74649"/>
                </a:lnTo>
                <a:lnTo>
                  <a:pt x="214130" y="74649"/>
                </a:lnTo>
                <a:lnTo>
                  <a:pt x="214130" y="55790"/>
                </a:lnTo>
                <a:cubicBezTo>
                  <a:pt x="214130" y="52384"/>
                  <a:pt x="215444" y="49503"/>
                  <a:pt x="218062" y="47149"/>
                </a:cubicBezTo>
                <a:cubicBezTo>
                  <a:pt x="220416" y="44794"/>
                  <a:pt x="223296" y="43617"/>
                  <a:pt x="226703" y="43617"/>
                </a:cubicBezTo>
                <a:cubicBezTo>
                  <a:pt x="230109" y="43617"/>
                  <a:pt x="232989" y="44794"/>
                  <a:pt x="235355" y="47149"/>
                </a:cubicBezTo>
                <a:cubicBezTo>
                  <a:pt x="237710" y="49503"/>
                  <a:pt x="238887" y="52384"/>
                  <a:pt x="238887" y="55790"/>
                </a:cubicBezTo>
                <a:lnTo>
                  <a:pt x="238887" y="74649"/>
                </a:lnTo>
                <a:lnTo>
                  <a:pt x="275817" y="74649"/>
                </a:lnTo>
                <a:cubicBezTo>
                  <a:pt x="283155" y="74649"/>
                  <a:pt x="289442" y="77267"/>
                  <a:pt x="294677" y="82513"/>
                </a:cubicBezTo>
                <a:cubicBezTo>
                  <a:pt x="299923" y="87748"/>
                  <a:pt x="302541" y="94035"/>
                  <a:pt x="302541" y="101373"/>
                </a:cubicBezTo>
                <a:lnTo>
                  <a:pt x="302541" y="138303"/>
                </a:lnTo>
                <a:lnTo>
                  <a:pt x="321400" y="138303"/>
                </a:lnTo>
                <a:cubicBezTo>
                  <a:pt x="324806" y="138303"/>
                  <a:pt x="327687" y="139480"/>
                  <a:pt x="330041" y="141835"/>
                </a:cubicBezTo>
                <a:cubicBezTo>
                  <a:pt x="332396" y="144201"/>
                  <a:pt x="333573" y="147081"/>
                  <a:pt x="333573" y="150487"/>
                </a:cubicBezTo>
                <a:cubicBezTo>
                  <a:pt x="333573" y="154145"/>
                  <a:pt x="332396" y="157163"/>
                  <a:pt x="330041" y="159517"/>
                </a:cubicBezTo>
                <a:cubicBezTo>
                  <a:pt x="327687" y="161883"/>
                  <a:pt x="324806" y="163060"/>
                  <a:pt x="321400" y="163060"/>
                </a:cubicBezTo>
                <a:lnTo>
                  <a:pt x="302541" y="163060"/>
                </a:lnTo>
                <a:lnTo>
                  <a:pt x="302541" y="212564"/>
                </a:lnTo>
                <a:lnTo>
                  <a:pt x="321400" y="212564"/>
                </a:lnTo>
                <a:cubicBezTo>
                  <a:pt x="324806" y="212564"/>
                  <a:pt x="327687" y="213741"/>
                  <a:pt x="330041" y="216096"/>
                </a:cubicBezTo>
                <a:cubicBezTo>
                  <a:pt x="332396" y="218462"/>
                  <a:pt x="333573" y="221468"/>
                  <a:pt x="333573" y="225137"/>
                </a:cubicBezTo>
                <a:cubicBezTo>
                  <a:pt x="333573" y="228543"/>
                  <a:pt x="332396" y="231423"/>
                  <a:pt x="330041" y="233778"/>
                </a:cubicBezTo>
                <a:cubicBezTo>
                  <a:pt x="327687" y="236132"/>
                  <a:pt x="324806" y="237321"/>
                  <a:pt x="321400" y="237321"/>
                </a:cubicBezTo>
                <a:lnTo>
                  <a:pt x="302541" y="237321"/>
                </a:lnTo>
                <a:lnTo>
                  <a:pt x="302541" y="274251"/>
                </a:lnTo>
                <a:cubicBezTo>
                  <a:pt x="302541" y="281327"/>
                  <a:pt x="299923" y="287613"/>
                  <a:pt x="294677" y="293111"/>
                </a:cubicBezTo>
                <a:cubicBezTo>
                  <a:pt x="289442" y="298346"/>
                  <a:pt x="283155" y="300963"/>
                  <a:pt x="275817" y="300963"/>
                </a:cubicBezTo>
                <a:lnTo>
                  <a:pt x="238887" y="300963"/>
                </a:lnTo>
                <a:lnTo>
                  <a:pt x="238887" y="321000"/>
                </a:lnTo>
                <a:cubicBezTo>
                  <a:pt x="238887" y="324669"/>
                  <a:pt x="237710" y="327687"/>
                  <a:pt x="235355" y="330041"/>
                </a:cubicBezTo>
                <a:cubicBezTo>
                  <a:pt x="232989" y="332396"/>
                  <a:pt x="230109" y="333573"/>
                  <a:pt x="226703" y="333573"/>
                </a:cubicBezTo>
                <a:cubicBezTo>
                  <a:pt x="223045" y="333573"/>
                  <a:pt x="220028" y="332396"/>
                  <a:pt x="217673" y="330041"/>
                </a:cubicBezTo>
                <a:cubicBezTo>
                  <a:pt x="215318" y="327687"/>
                  <a:pt x="214130" y="324669"/>
                  <a:pt x="214130" y="321000"/>
                </a:cubicBezTo>
                <a:lnTo>
                  <a:pt x="214130" y="300963"/>
                </a:lnTo>
                <a:lnTo>
                  <a:pt x="164626" y="300963"/>
                </a:lnTo>
                <a:lnTo>
                  <a:pt x="164626" y="321000"/>
                </a:lnTo>
                <a:cubicBezTo>
                  <a:pt x="164626" y="324669"/>
                  <a:pt x="163449" y="327687"/>
                  <a:pt x="161094" y="330041"/>
                </a:cubicBezTo>
                <a:cubicBezTo>
                  <a:pt x="158740" y="332396"/>
                  <a:pt x="155722" y="333573"/>
                  <a:pt x="152053" y="333573"/>
                </a:cubicBezTo>
                <a:cubicBezTo>
                  <a:pt x="148647" y="333573"/>
                  <a:pt x="145767" y="332396"/>
                  <a:pt x="143412" y="330041"/>
                </a:cubicBezTo>
                <a:cubicBezTo>
                  <a:pt x="141058" y="327687"/>
                  <a:pt x="139880" y="324669"/>
                  <a:pt x="139880" y="321000"/>
                </a:cubicBezTo>
                <a:close/>
                <a:moveTo>
                  <a:pt x="275817" y="274251"/>
                </a:moveTo>
                <a:lnTo>
                  <a:pt x="275817" y="101373"/>
                </a:lnTo>
                <a:lnTo>
                  <a:pt x="102939" y="101373"/>
                </a:lnTo>
                <a:lnTo>
                  <a:pt x="102939" y="274251"/>
                </a:lnTo>
                <a:lnTo>
                  <a:pt x="275817" y="274251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333" y="332396"/>
                </a:moveTo>
                <a:cubicBezTo>
                  <a:pt x="51995" y="332396"/>
                  <a:pt x="45709" y="329778"/>
                  <a:pt x="40474" y="324543"/>
                </a:cubicBezTo>
                <a:cubicBezTo>
                  <a:pt x="35227" y="319046"/>
                  <a:pt x="32610" y="312759"/>
                  <a:pt x="32610" y="305684"/>
                </a:cubicBezTo>
                <a:lnTo>
                  <a:pt x="32610" y="71506"/>
                </a:lnTo>
                <a:cubicBezTo>
                  <a:pt x="32610" y="64179"/>
                  <a:pt x="35227" y="57893"/>
                  <a:pt x="40474" y="52647"/>
                </a:cubicBezTo>
                <a:cubicBezTo>
                  <a:pt x="45709" y="47412"/>
                  <a:pt x="51995" y="44794"/>
                  <a:pt x="59333" y="44794"/>
                </a:cubicBezTo>
                <a:lnTo>
                  <a:pt x="293111" y="44794"/>
                </a:lnTo>
                <a:cubicBezTo>
                  <a:pt x="300438" y="44794"/>
                  <a:pt x="306724" y="47412"/>
                  <a:pt x="311970" y="52647"/>
                </a:cubicBezTo>
                <a:cubicBezTo>
                  <a:pt x="317468" y="57893"/>
                  <a:pt x="320223" y="64179"/>
                  <a:pt x="320223" y="71506"/>
                </a:cubicBezTo>
                <a:lnTo>
                  <a:pt x="320223" y="94298"/>
                </a:lnTo>
                <a:lnTo>
                  <a:pt x="332396" y="94298"/>
                </a:lnTo>
                <a:cubicBezTo>
                  <a:pt x="335802" y="94298"/>
                  <a:pt x="338682" y="95475"/>
                  <a:pt x="341048" y="97829"/>
                </a:cubicBezTo>
                <a:cubicBezTo>
                  <a:pt x="343403" y="100195"/>
                  <a:pt x="344580" y="103076"/>
                  <a:pt x="344580" y="106482"/>
                </a:cubicBezTo>
                <a:cubicBezTo>
                  <a:pt x="344580" y="110139"/>
                  <a:pt x="343403" y="113157"/>
                  <a:pt x="341048" y="115512"/>
                </a:cubicBezTo>
                <a:cubicBezTo>
                  <a:pt x="338682" y="117878"/>
                  <a:pt x="335802" y="119055"/>
                  <a:pt x="332396" y="119055"/>
                </a:cubicBezTo>
                <a:lnTo>
                  <a:pt x="320223" y="119055"/>
                </a:lnTo>
                <a:lnTo>
                  <a:pt x="320223" y="176411"/>
                </a:lnTo>
                <a:lnTo>
                  <a:pt x="332396" y="176411"/>
                </a:lnTo>
                <a:cubicBezTo>
                  <a:pt x="335802" y="176411"/>
                  <a:pt x="338682" y="177599"/>
                  <a:pt x="341048" y="179954"/>
                </a:cubicBezTo>
                <a:cubicBezTo>
                  <a:pt x="343403" y="182309"/>
                  <a:pt x="344580" y="185189"/>
                  <a:pt x="344580" y="188595"/>
                </a:cubicBezTo>
                <a:cubicBezTo>
                  <a:pt x="344580" y="192264"/>
                  <a:pt x="343403" y="195270"/>
                  <a:pt x="341048" y="197636"/>
                </a:cubicBezTo>
                <a:cubicBezTo>
                  <a:pt x="338682" y="199728"/>
                  <a:pt x="335802" y="200779"/>
                  <a:pt x="332396" y="200779"/>
                </a:cubicBezTo>
                <a:lnTo>
                  <a:pt x="320223" y="200779"/>
                </a:lnTo>
                <a:lnTo>
                  <a:pt x="320223" y="258135"/>
                </a:lnTo>
                <a:lnTo>
                  <a:pt x="332396" y="258135"/>
                </a:lnTo>
                <a:cubicBezTo>
                  <a:pt x="336065" y="258135"/>
                  <a:pt x="339082" y="259324"/>
                  <a:pt x="341437" y="261678"/>
                </a:cubicBezTo>
                <a:cubicBezTo>
                  <a:pt x="343529" y="264033"/>
                  <a:pt x="344580" y="267051"/>
                  <a:pt x="344580" y="270708"/>
                </a:cubicBezTo>
                <a:cubicBezTo>
                  <a:pt x="344580" y="274114"/>
                  <a:pt x="343403" y="276995"/>
                  <a:pt x="341048" y="279361"/>
                </a:cubicBezTo>
                <a:cubicBezTo>
                  <a:pt x="338682" y="281715"/>
                  <a:pt x="335802" y="282893"/>
                  <a:pt x="332396" y="282893"/>
                </a:cubicBezTo>
                <a:lnTo>
                  <a:pt x="320223" y="282893"/>
                </a:lnTo>
                <a:lnTo>
                  <a:pt x="320223" y="305684"/>
                </a:lnTo>
                <a:cubicBezTo>
                  <a:pt x="320223" y="312759"/>
                  <a:pt x="317468" y="319046"/>
                  <a:pt x="311970" y="324543"/>
                </a:cubicBezTo>
                <a:cubicBezTo>
                  <a:pt x="306724" y="329778"/>
                  <a:pt x="300438" y="332396"/>
                  <a:pt x="293111" y="332396"/>
                </a:cubicBezTo>
                <a:lnTo>
                  <a:pt x="59333" y="332396"/>
                </a:lnTo>
                <a:close/>
                <a:moveTo>
                  <a:pt x="59333" y="305684"/>
                </a:moveTo>
                <a:lnTo>
                  <a:pt x="293111" y="305684"/>
                </a:lnTo>
                <a:lnTo>
                  <a:pt x="293111" y="71506"/>
                </a:lnTo>
                <a:lnTo>
                  <a:pt x="59333" y="71506"/>
                </a:lnTo>
                <a:lnTo>
                  <a:pt x="59333" y="305684"/>
                </a:lnTo>
                <a:close/>
                <a:moveTo>
                  <a:pt x="95475" y="282893"/>
                </a:moveTo>
                <a:lnTo>
                  <a:pt x="168170" y="282893"/>
                </a:lnTo>
                <a:cubicBezTo>
                  <a:pt x="171827" y="282893"/>
                  <a:pt x="174970" y="281578"/>
                  <a:pt x="177599" y="278961"/>
                </a:cubicBezTo>
                <a:cubicBezTo>
                  <a:pt x="180217" y="276343"/>
                  <a:pt x="181520" y="273200"/>
                  <a:pt x="181520" y="269531"/>
                </a:cubicBezTo>
                <a:lnTo>
                  <a:pt x="181520" y="217673"/>
                </a:lnTo>
                <a:cubicBezTo>
                  <a:pt x="181520" y="214004"/>
                  <a:pt x="180217" y="210861"/>
                  <a:pt x="177599" y="208243"/>
                </a:cubicBezTo>
                <a:cubicBezTo>
                  <a:pt x="174970" y="205626"/>
                  <a:pt x="171827" y="204311"/>
                  <a:pt x="168170" y="204311"/>
                </a:cubicBezTo>
                <a:lnTo>
                  <a:pt x="95475" y="204311"/>
                </a:lnTo>
                <a:cubicBezTo>
                  <a:pt x="91543" y="204311"/>
                  <a:pt x="88274" y="205626"/>
                  <a:pt x="85656" y="208243"/>
                </a:cubicBezTo>
                <a:cubicBezTo>
                  <a:pt x="83302" y="210861"/>
                  <a:pt x="82113" y="214004"/>
                  <a:pt x="82113" y="217673"/>
                </a:cubicBezTo>
                <a:lnTo>
                  <a:pt x="82113" y="269531"/>
                </a:lnTo>
                <a:cubicBezTo>
                  <a:pt x="82113" y="273200"/>
                  <a:pt x="83302" y="276343"/>
                  <a:pt x="85656" y="278961"/>
                </a:cubicBezTo>
                <a:cubicBezTo>
                  <a:pt x="88274" y="281578"/>
                  <a:pt x="91543" y="282893"/>
                  <a:pt x="95475" y="282893"/>
                </a:cubicBezTo>
                <a:close/>
                <a:moveTo>
                  <a:pt x="206277" y="150876"/>
                </a:moveTo>
                <a:lnTo>
                  <a:pt x="257358" y="150876"/>
                </a:lnTo>
                <a:cubicBezTo>
                  <a:pt x="261015" y="150876"/>
                  <a:pt x="264159" y="149562"/>
                  <a:pt x="266788" y="146944"/>
                </a:cubicBezTo>
                <a:cubicBezTo>
                  <a:pt x="269405" y="144590"/>
                  <a:pt x="270708" y="141572"/>
                  <a:pt x="270708" y="137914"/>
                </a:cubicBezTo>
                <a:lnTo>
                  <a:pt x="270708" y="107659"/>
                </a:lnTo>
                <a:cubicBezTo>
                  <a:pt x="270708" y="103990"/>
                  <a:pt x="269405" y="100847"/>
                  <a:pt x="266788" y="98229"/>
                </a:cubicBezTo>
                <a:cubicBezTo>
                  <a:pt x="264159" y="95612"/>
                  <a:pt x="261015" y="94298"/>
                  <a:pt x="257358" y="94298"/>
                </a:cubicBezTo>
                <a:lnTo>
                  <a:pt x="206666" y="94298"/>
                </a:lnTo>
                <a:cubicBezTo>
                  <a:pt x="202745" y="94298"/>
                  <a:pt x="199465" y="95612"/>
                  <a:pt x="196847" y="98229"/>
                </a:cubicBezTo>
                <a:cubicBezTo>
                  <a:pt x="194493" y="100847"/>
                  <a:pt x="193316" y="103990"/>
                  <a:pt x="193316" y="107659"/>
                </a:cubicBezTo>
                <a:lnTo>
                  <a:pt x="193316" y="137914"/>
                </a:lnTo>
                <a:cubicBezTo>
                  <a:pt x="193316" y="141572"/>
                  <a:pt x="194493" y="144590"/>
                  <a:pt x="196847" y="146944"/>
                </a:cubicBezTo>
                <a:cubicBezTo>
                  <a:pt x="199465" y="149562"/>
                  <a:pt x="202608" y="150876"/>
                  <a:pt x="206277" y="150876"/>
                </a:cubicBezTo>
                <a:close/>
                <a:moveTo>
                  <a:pt x="95475" y="192527"/>
                </a:moveTo>
                <a:lnTo>
                  <a:pt x="168170" y="192527"/>
                </a:lnTo>
                <a:cubicBezTo>
                  <a:pt x="171827" y="192527"/>
                  <a:pt x="174970" y="191212"/>
                  <a:pt x="177599" y="188595"/>
                </a:cubicBezTo>
                <a:cubicBezTo>
                  <a:pt x="180217" y="185978"/>
                  <a:pt x="181520" y="182834"/>
                  <a:pt x="181520" y="179165"/>
                </a:cubicBezTo>
                <a:lnTo>
                  <a:pt x="181520" y="107659"/>
                </a:lnTo>
                <a:cubicBezTo>
                  <a:pt x="181520" y="103990"/>
                  <a:pt x="180217" y="100847"/>
                  <a:pt x="177599" y="98229"/>
                </a:cubicBezTo>
                <a:cubicBezTo>
                  <a:pt x="174970" y="95612"/>
                  <a:pt x="171827" y="94298"/>
                  <a:pt x="168170" y="94298"/>
                </a:cubicBezTo>
                <a:lnTo>
                  <a:pt x="95475" y="94298"/>
                </a:lnTo>
                <a:cubicBezTo>
                  <a:pt x="91543" y="94298"/>
                  <a:pt x="88274" y="95612"/>
                  <a:pt x="85656" y="98229"/>
                </a:cubicBezTo>
                <a:cubicBezTo>
                  <a:pt x="83302" y="100847"/>
                  <a:pt x="82113" y="103990"/>
                  <a:pt x="82113" y="107659"/>
                </a:cubicBezTo>
                <a:lnTo>
                  <a:pt x="82113" y="179165"/>
                </a:lnTo>
                <a:cubicBezTo>
                  <a:pt x="82113" y="182834"/>
                  <a:pt x="83302" y="185978"/>
                  <a:pt x="85656" y="188595"/>
                </a:cubicBezTo>
                <a:cubicBezTo>
                  <a:pt x="88274" y="191212"/>
                  <a:pt x="91543" y="192527"/>
                  <a:pt x="95475" y="192527"/>
                </a:cubicBezTo>
                <a:close/>
                <a:moveTo>
                  <a:pt x="206666" y="282893"/>
                </a:moveTo>
                <a:lnTo>
                  <a:pt x="257358" y="282893"/>
                </a:lnTo>
                <a:cubicBezTo>
                  <a:pt x="261015" y="282893"/>
                  <a:pt x="264159" y="281578"/>
                  <a:pt x="266788" y="278961"/>
                </a:cubicBezTo>
                <a:cubicBezTo>
                  <a:pt x="269405" y="276343"/>
                  <a:pt x="270708" y="273200"/>
                  <a:pt x="270708" y="269531"/>
                </a:cubicBezTo>
                <a:lnTo>
                  <a:pt x="270708" y="176022"/>
                </a:lnTo>
                <a:cubicBezTo>
                  <a:pt x="270708" y="172353"/>
                  <a:pt x="269405" y="169210"/>
                  <a:pt x="266788" y="166592"/>
                </a:cubicBezTo>
                <a:cubicBezTo>
                  <a:pt x="264159" y="163975"/>
                  <a:pt x="261015" y="162660"/>
                  <a:pt x="257358" y="162660"/>
                </a:cubicBezTo>
                <a:lnTo>
                  <a:pt x="206666" y="162660"/>
                </a:lnTo>
                <a:cubicBezTo>
                  <a:pt x="202745" y="162660"/>
                  <a:pt x="199465" y="163975"/>
                  <a:pt x="196847" y="166592"/>
                </a:cubicBezTo>
                <a:cubicBezTo>
                  <a:pt x="194493" y="169210"/>
                  <a:pt x="193316" y="172353"/>
                  <a:pt x="193316" y="176022"/>
                </a:cubicBezTo>
                <a:lnTo>
                  <a:pt x="193316" y="269531"/>
                </a:lnTo>
                <a:cubicBezTo>
                  <a:pt x="193316" y="273200"/>
                  <a:pt x="194493" y="276343"/>
                  <a:pt x="196847" y="278961"/>
                </a:cubicBezTo>
                <a:cubicBezTo>
                  <a:pt x="199465" y="281578"/>
                  <a:pt x="202745" y="282893"/>
                  <a:pt x="206666" y="282893"/>
                </a:cubicBezTo>
                <a:close/>
                <a:moveTo>
                  <a:pt x="59333" y="71506"/>
                </a:moveTo>
                <a:lnTo>
                  <a:pt x="59333" y="305684"/>
                </a:lnTo>
                <a:lnTo>
                  <a:pt x="59333" y="715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1619"/>
                </a:moveTo>
                <a:cubicBezTo>
                  <a:pt x="78193" y="331619"/>
                  <a:pt x="73472" y="329653"/>
                  <a:pt x="69540" y="325721"/>
                </a:cubicBezTo>
                <a:cubicBezTo>
                  <a:pt x="65620" y="322052"/>
                  <a:pt x="63654" y="317343"/>
                  <a:pt x="63654" y="311570"/>
                </a:cubicBezTo>
                <a:cubicBezTo>
                  <a:pt x="63654" y="305810"/>
                  <a:pt x="65620" y="301100"/>
                  <a:pt x="69540" y="297431"/>
                </a:cubicBezTo>
                <a:cubicBezTo>
                  <a:pt x="73472" y="293500"/>
                  <a:pt x="78193" y="291534"/>
                  <a:pt x="83690" y="291534"/>
                </a:cubicBezTo>
                <a:lnTo>
                  <a:pt x="115123" y="291534"/>
                </a:lnTo>
                <a:lnTo>
                  <a:pt x="74649" y="153631"/>
                </a:lnTo>
                <a:cubicBezTo>
                  <a:pt x="65482" y="149699"/>
                  <a:pt x="58282" y="144201"/>
                  <a:pt x="53047" y="137126"/>
                </a:cubicBezTo>
                <a:cubicBezTo>
                  <a:pt x="47800" y="129788"/>
                  <a:pt x="45183" y="120232"/>
                  <a:pt x="45183" y="108448"/>
                </a:cubicBezTo>
                <a:cubicBezTo>
                  <a:pt x="45183" y="95612"/>
                  <a:pt x="49903" y="84479"/>
                  <a:pt x="59333" y="75049"/>
                </a:cubicBezTo>
                <a:cubicBezTo>
                  <a:pt x="68763" y="65620"/>
                  <a:pt x="79896" y="60899"/>
                  <a:pt x="92732" y="60899"/>
                </a:cubicBezTo>
                <a:cubicBezTo>
                  <a:pt x="105042" y="60899"/>
                  <a:pt x="115123" y="64042"/>
                  <a:pt x="122975" y="70329"/>
                </a:cubicBezTo>
                <a:cubicBezTo>
                  <a:pt x="131102" y="76878"/>
                  <a:pt x="136600" y="85656"/>
                  <a:pt x="139480" y="96652"/>
                </a:cubicBezTo>
                <a:lnTo>
                  <a:pt x="193316" y="96652"/>
                </a:lnTo>
                <a:lnTo>
                  <a:pt x="193316" y="73472"/>
                </a:lnTo>
                <a:cubicBezTo>
                  <a:pt x="193316" y="70066"/>
                  <a:pt x="194619" y="67060"/>
                  <a:pt x="197236" y="64442"/>
                </a:cubicBezTo>
                <a:cubicBezTo>
                  <a:pt x="199602" y="61813"/>
                  <a:pt x="202482" y="60510"/>
                  <a:pt x="205889" y="60510"/>
                </a:cubicBezTo>
                <a:cubicBezTo>
                  <a:pt x="208769" y="60510"/>
                  <a:pt x="211249" y="61688"/>
                  <a:pt x="213352" y="64042"/>
                </a:cubicBezTo>
                <a:cubicBezTo>
                  <a:pt x="215181" y="66134"/>
                  <a:pt x="216096" y="68500"/>
                  <a:pt x="216096" y="71117"/>
                </a:cubicBezTo>
                <a:lnTo>
                  <a:pt x="245174" y="43617"/>
                </a:lnTo>
                <a:cubicBezTo>
                  <a:pt x="247265" y="41514"/>
                  <a:pt x="250146" y="40074"/>
                  <a:pt x="253815" y="39296"/>
                </a:cubicBezTo>
                <a:cubicBezTo>
                  <a:pt x="257221" y="38508"/>
                  <a:pt x="260764" y="38896"/>
                  <a:pt x="264422" y="40474"/>
                </a:cubicBezTo>
                <a:lnTo>
                  <a:pt x="326509" y="70329"/>
                </a:lnTo>
                <a:cubicBezTo>
                  <a:pt x="329127" y="71906"/>
                  <a:pt x="330956" y="73998"/>
                  <a:pt x="332007" y="76615"/>
                </a:cubicBezTo>
                <a:cubicBezTo>
                  <a:pt x="333059" y="79233"/>
                  <a:pt x="332796" y="81987"/>
                  <a:pt x="331219" y="84868"/>
                </a:cubicBezTo>
                <a:cubicBezTo>
                  <a:pt x="329653" y="87748"/>
                  <a:pt x="327550" y="89588"/>
                  <a:pt x="324932" y="90366"/>
                </a:cubicBezTo>
                <a:cubicBezTo>
                  <a:pt x="322052" y="90891"/>
                  <a:pt x="319297" y="90366"/>
                  <a:pt x="316680" y="88800"/>
                </a:cubicBezTo>
                <a:lnTo>
                  <a:pt x="256569" y="59722"/>
                </a:lnTo>
                <a:lnTo>
                  <a:pt x="218850" y="97829"/>
                </a:lnTo>
                <a:lnTo>
                  <a:pt x="218850" y="117478"/>
                </a:lnTo>
                <a:lnTo>
                  <a:pt x="256569" y="157163"/>
                </a:lnTo>
                <a:lnTo>
                  <a:pt x="316680" y="127696"/>
                </a:lnTo>
                <a:cubicBezTo>
                  <a:pt x="319560" y="126119"/>
                  <a:pt x="322315" y="125730"/>
                  <a:pt x="324932" y="126519"/>
                </a:cubicBezTo>
                <a:cubicBezTo>
                  <a:pt x="327550" y="127307"/>
                  <a:pt x="329653" y="128999"/>
                  <a:pt x="331219" y="131628"/>
                </a:cubicBezTo>
                <a:cubicBezTo>
                  <a:pt x="332796" y="134771"/>
                  <a:pt x="333059" y="137777"/>
                  <a:pt x="332007" y="140658"/>
                </a:cubicBezTo>
                <a:cubicBezTo>
                  <a:pt x="330956" y="143538"/>
                  <a:pt x="328990" y="145641"/>
                  <a:pt x="326109" y="146944"/>
                </a:cubicBezTo>
                <a:lnTo>
                  <a:pt x="265999" y="175233"/>
                </a:lnTo>
                <a:cubicBezTo>
                  <a:pt x="262067" y="177336"/>
                  <a:pt x="258272" y="178251"/>
                  <a:pt x="254603" y="177988"/>
                </a:cubicBezTo>
                <a:cubicBezTo>
                  <a:pt x="250934" y="177988"/>
                  <a:pt x="247791" y="176548"/>
                  <a:pt x="245174" y="173667"/>
                </a:cubicBezTo>
                <a:lnTo>
                  <a:pt x="216096" y="146167"/>
                </a:lnTo>
                <a:cubicBezTo>
                  <a:pt x="216096" y="149824"/>
                  <a:pt x="215181" y="152453"/>
                  <a:pt x="213352" y="154019"/>
                </a:cubicBezTo>
                <a:cubicBezTo>
                  <a:pt x="211249" y="155848"/>
                  <a:pt x="208769" y="156774"/>
                  <a:pt x="205889" y="156774"/>
                </a:cubicBezTo>
                <a:cubicBezTo>
                  <a:pt x="202482" y="156774"/>
                  <a:pt x="199602" y="155459"/>
                  <a:pt x="197236" y="152842"/>
                </a:cubicBezTo>
                <a:cubicBezTo>
                  <a:pt x="194619" y="150224"/>
                  <a:pt x="193316" y="147207"/>
                  <a:pt x="193316" y="143801"/>
                </a:cubicBezTo>
                <a:lnTo>
                  <a:pt x="193316" y="120232"/>
                </a:lnTo>
                <a:lnTo>
                  <a:pt x="138692" y="120232"/>
                </a:lnTo>
                <a:cubicBezTo>
                  <a:pt x="138429" y="123638"/>
                  <a:pt x="137389" y="127307"/>
                  <a:pt x="135548" y="131228"/>
                </a:cubicBezTo>
                <a:cubicBezTo>
                  <a:pt x="133457" y="135160"/>
                  <a:pt x="131228" y="138177"/>
                  <a:pt x="128873" y="140269"/>
                </a:cubicBezTo>
                <a:lnTo>
                  <a:pt x="207066" y="291534"/>
                </a:lnTo>
                <a:lnTo>
                  <a:pt x="251460" y="291534"/>
                </a:lnTo>
                <a:cubicBezTo>
                  <a:pt x="257221" y="291534"/>
                  <a:pt x="262067" y="293500"/>
                  <a:pt x="265999" y="297431"/>
                </a:cubicBezTo>
                <a:cubicBezTo>
                  <a:pt x="269931" y="301100"/>
                  <a:pt x="271897" y="305810"/>
                  <a:pt x="271897" y="311570"/>
                </a:cubicBezTo>
                <a:cubicBezTo>
                  <a:pt x="271897" y="317343"/>
                  <a:pt x="269931" y="322052"/>
                  <a:pt x="265999" y="325721"/>
                </a:cubicBezTo>
                <a:cubicBezTo>
                  <a:pt x="262067" y="329653"/>
                  <a:pt x="257221" y="331619"/>
                  <a:pt x="251460" y="331619"/>
                </a:cubicBezTo>
                <a:lnTo>
                  <a:pt x="83690" y="331619"/>
                </a:lnTo>
                <a:close/>
                <a:moveTo>
                  <a:pt x="108448" y="124164"/>
                </a:moveTo>
                <a:cubicBezTo>
                  <a:pt x="112631" y="119969"/>
                  <a:pt x="114734" y="114734"/>
                  <a:pt x="114734" y="108448"/>
                </a:cubicBezTo>
                <a:cubicBezTo>
                  <a:pt x="114734" y="102161"/>
                  <a:pt x="112631" y="96915"/>
                  <a:pt x="108448" y="92732"/>
                </a:cubicBezTo>
                <a:cubicBezTo>
                  <a:pt x="104253" y="88537"/>
                  <a:pt x="99018" y="86445"/>
                  <a:pt x="92732" y="86445"/>
                </a:cubicBezTo>
                <a:cubicBezTo>
                  <a:pt x="86445" y="86445"/>
                  <a:pt x="81199" y="88537"/>
                  <a:pt x="77015" y="92732"/>
                </a:cubicBezTo>
                <a:cubicBezTo>
                  <a:pt x="72821" y="96915"/>
                  <a:pt x="70729" y="102161"/>
                  <a:pt x="70729" y="108448"/>
                </a:cubicBezTo>
                <a:cubicBezTo>
                  <a:pt x="70729" y="114734"/>
                  <a:pt x="72821" y="119969"/>
                  <a:pt x="77015" y="124164"/>
                </a:cubicBezTo>
                <a:cubicBezTo>
                  <a:pt x="81199" y="128347"/>
                  <a:pt x="86445" y="130451"/>
                  <a:pt x="92732" y="130451"/>
                </a:cubicBezTo>
                <a:cubicBezTo>
                  <a:pt x="99018" y="130451"/>
                  <a:pt x="104253" y="128347"/>
                  <a:pt x="108448" y="124164"/>
                </a:cubicBezTo>
                <a:close/>
                <a:moveTo>
                  <a:pt x="141058" y="291534"/>
                </a:moveTo>
                <a:lnTo>
                  <a:pt x="180743" y="291534"/>
                </a:lnTo>
                <a:lnTo>
                  <a:pt x="108448" y="150876"/>
                </a:lnTo>
                <a:cubicBezTo>
                  <a:pt x="107659" y="151402"/>
                  <a:pt x="106219" y="151928"/>
                  <a:pt x="104116" y="152453"/>
                </a:cubicBezTo>
                <a:cubicBezTo>
                  <a:pt x="102287" y="152968"/>
                  <a:pt x="100847" y="153368"/>
                  <a:pt x="99795" y="153631"/>
                </a:cubicBezTo>
                <a:lnTo>
                  <a:pt x="141058" y="291534"/>
                </a:lnTo>
                <a:close/>
                <a:moveTo>
                  <a:pt x="180743" y="29153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6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615" y="333973"/>
                </a:moveTo>
                <a:cubicBezTo>
                  <a:pt x="62991" y="333973"/>
                  <a:pt x="51344" y="329253"/>
                  <a:pt x="41651" y="319823"/>
                </a:cubicBezTo>
                <a:cubicBezTo>
                  <a:pt x="32221" y="310393"/>
                  <a:pt x="27501" y="298872"/>
                  <a:pt x="27501" y="285247"/>
                </a:cubicBezTo>
                <a:cubicBezTo>
                  <a:pt x="27501" y="271634"/>
                  <a:pt x="32221" y="259975"/>
                  <a:pt x="41651" y="250283"/>
                </a:cubicBezTo>
                <a:cubicBezTo>
                  <a:pt x="51344" y="240853"/>
                  <a:pt x="62991" y="236132"/>
                  <a:pt x="76615" y="236132"/>
                </a:cubicBezTo>
                <a:lnTo>
                  <a:pt x="301363" y="236132"/>
                </a:lnTo>
                <a:cubicBezTo>
                  <a:pt x="314977" y="236132"/>
                  <a:pt x="326635" y="240853"/>
                  <a:pt x="336328" y="250283"/>
                </a:cubicBezTo>
                <a:cubicBezTo>
                  <a:pt x="345758" y="259975"/>
                  <a:pt x="350478" y="271634"/>
                  <a:pt x="350478" y="285247"/>
                </a:cubicBezTo>
                <a:cubicBezTo>
                  <a:pt x="350478" y="298872"/>
                  <a:pt x="345758" y="310393"/>
                  <a:pt x="336328" y="319823"/>
                </a:cubicBezTo>
                <a:cubicBezTo>
                  <a:pt x="326635" y="329253"/>
                  <a:pt x="314977" y="333973"/>
                  <a:pt x="301363" y="333973"/>
                </a:cubicBezTo>
                <a:lnTo>
                  <a:pt x="76615" y="333973"/>
                </a:lnTo>
                <a:close/>
                <a:moveTo>
                  <a:pt x="76615" y="308039"/>
                </a:moveTo>
                <a:lnTo>
                  <a:pt x="301363" y="308039"/>
                </a:lnTo>
                <a:cubicBezTo>
                  <a:pt x="307913" y="308039"/>
                  <a:pt x="313411" y="305810"/>
                  <a:pt x="317857" y="301363"/>
                </a:cubicBezTo>
                <a:cubicBezTo>
                  <a:pt x="322315" y="296906"/>
                  <a:pt x="324543" y="291534"/>
                  <a:pt x="324543" y="285247"/>
                </a:cubicBezTo>
                <a:cubicBezTo>
                  <a:pt x="324543" y="278698"/>
                  <a:pt x="322315" y="273200"/>
                  <a:pt x="317857" y="268754"/>
                </a:cubicBezTo>
                <a:cubicBezTo>
                  <a:pt x="313411" y="264296"/>
                  <a:pt x="307913" y="262067"/>
                  <a:pt x="301363" y="262067"/>
                </a:cubicBezTo>
                <a:lnTo>
                  <a:pt x="76615" y="262067"/>
                </a:lnTo>
                <a:cubicBezTo>
                  <a:pt x="70066" y="262067"/>
                  <a:pt x="64568" y="264296"/>
                  <a:pt x="60110" y="268754"/>
                </a:cubicBezTo>
                <a:cubicBezTo>
                  <a:pt x="55664" y="273200"/>
                  <a:pt x="53435" y="278698"/>
                  <a:pt x="53435" y="285247"/>
                </a:cubicBezTo>
                <a:cubicBezTo>
                  <a:pt x="53435" y="291534"/>
                  <a:pt x="55664" y="296906"/>
                  <a:pt x="60110" y="301363"/>
                </a:cubicBezTo>
                <a:cubicBezTo>
                  <a:pt x="64568" y="305810"/>
                  <a:pt x="70066" y="308039"/>
                  <a:pt x="76615" y="308039"/>
                </a:cubicBezTo>
                <a:close/>
                <a:moveTo>
                  <a:pt x="153631" y="206277"/>
                </a:moveTo>
                <a:cubicBezTo>
                  <a:pt x="149699" y="206277"/>
                  <a:pt x="146418" y="204963"/>
                  <a:pt x="143801" y="202345"/>
                </a:cubicBezTo>
                <a:cubicBezTo>
                  <a:pt x="141183" y="199728"/>
                  <a:pt x="139880" y="196459"/>
                  <a:pt x="139880" y="192527"/>
                </a:cubicBezTo>
                <a:lnTo>
                  <a:pt x="139880" y="58156"/>
                </a:lnTo>
                <a:cubicBezTo>
                  <a:pt x="139880" y="54224"/>
                  <a:pt x="141183" y="50944"/>
                  <a:pt x="143801" y="48326"/>
                </a:cubicBezTo>
                <a:cubicBezTo>
                  <a:pt x="146418" y="45971"/>
                  <a:pt x="149699" y="44794"/>
                  <a:pt x="153631" y="44794"/>
                </a:cubicBezTo>
                <a:lnTo>
                  <a:pt x="288002" y="44794"/>
                </a:lnTo>
                <a:cubicBezTo>
                  <a:pt x="291934" y="44794"/>
                  <a:pt x="295203" y="45971"/>
                  <a:pt x="297820" y="48326"/>
                </a:cubicBezTo>
                <a:cubicBezTo>
                  <a:pt x="300186" y="50944"/>
                  <a:pt x="301363" y="54224"/>
                  <a:pt x="301363" y="58156"/>
                </a:cubicBezTo>
                <a:lnTo>
                  <a:pt x="301363" y="192527"/>
                </a:lnTo>
                <a:cubicBezTo>
                  <a:pt x="301363" y="196459"/>
                  <a:pt x="300186" y="199728"/>
                  <a:pt x="297820" y="202345"/>
                </a:cubicBezTo>
                <a:cubicBezTo>
                  <a:pt x="295203" y="204963"/>
                  <a:pt x="291934" y="206277"/>
                  <a:pt x="288002" y="206277"/>
                </a:cubicBezTo>
                <a:lnTo>
                  <a:pt x="153631" y="206277"/>
                </a:lnTo>
                <a:close/>
                <a:moveTo>
                  <a:pt x="166204" y="179954"/>
                </a:moveTo>
                <a:lnTo>
                  <a:pt x="275429" y="179954"/>
                </a:lnTo>
                <a:lnTo>
                  <a:pt x="275429" y="70729"/>
                </a:lnTo>
                <a:lnTo>
                  <a:pt x="166204" y="70729"/>
                </a:lnTo>
                <a:lnTo>
                  <a:pt x="166204" y="179954"/>
                </a:lnTo>
                <a:close/>
                <a:moveTo>
                  <a:pt x="40074" y="170524"/>
                </a:moveTo>
                <a:cubicBezTo>
                  <a:pt x="36153" y="170524"/>
                  <a:pt x="33010" y="169347"/>
                  <a:pt x="30644" y="166981"/>
                </a:cubicBezTo>
                <a:cubicBezTo>
                  <a:pt x="28026" y="164363"/>
                  <a:pt x="26723" y="161220"/>
                  <a:pt x="26723" y="157551"/>
                </a:cubicBezTo>
                <a:cubicBezTo>
                  <a:pt x="26723" y="153631"/>
                  <a:pt x="27901" y="150487"/>
                  <a:pt x="30255" y="148121"/>
                </a:cubicBezTo>
                <a:cubicBezTo>
                  <a:pt x="32873" y="145504"/>
                  <a:pt x="36016" y="144201"/>
                  <a:pt x="39685" y="144201"/>
                </a:cubicBezTo>
                <a:lnTo>
                  <a:pt x="104516" y="144201"/>
                </a:lnTo>
                <a:cubicBezTo>
                  <a:pt x="108185" y="144201"/>
                  <a:pt x="111328" y="145504"/>
                  <a:pt x="113946" y="148121"/>
                </a:cubicBezTo>
                <a:cubicBezTo>
                  <a:pt x="116563" y="150487"/>
                  <a:pt x="117878" y="153631"/>
                  <a:pt x="117878" y="157551"/>
                </a:cubicBezTo>
                <a:cubicBezTo>
                  <a:pt x="117878" y="161220"/>
                  <a:pt x="116563" y="164363"/>
                  <a:pt x="113946" y="166981"/>
                </a:cubicBezTo>
                <a:cubicBezTo>
                  <a:pt x="111328" y="169347"/>
                  <a:pt x="108185" y="170524"/>
                  <a:pt x="104516" y="170524"/>
                </a:cubicBezTo>
                <a:lnTo>
                  <a:pt x="40074" y="170524"/>
                </a:lnTo>
                <a:close/>
                <a:moveTo>
                  <a:pt x="201957" y="123764"/>
                </a:moveTo>
                <a:lnTo>
                  <a:pt x="239676" y="123764"/>
                </a:lnTo>
                <a:cubicBezTo>
                  <a:pt x="243082" y="123764"/>
                  <a:pt x="246088" y="122461"/>
                  <a:pt x="248705" y="119832"/>
                </a:cubicBezTo>
                <a:cubicBezTo>
                  <a:pt x="251071" y="117478"/>
                  <a:pt x="252249" y="114471"/>
                  <a:pt x="252249" y="110802"/>
                </a:cubicBezTo>
                <a:cubicBezTo>
                  <a:pt x="252249" y="107396"/>
                  <a:pt x="251071" y="104379"/>
                  <a:pt x="248705" y="101761"/>
                </a:cubicBezTo>
                <a:cubicBezTo>
                  <a:pt x="246088" y="99407"/>
                  <a:pt x="243082" y="98229"/>
                  <a:pt x="239676" y="98229"/>
                </a:cubicBezTo>
                <a:lnTo>
                  <a:pt x="201957" y="98229"/>
                </a:lnTo>
                <a:cubicBezTo>
                  <a:pt x="198288" y="98229"/>
                  <a:pt x="195270" y="99407"/>
                  <a:pt x="192916" y="101761"/>
                </a:cubicBezTo>
                <a:cubicBezTo>
                  <a:pt x="190561" y="104116"/>
                  <a:pt x="189384" y="107133"/>
                  <a:pt x="189384" y="110802"/>
                </a:cubicBezTo>
                <a:cubicBezTo>
                  <a:pt x="189384" y="114471"/>
                  <a:pt x="190561" y="117478"/>
                  <a:pt x="192916" y="119832"/>
                </a:cubicBezTo>
                <a:cubicBezTo>
                  <a:pt x="195270" y="122461"/>
                  <a:pt x="198288" y="123764"/>
                  <a:pt x="201957" y="123764"/>
                </a:cubicBezTo>
                <a:close/>
                <a:moveTo>
                  <a:pt x="71906" y="119443"/>
                </a:moveTo>
                <a:cubicBezTo>
                  <a:pt x="68237" y="119443"/>
                  <a:pt x="65094" y="118129"/>
                  <a:pt x="62476" y="115512"/>
                </a:cubicBezTo>
                <a:cubicBezTo>
                  <a:pt x="60110" y="113157"/>
                  <a:pt x="58933" y="110014"/>
                  <a:pt x="58933" y="106082"/>
                </a:cubicBezTo>
                <a:cubicBezTo>
                  <a:pt x="58933" y="102413"/>
                  <a:pt x="60248" y="99407"/>
                  <a:pt x="62865" y="97052"/>
                </a:cubicBezTo>
                <a:cubicBezTo>
                  <a:pt x="65220" y="94423"/>
                  <a:pt x="68237" y="93120"/>
                  <a:pt x="71906" y="93120"/>
                </a:cubicBezTo>
                <a:lnTo>
                  <a:pt x="107659" y="93120"/>
                </a:lnTo>
                <a:cubicBezTo>
                  <a:pt x="111328" y="93120"/>
                  <a:pt x="114471" y="94423"/>
                  <a:pt x="117089" y="97052"/>
                </a:cubicBezTo>
                <a:cubicBezTo>
                  <a:pt x="119706" y="99407"/>
                  <a:pt x="121021" y="102413"/>
                  <a:pt x="121021" y="106082"/>
                </a:cubicBezTo>
                <a:cubicBezTo>
                  <a:pt x="121021" y="110014"/>
                  <a:pt x="119706" y="113157"/>
                  <a:pt x="117089" y="115512"/>
                </a:cubicBezTo>
                <a:cubicBezTo>
                  <a:pt x="114471" y="118129"/>
                  <a:pt x="111328" y="119443"/>
                  <a:pt x="107659" y="119443"/>
                </a:cubicBezTo>
                <a:lnTo>
                  <a:pt x="71906" y="119443"/>
                </a:lnTo>
                <a:close/>
                <a:moveTo>
                  <a:pt x="166204" y="179954"/>
                </a:moveTo>
                <a:lnTo>
                  <a:pt x="166204" y="70729"/>
                </a:lnTo>
                <a:lnTo>
                  <a:pt x="166204" y="17995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8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914" y="233389"/>
                </a:moveTo>
                <a:cubicBezTo>
                  <a:pt x="111980" y="233389"/>
                  <a:pt x="89840" y="224348"/>
                  <a:pt x="71506" y="206277"/>
                </a:cubicBezTo>
                <a:cubicBezTo>
                  <a:pt x="53435" y="187943"/>
                  <a:pt x="44394" y="165941"/>
                  <a:pt x="44394" y="140269"/>
                </a:cubicBezTo>
                <a:cubicBezTo>
                  <a:pt x="44394" y="135034"/>
                  <a:pt x="44794" y="130051"/>
                  <a:pt x="45583" y="125341"/>
                </a:cubicBezTo>
                <a:cubicBezTo>
                  <a:pt x="46360" y="120884"/>
                  <a:pt x="47800" y="116037"/>
                  <a:pt x="49903" y="110802"/>
                </a:cubicBezTo>
                <a:cubicBezTo>
                  <a:pt x="50681" y="108699"/>
                  <a:pt x="51995" y="106996"/>
                  <a:pt x="53824" y="105693"/>
                </a:cubicBezTo>
                <a:cubicBezTo>
                  <a:pt x="55401" y="104642"/>
                  <a:pt x="57104" y="103853"/>
                  <a:pt x="58933" y="103339"/>
                </a:cubicBezTo>
                <a:cubicBezTo>
                  <a:pt x="61036" y="102813"/>
                  <a:pt x="63128" y="102813"/>
                  <a:pt x="65220" y="103339"/>
                </a:cubicBezTo>
                <a:cubicBezTo>
                  <a:pt x="67060" y="103853"/>
                  <a:pt x="68889" y="104905"/>
                  <a:pt x="70729" y="106482"/>
                </a:cubicBezTo>
                <a:lnTo>
                  <a:pt x="114734" y="150487"/>
                </a:lnTo>
                <a:lnTo>
                  <a:pt x="150876" y="116689"/>
                </a:lnTo>
                <a:lnTo>
                  <a:pt x="104905" y="70729"/>
                </a:lnTo>
                <a:cubicBezTo>
                  <a:pt x="103076" y="69152"/>
                  <a:pt x="101898" y="67323"/>
                  <a:pt x="101373" y="65220"/>
                </a:cubicBezTo>
                <a:cubicBezTo>
                  <a:pt x="100847" y="63391"/>
                  <a:pt x="100847" y="61425"/>
                  <a:pt x="101373" y="59333"/>
                </a:cubicBezTo>
                <a:cubicBezTo>
                  <a:pt x="101898" y="57493"/>
                  <a:pt x="102813" y="55790"/>
                  <a:pt x="104116" y="54224"/>
                </a:cubicBezTo>
                <a:cubicBezTo>
                  <a:pt x="105167" y="52647"/>
                  <a:pt x="106871" y="51344"/>
                  <a:pt x="109225" y="50292"/>
                </a:cubicBezTo>
                <a:cubicBezTo>
                  <a:pt x="114209" y="48463"/>
                  <a:pt x="118918" y="47023"/>
                  <a:pt x="123375" y="45971"/>
                </a:cubicBezTo>
                <a:cubicBezTo>
                  <a:pt x="127822" y="44920"/>
                  <a:pt x="132668" y="44394"/>
                  <a:pt x="137914" y="44394"/>
                </a:cubicBezTo>
                <a:cubicBezTo>
                  <a:pt x="164626" y="44394"/>
                  <a:pt x="187281" y="53698"/>
                  <a:pt x="205889" y="72295"/>
                </a:cubicBezTo>
                <a:cubicBezTo>
                  <a:pt x="224485" y="90891"/>
                  <a:pt x="233778" y="113546"/>
                  <a:pt x="233778" y="140269"/>
                </a:cubicBezTo>
                <a:cubicBezTo>
                  <a:pt x="233778" y="146293"/>
                  <a:pt x="233126" y="152316"/>
                  <a:pt x="231812" y="158340"/>
                </a:cubicBezTo>
                <a:cubicBezTo>
                  <a:pt x="230509" y="164101"/>
                  <a:pt x="228931" y="169998"/>
                  <a:pt x="227103" y="176022"/>
                </a:cubicBezTo>
                <a:lnTo>
                  <a:pt x="315114" y="264033"/>
                </a:lnTo>
                <a:cubicBezTo>
                  <a:pt x="322440" y="271371"/>
                  <a:pt x="326109" y="280275"/>
                  <a:pt x="326109" y="290756"/>
                </a:cubicBezTo>
                <a:cubicBezTo>
                  <a:pt x="325846" y="300963"/>
                  <a:pt x="321926" y="309742"/>
                  <a:pt x="314325" y="317080"/>
                </a:cubicBezTo>
                <a:cubicBezTo>
                  <a:pt x="306987" y="323880"/>
                  <a:pt x="298346" y="327161"/>
                  <a:pt x="288390" y="326898"/>
                </a:cubicBezTo>
                <a:cubicBezTo>
                  <a:pt x="278435" y="326898"/>
                  <a:pt x="269931" y="323229"/>
                  <a:pt x="262856" y="315902"/>
                </a:cubicBezTo>
                <a:lnTo>
                  <a:pt x="174056" y="226703"/>
                </a:lnTo>
                <a:cubicBezTo>
                  <a:pt x="168032" y="228806"/>
                  <a:pt x="162135" y="230372"/>
                  <a:pt x="156374" y="231423"/>
                </a:cubicBezTo>
                <a:cubicBezTo>
                  <a:pt x="150613" y="232726"/>
                  <a:pt x="144464" y="233389"/>
                  <a:pt x="137914" y="233389"/>
                </a:cubicBezTo>
                <a:close/>
                <a:moveTo>
                  <a:pt x="137914" y="207843"/>
                </a:moveTo>
                <a:cubicBezTo>
                  <a:pt x="144464" y="207843"/>
                  <a:pt x="151402" y="206803"/>
                  <a:pt x="158740" y="204700"/>
                </a:cubicBezTo>
                <a:cubicBezTo>
                  <a:pt x="166066" y="202608"/>
                  <a:pt x="172490" y="199465"/>
                  <a:pt x="177988" y="195270"/>
                </a:cubicBezTo>
                <a:lnTo>
                  <a:pt x="281327" y="298220"/>
                </a:lnTo>
                <a:cubicBezTo>
                  <a:pt x="283418" y="300312"/>
                  <a:pt x="286036" y="301363"/>
                  <a:pt x="289179" y="301363"/>
                </a:cubicBezTo>
                <a:cubicBezTo>
                  <a:pt x="292322" y="301363"/>
                  <a:pt x="294940" y="300312"/>
                  <a:pt x="297043" y="298220"/>
                </a:cubicBezTo>
                <a:cubicBezTo>
                  <a:pt x="299135" y="296117"/>
                  <a:pt x="300186" y="293500"/>
                  <a:pt x="300186" y="290356"/>
                </a:cubicBezTo>
                <a:cubicBezTo>
                  <a:pt x="300186" y="287213"/>
                  <a:pt x="299135" y="284596"/>
                  <a:pt x="297043" y="282504"/>
                </a:cubicBezTo>
                <a:lnTo>
                  <a:pt x="195270" y="181131"/>
                </a:lnTo>
                <a:cubicBezTo>
                  <a:pt x="199465" y="175633"/>
                  <a:pt x="202608" y="169084"/>
                  <a:pt x="204700" y="161483"/>
                </a:cubicBezTo>
                <a:cubicBezTo>
                  <a:pt x="206803" y="154145"/>
                  <a:pt x="207843" y="147081"/>
                  <a:pt x="207843" y="140269"/>
                </a:cubicBezTo>
                <a:cubicBezTo>
                  <a:pt x="207843" y="120621"/>
                  <a:pt x="200642" y="103990"/>
                  <a:pt x="186240" y="90366"/>
                </a:cubicBezTo>
                <a:cubicBezTo>
                  <a:pt x="171564" y="76752"/>
                  <a:pt x="154934" y="69803"/>
                  <a:pt x="136337" y="69540"/>
                </a:cubicBezTo>
                <a:lnTo>
                  <a:pt x="175233" y="108836"/>
                </a:lnTo>
                <a:cubicBezTo>
                  <a:pt x="177851" y="111717"/>
                  <a:pt x="179165" y="114986"/>
                  <a:pt x="179165" y="118655"/>
                </a:cubicBezTo>
                <a:cubicBezTo>
                  <a:pt x="178902" y="122324"/>
                  <a:pt x="177462" y="125604"/>
                  <a:pt x="174845" y="128485"/>
                </a:cubicBezTo>
                <a:lnTo>
                  <a:pt x="124941" y="174845"/>
                </a:lnTo>
                <a:cubicBezTo>
                  <a:pt x="122324" y="177462"/>
                  <a:pt x="119181" y="178777"/>
                  <a:pt x="115512" y="178777"/>
                </a:cubicBezTo>
                <a:cubicBezTo>
                  <a:pt x="111591" y="178777"/>
                  <a:pt x="108448" y="177462"/>
                  <a:pt x="106082" y="174845"/>
                </a:cubicBezTo>
                <a:lnTo>
                  <a:pt x="68763" y="138303"/>
                </a:lnTo>
                <a:cubicBezTo>
                  <a:pt x="69540" y="158477"/>
                  <a:pt x="76752" y="175108"/>
                  <a:pt x="90366" y="188206"/>
                </a:cubicBezTo>
                <a:cubicBezTo>
                  <a:pt x="103990" y="201294"/>
                  <a:pt x="119832" y="207843"/>
                  <a:pt x="137914" y="207843"/>
                </a:cubicBezTo>
                <a:close/>
                <a:moveTo>
                  <a:pt x="185063" y="18584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0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9239" y="150487"/>
                </a:moveTo>
                <a:cubicBezTo>
                  <a:pt x="215570" y="150487"/>
                  <a:pt x="212427" y="149173"/>
                  <a:pt x="209809" y="146555"/>
                </a:cubicBezTo>
                <a:cubicBezTo>
                  <a:pt x="207455" y="144201"/>
                  <a:pt x="206277" y="141183"/>
                  <a:pt x="206277" y="137514"/>
                </a:cubicBezTo>
                <a:cubicBezTo>
                  <a:pt x="206277" y="133845"/>
                  <a:pt x="207455" y="130839"/>
                  <a:pt x="209809" y="128485"/>
                </a:cubicBezTo>
                <a:cubicBezTo>
                  <a:pt x="212427" y="125856"/>
                  <a:pt x="215570" y="124553"/>
                  <a:pt x="219239" y="124553"/>
                </a:cubicBezTo>
                <a:lnTo>
                  <a:pt x="287213" y="124553"/>
                </a:lnTo>
                <a:cubicBezTo>
                  <a:pt x="290619" y="124553"/>
                  <a:pt x="293637" y="125856"/>
                  <a:pt x="296254" y="128485"/>
                </a:cubicBezTo>
                <a:cubicBezTo>
                  <a:pt x="298609" y="130839"/>
                  <a:pt x="299786" y="133845"/>
                  <a:pt x="299786" y="137514"/>
                </a:cubicBezTo>
                <a:cubicBezTo>
                  <a:pt x="299786" y="141183"/>
                  <a:pt x="298609" y="144201"/>
                  <a:pt x="296254" y="146555"/>
                </a:cubicBezTo>
                <a:cubicBezTo>
                  <a:pt x="293637" y="149173"/>
                  <a:pt x="290619" y="150487"/>
                  <a:pt x="287213" y="150487"/>
                </a:cubicBezTo>
                <a:lnTo>
                  <a:pt x="219239" y="150487"/>
                </a:lnTo>
                <a:close/>
                <a:moveTo>
                  <a:pt x="219239" y="100973"/>
                </a:moveTo>
                <a:cubicBezTo>
                  <a:pt x="215570" y="100973"/>
                  <a:pt x="212427" y="99795"/>
                  <a:pt x="209809" y="97441"/>
                </a:cubicBezTo>
                <a:cubicBezTo>
                  <a:pt x="207455" y="94823"/>
                  <a:pt x="206277" y="91680"/>
                  <a:pt x="206277" y="88011"/>
                </a:cubicBezTo>
                <a:cubicBezTo>
                  <a:pt x="206277" y="84342"/>
                  <a:pt x="207455" y="81336"/>
                  <a:pt x="209809" y="78970"/>
                </a:cubicBezTo>
                <a:cubicBezTo>
                  <a:pt x="212427" y="76615"/>
                  <a:pt x="215570" y="75438"/>
                  <a:pt x="219239" y="75438"/>
                </a:cubicBezTo>
                <a:lnTo>
                  <a:pt x="322577" y="75438"/>
                </a:lnTo>
                <a:cubicBezTo>
                  <a:pt x="325984" y="75438"/>
                  <a:pt x="328990" y="76615"/>
                  <a:pt x="331619" y="78970"/>
                </a:cubicBezTo>
                <a:cubicBezTo>
                  <a:pt x="333973" y="81599"/>
                  <a:pt x="335150" y="84742"/>
                  <a:pt x="335150" y="88400"/>
                </a:cubicBezTo>
                <a:cubicBezTo>
                  <a:pt x="335150" y="92069"/>
                  <a:pt x="333973" y="95086"/>
                  <a:pt x="331619" y="97441"/>
                </a:cubicBezTo>
                <a:cubicBezTo>
                  <a:pt x="328990" y="99795"/>
                  <a:pt x="325984" y="100973"/>
                  <a:pt x="322577" y="100973"/>
                </a:cubicBezTo>
                <a:lnTo>
                  <a:pt x="219239" y="100973"/>
                </a:lnTo>
                <a:close/>
                <a:moveTo>
                  <a:pt x="61688" y="310393"/>
                </a:moveTo>
                <a:cubicBezTo>
                  <a:pt x="47537" y="295991"/>
                  <a:pt x="40474" y="278572"/>
                  <a:pt x="40474" y="258135"/>
                </a:cubicBezTo>
                <a:cubicBezTo>
                  <a:pt x="40474" y="245299"/>
                  <a:pt x="43480" y="233252"/>
                  <a:pt x="49503" y="221993"/>
                </a:cubicBezTo>
                <a:cubicBezTo>
                  <a:pt x="55790" y="210723"/>
                  <a:pt x="64568" y="201557"/>
                  <a:pt x="75827" y="194493"/>
                </a:cubicBezTo>
                <a:lnTo>
                  <a:pt x="75827" y="83302"/>
                </a:lnTo>
                <a:cubicBezTo>
                  <a:pt x="75827" y="72558"/>
                  <a:pt x="79496" y="63391"/>
                  <a:pt x="86834" y="55790"/>
                </a:cubicBezTo>
                <a:cubicBezTo>
                  <a:pt x="94423" y="48463"/>
                  <a:pt x="103464" y="44794"/>
                  <a:pt x="113946" y="44794"/>
                </a:cubicBezTo>
                <a:cubicBezTo>
                  <a:pt x="124678" y="44794"/>
                  <a:pt x="133845" y="48463"/>
                  <a:pt x="141446" y="55790"/>
                </a:cubicBezTo>
                <a:cubicBezTo>
                  <a:pt x="148784" y="63391"/>
                  <a:pt x="152453" y="72558"/>
                  <a:pt x="152453" y="83302"/>
                </a:cubicBezTo>
                <a:lnTo>
                  <a:pt x="152453" y="194493"/>
                </a:lnTo>
                <a:cubicBezTo>
                  <a:pt x="163712" y="201557"/>
                  <a:pt x="172490" y="210723"/>
                  <a:pt x="178777" y="221993"/>
                </a:cubicBezTo>
                <a:cubicBezTo>
                  <a:pt x="184800" y="233252"/>
                  <a:pt x="187806" y="245299"/>
                  <a:pt x="187806" y="258135"/>
                </a:cubicBezTo>
                <a:cubicBezTo>
                  <a:pt x="187806" y="278572"/>
                  <a:pt x="180743" y="295991"/>
                  <a:pt x="166592" y="310393"/>
                </a:cubicBezTo>
                <a:cubicBezTo>
                  <a:pt x="152190" y="324806"/>
                  <a:pt x="134771" y="332007"/>
                  <a:pt x="114334" y="332007"/>
                </a:cubicBezTo>
                <a:cubicBezTo>
                  <a:pt x="93646" y="332007"/>
                  <a:pt x="76090" y="324806"/>
                  <a:pt x="61688" y="310393"/>
                </a:cubicBezTo>
                <a:close/>
                <a:moveTo>
                  <a:pt x="67186" y="258135"/>
                </a:moveTo>
                <a:lnTo>
                  <a:pt x="161094" y="258135"/>
                </a:lnTo>
                <a:cubicBezTo>
                  <a:pt x="161094" y="247402"/>
                  <a:pt x="158603" y="237835"/>
                  <a:pt x="153631" y="229457"/>
                </a:cubicBezTo>
                <a:cubicBezTo>
                  <a:pt x="148384" y="221342"/>
                  <a:pt x="141446" y="215444"/>
                  <a:pt x="132805" y="211775"/>
                </a:cubicBezTo>
                <a:lnTo>
                  <a:pt x="125730" y="208632"/>
                </a:lnTo>
                <a:lnTo>
                  <a:pt x="125730" y="83302"/>
                </a:lnTo>
                <a:cubicBezTo>
                  <a:pt x="125730" y="79896"/>
                  <a:pt x="124678" y="77141"/>
                  <a:pt x="122587" y="75049"/>
                </a:cubicBezTo>
                <a:cubicBezTo>
                  <a:pt x="120232" y="72683"/>
                  <a:pt x="117478" y="71506"/>
                  <a:pt x="114334" y="71506"/>
                </a:cubicBezTo>
                <a:cubicBezTo>
                  <a:pt x="110928" y="71506"/>
                  <a:pt x="108048" y="72683"/>
                  <a:pt x="105693" y="75049"/>
                </a:cubicBezTo>
                <a:cubicBezTo>
                  <a:pt x="103602" y="77141"/>
                  <a:pt x="102550" y="79896"/>
                  <a:pt x="102550" y="83302"/>
                </a:cubicBezTo>
                <a:lnTo>
                  <a:pt x="102550" y="208632"/>
                </a:lnTo>
                <a:lnTo>
                  <a:pt x="95475" y="211775"/>
                </a:lnTo>
                <a:cubicBezTo>
                  <a:pt x="86834" y="215444"/>
                  <a:pt x="79896" y="221468"/>
                  <a:pt x="74649" y="229846"/>
                </a:cubicBezTo>
                <a:cubicBezTo>
                  <a:pt x="69677" y="238235"/>
                  <a:pt x="67186" y="247665"/>
                  <a:pt x="67186" y="25813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2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052" y="310393"/>
                </a:moveTo>
                <a:cubicBezTo>
                  <a:pt x="72683" y="285510"/>
                  <a:pt x="60510" y="254340"/>
                  <a:pt x="60510" y="216884"/>
                </a:cubicBezTo>
                <a:cubicBezTo>
                  <a:pt x="60510" y="200642"/>
                  <a:pt x="64042" y="184537"/>
                  <a:pt x="71117" y="168558"/>
                </a:cubicBezTo>
                <a:cubicBezTo>
                  <a:pt x="78193" y="152579"/>
                  <a:pt x="87359" y="136863"/>
                  <a:pt x="98618" y="121409"/>
                </a:cubicBezTo>
                <a:cubicBezTo>
                  <a:pt x="109888" y="106219"/>
                  <a:pt x="122198" y="91680"/>
                  <a:pt x="135548" y="77793"/>
                </a:cubicBezTo>
                <a:cubicBezTo>
                  <a:pt x="149173" y="64179"/>
                  <a:pt x="162397" y="51606"/>
                  <a:pt x="175233" y="40074"/>
                </a:cubicBezTo>
                <a:cubicBezTo>
                  <a:pt x="177336" y="38245"/>
                  <a:pt x="179428" y="36930"/>
                  <a:pt x="181520" y="36153"/>
                </a:cubicBezTo>
                <a:cubicBezTo>
                  <a:pt x="183886" y="35364"/>
                  <a:pt x="186240" y="34964"/>
                  <a:pt x="188595" y="34964"/>
                </a:cubicBezTo>
                <a:cubicBezTo>
                  <a:pt x="190950" y="34964"/>
                  <a:pt x="193316" y="35364"/>
                  <a:pt x="195670" y="36153"/>
                </a:cubicBezTo>
                <a:cubicBezTo>
                  <a:pt x="197762" y="36930"/>
                  <a:pt x="199854" y="38245"/>
                  <a:pt x="201957" y="40074"/>
                </a:cubicBezTo>
                <a:cubicBezTo>
                  <a:pt x="214793" y="51606"/>
                  <a:pt x="228017" y="64179"/>
                  <a:pt x="241642" y="77793"/>
                </a:cubicBezTo>
                <a:cubicBezTo>
                  <a:pt x="254992" y="91680"/>
                  <a:pt x="267302" y="106219"/>
                  <a:pt x="278572" y="121409"/>
                </a:cubicBezTo>
                <a:cubicBezTo>
                  <a:pt x="289831" y="136863"/>
                  <a:pt x="298997" y="152579"/>
                  <a:pt x="306073" y="168558"/>
                </a:cubicBezTo>
                <a:cubicBezTo>
                  <a:pt x="313148" y="184537"/>
                  <a:pt x="316680" y="200642"/>
                  <a:pt x="316680" y="216884"/>
                </a:cubicBezTo>
                <a:cubicBezTo>
                  <a:pt x="316680" y="254340"/>
                  <a:pt x="304507" y="285510"/>
                  <a:pt x="280138" y="310393"/>
                </a:cubicBezTo>
                <a:cubicBezTo>
                  <a:pt x="255781" y="335539"/>
                  <a:pt x="225262" y="348112"/>
                  <a:pt x="188595" y="348112"/>
                </a:cubicBezTo>
                <a:cubicBezTo>
                  <a:pt x="151928" y="348112"/>
                  <a:pt x="121409" y="335539"/>
                  <a:pt x="97052" y="310393"/>
                </a:cubicBezTo>
                <a:close/>
                <a:moveTo>
                  <a:pt x="260890" y="291534"/>
                </a:moveTo>
                <a:cubicBezTo>
                  <a:pt x="280275" y="271634"/>
                  <a:pt x="289968" y="246751"/>
                  <a:pt x="289968" y="216884"/>
                </a:cubicBezTo>
                <a:cubicBezTo>
                  <a:pt x="289968" y="196459"/>
                  <a:pt x="281327" y="173267"/>
                  <a:pt x="264033" y="147344"/>
                </a:cubicBezTo>
                <a:cubicBezTo>
                  <a:pt x="246751" y="121147"/>
                  <a:pt x="221605" y="93383"/>
                  <a:pt x="188595" y="64042"/>
                </a:cubicBezTo>
                <a:cubicBezTo>
                  <a:pt x="155597" y="93383"/>
                  <a:pt x="130451" y="121147"/>
                  <a:pt x="113157" y="147344"/>
                </a:cubicBezTo>
                <a:cubicBezTo>
                  <a:pt x="95875" y="173267"/>
                  <a:pt x="87222" y="196459"/>
                  <a:pt x="87222" y="216884"/>
                </a:cubicBezTo>
                <a:cubicBezTo>
                  <a:pt x="87222" y="246751"/>
                  <a:pt x="96915" y="271634"/>
                  <a:pt x="116300" y="291534"/>
                </a:cubicBezTo>
                <a:cubicBezTo>
                  <a:pt x="135423" y="311445"/>
                  <a:pt x="159517" y="321400"/>
                  <a:pt x="188595" y="321400"/>
                </a:cubicBezTo>
                <a:cubicBezTo>
                  <a:pt x="217673" y="321400"/>
                  <a:pt x="241767" y="311445"/>
                  <a:pt x="260890" y="291534"/>
                </a:cubicBezTo>
                <a:close/>
                <a:moveTo>
                  <a:pt x="188595" y="188206"/>
                </a:moveTo>
                <a:close/>
                <a:moveTo>
                  <a:pt x="188206" y="295077"/>
                </a:moveTo>
                <a:cubicBezTo>
                  <a:pt x="192653" y="295077"/>
                  <a:pt x="196059" y="294288"/>
                  <a:pt x="198413" y="292711"/>
                </a:cubicBezTo>
                <a:cubicBezTo>
                  <a:pt x="201042" y="291145"/>
                  <a:pt x="202345" y="288790"/>
                  <a:pt x="202345" y="285647"/>
                </a:cubicBezTo>
                <a:cubicBezTo>
                  <a:pt x="202345" y="282767"/>
                  <a:pt x="201168" y="280401"/>
                  <a:pt x="198813" y="278572"/>
                </a:cubicBezTo>
                <a:cubicBezTo>
                  <a:pt x="196196" y="276732"/>
                  <a:pt x="192527" y="275817"/>
                  <a:pt x="187806" y="275817"/>
                </a:cubicBezTo>
                <a:cubicBezTo>
                  <a:pt x="176548" y="275817"/>
                  <a:pt x="165541" y="272411"/>
                  <a:pt x="154808" y="265610"/>
                </a:cubicBezTo>
                <a:cubicBezTo>
                  <a:pt x="144064" y="258798"/>
                  <a:pt x="137126" y="247002"/>
                  <a:pt x="133982" y="230246"/>
                </a:cubicBezTo>
                <a:cubicBezTo>
                  <a:pt x="133457" y="227891"/>
                  <a:pt x="132279" y="225788"/>
                  <a:pt x="130451" y="223959"/>
                </a:cubicBezTo>
                <a:cubicBezTo>
                  <a:pt x="128610" y="222382"/>
                  <a:pt x="126519" y="221605"/>
                  <a:pt x="124164" y="221605"/>
                </a:cubicBezTo>
                <a:cubicBezTo>
                  <a:pt x="120758" y="221605"/>
                  <a:pt x="118266" y="222782"/>
                  <a:pt x="116689" y="225137"/>
                </a:cubicBezTo>
                <a:cubicBezTo>
                  <a:pt x="115123" y="227491"/>
                  <a:pt x="114597" y="229983"/>
                  <a:pt x="115123" y="232600"/>
                </a:cubicBezTo>
                <a:cubicBezTo>
                  <a:pt x="119055" y="254603"/>
                  <a:pt x="128347" y="270582"/>
                  <a:pt x="143024" y="280538"/>
                </a:cubicBezTo>
                <a:cubicBezTo>
                  <a:pt x="157688" y="290231"/>
                  <a:pt x="172753" y="295077"/>
                  <a:pt x="188206" y="29507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06" y="348112"/>
                </a:moveTo>
                <a:cubicBezTo>
                  <a:pt x="64179" y="348112"/>
                  <a:pt x="57893" y="345495"/>
                  <a:pt x="52647" y="340260"/>
                </a:cubicBezTo>
                <a:cubicBezTo>
                  <a:pt x="47412" y="335013"/>
                  <a:pt x="44794" y="328727"/>
                  <a:pt x="44794" y="321400"/>
                </a:cubicBezTo>
                <a:lnTo>
                  <a:pt x="44794" y="132017"/>
                </a:lnTo>
                <a:cubicBezTo>
                  <a:pt x="40336" y="130188"/>
                  <a:pt x="36542" y="127044"/>
                  <a:pt x="33398" y="122587"/>
                </a:cubicBezTo>
                <a:cubicBezTo>
                  <a:pt x="30518" y="118392"/>
                  <a:pt x="29078" y="113546"/>
                  <a:pt x="29078" y="108048"/>
                </a:cubicBezTo>
                <a:lnTo>
                  <a:pt x="29078" y="55790"/>
                </a:lnTo>
                <a:cubicBezTo>
                  <a:pt x="29078" y="48463"/>
                  <a:pt x="31695" y="42177"/>
                  <a:pt x="36930" y="36930"/>
                </a:cubicBezTo>
                <a:cubicBezTo>
                  <a:pt x="42177" y="31695"/>
                  <a:pt x="48463" y="29078"/>
                  <a:pt x="55790" y="29078"/>
                </a:cubicBezTo>
                <a:lnTo>
                  <a:pt x="321400" y="29078"/>
                </a:lnTo>
                <a:cubicBezTo>
                  <a:pt x="328727" y="29078"/>
                  <a:pt x="335013" y="31695"/>
                  <a:pt x="340260" y="36930"/>
                </a:cubicBezTo>
                <a:cubicBezTo>
                  <a:pt x="345495" y="42177"/>
                  <a:pt x="348112" y="48463"/>
                  <a:pt x="348112" y="55790"/>
                </a:cubicBezTo>
                <a:lnTo>
                  <a:pt x="348112" y="108048"/>
                </a:lnTo>
                <a:cubicBezTo>
                  <a:pt x="348112" y="113546"/>
                  <a:pt x="346672" y="118392"/>
                  <a:pt x="343792" y="122587"/>
                </a:cubicBezTo>
                <a:cubicBezTo>
                  <a:pt x="340648" y="127044"/>
                  <a:pt x="336854" y="130188"/>
                  <a:pt x="332396" y="132017"/>
                </a:cubicBezTo>
                <a:lnTo>
                  <a:pt x="332396" y="321400"/>
                </a:lnTo>
                <a:cubicBezTo>
                  <a:pt x="332396" y="328727"/>
                  <a:pt x="329778" y="335013"/>
                  <a:pt x="324543" y="340260"/>
                </a:cubicBezTo>
                <a:cubicBezTo>
                  <a:pt x="319297" y="345495"/>
                  <a:pt x="313011" y="348112"/>
                  <a:pt x="305684" y="348112"/>
                </a:cubicBezTo>
                <a:lnTo>
                  <a:pt x="71506" y="348112"/>
                </a:lnTo>
                <a:close/>
                <a:moveTo>
                  <a:pt x="71506" y="134771"/>
                </a:moveTo>
                <a:lnTo>
                  <a:pt x="71506" y="321400"/>
                </a:lnTo>
                <a:lnTo>
                  <a:pt x="305684" y="321400"/>
                </a:lnTo>
                <a:lnTo>
                  <a:pt x="305684" y="134771"/>
                </a:lnTo>
                <a:lnTo>
                  <a:pt x="71506" y="134771"/>
                </a:lnTo>
                <a:close/>
                <a:moveTo>
                  <a:pt x="55790" y="108048"/>
                </a:moveTo>
                <a:lnTo>
                  <a:pt x="321400" y="108048"/>
                </a:lnTo>
                <a:lnTo>
                  <a:pt x="321400" y="55790"/>
                </a:lnTo>
                <a:lnTo>
                  <a:pt x="55790" y="55790"/>
                </a:lnTo>
                <a:lnTo>
                  <a:pt x="55790" y="108048"/>
                </a:lnTo>
                <a:close/>
                <a:moveTo>
                  <a:pt x="152842" y="213741"/>
                </a:moveTo>
                <a:lnTo>
                  <a:pt x="224348" y="213741"/>
                </a:lnTo>
                <a:cubicBezTo>
                  <a:pt x="228017" y="213741"/>
                  <a:pt x="231035" y="212564"/>
                  <a:pt x="233389" y="210209"/>
                </a:cubicBezTo>
                <a:cubicBezTo>
                  <a:pt x="235744" y="207580"/>
                  <a:pt x="236921" y="204574"/>
                  <a:pt x="236921" y="201168"/>
                </a:cubicBezTo>
                <a:cubicBezTo>
                  <a:pt x="236921" y="197499"/>
                  <a:pt x="235744" y="194493"/>
                  <a:pt x="233389" y="192127"/>
                </a:cubicBezTo>
                <a:cubicBezTo>
                  <a:pt x="231035" y="189772"/>
                  <a:pt x="228017" y="188595"/>
                  <a:pt x="224348" y="188595"/>
                </a:cubicBezTo>
                <a:lnTo>
                  <a:pt x="152842" y="188595"/>
                </a:lnTo>
                <a:cubicBezTo>
                  <a:pt x="149436" y="188595"/>
                  <a:pt x="146418" y="189772"/>
                  <a:pt x="143801" y="192127"/>
                </a:cubicBezTo>
                <a:cubicBezTo>
                  <a:pt x="141446" y="194493"/>
                  <a:pt x="140269" y="197499"/>
                  <a:pt x="140269" y="201168"/>
                </a:cubicBezTo>
                <a:cubicBezTo>
                  <a:pt x="140269" y="204837"/>
                  <a:pt x="141446" y="207843"/>
                  <a:pt x="143801" y="210209"/>
                </a:cubicBezTo>
                <a:cubicBezTo>
                  <a:pt x="146418" y="212564"/>
                  <a:pt x="149436" y="213741"/>
                  <a:pt x="152842" y="213741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633" y="315114"/>
                </a:moveTo>
                <a:lnTo>
                  <a:pt x="175633" y="196059"/>
                </a:lnTo>
                <a:lnTo>
                  <a:pt x="71506" y="135948"/>
                </a:lnTo>
                <a:lnTo>
                  <a:pt x="71506" y="254992"/>
                </a:lnTo>
                <a:lnTo>
                  <a:pt x="175633" y="315114"/>
                </a:lnTo>
                <a:close/>
                <a:moveTo>
                  <a:pt x="201557" y="315114"/>
                </a:moveTo>
                <a:lnTo>
                  <a:pt x="305684" y="254992"/>
                </a:lnTo>
                <a:lnTo>
                  <a:pt x="305684" y="135548"/>
                </a:lnTo>
                <a:lnTo>
                  <a:pt x="201557" y="196059"/>
                </a:lnTo>
                <a:lnTo>
                  <a:pt x="201557" y="315114"/>
                </a:lnTo>
                <a:close/>
                <a:moveTo>
                  <a:pt x="175233" y="345758"/>
                </a:moveTo>
                <a:lnTo>
                  <a:pt x="58156" y="278183"/>
                </a:lnTo>
                <a:cubicBezTo>
                  <a:pt x="53961" y="275817"/>
                  <a:pt x="50681" y="272548"/>
                  <a:pt x="48326" y="268354"/>
                </a:cubicBezTo>
                <a:cubicBezTo>
                  <a:pt x="45971" y="264159"/>
                  <a:pt x="44794" y="259712"/>
                  <a:pt x="44794" y="254992"/>
                </a:cubicBezTo>
                <a:lnTo>
                  <a:pt x="44794" y="122198"/>
                </a:lnTo>
                <a:cubicBezTo>
                  <a:pt x="44794" y="117478"/>
                  <a:pt x="45971" y="113031"/>
                  <a:pt x="48326" y="108836"/>
                </a:cubicBezTo>
                <a:cubicBezTo>
                  <a:pt x="50681" y="104642"/>
                  <a:pt x="53961" y="101373"/>
                  <a:pt x="58156" y="99018"/>
                </a:cubicBezTo>
                <a:lnTo>
                  <a:pt x="175233" y="31433"/>
                </a:lnTo>
                <a:cubicBezTo>
                  <a:pt x="179428" y="29078"/>
                  <a:pt x="183886" y="27901"/>
                  <a:pt x="188595" y="27901"/>
                </a:cubicBezTo>
                <a:cubicBezTo>
                  <a:pt x="193316" y="27901"/>
                  <a:pt x="197762" y="29078"/>
                  <a:pt x="201957" y="31433"/>
                </a:cubicBezTo>
                <a:lnTo>
                  <a:pt x="319046" y="99018"/>
                </a:lnTo>
                <a:cubicBezTo>
                  <a:pt x="323229" y="101373"/>
                  <a:pt x="326509" y="104642"/>
                  <a:pt x="328864" y="108836"/>
                </a:cubicBezTo>
                <a:cubicBezTo>
                  <a:pt x="331219" y="113031"/>
                  <a:pt x="332396" y="117478"/>
                  <a:pt x="332396" y="122198"/>
                </a:cubicBezTo>
                <a:lnTo>
                  <a:pt x="332396" y="254992"/>
                </a:lnTo>
                <a:cubicBezTo>
                  <a:pt x="332396" y="259712"/>
                  <a:pt x="331219" y="264159"/>
                  <a:pt x="328864" y="268354"/>
                </a:cubicBezTo>
                <a:cubicBezTo>
                  <a:pt x="326509" y="272548"/>
                  <a:pt x="323229" y="275817"/>
                  <a:pt x="319046" y="278183"/>
                </a:cubicBezTo>
                <a:lnTo>
                  <a:pt x="201957" y="345758"/>
                </a:lnTo>
                <a:cubicBezTo>
                  <a:pt x="197762" y="348112"/>
                  <a:pt x="193316" y="349289"/>
                  <a:pt x="188595" y="349289"/>
                </a:cubicBezTo>
                <a:cubicBezTo>
                  <a:pt x="183886" y="349289"/>
                  <a:pt x="179428" y="348112"/>
                  <a:pt x="175233" y="345758"/>
                </a:cubicBezTo>
                <a:close/>
                <a:moveTo>
                  <a:pt x="253037" y="136337"/>
                </a:moveTo>
                <a:lnTo>
                  <a:pt x="291145" y="113946"/>
                </a:lnTo>
                <a:lnTo>
                  <a:pt x="188595" y="54613"/>
                </a:lnTo>
                <a:lnTo>
                  <a:pt x="150487" y="77015"/>
                </a:lnTo>
                <a:lnTo>
                  <a:pt x="253037" y="136337"/>
                </a:lnTo>
                <a:close/>
                <a:moveTo>
                  <a:pt x="188595" y="173667"/>
                </a:moveTo>
                <a:lnTo>
                  <a:pt x="227491" y="150876"/>
                </a:lnTo>
                <a:lnTo>
                  <a:pt x="124553" y="91543"/>
                </a:lnTo>
                <a:lnTo>
                  <a:pt x="86045" y="113946"/>
                </a:lnTo>
                <a:lnTo>
                  <a:pt x="188595" y="17366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8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633" y="315114"/>
                </a:moveTo>
                <a:lnTo>
                  <a:pt x="175633" y="196059"/>
                </a:lnTo>
                <a:lnTo>
                  <a:pt x="71506" y="135948"/>
                </a:lnTo>
                <a:lnTo>
                  <a:pt x="71506" y="254992"/>
                </a:lnTo>
                <a:lnTo>
                  <a:pt x="175633" y="315114"/>
                </a:lnTo>
                <a:close/>
                <a:moveTo>
                  <a:pt x="201557" y="315114"/>
                </a:moveTo>
                <a:lnTo>
                  <a:pt x="305684" y="254992"/>
                </a:lnTo>
                <a:lnTo>
                  <a:pt x="305684" y="135548"/>
                </a:lnTo>
                <a:lnTo>
                  <a:pt x="201557" y="196059"/>
                </a:lnTo>
                <a:lnTo>
                  <a:pt x="201557" y="315114"/>
                </a:lnTo>
                <a:close/>
                <a:moveTo>
                  <a:pt x="188595" y="173667"/>
                </a:moveTo>
                <a:lnTo>
                  <a:pt x="291145" y="113946"/>
                </a:lnTo>
                <a:lnTo>
                  <a:pt x="188595" y="54613"/>
                </a:lnTo>
                <a:lnTo>
                  <a:pt x="86045" y="113946"/>
                </a:lnTo>
                <a:lnTo>
                  <a:pt x="188595" y="173667"/>
                </a:lnTo>
                <a:close/>
                <a:moveTo>
                  <a:pt x="58156" y="278183"/>
                </a:moveTo>
                <a:cubicBezTo>
                  <a:pt x="53961" y="275554"/>
                  <a:pt x="50681" y="272285"/>
                  <a:pt x="48326" y="268354"/>
                </a:cubicBezTo>
                <a:cubicBezTo>
                  <a:pt x="45971" y="264159"/>
                  <a:pt x="44794" y="259712"/>
                  <a:pt x="44794" y="254992"/>
                </a:cubicBezTo>
                <a:lnTo>
                  <a:pt x="44794" y="122198"/>
                </a:lnTo>
                <a:cubicBezTo>
                  <a:pt x="44794" y="117478"/>
                  <a:pt x="45971" y="113031"/>
                  <a:pt x="48326" y="108836"/>
                </a:cubicBezTo>
                <a:cubicBezTo>
                  <a:pt x="50681" y="104905"/>
                  <a:pt x="53961" y="101636"/>
                  <a:pt x="58156" y="99018"/>
                </a:cubicBezTo>
                <a:lnTo>
                  <a:pt x="175233" y="31433"/>
                </a:lnTo>
                <a:cubicBezTo>
                  <a:pt x="179428" y="29078"/>
                  <a:pt x="183886" y="27901"/>
                  <a:pt x="188595" y="27901"/>
                </a:cubicBezTo>
                <a:cubicBezTo>
                  <a:pt x="193316" y="27901"/>
                  <a:pt x="197762" y="29078"/>
                  <a:pt x="201957" y="31433"/>
                </a:cubicBezTo>
                <a:lnTo>
                  <a:pt x="319046" y="99018"/>
                </a:lnTo>
                <a:cubicBezTo>
                  <a:pt x="323229" y="101636"/>
                  <a:pt x="326509" y="104905"/>
                  <a:pt x="328864" y="108836"/>
                </a:cubicBezTo>
                <a:cubicBezTo>
                  <a:pt x="331219" y="113031"/>
                  <a:pt x="332396" y="117478"/>
                  <a:pt x="332396" y="122198"/>
                </a:cubicBezTo>
                <a:lnTo>
                  <a:pt x="332396" y="254992"/>
                </a:lnTo>
                <a:cubicBezTo>
                  <a:pt x="332396" y="259712"/>
                  <a:pt x="331219" y="264159"/>
                  <a:pt x="328864" y="268354"/>
                </a:cubicBezTo>
                <a:cubicBezTo>
                  <a:pt x="326509" y="272285"/>
                  <a:pt x="323229" y="275554"/>
                  <a:pt x="319046" y="278183"/>
                </a:cubicBezTo>
                <a:lnTo>
                  <a:pt x="201957" y="345758"/>
                </a:lnTo>
                <a:cubicBezTo>
                  <a:pt x="197762" y="348112"/>
                  <a:pt x="193316" y="349289"/>
                  <a:pt x="188595" y="349289"/>
                </a:cubicBezTo>
                <a:cubicBezTo>
                  <a:pt x="183886" y="349289"/>
                  <a:pt x="179428" y="348112"/>
                  <a:pt x="175233" y="345758"/>
                </a:cubicBezTo>
                <a:lnTo>
                  <a:pt x="58156" y="27818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50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6277"/>
                </a:moveTo>
                <a:lnTo>
                  <a:pt x="143412" y="176811"/>
                </a:lnTo>
                <a:cubicBezTo>
                  <a:pt x="141058" y="174193"/>
                  <a:pt x="138040" y="172879"/>
                  <a:pt x="134371" y="172879"/>
                </a:cubicBezTo>
                <a:cubicBezTo>
                  <a:pt x="130965" y="172879"/>
                  <a:pt x="127822" y="174056"/>
                  <a:pt x="124941" y="176411"/>
                </a:cubicBezTo>
                <a:cubicBezTo>
                  <a:pt x="122324" y="179040"/>
                  <a:pt x="121021" y="182183"/>
                  <a:pt x="121021" y="185840"/>
                </a:cubicBezTo>
                <a:cubicBezTo>
                  <a:pt x="121021" y="189247"/>
                  <a:pt x="122324" y="192390"/>
                  <a:pt x="124941" y="195270"/>
                </a:cubicBezTo>
                <a:lnTo>
                  <a:pt x="162272" y="232212"/>
                </a:lnTo>
                <a:cubicBezTo>
                  <a:pt x="164889" y="234829"/>
                  <a:pt x="168032" y="236132"/>
                  <a:pt x="171701" y="236132"/>
                </a:cubicBezTo>
                <a:cubicBezTo>
                  <a:pt x="175370" y="236132"/>
                  <a:pt x="178514" y="234829"/>
                  <a:pt x="181131" y="232212"/>
                </a:cubicBezTo>
                <a:lnTo>
                  <a:pt x="252249" y="161483"/>
                </a:lnTo>
                <a:cubicBezTo>
                  <a:pt x="254603" y="159128"/>
                  <a:pt x="255781" y="156111"/>
                  <a:pt x="255781" y="152453"/>
                </a:cubicBezTo>
                <a:cubicBezTo>
                  <a:pt x="255781" y="148784"/>
                  <a:pt x="254478" y="145767"/>
                  <a:pt x="251849" y="143412"/>
                </a:cubicBezTo>
                <a:cubicBezTo>
                  <a:pt x="249231" y="141321"/>
                  <a:pt x="246225" y="140269"/>
                  <a:pt x="242819" y="140269"/>
                </a:cubicBezTo>
                <a:cubicBezTo>
                  <a:pt x="239413" y="140532"/>
                  <a:pt x="236658" y="141709"/>
                  <a:pt x="234566" y="143801"/>
                </a:cubicBezTo>
                <a:lnTo>
                  <a:pt x="171701" y="206277"/>
                </a:lnTo>
                <a:close/>
                <a:moveTo>
                  <a:pt x="128873" y="346146"/>
                </a:moveTo>
                <a:lnTo>
                  <a:pt x="104516" y="304507"/>
                </a:lnTo>
                <a:lnTo>
                  <a:pt x="56190" y="294677"/>
                </a:lnTo>
                <a:cubicBezTo>
                  <a:pt x="52784" y="294151"/>
                  <a:pt x="50029" y="292448"/>
                  <a:pt x="47937" y="289568"/>
                </a:cubicBezTo>
                <a:cubicBezTo>
                  <a:pt x="45834" y="286687"/>
                  <a:pt x="45057" y="283544"/>
                  <a:pt x="45583" y="280138"/>
                </a:cubicBezTo>
                <a:lnTo>
                  <a:pt x="51081" y="233389"/>
                </a:lnTo>
                <a:lnTo>
                  <a:pt x="20037" y="197636"/>
                </a:lnTo>
                <a:cubicBezTo>
                  <a:pt x="17945" y="195007"/>
                  <a:pt x="16894" y="192001"/>
                  <a:pt x="16894" y="188595"/>
                </a:cubicBezTo>
                <a:cubicBezTo>
                  <a:pt x="16894" y="185189"/>
                  <a:pt x="17945" y="182183"/>
                  <a:pt x="20037" y="179554"/>
                </a:cubicBezTo>
                <a:lnTo>
                  <a:pt x="51081" y="144201"/>
                </a:lnTo>
                <a:lnTo>
                  <a:pt x="45583" y="97441"/>
                </a:lnTo>
                <a:cubicBezTo>
                  <a:pt x="45057" y="94035"/>
                  <a:pt x="45834" y="90891"/>
                  <a:pt x="47937" y="88011"/>
                </a:cubicBezTo>
                <a:cubicBezTo>
                  <a:pt x="50029" y="85131"/>
                  <a:pt x="52784" y="83302"/>
                  <a:pt x="56190" y="82513"/>
                </a:cubicBezTo>
                <a:lnTo>
                  <a:pt x="104516" y="73083"/>
                </a:lnTo>
                <a:lnTo>
                  <a:pt x="128873" y="31044"/>
                </a:lnTo>
                <a:cubicBezTo>
                  <a:pt x="130451" y="28164"/>
                  <a:pt x="132931" y="26198"/>
                  <a:pt x="136337" y="25146"/>
                </a:cubicBezTo>
                <a:cubicBezTo>
                  <a:pt x="139743" y="23832"/>
                  <a:pt x="143024" y="23969"/>
                  <a:pt x="146167" y="25535"/>
                </a:cubicBezTo>
                <a:lnTo>
                  <a:pt x="188595" y="45183"/>
                </a:lnTo>
                <a:lnTo>
                  <a:pt x="231035" y="25535"/>
                </a:lnTo>
                <a:cubicBezTo>
                  <a:pt x="234178" y="23969"/>
                  <a:pt x="237447" y="23706"/>
                  <a:pt x="240853" y="24757"/>
                </a:cubicBezTo>
                <a:cubicBezTo>
                  <a:pt x="244259" y="25798"/>
                  <a:pt x="246751" y="27763"/>
                  <a:pt x="248317" y="30644"/>
                </a:cubicBezTo>
                <a:lnTo>
                  <a:pt x="273074" y="73083"/>
                </a:lnTo>
                <a:lnTo>
                  <a:pt x="321000" y="82513"/>
                </a:lnTo>
                <a:cubicBezTo>
                  <a:pt x="324406" y="83302"/>
                  <a:pt x="327161" y="85131"/>
                  <a:pt x="329253" y="88011"/>
                </a:cubicBezTo>
                <a:cubicBezTo>
                  <a:pt x="331356" y="90891"/>
                  <a:pt x="332133" y="94035"/>
                  <a:pt x="331619" y="97441"/>
                </a:cubicBezTo>
                <a:lnTo>
                  <a:pt x="326109" y="144201"/>
                </a:lnTo>
                <a:lnTo>
                  <a:pt x="357153" y="179554"/>
                </a:lnTo>
                <a:cubicBezTo>
                  <a:pt x="359245" y="182183"/>
                  <a:pt x="360296" y="185189"/>
                  <a:pt x="360296" y="188595"/>
                </a:cubicBezTo>
                <a:cubicBezTo>
                  <a:pt x="360296" y="192001"/>
                  <a:pt x="359245" y="195007"/>
                  <a:pt x="357153" y="197636"/>
                </a:cubicBezTo>
                <a:lnTo>
                  <a:pt x="326109" y="233389"/>
                </a:lnTo>
                <a:lnTo>
                  <a:pt x="331619" y="280138"/>
                </a:lnTo>
                <a:cubicBezTo>
                  <a:pt x="332133" y="283544"/>
                  <a:pt x="331356" y="286687"/>
                  <a:pt x="329253" y="289568"/>
                </a:cubicBezTo>
                <a:cubicBezTo>
                  <a:pt x="327161" y="292448"/>
                  <a:pt x="324406" y="294151"/>
                  <a:pt x="321000" y="294677"/>
                </a:cubicBezTo>
                <a:lnTo>
                  <a:pt x="273074" y="304507"/>
                </a:lnTo>
                <a:lnTo>
                  <a:pt x="248317" y="346546"/>
                </a:lnTo>
                <a:cubicBezTo>
                  <a:pt x="246751" y="349427"/>
                  <a:pt x="244259" y="351392"/>
                  <a:pt x="240853" y="352433"/>
                </a:cubicBezTo>
                <a:cubicBezTo>
                  <a:pt x="237447" y="353484"/>
                  <a:pt x="234178" y="353221"/>
                  <a:pt x="231035" y="351655"/>
                </a:cubicBezTo>
                <a:lnTo>
                  <a:pt x="188595" y="332007"/>
                </a:lnTo>
                <a:lnTo>
                  <a:pt x="146167" y="351655"/>
                </a:lnTo>
                <a:cubicBezTo>
                  <a:pt x="143024" y="353221"/>
                  <a:pt x="139743" y="353358"/>
                  <a:pt x="136337" y="352044"/>
                </a:cubicBezTo>
                <a:cubicBezTo>
                  <a:pt x="132931" y="350992"/>
                  <a:pt x="130451" y="349026"/>
                  <a:pt x="128873" y="346146"/>
                </a:cubicBezTo>
                <a:close/>
                <a:moveTo>
                  <a:pt x="146944" y="321400"/>
                </a:moveTo>
                <a:lnTo>
                  <a:pt x="188595" y="303718"/>
                </a:lnTo>
                <a:lnTo>
                  <a:pt x="231423" y="321400"/>
                </a:lnTo>
                <a:lnTo>
                  <a:pt x="257747" y="282504"/>
                </a:lnTo>
                <a:lnTo>
                  <a:pt x="303329" y="270708"/>
                </a:lnTo>
                <a:lnTo>
                  <a:pt x="298609" y="224348"/>
                </a:lnTo>
                <a:lnTo>
                  <a:pt x="330041" y="188595"/>
                </a:lnTo>
                <a:lnTo>
                  <a:pt x="298609" y="152053"/>
                </a:lnTo>
                <a:lnTo>
                  <a:pt x="303329" y="105693"/>
                </a:lnTo>
                <a:lnTo>
                  <a:pt x="257747" y="94686"/>
                </a:lnTo>
                <a:lnTo>
                  <a:pt x="230635" y="55790"/>
                </a:lnTo>
                <a:lnTo>
                  <a:pt x="188595" y="73472"/>
                </a:lnTo>
                <a:lnTo>
                  <a:pt x="145767" y="55790"/>
                </a:lnTo>
                <a:lnTo>
                  <a:pt x="119832" y="94686"/>
                </a:lnTo>
                <a:lnTo>
                  <a:pt x="74261" y="105693"/>
                </a:lnTo>
                <a:lnTo>
                  <a:pt x="78581" y="152053"/>
                </a:lnTo>
                <a:lnTo>
                  <a:pt x="47149" y="188595"/>
                </a:lnTo>
                <a:lnTo>
                  <a:pt x="78581" y="224348"/>
                </a:lnTo>
                <a:lnTo>
                  <a:pt x="74261" y="271497"/>
                </a:lnTo>
                <a:lnTo>
                  <a:pt x="119443" y="282504"/>
                </a:lnTo>
                <a:lnTo>
                  <a:pt x="146944" y="32140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2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8112"/>
                </a:moveTo>
                <a:cubicBezTo>
                  <a:pt x="166066" y="348112"/>
                  <a:pt x="145115" y="344054"/>
                  <a:pt x="125730" y="335939"/>
                </a:cubicBezTo>
                <a:cubicBezTo>
                  <a:pt x="106082" y="327812"/>
                  <a:pt x="89188" y="316554"/>
                  <a:pt x="75049" y="302141"/>
                </a:cubicBezTo>
                <a:cubicBezTo>
                  <a:pt x="60636" y="288002"/>
                  <a:pt x="49378" y="271108"/>
                  <a:pt x="41251" y="251460"/>
                </a:cubicBezTo>
                <a:cubicBezTo>
                  <a:pt x="33136" y="232075"/>
                  <a:pt x="29078" y="211124"/>
                  <a:pt x="29078" y="188595"/>
                </a:cubicBezTo>
                <a:cubicBezTo>
                  <a:pt x="29078" y="166329"/>
                  <a:pt x="33136" y="145378"/>
                  <a:pt x="41251" y="125730"/>
                </a:cubicBezTo>
                <a:cubicBezTo>
                  <a:pt x="49378" y="106345"/>
                  <a:pt x="60636" y="89588"/>
                  <a:pt x="75049" y="75438"/>
                </a:cubicBezTo>
                <a:cubicBezTo>
                  <a:pt x="89188" y="61036"/>
                  <a:pt x="106082" y="49640"/>
                  <a:pt x="125730" y="41251"/>
                </a:cubicBezTo>
                <a:cubicBezTo>
                  <a:pt x="145115" y="33136"/>
                  <a:pt x="166066" y="29078"/>
                  <a:pt x="188595" y="29078"/>
                </a:cubicBezTo>
                <a:cubicBezTo>
                  <a:pt x="204048" y="29078"/>
                  <a:pt x="218976" y="31307"/>
                  <a:pt x="233389" y="35753"/>
                </a:cubicBezTo>
                <a:cubicBezTo>
                  <a:pt x="247791" y="39948"/>
                  <a:pt x="261541" y="46360"/>
                  <a:pt x="274640" y="55013"/>
                </a:cubicBezTo>
                <a:cubicBezTo>
                  <a:pt x="277783" y="56841"/>
                  <a:pt x="279749" y="59596"/>
                  <a:pt x="280538" y="63254"/>
                </a:cubicBezTo>
                <a:cubicBezTo>
                  <a:pt x="281327" y="66660"/>
                  <a:pt x="280538" y="69803"/>
                  <a:pt x="278183" y="72683"/>
                </a:cubicBezTo>
                <a:cubicBezTo>
                  <a:pt x="275817" y="75827"/>
                  <a:pt x="272937" y="77667"/>
                  <a:pt x="269531" y="78193"/>
                </a:cubicBezTo>
                <a:cubicBezTo>
                  <a:pt x="265862" y="78707"/>
                  <a:pt x="262330" y="78055"/>
                  <a:pt x="258924" y="76227"/>
                </a:cubicBezTo>
                <a:cubicBezTo>
                  <a:pt x="248442" y="69414"/>
                  <a:pt x="237321" y="64305"/>
                  <a:pt x="225525" y="60899"/>
                </a:cubicBezTo>
                <a:cubicBezTo>
                  <a:pt x="213478" y="57493"/>
                  <a:pt x="201168" y="55790"/>
                  <a:pt x="188595" y="55790"/>
                </a:cubicBezTo>
                <a:cubicBezTo>
                  <a:pt x="150876" y="55790"/>
                  <a:pt x="119318" y="68500"/>
                  <a:pt x="93909" y="93909"/>
                </a:cubicBezTo>
                <a:cubicBezTo>
                  <a:pt x="68500" y="119318"/>
                  <a:pt x="55790" y="150876"/>
                  <a:pt x="55790" y="188595"/>
                </a:cubicBezTo>
                <a:cubicBezTo>
                  <a:pt x="55790" y="226314"/>
                  <a:pt x="68500" y="257872"/>
                  <a:pt x="93909" y="283281"/>
                </a:cubicBezTo>
                <a:cubicBezTo>
                  <a:pt x="119318" y="308690"/>
                  <a:pt x="150876" y="321400"/>
                  <a:pt x="188595" y="321400"/>
                </a:cubicBezTo>
                <a:cubicBezTo>
                  <a:pt x="226314" y="321400"/>
                  <a:pt x="257872" y="308690"/>
                  <a:pt x="283281" y="283281"/>
                </a:cubicBezTo>
                <a:cubicBezTo>
                  <a:pt x="308690" y="258135"/>
                  <a:pt x="321400" y="226703"/>
                  <a:pt x="321400" y="188984"/>
                </a:cubicBezTo>
                <a:cubicBezTo>
                  <a:pt x="321400" y="184274"/>
                  <a:pt x="321137" y="179817"/>
                  <a:pt x="320612" y="175633"/>
                </a:cubicBezTo>
                <a:cubicBezTo>
                  <a:pt x="320349" y="171176"/>
                  <a:pt x="319697" y="166855"/>
                  <a:pt x="318646" y="162660"/>
                </a:cubicBezTo>
                <a:cubicBezTo>
                  <a:pt x="318120" y="158740"/>
                  <a:pt x="318783" y="155197"/>
                  <a:pt x="320612" y="152053"/>
                </a:cubicBezTo>
                <a:cubicBezTo>
                  <a:pt x="322440" y="148910"/>
                  <a:pt x="325195" y="147081"/>
                  <a:pt x="328864" y="146555"/>
                </a:cubicBezTo>
                <a:cubicBezTo>
                  <a:pt x="332796" y="145504"/>
                  <a:pt x="336328" y="146167"/>
                  <a:pt x="339471" y="148521"/>
                </a:cubicBezTo>
                <a:cubicBezTo>
                  <a:pt x="342877" y="150876"/>
                  <a:pt x="344843" y="153894"/>
                  <a:pt x="345369" y="157551"/>
                </a:cubicBezTo>
                <a:cubicBezTo>
                  <a:pt x="346146" y="162535"/>
                  <a:pt x="346809" y="167644"/>
                  <a:pt x="347335" y="172879"/>
                </a:cubicBezTo>
                <a:cubicBezTo>
                  <a:pt x="347849" y="177851"/>
                  <a:pt x="348112" y="183097"/>
                  <a:pt x="348112" y="188595"/>
                </a:cubicBezTo>
                <a:cubicBezTo>
                  <a:pt x="348112" y="211124"/>
                  <a:pt x="344054" y="232075"/>
                  <a:pt x="335939" y="251460"/>
                </a:cubicBezTo>
                <a:cubicBezTo>
                  <a:pt x="327550" y="271108"/>
                  <a:pt x="316154" y="288002"/>
                  <a:pt x="301752" y="302141"/>
                </a:cubicBezTo>
                <a:cubicBezTo>
                  <a:pt x="287613" y="316554"/>
                  <a:pt x="270845" y="327812"/>
                  <a:pt x="251460" y="335939"/>
                </a:cubicBezTo>
                <a:cubicBezTo>
                  <a:pt x="231812" y="344054"/>
                  <a:pt x="210861" y="348112"/>
                  <a:pt x="188595" y="348112"/>
                </a:cubicBezTo>
                <a:close/>
                <a:moveTo>
                  <a:pt x="165415" y="221993"/>
                </a:moveTo>
                <a:lnTo>
                  <a:pt x="319046" y="68363"/>
                </a:lnTo>
                <a:cubicBezTo>
                  <a:pt x="321663" y="65745"/>
                  <a:pt x="324806" y="64442"/>
                  <a:pt x="328475" y="64442"/>
                </a:cubicBezTo>
                <a:cubicBezTo>
                  <a:pt x="332396" y="64442"/>
                  <a:pt x="335802" y="65745"/>
                  <a:pt x="338682" y="68363"/>
                </a:cubicBezTo>
                <a:cubicBezTo>
                  <a:pt x="341563" y="71243"/>
                  <a:pt x="343003" y="74524"/>
                  <a:pt x="343003" y="78193"/>
                </a:cubicBezTo>
                <a:cubicBezTo>
                  <a:pt x="343003" y="82113"/>
                  <a:pt x="341563" y="85519"/>
                  <a:pt x="338682" y="88400"/>
                </a:cubicBezTo>
                <a:lnTo>
                  <a:pt x="174845" y="251849"/>
                </a:lnTo>
                <a:cubicBezTo>
                  <a:pt x="171964" y="254729"/>
                  <a:pt x="168684" y="256181"/>
                  <a:pt x="165026" y="256181"/>
                </a:cubicBezTo>
                <a:cubicBezTo>
                  <a:pt x="161620" y="256181"/>
                  <a:pt x="158477" y="254729"/>
                  <a:pt x="155597" y="251849"/>
                </a:cubicBezTo>
                <a:lnTo>
                  <a:pt x="108836" y="204700"/>
                </a:lnTo>
                <a:cubicBezTo>
                  <a:pt x="106219" y="202082"/>
                  <a:pt x="105042" y="198813"/>
                  <a:pt x="105305" y="194882"/>
                </a:cubicBezTo>
                <a:cubicBezTo>
                  <a:pt x="105305" y="191212"/>
                  <a:pt x="106608" y="187943"/>
                  <a:pt x="109225" y="185063"/>
                </a:cubicBezTo>
                <a:cubicBezTo>
                  <a:pt x="111843" y="182434"/>
                  <a:pt x="115123" y="181131"/>
                  <a:pt x="119055" y="181131"/>
                </a:cubicBezTo>
                <a:cubicBezTo>
                  <a:pt x="122975" y="181131"/>
                  <a:pt x="126256" y="182434"/>
                  <a:pt x="128873" y="185063"/>
                </a:cubicBezTo>
                <a:lnTo>
                  <a:pt x="165415" y="22199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4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2647" y="332396"/>
                </a:moveTo>
                <a:cubicBezTo>
                  <a:pt x="45583" y="332396"/>
                  <a:pt x="39296" y="329778"/>
                  <a:pt x="33787" y="324543"/>
                </a:cubicBezTo>
                <a:cubicBezTo>
                  <a:pt x="28552" y="319046"/>
                  <a:pt x="25935" y="312759"/>
                  <a:pt x="25935" y="305684"/>
                </a:cubicBezTo>
                <a:lnTo>
                  <a:pt x="25935" y="71506"/>
                </a:lnTo>
                <a:cubicBezTo>
                  <a:pt x="25935" y="64179"/>
                  <a:pt x="28552" y="57893"/>
                  <a:pt x="33787" y="52647"/>
                </a:cubicBezTo>
                <a:cubicBezTo>
                  <a:pt x="39296" y="47412"/>
                  <a:pt x="45583" y="44794"/>
                  <a:pt x="52647" y="44794"/>
                </a:cubicBezTo>
                <a:lnTo>
                  <a:pt x="324543" y="44794"/>
                </a:lnTo>
                <a:cubicBezTo>
                  <a:pt x="331870" y="44794"/>
                  <a:pt x="338157" y="47412"/>
                  <a:pt x="343403" y="52647"/>
                </a:cubicBezTo>
                <a:cubicBezTo>
                  <a:pt x="348638" y="57893"/>
                  <a:pt x="351255" y="64179"/>
                  <a:pt x="351255" y="71506"/>
                </a:cubicBezTo>
                <a:lnTo>
                  <a:pt x="351255" y="305684"/>
                </a:lnTo>
                <a:cubicBezTo>
                  <a:pt x="351255" y="312759"/>
                  <a:pt x="348638" y="319046"/>
                  <a:pt x="343403" y="324543"/>
                </a:cubicBezTo>
                <a:cubicBezTo>
                  <a:pt x="338157" y="329778"/>
                  <a:pt x="331870" y="332396"/>
                  <a:pt x="324543" y="332396"/>
                </a:cubicBezTo>
                <a:lnTo>
                  <a:pt x="52647" y="332396"/>
                </a:lnTo>
                <a:close/>
                <a:moveTo>
                  <a:pt x="52647" y="305684"/>
                </a:moveTo>
                <a:lnTo>
                  <a:pt x="324543" y="305684"/>
                </a:lnTo>
                <a:lnTo>
                  <a:pt x="324543" y="71506"/>
                </a:lnTo>
                <a:lnTo>
                  <a:pt x="52647" y="71506"/>
                </a:lnTo>
                <a:lnTo>
                  <a:pt x="52647" y="305684"/>
                </a:lnTo>
                <a:close/>
                <a:moveTo>
                  <a:pt x="143412" y="267176"/>
                </a:moveTo>
                <a:cubicBezTo>
                  <a:pt x="147858" y="267176"/>
                  <a:pt x="151665" y="265736"/>
                  <a:pt x="154808" y="262856"/>
                </a:cubicBezTo>
                <a:cubicBezTo>
                  <a:pt x="157688" y="259712"/>
                  <a:pt x="159128" y="255918"/>
                  <a:pt x="159128" y="251460"/>
                </a:cubicBezTo>
                <a:cubicBezTo>
                  <a:pt x="159128" y="247002"/>
                  <a:pt x="157688" y="243345"/>
                  <a:pt x="154808" y="240464"/>
                </a:cubicBezTo>
                <a:cubicBezTo>
                  <a:pt x="151665" y="237321"/>
                  <a:pt x="147858" y="235744"/>
                  <a:pt x="143412" y="235744"/>
                </a:cubicBezTo>
                <a:lnTo>
                  <a:pt x="97052" y="235744"/>
                </a:lnTo>
                <a:cubicBezTo>
                  <a:pt x="92594" y="235744"/>
                  <a:pt x="88800" y="237321"/>
                  <a:pt x="85656" y="240464"/>
                </a:cubicBezTo>
                <a:cubicBezTo>
                  <a:pt x="82776" y="243345"/>
                  <a:pt x="81336" y="247002"/>
                  <a:pt x="81336" y="251460"/>
                </a:cubicBezTo>
                <a:cubicBezTo>
                  <a:pt x="81336" y="255918"/>
                  <a:pt x="82776" y="259712"/>
                  <a:pt x="85656" y="262856"/>
                </a:cubicBezTo>
                <a:cubicBezTo>
                  <a:pt x="88800" y="265736"/>
                  <a:pt x="92594" y="267176"/>
                  <a:pt x="97052" y="267176"/>
                </a:cubicBezTo>
                <a:lnTo>
                  <a:pt x="143412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70"/>
                  <a:pt x="206277" y="175633"/>
                </a:cubicBezTo>
                <a:cubicBezTo>
                  <a:pt x="202082" y="175633"/>
                  <a:pt x="198413" y="177199"/>
                  <a:pt x="195270" y="180343"/>
                </a:cubicBezTo>
                <a:cubicBezTo>
                  <a:pt x="192390" y="183486"/>
                  <a:pt x="190950" y="187155"/>
                  <a:pt x="190950" y="191350"/>
                </a:cubicBezTo>
                <a:cubicBezTo>
                  <a:pt x="190687" y="195533"/>
                  <a:pt x="192127" y="199202"/>
                  <a:pt x="195270" y="202345"/>
                </a:cubicBezTo>
                <a:lnTo>
                  <a:pt x="219239" y="226314"/>
                </a:lnTo>
                <a:cubicBezTo>
                  <a:pt x="221856" y="228931"/>
                  <a:pt x="225000" y="230246"/>
                  <a:pt x="228669" y="230246"/>
                </a:cubicBezTo>
                <a:cubicBezTo>
                  <a:pt x="232338" y="230246"/>
                  <a:pt x="235481" y="228931"/>
                  <a:pt x="238098" y="226314"/>
                </a:cubicBezTo>
                <a:lnTo>
                  <a:pt x="295077" y="169347"/>
                </a:lnTo>
                <a:cubicBezTo>
                  <a:pt x="298220" y="166204"/>
                  <a:pt x="299786" y="162535"/>
                  <a:pt x="299786" y="158340"/>
                </a:cubicBezTo>
                <a:cubicBezTo>
                  <a:pt x="299786" y="154145"/>
                  <a:pt x="298220" y="150487"/>
                  <a:pt x="295077" y="147344"/>
                </a:cubicBezTo>
                <a:cubicBezTo>
                  <a:pt x="291934" y="144201"/>
                  <a:pt x="288127" y="142624"/>
                  <a:pt x="283681" y="142624"/>
                </a:cubicBezTo>
                <a:cubicBezTo>
                  <a:pt x="279486" y="142624"/>
                  <a:pt x="275817" y="144327"/>
                  <a:pt x="272674" y="147733"/>
                </a:cubicBezTo>
                <a:lnTo>
                  <a:pt x="228669" y="191350"/>
                </a:lnTo>
                <a:close/>
                <a:moveTo>
                  <a:pt x="143412" y="204311"/>
                </a:moveTo>
                <a:cubicBezTo>
                  <a:pt x="147858" y="204311"/>
                  <a:pt x="151665" y="202871"/>
                  <a:pt x="154808" y="199991"/>
                </a:cubicBezTo>
                <a:cubicBezTo>
                  <a:pt x="157688" y="196847"/>
                  <a:pt x="159128" y="193053"/>
                  <a:pt x="159128" y="188595"/>
                </a:cubicBezTo>
                <a:cubicBezTo>
                  <a:pt x="159128" y="184137"/>
                  <a:pt x="157688" y="180480"/>
                  <a:pt x="154808" y="177599"/>
                </a:cubicBezTo>
                <a:cubicBezTo>
                  <a:pt x="151665" y="174456"/>
                  <a:pt x="147858" y="172879"/>
                  <a:pt x="143412" y="172879"/>
                </a:cubicBezTo>
                <a:lnTo>
                  <a:pt x="97052" y="172879"/>
                </a:lnTo>
                <a:cubicBezTo>
                  <a:pt x="92594" y="172879"/>
                  <a:pt x="88800" y="174456"/>
                  <a:pt x="85656" y="177599"/>
                </a:cubicBezTo>
                <a:cubicBezTo>
                  <a:pt x="82776" y="180480"/>
                  <a:pt x="81336" y="184137"/>
                  <a:pt x="81336" y="188595"/>
                </a:cubicBezTo>
                <a:cubicBezTo>
                  <a:pt x="81336" y="193053"/>
                  <a:pt x="82776" y="196847"/>
                  <a:pt x="85656" y="199991"/>
                </a:cubicBezTo>
                <a:cubicBezTo>
                  <a:pt x="88800" y="202871"/>
                  <a:pt x="92594" y="204311"/>
                  <a:pt x="97052" y="204311"/>
                </a:cubicBezTo>
                <a:lnTo>
                  <a:pt x="143412" y="204311"/>
                </a:lnTo>
                <a:close/>
                <a:moveTo>
                  <a:pt x="143412" y="141446"/>
                </a:moveTo>
                <a:cubicBezTo>
                  <a:pt x="147858" y="141446"/>
                  <a:pt x="151665" y="140006"/>
                  <a:pt x="154808" y="137126"/>
                </a:cubicBezTo>
                <a:cubicBezTo>
                  <a:pt x="157688" y="133982"/>
                  <a:pt x="159128" y="130188"/>
                  <a:pt x="159128" y="125730"/>
                </a:cubicBezTo>
                <a:cubicBezTo>
                  <a:pt x="159128" y="121272"/>
                  <a:pt x="157688" y="117615"/>
                  <a:pt x="154808" y="114734"/>
                </a:cubicBezTo>
                <a:cubicBezTo>
                  <a:pt x="151665" y="111591"/>
                  <a:pt x="147858" y="110014"/>
                  <a:pt x="143412" y="110014"/>
                </a:cubicBezTo>
                <a:lnTo>
                  <a:pt x="97052" y="110014"/>
                </a:lnTo>
                <a:cubicBezTo>
                  <a:pt x="92594" y="110014"/>
                  <a:pt x="88800" y="111591"/>
                  <a:pt x="85656" y="114734"/>
                </a:cubicBezTo>
                <a:cubicBezTo>
                  <a:pt x="82776" y="117615"/>
                  <a:pt x="81336" y="121272"/>
                  <a:pt x="81336" y="125730"/>
                </a:cubicBezTo>
                <a:cubicBezTo>
                  <a:pt x="81336" y="130188"/>
                  <a:pt x="82776" y="133982"/>
                  <a:pt x="85656" y="137126"/>
                </a:cubicBezTo>
                <a:cubicBezTo>
                  <a:pt x="88800" y="140006"/>
                  <a:pt x="92594" y="141446"/>
                  <a:pt x="97052" y="141446"/>
                </a:cubicBezTo>
                <a:lnTo>
                  <a:pt x="143412" y="141446"/>
                </a:lnTo>
                <a:close/>
                <a:moveTo>
                  <a:pt x="52647" y="305684"/>
                </a:moveTo>
                <a:lnTo>
                  <a:pt x="52647" y="71506"/>
                </a:lnTo>
                <a:lnTo>
                  <a:pt x="52647" y="3056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6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622" y="257358"/>
                </a:moveTo>
                <a:lnTo>
                  <a:pt x="148521" y="196459"/>
                </a:lnTo>
                <a:cubicBezTo>
                  <a:pt x="151139" y="193830"/>
                  <a:pt x="154282" y="192527"/>
                  <a:pt x="157951" y="192527"/>
                </a:cubicBezTo>
                <a:cubicBezTo>
                  <a:pt x="161620" y="192790"/>
                  <a:pt x="164763" y="194230"/>
                  <a:pt x="167381" y="196847"/>
                </a:cubicBezTo>
                <a:cubicBezTo>
                  <a:pt x="169998" y="199465"/>
                  <a:pt x="171313" y="202608"/>
                  <a:pt x="171313" y="206277"/>
                </a:cubicBezTo>
                <a:cubicBezTo>
                  <a:pt x="171313" y="209946"/>
                  <a:pt x="169998" y="213089"/>
                  <a:pt x="167381" y="215707"/>
                </a:cubicBezTo>
                <a:lnTo>
                  <a:pt x="97052" y="286036"/>
                </a:lnTo>
                <a:cubicBezTo>
                  <a:pt x="94423" y="288653"/>
                  <a:pt x="91280" y="289968"/>
                  <a:pt x="87622" y="289968"/>
                </a:cubicBezTo>
                <a:cubicBezTo>
                  <a:pt x="83953" y="289968"/>
                  <a:pt x="80810" y="288653"/>
                  <a:pt x="78193" y="286036"/>
                </a:cubicBezTo>
                <a:lnTo>
                  <a:pt x="38896" y="246751"/>
                </a:lnTo>
                <a:cubicBezTo>
                  <a:pt x="36279" y="244122"/>
                  <a:pt x="34964" y="240979"/>
                  <a:pt x="34964" y="237321"/>
                </a:cubicBezTo>
                <a:cubicBezTo>
                  <a:pt x="34964" y="233652"/>
                  <a:pt x="36279" y="230509"/>
                  <a:pt x="38896" y="227891"/>
                </a:cubicBezTo>
                <a:cubicBezTo>
                  <a:pt x="41514" y="225262"/>
                  <a:pt x="44657" y="223959"/>
                  <a:pt x="48326" y="223959"/>
                </a:cubicBezTo>
                <a:cubicBezTo>
                  <a:pt x="51995" y="224222"/>
                  <a:pt x="55138" y="225525"/>
                  <a:pt x="57756" y="227891"/>
                </a:cubicBezTo>
                <a:lnTo>
                  <a:pt x="87622" y="257358"/>
                </a:lnTo>
                <a:close/>
                <a:moveTo>
                  <a:pt x="87622" y="131628"/>
                </a:moveTo>
                <a:lnTo>
                  <a:pt x="148521" y="70729"/>
                </a:lnTo>
                <a:cubicBezTo>
                  <a:pt x="151139" y="68100"/>
                  <a:pt x="154282" y="66797"/>
                  <a:pt x="157951" y="66797"/>
                </a:cubicBezTo>
                <a:cubicBezTo>
                  <a:pt x="161620" y="67060"/>
                  <a:pt x="164763" y="68500"/>
                  <a:pt x="167381" y="71117"/>
                </a:cubicBezTo>
                <a:cubicBezTo>
                  <a:pt x="169998" y="73735"/>
                  <a:pt x="171313" y="76878"/>
                  <a:pt x="171313" y="80547"/>
                </a:cubicBezTo>
                <a:cubicBezTo>
                  <a:pt x="171313" y="84216"/>
                  <a:pt x="169998" y="87359"/>
                  <a:pt x="167381" y="89977"/>
                </a:cubicBezTo>
                <a:lnTo>
                  <a:pt x="97052" y="160306"/>
                </a:lnTo>
                <a:cubicBezTo>
                  <a:pt x="94423" y="162923"/>
                  <a:pt x="91280" y="164238"/>
                  <a:pt x="87622" y="164238"/>
                </a:cubicBezTo>
                <a:cubicBezTo>
                  <a:pt x="83953" y="164238"/>
                  <a:pt x="80810" y="162923"/>
                  <a:pt x="78193" y="160306"/>
                </a:cubicBezTo>
                <a:lnTo>
                  <a:pt x="38896" y="121021"/>
                </a:lnTo>
                <a:cubicBezTo>
                  <a:pt x="36279" y="118392"/>
                  <a:pt x="34964" y="115249"/>
                  <a:pt x="34964" y="111591"/>
                </a:cubicBezTo>
                <a:cubicBezTo>
                  <a:pt x="34964" y="107922"/>
                  <a:pt x="36279" y="104779"/>
                  <a:pt x="38896" y="102161"/>
                </a:cubicBezTo>
                <a:cubicBezTo>
                  <a:pt x="41514" y="99532"/>
                  <a:pt x="44657" y="98229"/>
                  <a:pt x="48326" y="98229"/>
                </a:cubicBezTo>
                <a:cubicBezTo>
                  <a:pt x="51995" y="98492"/>
                  <a:pt x="55138" y="99795"/>
                  <a:pt x="57756" y="102161"/>
                </a:cubicBezTo>
                <a:lnTo>
                  <a:pt x="87622" y="131628"/>
                </a:lnTo>
                <a:close/>
                <a:moveTo>
                  <a:pt x="218062" y="264822"/>
                </a:moveTo>
                <a:cubicBezTo>
                  <a:pt x="214393" y="264822"/>
                  <a:pt x="211249" y="263507"/>
                  <a:pt x="208632" y="260890"/>
                </a:cubicBezTo>
                <a:cubicBezTo>
                  <a:pt x="206014" y="258272"/>
                  <a:pt x="204700" y="255129"/>
                  <a:pt x="204700" y="251460"/>
                </a:cubicBezTo>
                <a:cubicBezTo>
                  <a:pt x="204700" y="247528"/>
                  <a:pt x="206014" y="244385"/>
                  <a:pt x="208632" y="242030"/>
                </a:cubicBezTo>
                <a:cubicBezTo>
                  <a:pt x="211249" y="239413"/>
                  <a:pt x="214393" y="238098"/>
                  <a:pt x="218062" y="238098"/>
                </a:cubicBezTo>
                <a:lnTo>
                  <a:pt x="334362" y="238098"/>
                </a:lnTo>
                <a:cubicBezTo>
                  <a:pt x="338031" y="238098"/>
                  <a:pt x="341174" y="239413"/>
                  <a:pt x="343792" y="242030"/>
                </a:cubicBezTo>
                <a:cubicBezTo>
                  <a:pt x="346409" y="244648"/>
                  <a:pt x="347723" y="247791"/>
                  <a:pt x="347723" y="251460"/>
                </a:cubicBezTo>
                <a:cubicBezTo>
                  <a:pt x="347723" y="255392"/>
                  <a:pt x="346409" y="258535"/>
                  <a:pt x="343792" y="260890"/>
                </a:cubicBezTo>
                <a:cubicBezTo>
                  <a:pt x="341174" y="263507"/>
                  <a:pt x="338031" y="264822"/>
                  <a:pt x="334362" y="264822"/>
                </a:cubicBezTo>
                <a:lnTo>
                  <a:pt x="218062" y="264822"/>
                </a:lnTo>
                <a:close/>
                <a:moveTo>
                  <a:pt x="218062" y="139092"/>
                </a:moveTo>
                <a:cubicBezTo>
                  <a:pt x="214393" y="139092"/>
                  <a:pt x="211249" y="137777"/>
                  <a:pt x="208632" y="135160"/>
                </a:cubicBezTo>
                <a:cubicBezTo>
                  <a:pt x="206014" y="132542"/>
                  <a:pt x="204700" y="129399"/>
                  <a:pt x="204700" y="125730"/>
                </a:cubicBezTo>
                <a:cubicBezTo>
                  <a:pt x="204700" y="121798"/>
                  <a:pt x="206014" y="118655"/>
                  <a:pt x="208632" y="116300"/>
                </a:cubicBezTo>
                <a:cubicBezTo>
                  <a:pt x="211249" y="113683"/>
                  <a:pt x="214393" y="112368"/>
                  <a:pt x="218062" y="112368"/>
                </a:cubicBezTo>
                <a:lnTo>
                  <a:pt x="334362" y="112368"/>
                </a:lnTo>
                <a:cubicBezTo>
                  <a:pt x="338031" y="112368"/>
                  <a:pt x="341174" y="113683"/>
                  <a:pt x="343792" y="116300"/>
                </a:cubicBezTo>
                <a:cubicBezTo>
                  <a:pt x="346409" y="118918"/>
                  <a:pt x="347723" y="122061"/>
                  <a:pt x="347723" y="125730"/>
                </a:cubicBezTo>
                <a:cubicBezTo>
                  <a:pt x="347723" y="129662"/>
                  <a:pt x="346409" y="132805"/>
                  <a:pt x="343792" y="135160"/>
                </a:cubicBezTo>
                <a:cubicBezTo>
                  <a:pt x="341174" y="137777"/>
                  <a:pt x="338031" y="139092"/>
                  <a:pt x="334362" y="139092"/>
                </a:cubicBezTo>
                <a:lnTo>
                  <a:pt x="218062" y="1390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8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3134" y="203134"/>
                </a:moveTo>
                <a:cubicBezTo>
                  <a:pt x="210472" y="195533"/>
                  <a:pt x="214130" y="186503"/>
                  <a:pt x="214130" y="176022"/>
                </a:cubicBezTo>
                <a:cubicBezTo>
                  <a:pt x="214130" y="165278"/>
                  <a:pt x="210472" y="156111"/>
                  <a:pt x="203134" y="148521"/>
                </a:cubicBezTo>
                <a:cubicBezTo>
                  <a:pt x="195796" y="141183"/>
                  <a:pt x="186766" y="137514"/>
                  <a:pt x="176022" y="137514"/>
                </a:cubicBezTo>
                <a:cubicBezTo>
                  <a:pt x="165278" y="137514"/>
                  <a:pt x="156111" y="141183"/>
                  <a:pt x="148521" y="148521"/>
                </a:cubicBezTo>
                <a:cubicBezTo>
                  <a:pt x="141183" y="155848"/>
                  <a:pt x="137514" y="164889"/>
                  <a:pt x="137514" y="175633"/>
                </a:cubicBezTo>
                <a:cubicBezTo>
                  <a:pt x="137514" y="186366"/>
                  <a:pt x="141183" y="195533"/>
                  <a:pt x="148521" y="203134"/>
                </a:cubicBezTo>
                <a:cubicBezTo>
                  <a:pt x="156111" y="210472"/>
                  <a:pt x="165278" y="214130"/>
                  <a:pt x="176022" y="214130"/>
                </a:cubicBezTo>
                <a:cubicBezTo>
                  <a:pt x="186766" y="214130"/>
                  <a:pt x="195796" y="210472"/>
                  <a:pt x="203134" y="203134"/>
                </a:cubicBezTo>
                <a:close/>
                <a:moveTo>
                  <a:pt x="176022" y="239676"/>
                </a:moveTo>
                <a:cubicBezTo>
                  <a:pt x="158214" y="239676"/>
                  <a:pt x="143149" y="233389"/>
                  <a:pt x="130839" y="220816"/>
                </a:cubicBezTo>
                <a:cubicBezTo>
                  <a:pt x="118266" y="208506"/>
                  <a:pt x="111980" y="193441"/>
                  <a:pt x="111980" y="175633"/>
                </a:cubicBezTo>
                <a:cubicBezTo>
                  <a:pt x="111980" y="158077"/>
                  <a:pt x="118266" y="143149"/>
                  <a:pt x="130839" y="130839"/>
                </a:cubicBezTo>
                <a:cubicBezTo>
                  <a:pt x="143412" y="118266"/>
                  <a:pt x="158477" y="111980"/>
                  <a:pt x="176022" y="111980"/>
                </a:cubicBezTo>
                <a:cubicBezTo>
                  <a:pt x="193567" y="111980"/>
                  <a:pt x="208506" y="118266"/>
                  <a:pt x="220816" y="130839"/>
                </a:cubicBezTo>
                <a:cubicBezTo>
                  <a:pt x="233389" y="143149"/>
                  <a:pt x="239676" y="158214"/>
                  <a:pt x="239676" y="176022"/>
                </a:cubicBezTo>
                <a:cubicBezTo>
                  <a:pt x="239676" y="181520"/>
                  <a:pt x="238761" y="187281"/>
                  <a:pt x="236921" y="193316"/>
                </a:cubicBezTo>
                <a:cubicBezTo>
                  <a:pt x="234829" y="199076"/>
                  <a:pt x="232075" y="204963"/>
                  <a:pt x="228669" y="210986"/>
                </a:cubicBezTo>
                <a:lnTo>
                  <a:pt x="260501" y="242819"/>
                </a:lnTo>
                <a:cubicBezTo>
                  <a:pt x="263119" y="245436"/>
                  <a:pt x="264296" y="248442"/>
                  <a:pt x="264033" y="251849"/>
                </a:cubicBezTo>
                <a:cubicBezTo>
                  <a:pt x="264033" y="255255"/>
                  <a:pt x="262719" y="258135"/>
                  <a:pt x="260101" y="260501"/>
                </a:cubicBezTo>
                <a:cubicBezTo>
                  <a:pt x="257747" y="263119"/>
                  <a:pt x="254866" y="264422"/>
                  <a:pt x="251460" y="264422"/>
                </a:cubicBezTo>
                <a:cubicBezTo>
                  <a:pt x="247791" y="264422"/>
                  <a:pt x="244785" y="263119"/>
                  <a:pt x="242419" y="260501"/>
                </a:cubicBezTo>
                <a:lnTo>
                  <a:pt x="210598" y="229069"/>
                </a:lnTo>
                <a:cubicBezTo>
                  <a:pt x="204837" y="232475"/>
                  <a:pt x="199076" y="235092"/>
                  <a:pt x="193316" y="236921"/>
                </a:cubicBezTo>
                <a:cubicBezTo>
                  <a:pt x="187543" y="238761"/>
                  <a:pt x="181783" y="239676"/>
                  <a:pt x="176022" y="239676"/>
                </a:cubicBezTo>
                <a:close/>
                <a:moveTo>
                  <a:pt x="71506" y="332396"/>
                </a:moveTo>
                <a:cubicBezTo>
                  <a:pt x="64442" y="332396"/>
                  <a:pt x="58156" y="329778"/>
                  <a:pt x="52647" y="324543"/>
                </a:cubicBezTo>
                <a:cubicBezTo>
                  <a:pt x="47412" y="319046"/>
                  <a:pt x="44794" y="312759"/>
                  <a:pt x="44794" y="305684"/>
                </a:cubicBezTo>
                <a:lnTo>
                  <a:pt x="44794" y="252249"/>
                </a:lnTo>
                <a:cubicBezTo>
                  <a:pt x="44794" y="248580"/>
                  <a:pt x="46097" y="245436"/>
                  <a:pt x="48726" y="242819"/>
                </a:cubicBezTo>
                <a:cubicBezTo>
                  <a:pt x="51344" y="240201"/>
                  <a:pt x="54487" y="238887"/>
                  <a:pt x="58156" y="238887"/>
                </a:cubicBezTo>
                <a:cubicBezTo>
                  <a:pt x="62076" y="238887"/>
                  <a:pt x="65220" y="240201"/>
                  <a:pt x="67586" y="242819"/>
                </a:cubicBezTo>
                <a:cubicBezTo>
                  <a:pt x="70203" y="245436"/>
                  <a:pt x="71506" y="248580"/>
                  <a:pt x="71506" y="252249"/>
                </a:cubicBezTo>
                <a:lnTo>
                  <a:pt x="71506" y="305684"/>
                </a:lnTo>
                <a:lnTo>
                  <a:pt x="124941" y="305684"/>
                </a:lnTo>
                <a:cubicBezTo>
                  <a:pt x="128610" y="305684"/>
                  <a:pt x="131754" y="306987"/>
                  <a:pt x="134371" y="309616"/>
                </a:cubicBezTo>
                <a:cubicBezTo>
                  <a:pt x="136989" y="312233"/>
                  <a:pt x="138303" y="315377"/>
                  <a:pt x="138303" y="319046"/>
                </a:cubicBezTo>
                <a:cubicBezTo>
                  <a:pt x="138303" y="322966"/>
                  <a:pt x="136989" y="326109"/>
                  <a:pt x="134371" y="328475"/>
                </a:cubicBezTo>
                <a:cubicBezTo>
                  <a:pt x="131754" y="331093"/>
                  <a:pt x="128610" y="332396"/>
                  <a:pt x="124941" y="332396"/>
                </a:cubicBezTo>
                <a:lnTo>
                  <a:pt x="71506" y="332396"/>
                </a:lnTo>
                <a:close/>
                <a:moveTo>
                  <a:pt x="305684" y="332396"/>
                </a:moveTo>
                <a:lnTo>
                  <a:pt x="252249" y="332396"/>
                </a:lnTo>
                <a:cubicBezTo>
                  <a:pt x="248580" y="332396"/>
                  <a:pt x="245436" y="331093"/>
                  <a:pt x="242819" y="328475"/>
                </a:cubicBezTo>
                <a:cubicBezTo>
                  <a:pt x="240201" y="325846"/>
                  <a:pt x="238887" y="322703"/>
                  <a:pt x="238887" y="319046"/>
                </a:cubicBezTo>
                <a:cubicBezTo>
                  <a:pt x="238887" y="315114"/>
                  <a:pt x="240201" y="311970"/>
                  <a:pt x="242819" y="309616"/>
                </a:cubicBezTo>
                <a:cubicBezTo>
                  <a:pt x="245436" y="306987"/>
                  <a:pt x="248580" y="305684"/>
                  <a:pt x="252249" y="305684"/>
                </a:cubicBezTo>
                <a:lnTo>
                  <a:pt x="305684" y="305684"/>
                </a:lnTo>
                <a:lnTo>
                  <a:pt x="305684" y="252249"/>
                </a:lnTo>
                <a:cubicBezTo>
                  <a:pt x="305684" y="248580"/>
                  <a:pt x="306987" y="245436"/>
                  <a:pt x="309616" y="242819"/>
                </a:cubicBezTo>
                <a:cubicBezTo>
                  <a:pt x="312233" y="240201"/>
                  <a:pt x="315377" y="238887"/>
                  <a:pt x="319046" y="238887"/>
                </a:cubicBezTo>
                <a:cubicBezTo>
                  <a:pt x="322966" y="238887"/>
                  <a:pt x="326109" y="240201"/>
                  <a:pt x="328475" y="242819"/>
                </a:cubicBezTo>
                <a:cubicBezTo>
                  <a:pt x="331093" y="245436"/>
                  <a:pt x="332396" y="248580"/>
                  <a:pt x="332396" y="252249"/>
                </a:cubicBezTo>
                <a:lnTo>
                  <a:pt x="332396" y="305684"/>
                </a:lnTo>
                <a:cubicBezTo>
                  <a:pt x="332396" y="312759"/>
                  <a:pt x="329778" y="319046"/>
                  <a:pt x="324543" y="324543"/>
                </a:cubicBezTo>
                <a:cubicBezTo>
                  <a:pt x="319297" y="329778"/>
                  <a:pt x="313011" y="332396"/>
                  <a:pt x="305684" y="332396"/>
                </a:cubicBezTo>
                <a:close/>
                <a:moveTo>
                  <a:pt x="44794" y="124941"/>
                </a:move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8156" y="47412"/>
                  <a:pt x="64442" y="44794"/>
                  <a:pt x="71506" y="44794"/>
                </a:cubicBezTo>
                <a:lnTo>
                  <a:pt x="124941" y="44794"/>
                </a:lnTo>
                <a:cubicBezTo>
                  <a:pt x="128610" y="44794"/>
                  <a:pt x="131754" y="46097"/>
                  <a:pt x="134371" y="48726"/>
                </a:cubicBezTo>
                <a:cubicBezTo>
                  <a:pt x="136989" y="51344"/>
                  <a:pt x="138303" y="54487"/>
                  <a:pt x="138303" y="58156"/>
                </a:cubicBezTo>
                <a:cubicBezTo>
                  <a:pt x="138303" y="62076"/>
                  <a:pt x="136989" y="65220"/>
                  <a:pt x="134371" y="67586"/>
                </a:cubicBezTo>
                <a:cubicBezTo>
                  <a:pt x="131754" y="70203"/>
                  <a:pt x="128610" y="71506"/>
                  <a:pt x="124941" y="71506"/>
                </a:cubicBezTo>
                <a:lnTo>
                  <a:pt x="71506" y="71506"/>
                </a:lnTo>
                <a:lnTo>
                  <a:pt x="71506" y="124941"/>
                </a:lnTo>
                <a:cubicBezTo>
                  <a:pt x="71506" y="128610"/>
                  <a:pt x="70203" y="131754"/>
                  <a:pt x="67586" y="134371"/>
                </a:cubicBezTo>
                <a:cubicBezTo>
                  <a:pt x="64957" y="136989"/>
                  <a:pt x="61813" y="138303"/>
                  <a:pt x="58156" y="138303"/>
                </a:cubicBezTo>
                <a:cubicBezTo>
                  <a:pt x="54224" y="138303"/>
                  <a:pt x="51081" y="136989"/>
                  <a:pt x="48726" y="134371"/>
                </a:cubicBezTo>
                <a:cubicBezTo>
                  <a:pt x="46097" y="131754"/>
                  <a:pt x="44794" y="128610"/>
                  <a:pt x="44794" y="124941"/>
                </a:cubicBezTo>
                <a:close/>
                <a:moveTo>
                  <a:pt x="305684" y="124941"/>
                </a:moveTo>
                <a:lnTo>
                  <a:pt x="305684" y="71506"/>
                </a:lnTo>
                <a:lnTo>
                  <a:pt x="252249" y="71506"/>
                </a:lnTo>
                <a:cubicBezTo>
                  <a:pt x="248580" y="71506"/>
                  <a:pt x="245436" y="70203"/>
                  <a:pt x="242819" y="67586"/>
                </a:cubicBezTo>
                <a:cubicBezTo>
                  <a:pt x="240201" y="64957"/>
                  <a:pt x="238887" y="61813"/>
                  <a:pt x="238887" y="58156"/>
                </a:cubicBezTo>
                <a:cubicBezTo>
                  <a:pt x="238887" y="54224"/>
                  <a:pt x="240201" y="51081"/>
                  <a:pt x="242819" y="48726"/>
                </a:cubicBezTo>
                <a:cubicBezTo>
                  <a:pt x="245436" y="46097"/>
                  <a:pt x="248580" y="44794"/>
                  <a:pt x="252249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124941"/>
                </a:lnTo>
                <a:cubicBezTo>
                  <a:pt x="332396" y="128610"/>
                  <a:pt x="331093" y="131754"/>
                  <a:pt x="328475" y="134371"/>
                </a:cubicBezTo>
                <a:cubicBezTo>
                  <a:pt x="325846" y="136989"/>
                  <a:pt x="322703" y="138303"/>
                  <a:pt x="319046" y="138303"/>
                </a:cubicBezTo>
                <a:cubicBezTo>
                  <a:pt x="315114" y="138303"/>
                  <a:pt x="311970" y="136989"/>
                  <a:pt x="309616" y="134371"/>
                </a:cubicBezTo>
                <a:cubicBezTo>
                  <a:pt x="306987" y="131754"/>
                  <a:pt x="305684" y="128610"/>
                  <a:pt x="305684" y="12494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60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9128" y="305284"/>
                </a:moveTo>
                <a:lnTo>
                  <a:pt x="159128" y="266788"/>
                </a:lnTo>
                <a:lnTo>
                  <a:pt x="153231" y="266788"/>
                </a:lnTo>
                <a:cubicBezTo>
                  <a:pt x="132017" y="266525"/>
                  <a:pt x="114071" y="258924"/>
                  <a:pt x="99407" y="243996"/>
                </a:cubicBezTo>
                <a:cubicBezTo>
                  <a:pt x="84742" y="229069"/>
                  <a:pt x="77404" y="210986"/>
                  <a:pt x="77404" y="189772"/>
                </a:cubicBezTo>
                <a:cubicBezTo>
                  <a:pt x="77404" y="174056"/>
                  <a:pt x="81850" y="159654"/>
                  <a:pt x="90766" y="146555"/>
                </a:cubicBezTo>
                <a:cubicBezTo>
                  <a:pt x="99670" y="133720"/>
                  <a:pt x="111454" y="124416"/>
                  <a:pt x="126119" y="118655"/>
                </a:cubicBezTo>
                <a:cubicBezTo>
                  <a:pt x="127170" y="108185"/>
                  <a:pt x="131628" y="99532"/>
                  <a:pt x="139480" y="92732"/>
                </a:cubicBezTo>
                <a:cubicBezTo>
                  <a:pt x="147607" y="85919"/>
                  <a:pt x="157037" y="82639"/>
                  <a:pt x="167770" y="82902"/>
                </a:cubicBezTo>
                <a:lnTo>
                  <a:pt x="163838" y="72295"/>
                </a:lnTo>
                <a:cubicBezTo>
                  <a:pt x="162535" y="68889"/>
                  <a:pt x="162660" y="65620"/>
                  <a:pt x="164238" y="62476"/>
                </a:cubicBezTo>
                <a:cubicBezTo>
                  <a:pt x="166066" y="59333"/>
                  <a:pt x="168558" y="56967"/>
                  <a:pt x="171701" y="55401"/>
                </a:cubicBezTo>
                <a:lnTo>
                  <a:pt x="176411" y="53435"/>
                </a:lnTo>
                <a:lnTo>
                  <a:pt x="176022" y="51869"/>
                </a:lnTo>
                <a:cubicBezTo>
                  <a:pt x="174708" y="48463"/>
                  <a:pt x="174970" y="45057"/>
                  <a:pt x="176811" y="41651"/>
                </a:cubicBezTo>
                <a:cubicBezTo>
                  <a:pt x="178377" y="38245"/>
                  <a:pt x="181520" y="35627"/>
                  <a:pt x="186240" y="33787"/>
                </a:cubicBezTo>
                <a:cubicBezTo>
                  <a:pt x="189647" y="32484"/>
                  <a:pt x="193178" y="32484"/>
                  <a:pt x="196847" y="33787"/>
                </a:cubicBezTo>
                <a:cubicBezTo>
                  <a:pt x="200254" y="35364"/>
                  <a:pt x="202608" y="37982"/>
                  <a:pt x="203923" y="41651"/>
                </a:cubicBezTo>
                <a:lnTo>
                  <a:pt x="204700" y="43617"/>
                </a:lnTo>
                <a:lnTo>
                  <a:pt x="209420" y="42040"/>
                </a:lnTo>
                <a:cubicBezTo>
                  <a:pt x="212564" y="40988"/>
                  <a:pt x="215707" y="41125"/>
                  <a:pt x="218850" y="42440"/>
                </a:cubicBezTo>
                <a:cubicBezTo>
                  <a:pt x="221993" y="43743"/>
                  <a:pt x="224222" y="45971"/>
                  <a:pt x="225525" y="49115"/>
                </a:cubicBezTo>
                <a:lnTo>
                  <a:pt x="262467" y="144978"/>
                </a:lnTo>
                <a:cubicBezTo>
                  <a:pt x="263770" y="148647"/>
                  <a:pt x="263644" y="152053"/>
                  <a:pt x="262067" y="155197"/>
                </a:cubicBezTo>
                <a:cubicBezTo>
                  <a:pt x="260764" y="158340"/>
                  <a:pt x="258398" y="160569"/>
                  <a:pt x="254992" y="161883"/>
                </a:cubicBezTo>
                <a:lnTo>
                  <a:pt x="249494" y="163838"/>
                </a:lnTo>
                <a:lnTo>
                  <a:pt x="250283" y="165804"/>
                </a:lnTo>
                <a:cubicBezTo>
                  <a:pt x="251586" y="169473"/>
                  <a:pt x="251334" y="173004"/>
                  <a:pt x="249494" y="176411"/>
                </a:cubicBezTo>
                <a:cubicBezTo>
                  <a:pt x="247928" y="179817"/>
                  <a:pt x="244785" y="182309"/>
                  <a:pt x="240064" y="183886"/>
                </a:cubicBezTo>
                <a:cubicBezTo>
                  <a:pt x="236658" y="185189"/>
                  <a:pt x="233252" y="185063"/>
                  <a:pt x="229846" y="183486"/>
                </a:cubicBezTo>
                <a:cubicBezTo>
                  <a:pt x="226440" y="181920"/>
                  <a:pt x="224085" y="179428"/>
                  <a:pt x="222782" y="176022"/>
                </a:cubicBezTo>
                <a:lnTo>
                  <a:pt x="221993" y="173667"/>
                </a:lnTo>
                <a:lnTo>
                  <a:pt x="216096" y="175633"/>
                </a:lnTo>
                <a:cubicBezTo>
                  <a:pt x="212689" y="176936"/>
                  <a:pt x="209546" y="176936"/>
                  <a:pt x="206666" y="175633"/>
                </a:cubicBezTo>
                <a:cubicBezTo>
                  <a:pt x="203523" y="174319"/>
                  <a:pt x="201294" y="171964"/>
                  <a:pt x="199991" y="168558"/>
                </a:cubicBezTo>
                <a:lnTo>
                  <a:pt x="194493" y="154019"/>
                </a:lnTo>
                <a:cubicBezTo>
                  <a:pt x="190561" y="157951"/>
                  <a:pt x="186103" y="160832"/>
                  <a:pt x="181131" y="162660"/>
                </a:cubicBezTo>
                <a:cubicBezTo>
                  <a:pt x="176148" y="164501"/>
                  <a:pt x="170787" y="165415"/>
                  <a:pt x="165026" y="165415"/>
                </a:cubicBezTo>
                <a:cubicBezTo>
                  <a:pt x="157951" y="165152"/>
                  <a:pt x="151402" y="163060"/>
                  <a:pt x="145378" y="159128"/>
                </a:cubicBezTo>
                <a:cubicBezTo>
                  <a:pt x="139355" y="155197"/>
                  <a:pt x="134634" y="150224"/>
                  <a:pt x="131228" y="144201"/>
                </a:cubicBezTo>
                <a:cubicBezTo>
                  <a:pt x="122587" y="148384"/>
                  <a:pt x="115774" y="154671"/>
                  <a:pt x="110802" y="163060"/>
                </a:cubicBezTo>
                <a:cubicBezTo>
                  <a:pt x="105819" y="171176"/>
                  <a:pt x="103339" y="180080"/>
                  <a:pt x="103339" y="189772"/>
                </a:cubicBezTo>
                <a:cubicBezTo>
                  <a:pt x="103339" y="203923"/>
                  <a:pt x="108311" y="215970"/>
                  <a:pt x="118266" y="225925"/>
                </a:cubicBezTo>
                <a:cubicBezTo>
                  <a:pt x="128222" y="235869"/>
                  <a:pt x="140269" y="240853"/>
                  <a:pt x="154408" y="240853"/>
                </a:cubicBezTo>
                <a:lnTo>
                  <a:pt x="278961" y="240853"/>
                </a:lnTo>
                <a:cubicBezTo>
                  <a:pt x="282630" y="240853"/>
                  <a:pt x="285647" y="242156"/>
                  <a:pt x="288002" y="244785"/>
                </a:cubicBezTo>
                <a:cubicBezTo>
                  <a:pt x="290619" y="247139"/>
                  <a:pt x="291934" y="250146"/>
                  <a:pt x="291934" y="253815"/>
                </a:cubicBezTo>
                <a:cubicBezTo>
                  <a:pt x="291934" y="257484"/>
                  <a:pt x="290619" y="260501"/>
                  <a:pt x="288002" y="262856"/>
                </a:cubicBezTo>
                <a:cubicBezTo>
                  <a:pt x="285647" y="265473"/>
                  <a:pt x="282630" y="266788"/>
                  <a:pt x="278961" y="266788"/>
                </a:cubicBezTo>
                <a:lnTo>
                  <a:pt x="200779" y="266788"/>
                </a:lnTo>
                <a:lnTo>
                  <a:pt x="200779" y="305284"/>
                </a:lnTo>
                <a:lnTo>
                  <a:pt x="286824" y="305284"/>
                </a:lnTo>
                <a:cubicBezTo>
                  <a:pt x="290493" y="305284"/>
                  <a:pt x="293500" y="306598"/>
                  <a:pt x="295854" y="309216"/>
                </a:cubicBezTo>
                <a:cubicBezTo>
                  <a:pt x="298483" y="311570"/>
                  <a:pt x="299786" y="314588"/>
                  <a:pt x="299786" y="318257"/>
                </a:cubicBezTo>
                <a:cubicBezTo>
                  <a:pt x="299786" y="321926"/>
                  <a:pt x="298483" y="324932"/>
                  <a:pt x="295854" y="327287"/>
                </a:cubicBezTo>
                <a:cubicBezTo>
                  <a:pt x="293500" y="329916"/>
                  <a:pt x="290493" y="331219"/>
                  <a:pt x="286824" y="331219"/>
                </a:cubicBezTo>
                <a:lnTo>
                  <a:pt x="90366" y="331219"/>
                </a:lnTo>
                <a:cubicBezTo>
                  <a:pt x="86697" y="331219"/>
                  <a:pt x="83690" y="329916"/>
                  <a:pt x="81336" y="327287"/>
                </a:cubicBezTo>
                <a:cubicBezTo>
                  <a:pt x="78707" y="324932"/>
                  <a:pt x="77404" y="321926"/>
                  <a:pt x="77404" y="318257"/>
                </a:cubicBezTo>
                <a:cubicBezTo>
                  <a:pt x="77404" y="314588"/>
                  <a:pt x="78707" y="311570"/>
                  <a:pt x="81336" y="309216"/>
                </a:cubicBezTo>
                <a:cubicBezTo>
                  <a:pt x="83690" y="306598"/>
                  <a:pt x="86697" y="305284"/>
                  <a:pt x="90366" y="305284"/>
                </a:cubicBezTo>
                <a:lnTo>
                  <a:pt x="159128" y="305284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520" y="137914"/>
                </a:moveTo>
                <a:cubicBezTo>
                  <a:pt x="185189" y="133982"/>
                  <a:pt x="187029" y="129262"/>
                  <a:pt x="187029" y="123764"/>
                </a:cubicBezTo>
                <a:cubicBezTo>
                  <a:pt x="187029" y="118266"/>
                  <a:pt x="185189" y="113683"/>
                  <a:pt x="181520" y="110014"/>
                </a:cubicBezTo>
                <a:cubicBezTo>
                  <a:pt x="177599" y="106082"/>
                  <a:pt x="172879" y="104116"/>
                  <a:pt x="167381" y="104116"/>
                </a:cubicBezTo>
                <a:cubicBezTo>
                  <a:pt x="161883" y="104116"/>
                  <a:pt x="157288" y="105956"/>
                  <a:pt x="153631" y="109625"/>
                </a:cubicBezTo>
                <a:cubicBezTo>
                  <a:pt x="149699" y="113546"/>
                  <a:pt x="147733" y="118266"/>
                  <a:pt x="147733" y="123764"/>
                </a:cubicBezTo>
                <a:cubicBezTo>
                  <a:pt x="147733" y="129262"/>
                  <a:pt x="149562" y="133982"/>
                  <a:pt x="153231" y="137914"/>
                </a:cubicBezTo>
                <a:cubicBezTo>
                  <a:pt x="157163" y="141572"/>
                  <a:pt x="161883" y="143412"/>
                  <a:pt x="167381" y="143412"/>
                </a:cubicBezTo>
                <a:cubicBezTo>
                  <a:pt x="172879" y="143412"/>
                  <a:pt x="177599" y="141572"/>
                  <a:pt x="181520" y="137914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2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2396"/>
                </a:moveTo>
                <a:cubicBezTo>
                  <a:pt x="55527" y="332396"/>
                  <a:pt x="47023" y="326898"/>
                  <a:pt x="42040" y="315902"/>
                </a:cubicBezTo>
                <a:cubicBezTo>
                  <a:pt x="37067" y="304632"/>
                  <a:pt x="38633" y="294414"/>
                  <a:pt x="46760" y="285247"/>
                </a:cubicBezTo>
                <a:lnTo>
                  <a:pt x="143801" y="176022"/>
                </a:lnTo>
                <a:lnTo>
                  <a:pt x="143801" y="72295"/>
                </a:lnTo>
                <a:lnTo>
                  <a:pt x="125730" y="72295"/>
                </a:lnTo>
                <a:cubicBezTo>
                  <a:pt x="121798" y="72295"/>
                  <a:pt x="118529" y="70980"/>
                  <a:pt x="115912" y="68363"/>
                </a:cubicBezTo>
                <a:cubicBezTo>
                  <a:pt x="113283" y="65745"/>
                  <a:pt x="111980" y="62602"/>
                  <a:pt x="111980" y="58933"/>
                </a:cubicBezTo>
                <a:cubicBezTo>
                  <a:pt x="111980" y="55013"/>
                  <a:pt x="113283" y="51869"/>
                  <a:pt x="115912" y="49503"/>
                </a:cubicBezTo>
                <a:cubicBezTo>
                  <a:pt x="118529" y="46886"/>
                  <a:pt x="121798" y="45583"/>
                  <a:pt x="125730" y="45583"/>
                </a:cubicBezTo>
                <a:lnTo>
                  <a:pt x="251460" y="45583"/>
                </a:lnTo>
                <a:cubicBezTo>
                  <a:pt x="255392" y="45583"/>
                  <a:pt x="258661" y="46886"/>
                  <a:pt x="261278" y="49503"/>
                </a:cubicBezTo>
                <a:cubicBezTo>
                  <a:pt x="263907" y="52121"/>
                  <a:pt x="265210" y="55264"/>
                  <a:pt x="265210" y="58933"/>
                </a:cubicBezTo>
                <a:cubicBezTo>
                  <a:pt x="265210" y="62865"/>
                  <a:pt x="263907" y="66008"/>
                  <a:pt x="261278" y="68363"/>
                </a:cubicBezTo>
                <a:cubicBezTo>
                  <a:pt x="258661" y="70980"/>
                  <a:pt x="255392" y="72295"/>
                  <a:pt x="251460" y="72295"/>
                </a:cubicBezTo>
                <a:lnTo>
                  <a:pt x="233389" y="72295"/>
                </a:lnTo>
                <a:lnTo>
                  <a:pt x="233389" y="176022"/>
                </a:lnTo>
                <a:lnTo>
                  <a:pt x="330430" y="285247"/>
                </a:lnTo>
                <a:cubicBezTo>
                  <a:pt x="338557" y="294414"/>
                  <a:pt x="340123" y="304632"/>
                  <a:pt x="335150" y="315902"/>
                </a:cubicBezTo>
                <a:cubicBezTo>
                  <a:pt x="330167" y="326898"/>
                  <a:pt x="321663" y="332396"/>
                  <a:pt x="309616" y="332396"/>
                </a:cubicBezTo>
                <a:lnTo>
                  <a:pt x="67586" y="332396"/>
                </a:lnTo>
                <a:close/>
                <a:moveTo>
                  <a:pt x="64831" y="305684"/>
                </a:moveTo>
                <a:lnTo>
                  <a:pt x="312359" y="305684"/>
                </a:lnTo>
                <a:lnTo>
                  <a:pt x="206666" y="185840"/>
                </a:lnTo>
                <a:lnTo>
                  <a:pt x="206666" y="72295"/>
                </a:lnTo>
                <a:lnTo>
                  <a:pt x="170524" y="72295"/>
                </a:lnTo>
                <a:lnTo>
                  <a:pt x="170524" y="185840"/>
                </a:lnTo>
                <a:lnTo>
                  <a:pt x="64831" y="305684"/>
                </a:lnTo>
                <a:close/>
                <a:moveTo>
                  <a:pt x="187806" y="1889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4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2396"/>
                </a:moveTo>
                <a:cubicBezTo>
                  <a:pt x="171050" y="332396"/>
                  <a:pt x="154671" y="328212"/>
                  <a:pt x="139480" y="319823"/>
                </a:cubicBezTo>
                <a:cubicBezTo>
                  <a:pt x="124553" y="311445"/>
                  <a:pt x="113420" y="299260"/>
                  <a:pt x="106082" y="283281"/>
                </a:cubicBezTo>
                <a:lnTo>
                  <a:pt x="72683" y="283281"/>
                </a:lnTo>
                <a:cubicBezTo>
                  <a:pt x="69277" y="283281"/>
                  <a:pt x="66397" y="282104"/>
                  <a:pt x="64042" y="279749"/>
                </a:cubicBezTo>
                <a:cubicBezTo>
                  <a:pt x="61688" y="277395"/>
                  <a:pt x="60510" y="274514"/>
                  <a:pt x="60510" y="271108"/>
                </a:cubicBezTo>
                <a:cubicBezTo>
                  <a:pt x="60510" y="267439"/>
                  <a:pt x="61688" y="264422"/>
                  <a:pt x="64042" y="262067"/>
                </a:cubicBezTo>
                <a:cubicBezTo>
                  <a:pt x="66397" y="259975"/>
                  <a:pt x="69277" y="258924"/>
                  <a:pt x="72683" y="258924"/>
                </a:cubicBezTo>
                <a:lnTo>
                  <a:pt x="96652" y="258924"/>
                </a:lnTo>
                <a:cubicBezTo>
                  <a:pt x="94823" y="252112"/>
                  <a:pt x="93909" y="245299"/>
                  <a:pt x="93909" y="238498"/>
                </a:cubicBezTo>
                <a:lnTo>
                  <a:pt x="93909" y="218062"/>
                </a:lnTo>
                <a:lnTo>
                  <a:pt x="72295" y="218062"/>
                </a:lnTo>
                <a:cubicBezTo>
                  <a:pt x="68889" y="218062"/>
                  <a:pt x="66008" y="216884"/>
                  <a:pt x="63654" y="214530"/>
                </a:cubicBezTo>
                <a:cubicBezTo>
                  <a:pt x="61299" y="212175"/>
                  <a:pt x="60110" y="209283"/>
                  <a:pt x="60110" y="205889"/>
                </a:cubicBezTo>
                <a:cubicBezTo>
                  <a:pt x="60110" y="202220"/>
                  <a:pt x="61299" y="199202"/>
                  <a:pt x="63654" y="196847"/>
                </a:cubicBezTo>
                <a:cubicBezTo>
                  <a:pt x="66008" y="194756"/>
                  <a:pt x="68889" y="193704"/>
                  <a:pt x="72295" y="193704"/>
                </a:cubicBezTo>
                <a:lnTo>
                  <a:pt x="93909" y="193704"/>
                </a:lnTo>
                <a:cubicBezTo>
                  <a:pt x="93909" y="186103"/>
                  <a:pt x="94035" y="178777"/>
                  <a:pt x="94298" y="171701"/>
                </a:cubicBezTo>
                <a:cubicBezTo>
                  <a:pt x="94298" y="164363"/>
                  <a:pt x="95349" y="157037"/>
                  <a:pt x="97441" y="149699"/>
                </a:cubicBezTo>
                <a:lnTo>
                  <a:pt x="72683" y="149699"/>
                </a:lnTo>
                <a:cubicBezTo>
                  <a:pt x="69277" y="149699"/>
                  <a:pt x="66397" y="148521"/>
                  <a:pt x="64042" y="146167"/>
                </a:cubicBezTo>
                <a:cubicBezTo>
                  <a:pt x="61688" y="143801"/>
                  <a:pt x="60510" y="140920"/>
                  <a:pt x="60510" y="137514"/>
                </a:cubicBezTo>
                <a:cubicBezTo>
                  <a:pt x="60510" y="133845"/>
                  <a:pt x="61688" y="130839"/>
                  <a:pt x="64042" y="128485"/>
                </a:cubicBezTo>
                <a:cubicBezTo>
                  <a:pt x="66397" y="126382"/>
                  <a:pt x="69277" y="125341"/>
                  <a:pt x="72683" y="125341"/>
                </a:cubicBezTo>
                <a:lnTo>
                  <a:pt x="108048" y="125341"/>
                </a:lnTo>
                <a:cubicBezTo>
                  <a:pt x="111454" y="117740"/>
                  <a:pt x="116175" y="111065"/>
                  <a:pt x="122198" y="105305"/>
                </a:cubicBezTo>
                <a:cubicBezTo>
                  <a:pt x="128485" y="99795"/>
                  <a:pt x="135285" y="95212"/>
                  <a:pt x="142624" y="91543"/>
                </a:cubicBezTo>
                <a:lnTo>
                  <a:pt x="120621" y="69940"/>
                </a:lnTo>
                <a:cubicBezTo>
                  <a:pt x="118266" y="67586"/>
                  <a:pt x="117089" y="64831"/>
                  <a:pt x="117089" y="61688"/>
                </a:cubicBezTo>
                <a:cubicBezTo>
                  <a:pt x="117089" y="58544"/>
                  <a:pt x="118266" y="55790"/>
                  <a:pt x="120621" y="53435"/>
                </a:cubicBezTo>
                <a:cubicBezTo>
                  <a:pt x="122975" y="51081"/>
                  <a:pt x="125730" y="49903"/>
                  <a:pt x="128873" y="49903"/>
                </a:cubicBezTo>
                <a:cubicBezTo>
                  <a:pt x="132017" y="49903"/>
                  <a:pt x="134771" y="51081"/>
                  <a:pt x="137126" y="53435"/>
                </a:cubicBezTo>
                <a:lnTo>
                  <a:pt x="165804" y="82113"/>
                </a:lnTo>
                <a:cubicBezTo>
                  <a:pt x="173405" y="79233"/>
                  <a:pt x="180994" y="77793"/>
                  <a:pt x="188595" y="77793"/>
                </a:cubicBezTo>
                <a:cubicBezTo>
                  <a:pt x="196459" y="77530"/>
                  <a:pt x="204311" y="78844"/>
                  <a:pt x="212175" y="81725"/>
                </a:cubicBezTo>
                <a:lnTo>
                  <a:pt x="240853" y="53047"/>
                </a:lnTo>
                <a:cubicBezTo>
                  <a:pt x="242945" y="50681"/>
                  <a:pt x="245699" y="49503"/>
                  <a:pt x="249105" y="49503"/>
                </a:cubicBezTo>
                <a:cubicBezTo>
                  <a:pt x="252249" y="49503"/>
                  <a:pt x="254992" y="50681"/>
                  <a:pt x="257358" y="53047"/>
                </a:cubicBezTo>
                <a:cubicBezTo>
                  <a:pt x="259712" y="55401"/>
                  <a:pt x="260890" y="58156"/>
                  <a:pt x="260890" y="61299"/>
                </a:cubicBezTo>
                <a:cubicBezTo>
                  <a:pt x="260890" y="64442"/>
                  <a:pt x="259712" y="67186"/>
                  <a:pt x="257358" y="69540"/>
                </a:cubicBezTo>
                <a:lnTo>
                  <a:pt x="236132" y="90766"/>
                </a:lnTo>
                <a:cubicBezTo>
                  <a:pt x="243470" y="94686"/>
                  <a:pt x="250020" y="99670"/>
                  <a:pt x="255781" y="105693"/>
                </a:cubicBezTo>
                <a:cubicBezTo>
                  <a:pt x="261541" y="111717"/>
                  <a:pt x="266525" y="118392"/>
                  <a:pt x="270708" y="125730"/>
                </a:cubicBezTo>
                <a:lnTo>
                  <a:pt x="304895" y="125730"/>
                </a:lnTo>
                <a:cubicBezTo>
                  <a:pt x="308301" y="125730"/>
                  <a:pt x="311182" y="126907"/>
                  <a:pt x="313536" y="129262"/>
                </a:cubicBezTo>
                <a:cubicBezTo>
                  <a:pt x="315902" y="131628"/>
                  <a:pt x="317080" y="134508"/>
                  <a:pt x="317080" y="137914"/>
                </a:cubicBezTo>
                <a:cubicBezTo>
                  <a:pt x="317080" y="141321"/>
                  <a:pt x="315902" y="144201"/>
                  <a:pt x="313536" y="146555"/>
                </a:cubicBezTo>
                <a:cubicBezTo>
                  <a:pt x="311182" y="148647"/>
                  <a:pt x="308301" y="149699"/>
                  <a:pt x="304895" y="149699"/>
                </a:cubicBezTo>
                <a:lnTo>
                  <a:pt x="279749" y="149699"/>
                </a:lnTo>
                <a:cubicBezTo>
                  <a:pt x="282104" y="157037"/>
                  <a:pt x="283281" y="164363"/>
                  <a:pt x="283281" y="171701"/>
                </a:cubicBezTo>
                <a:cubicBezTo>
                  <a:pt x="283018" y="179040"/>
                  <a:pt x="282893" y="186366"/>
                  <a:pt x="282893" y="193704"/>
                </a:cubicBezTo>
                <a:lnTo>
                  <a:pt x="304895" y="193704"/>
                </a:lnTo>
                <a:cubicBezTo>
                  <a:pt x="308301" y="193704"/>
                  <a:pt x="311182" y="194882"/>
                  <a:pt x="313536" y="197236"/>
                </a:cubicBezTo>
                <a:cubicBezTo>
                  <a:pt x="315902" y="199602"/>
                  <a:pt x="317080" y="202482"/>
                  <a:pt x="317080" y="205889"/>
                </a:cubicBezTo>
                <a:cubicBezTo>
                  <a:pt x="317080" y="209546"/>
                  <a:pt x="315902" y="212564"/>
                  <a:pt x="313536" y="214918"/>
                </a:cubicBezTo>
                <a:cubicBezTo>
                  <a:pt x="311182" y="217010"/>
                  <a:pt x="308301" y="218062"/>
                  <a:pt x="304895" y="218062"/>
                </a:cubicBezTo>
                <a:lnTo>
                  <a:pt x="282893" y="218062"/>
                </a:lnTo>
                <a:cubicBezTo>
                  <a:pt x="282893" y="225137"/>
                  <a:pt x="283018" y="231949"/>
                  <a:pt x="283281" y="238498"/>
                </a:cubicBezTo>
                <a:cubicBezTo>
                  <a:pt x="283281" y="245299"/>
                  <a:pt x="282367" y="252112"/>
                  <a:pt x="280538" y="258924"/>
                </a:cubicBezTo>
                <a:lnTo>
                  <a:pt x="304895" y="258924"/>
                </a:lnTo>
                <a:cubicBezTo>
                  <a:pt x="308301" y="258924"/>
                  <a:pt x="311182" y="260101"/>
                  <a:pt x="313536" y="262467"/>
                </a:cubicBezTo>
                <a:cubicBezTo>
                  <a:pt x="315902" y="264822"/>
                  <a:pt x="317080" y="267702"/>
                  <a:pt x="317080" y="271108"/>
                </a:cubicBezTo>
                <a:cubicBezTo>
                  <a:pt x="317080" y="274777"/>
                  <a:pt x="315902" y="277783"/>
                  <a:pt x="313536" y="280138"/>
                </a:cubicBezTo>
                <a:cubicBezTo>
                  <a:pt x="311182" y="282241"/>
                  <a:pt x="308301" y="283281"/>
                  <a:pt x="304895" y="283281"/>
                </a:cubicBezTo>
                <a:lnTo>
                  <a:pt x="271497" y="283281"/>
                </a:lnTo>
                <a:cubicBezTo>
                  <a:pt x="264422" y="299260"/>
                  <a:pt x="253289" y="311445"/>
                  <a:pt x="238098" y="319823"/>
                </a:cubicBezTo>
                <a:cubicBezTo>
                  <a:pt x="222908" y="328212"/>
                  <a:pt x="206403" y="332396"/>
                  <a:pt x="188595" y="332396"/>
                </a:cubicBezTo>
                <a:close/>
                <a:moveTo>
                  <a:pt x="188595" y="305684"/>
                </a:moveTo>
                <a:cubicBezTo>
                  <a:pt x="207455" y="305684"/>
                  <a:pt x="223434" y="298997"/>
                  <a:pt x="236532" y="285647"/>
                </a:cubicBezTo>
                <a:cubicBezTo>
                  <a:pt x="249631" y="272548"/>
                  <a:pt x="256181" y="256569"/>
                  <a:pt x="256181" y="237710"/>
                </a:cubicBezTo>
                <a:lnTo>
                  <a:pt x="256181" y="173667"/>
                </a:lnTo>
                <a:cubicBezTo>
                  <a:pt x="256181" y="154808"/>
                  <a:pt x="249631" y="138829"/>
                  <a:pt x="236532" y="125730"/>
                </a:cubicBezTo>
                <a:cubicBezTo>
                  <a:pt x="223434" y="112368"/>
                  <a:pt x="207455" y="105693"/>
                  <a:pt x="188595" y="105693"/>
                </a:cubicBezTo>
                <a:cubicBezTo>
                  <a:pt x="169736" y="105693"/>
                  <a:pt x="153756" y="112368"/>
                  <a:pt x="140658" y="125730"/>
                </a:cubicBezTo>
                <a:cubicBezTo>
                  <a:pt x="127559" y="138829"/>
                  <a:pt x="121021" y="154808"/>
                  <a:pt x="121021" y="173667"/>
                </a:cubicBezTo>
                <a:lnTo>
                  <a:pt x="121021" y="237710"/>
                </a:lnTo>
                <a:cubicBezTo>
                  <a:pt x="121021" y="256569"/>
                  <a:pt x="127559" y="272548"/>
                  <a:pt x="140658" y="285647"/>
                </a:cubicBezTo>
                <a:cubicBezTo>
                  <a:pt x="153756" y="298997"/>
                  <a:pt x="169736" y="305684"/>
                  <a:pt x="188595" y="305684"/>
                </a:cubicBezTo>
                <a:close/>
                <a:moveTo>
                  <a:pt x="169347" y="251849"/>
                </a:moveTo>
                <a:lnTo>
                  <a:pt x="207843" y="251849"/>
                </a:lnTo>
                <a:cubicBezTo>
                  <a:pt x="211249" y="251849"/>
                  <a:pt x="214130" y="250671"/>
                  <a:pt x="216496" y="248317"/>
                </a:cubicBezTo>
                <a:cubicBezTo>
                  <a:pt x="218850" y="245962"/>
                  <a:pt x="220028" y="243082"/>
                  <a:pt x="220028" y="239676"/>
                </a:cubicBezTo>
                <a:cubicBezTo>
                  <a:pt x="220028" y="236007"/>
                  <a:pt x="218850" y="232989"/>
                  <a:pt x="216496" y="230635"/>
                </a:cubicBezTo>
                <a:cubicBezTo>
                  <a:pt x="214130" y="228543"/>
                  <a:pt x="211249" y="227491"/>
                  <a:pt x="207843" y="227491"/>
                </a:cubicBezTo>
                <a:lnTo>
                  <a:pt x="169347" y="227491"/>
                </a:lnTo>
                <a:cubicBezTo>
                  <a:pt x="165941" y="227491"/>
                  <a:pt x="163060" y="228669"/>
                  <a:pt x="160694" y="231035"/>
                </a:cubicBezTo>
                <a:cubicBezTo>
                  <a:pt x="158340" y="233389"/>
                  <a:pt x="157163" y="236270"/>
                  <a:pt x="157163" y="239676"/>
                </a:cubicBezTo>
                <a:cubicBezTo>
                  <a:pt x="157163" y="243345"/>
                  <a:pt x="158340" y="246351"/>
                  <a:pt x="160694" y="248705"/>
                </a:cubicBezTo>
                <a:cubicBezTo>
                  <a:pt x="163060" y="250808"/>
                  <a:pt x="165941" y="251849"/>
                  <a:pt x="169347" y="251849"/>
                </a:cubicBezTo>
                <a:close/>
                <a:moveTo>
                  <a:pt x="169347" y="183886"/>
                </a:moveTo>
                <a:lnTo>
                  <a:pt x="207843" y="183886"/>
                </a:lnTo>
                <a:cubicBezTo>
                  <a:pt x="211249" y="183886"/>
                  <a:pt x="214130" y="182697"/>
                  <a:pt x="216496" y="180343"/>
                </a:cubicBezTo>
                <a:cubicBezTo>
                  <a:pt x="218850" y="177988"/>
                  <a:pt x="220028" y="175108"/>
                  <a:pt x="220028" y="171701"/>
                </a:cubicBezTo>
                <a:cubicBezTo>
                  <a:pt x="220028" y="168032"/>
                  <a:pt x="218850" y="165026"/>
                  <a:pt x="216496" y="162660"/>
                </a:cubicBezTo>
                <a:cubicBezTo>
                  <a:pt x="214130" y="160569"/>
                  <a:pt x="211249" y="159517"/>
                  <a:pt x="207843" y="159517"/>
                </a:cubicBezTo>
                <a:lnTo>
                  <a:pt x="169347" y="159517"/>
                </a:lnTo>
                <a:cubicBezTo>
                  <a:pt x="165941" y="159517"/>
                  <a:pt x="163060" y="160694"/>
                  <a:pt x="160694" y="163060"/>
                </a:cubicBezTo>
                <a:cubicBezTo>
                  <a:pt x="158340" y="165415"/>
                  <a:pt x="157163" y="168295"/>
                  <a:pt x="157163" y="171701"/>
                </a:cubicBezTo>
                <a:cubicBezTo>
                  <a:pt x="157163" y="175370"/>
                  <a:pt x="158340" y="178377"/>
                  <a:pt x="160694" y="180743"/>
                </a:cubicBezTo>
                <a:cubicBezTo>
                  <a:pt x="163060" y="182834"/>
                  <a:pt x="165941" y="183886"/>
                  <a:pt x="169347" y="183886"/>
                </a:cubicBezTo>
                <a:close/>
                <a:moveTo>
                  <a:pt x="188984" y="205889"/>
                </a:move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6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306473"/>
                </a:moveTo>
                <a:lnTo>
                  <a:pt x="175233" y="251071"/>
                </a:lnTo>
                <a:cubicBezTo>
                  <a:pt x="161094" y="248191"/>
                  <a:pt x="148521" y="242030"/>
                  <a:pt x="137514" y="232600"/>
                </a:cubicBezTo>
                <a:cubicBezTo>
                  <a:pt x="126256" y="223434"/>
                  <a:pt x="118529" y="211912"/>
                  <a:pt x="114334" y="198025"/>
                </a:cubicBezTo>
                <a:cubicBezTo>
                  <a:pt x="93646" y="196710"/>
                  <a:pt x="76227" y="188858"/>
                  <a:pt x="62076" y="174456"/>
                </a:cubicBezTo>
                <a:cubicBezTo>
                  <a:pt x="47937" y="160306"/>
                  <a:pt x="40862" y="143024"/>
                  <a:pt x="40862" y="122587"/>
                </a:cubicBezTo>
                <a:lnTo>
                  <a:pt x="40862" y="105305"/>
                </a:lnTo>
                <a:cubicBezTo>
                  <a:pt x="40862" y="97967"/>
                  <a:pt x="43354" y="91680"/>
                  <a:pt x="48326" y="86445"/>
                </a:cubicBezTo>
                <a:cubicBezTo>
                  <a:pt x="53561" y="81199"/>
                  <a:pt x="59985" y="78581"/>
                  <a:pt x="67586" y="78581"/>
                </a:cubicBezTo>
                <a:lnTo>
                  <a:pt x="108448" y="78581"/>
                </a:lnTo>
                <a:lnTo>
                  <a:pt x="108448" y="67586"/>
                </a:lnTo>
                <a:cubicBezTo>
                  <a:pt x="108448" y="61036"/>
                  <a:pt x="110665" y="55401"/>
                  <a:pt x="115123" y="50681"/>
                </a:cubicBezTo>
                <a:cubicBezTo>
                  <a:pt x="119832" y="46234"/>
                  <a:pt x="125467" y="44006"/>
                  <a:pt x="132017" y="44006"/>
                </a:cubicBezTo>
                <a:lnTo>
                  <a:pt x="245174" y="44006"/>
                </a:lnTo>
                <a:cubicBezTo>
                  <a:pt x="251723" y="44006"/>
                  <a:pt x="257358" y="46234"/>
                  <a:pt x="262067" y="50681"/>
                </a:cubicBezTo>
                <a:cubicBezTo>
                  <a:pt x="266525" y="55401"/>
                  <a:pt x="268754" y="61036"/>
                  <a:pt x="268754" y="67586"/>
                </a:cubicBezTo>
                <a:lnTo>
                  <a:pt x="268754" y="78581"/>
                </a:lnTo>
                <a:lnTo>
                  <a:pt x="309616" y="78581"/>
                </a:lnTo>
                <a:cubicBezTo>
                  <a:pt x="316942" y="78581"/>
                  <a:pt x="323229" y="81199"/>
                  <a:pt x="328475" y="86445"/>
                </a:cubicBezTo>
                <a:cubicBezTo>
                  <a:pt x="333973" y="91680"/>
                  <a:pt x="336716" y="97967"/>
                  <a:pt x="336716" y="105305"/>
                </a:cubicBezTo>
                <a:lnTo>
                  <a:pt x="336716" y="122587"/>
                </a:lnTo>
                <a:cubicBezTo>
                  <a:pt x="336716" y="143024"/>
                  <a:pt x="329515" y="160306"/>
                  <a:pt x="315114" y="174456"/>
                </a:cubicBezTo>
                <a:cubicBezTo>
                  <a:pt x="300963" y="188858"/>
                  <a:pt x="283681" y="196710"/>
                  <a:pt x="263244" y="198025"/>
                </a:cubicBezTo>
                <a:cubicBezTo>
                  <a:pt x="258798" y="211912"/>
                  <a:pt x="250934" y="223434"/>
                  <a:pt x="239676" y="232600"/>
                </a:cubicBezTo>
                <a:cubicBezTo>
                  <a:pt x="228669" y="242030"/>
                  <a:pt x="216096" y="248191"/>
                  <a:pt x="201957" y="251071"/>
                </a:cubicBezTo>
                <a:lnTo>
                  <a:pt x="201957" y="306473"/>
                </a:lnTo>
                <a:lnTo>
                  <a:pt x="247139" y="306473"/>
                </a:lnTo>
                <a:cubicBezTo>
                  <a:pt x="251071" y="306473"/>
                  <a:pt x="254340" y="307776"/>
                  <a:pt x="256958" y="310393"/>
                </a:cubicBezTo>
                <a:cubicBezTo>
                  <a:pt x="259324" y="313011"/>
                  <a:pt x="260501" y="316154"/>
                  <a:pt x="260501" y="319823"/>
                </a:cubicBezTo>
                <a:cubicBezTo>
                  <a:pt x="260501" y="323755"/>
                  <a:pt x="259324" y="326898"/>
                  <a:pt x="256958" y="329253"/>
                </a:cubicBezTo>
                <a:cubicBezTo>
                  <a:pt x="254340" y="331870"/>
                  <a:pt x="251071" y="333185"/>
                  <a:pt x="247139" y="333185"/>
                </a:cubicBezTo>
                <a:lnTo>
                  <a:pt x="130051" y="333185"/>
                </a:lnTo>
                <a:cubicBezTo>
                  <a:pt x="126119" y="333185"/>
                  <a:pt x="122850" y="331870"/>
                  <a:pt x="120232" y="329253"/>
                </a:cubicBezTo>
                <a:cubicBezTo>
                  <a:pt x="117878" y="326635"/>
                  <a:pt x="116689" y="323492"/>
                  <a:pt x="116689" y="319823"/>
                </a:cubicBezTo>
                <a:cubicBezTo>
                  <a:pt x="116689" y="315902"/>
                  <a:pt x="117878" y="312759"/>
                  <a:pt x="120232" y="310393"/>
                </a:cubicBezTo>
                <a:cubicBezTo>
                  <a:pt x="122850" y="307776"/>
                  <a:pt x="126119" y="306473"/>
                  <a:pt x="130051" y="306473"/>
                </a:cubicBezTo>
                <a:lnTo>
                  <a:pt x="175233" y="306473"/>
                </a:lnTo>
                <a:close/>
                <a:moveTo>
                  <a:pt x="108448" y="170524"/>
                </a:moveTo>
                <a:lnTo>
                  <a:pt x="108448" y="105305"/>
                </a:lnTo>
                <a:lnTo>
                  <a:pt x="67586" y="105305"/>
                </a:lnTo>
                <a:lnTo>
                  <a:pt x="67586" y="122587"/>
                </a:lnTo>
                <a:cubicBezTo>
                  <a:pt x="67586" y="134371"/>
                  <a:pt x="71380" y="144715"/>
                  <a:pt x="78970" y="153631"/>
                </a:cubicBezTo>
                <a:cubicBezTo>
                  <a:pt x="86834" y="162272"/>
                  <a:pt x="96652" y="167907"/>
                  <a:pt x="108448" y="170524"/>
                </a:cubicBezTo>
                <a:close/>
                <a:moveTo>
                  <a:pt x="226703" y="210209"/>
                </a:moveTo>
                <a:cubicBezTo>
                  <a:pt x="236921" y="199728"/>
                  <a:pt x="242030" y="187029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29"/>
                  <a:pt x="140395" y="199728"/>
                  <a:pt x="150876" y="210209"/>
                </a:cubicBezTo>
                <a:cubicBezTo>
                  <a:pt x="161094" y="220679"/>
                  <a:pt x="173667" y="225925"/>
                  <a:pt x="188595" y="225925"/>
                </a:cubicBezTo>
                <a:cubicBezTo>
                  <a:pt x="203523" y="225925"/>
                  <a:pt x="216233" y="220679"/>
                  <a:pt x="226703" y="210209"/>
                </a:cubicBezTo>
                <a:close/>
                <a:moveTo>
                  <a:pt x="268754" y="170524"/>
                </a:moveTo>
                <a:cubicBezTo>
                  <a:pt x="280538" y="167907"/>
                  <a:pt x="290356" y="162272"/>
                  <a:pt x="298220" y="153631"/>
                </a:cubicBezTo>
                <a:cubicBezTo>
                  <a:pt x="305810" y="144715"/>
                  <a:pt x="309616" y="134371"/>
                  <a:pt x="309616" y="122587"/>
                </a:cubicBezTo>
                <a:lnTo>
                  <a:pt x="309616" y="105305"/>
                </a:lnTo>
                <a:lnTo>
                  <a:pt x="268754" y="105305"/>
                </a:lnTo>
                <a:lnTo>
                  <a:pt x="268754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8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8085" y="278961"/>
                </a:moveTo>
                <a:lnTo>
                  <a:pt x="188595" y="242819"/>
                </a:lnTo>
                <a:lnTo>
                  <a:pt x="249105" y="279361"/>
                </a:lnTo>
                <a:lnTo>
                  <a:pt x="232600" y="210986"/>
                </a:lnTo>
                <a:lnTo>
                  <a:pt x="286036" y="165026"/>
                </a:lnTo>
                <a:lnTo>
                  <a:pt x="215707" y="158740"/>
                </a:lnTo>
                <a:lnTo>
                  <a:pt x="188595" y="94298"/>
                </a:lnTo>
                <a:lnTo>
                  <a:pt x="161483" y="158340"/>
                </a:lnTo>
                <a:lnTo>
                  <a:pt x="91543" y="164626"/>
                </a:lnTo>
                <a:lnTo>
                  <a:pt x="144590" y="210598"/>
                </a:lnTo>
                <a:lnTo>
                  <a:pt x="128085" y="278961"/>
                </a:lnTo>
                <a:close/>
                <a:moveTo>
                  <a:pt x="188595" y="274251"/>
                </a:moveTo>
                <a:lnTo>
                  <a:pt x="115512" y="318257"/>
                </a:lnTo>
                <a:cubicBezTo>
                  <a:pt x="112894" y="319823"/>
                  <a:pt x="110277" y="320486"/>
                  <a:pt x="107659" y="320223"/>
                </a:cubicBezTo>
                <a:cubicBezTo>
                  <a:pt x="105042" y="320223"/>
                  <a:pt x="102676" y="319434"/>
                  <a:pt x="100584" y="317857"/>
                </a:cubicBezTo>
                <a:cubicBezTo>
                  <a:pt x="98492" y="316291"/>
                  <a:pt x="96915" y="314325"/>
                  <a:pt x="95875" y="311970"/>
                </a:cubicBezTo>
                <a:cubicBezTo>
                  <a:pt x="94823" y="309616"/>
                  <a:pt x="94560" y="306987"/>
                  <a:pt x="95086" y="304107"/>
                </a:cubicBezTo>
                <a:lnTo>
                  <a:pt x="114734" y="220416"/>
                </a:lnTo>
                <a:lnTo>
                  <a:pt x="49903" y="164238"/>
                </a:lnTo>
                <a:cubicBezTo>
                  <a:pt x="47537" y="162135"/>
                  <a:pt x="46097" y="159780"/>
                  <a:pt x="45583" y="157163"/>
                </a:cubicBezTo>
                <a:cubicBezTo>
                  <a:pt x="45057" y="154808"/>
                  <a:pt x="45183" y="152316"/>
                  <a:pt x="45971" y="149699"/>
                </a:cubicBezTo>
                <a:cubicBezTo>
                  <a:pt x="46497" y="147344"/>
                  <a:pt x="47800" y="145378"/>
                  <a:pt x="49903" y="143801"/>
                </a:cubicBezTo>
                <a:cubicBezTo>
                  <a:pt x="51995" y="142235"/>
                  <a:pt x="54487" y="141321"/>
                  <a:pt x="57367" y="141058"/>
                </a:cubicBezTo>
                <a:lnTo>
                  <a:pt x="143024" y="133594"/>
                </a:lnTo>
                <a:lnTo>
                  <a:pt x="176022" y="54613"/>
                </a:lnTo>
                <a:cubicBezTo>
                  <a:pt x="177336" y="51732"/>
                  <a:pt x="179165" y="49640"/>
                  <a:pt x="181520" y="48326"/>
                </a:cubicBezTo>
                <a:cubicBezTo>
                  <a:pt x="183886" y="47023"/>
                  <a:pt x="186240" y="46360"/>
                  <a:pt x="188595" y="46360"/>
                </a:cubicBezTo>
                <a:cubicBezTo>
                  <a:pt x="190950" y="46360"/>
                  <a:pt x="193316" y="47023"/>
                  <a:pt x="195670" y="48326"/>
                </a:cubicBezTo>
                <a:cubicBezTo>
                  <a:pt x="198025" y="49640"/>
                  <a:pt x="199854" y="51732"/>
                  <a:pt x="201168" y="54613"/>
                </a:cubicBezTo>
                <a:lnTo>
                  <a:pt x="234178" y="133594"/>
                </a:lnTo>
                <a:lnTo>
                  <a:pt x="319823" y="141058"/>
                </a:lnTo>
                <a:cubicBezTo>
                  <a:pt x="322703" y="141321"/>
                  <a:pt x="325195" y="142235"/>
                  <a:pt x="327287" y="143801"/>
                </a:cubicBezTo>
                <a:cubicBezTo>
                  <a:pt x="329390" y="145378"/>
                  <a:pt x="330693" y="147344"/>
                  <a:pt x="331219" y="149699"/>
                </a:cubicBezTo>
                <a:cubicBezTo>
                  <a:pt x="332007" y="152316"/>
                  <a:pt x="332133" y="154808"/>
                  <a:pt x="331619" y="157163"/>
                </a:cubicBezTo>
                <a:cubicBezTo>
                  <a:pt x="331093" y="159780"/>
                  <a:pt x="329653" y="162135"/>
                  <a:pt x="327287" y="164238"/>
                </a:cubicBezTo>
                <a:lnTo>
                  <a:pt x="262467" y="220416"/>
                </a:lnTo>
                <a:lnTo>
                  <a:pt x="282104" y="304107"/>
                </a:lnTo>
                <a:cubicBezTo>
                  <a:pt x="282630" y="306987"/>
                  <a:pt x="282367" y="309616"/>
                  <a:pt x="281327" y="311970"/>
                </a:cubicBezTo>
                <a:cubicBezTo>
                  <a:pt x="280275" y="314325"/>
                  <a:pt x="278698" y="316291"/>
                  <a:pt x="276606" y="317857"/>
                </a:cubicBezTo>
                <a:cubicBezTo>
                  <a:pt x="274514" y="319434"/>
                  <a:pt x="272148" y="320223"/>
                  <a:pt x="269531" y="320223"/>
                </a:cubicBezTo>
                <a:cubicBezTo>
                  <a:pt x="266913" y="320486"/>
                  <a:pt x="264296" y="319823"/>
                  <a:pt x="261678" y="318257"/>
                </a:cubicBezTo>
                <a:lnTo>
                  <a:pt x="188595" y="274251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70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2396"/>
                </a:moveTo>
                <a:cubicBezTo>
                  <a:pt x="148259" y="332396"/>
                  <a:pt x="114209" y="326109"/>
                  <a:pt x="86445" y="313536"/>
                </a:cubicBezTo>
                <a:cubicBezTo>
                  <a:pt x="58670" y="300963"/>
                  <a:pt x="44794" y="285510"/>
                  <a:pt x="44794" y="267176"/>
                </a:cubicBezTo>
                <a:lnTo>
                  <a:pt x="44794" y="110014"/>
                </a:lnTo>
                <a:cubicBezTo>
                  <a:pt x="44794" y="91943"/>
                  <a:pt x="58807" y="76615"/>
                  <a:pt x="86834" y="64042"/>
                </a:cubicBezTo>
                <a:cubicBezTo>
                  <a:pt x="114860" y="51206"/>
                  <a:pt x="148784" y="44794"/>
                  <a:pt x="188595" y="44794"/>
                </a:cubicBezTo>
                <a:cubicBezTo>
                  <a:pt x="228143" y="44794"/>
                  <a:pt x="262067" y="51206"/>
                  <a:pt x="290356" y="64042"/>
                </a:cubicBezTo>
                <a:cubicBezTo>
                  <a:pt x="318383" y="76615"/>
                  <a:pt x="332396" y="91943"/>
                  <a:pt x="332396" y="110014"/>
                </a:cubicBezTo>
                <a:lnTo>
                  <a:pt x="332396" y="267176"/>
                </a:lnTo>
                <a:cubicBezTo>
                  <a:pt x="332396" y="285510"/>
                  <a:pt x="318520" y="300963"/>
                  <a:pt x="290756" y="313536"/>
                </a:cubicBezTo>
                <a:cubicBezTo>
                  <a:pt x="262981" y="326109"/>
                  <a:pt x="228931" y="332396"/>
                  <a:pt x="188595" y="332396"/>
                </a:cubicBezTo>
                <a:close/>
                <a:moveTo>
                  <a:pt x="188595" y="138303"/>
                </a:moveTo>
                <a:cubicBezTo>
                  <a:pt x="211124" y="138303"/>
                  <a:pt x="234178" y="134771"/>
                  <a:pt x="257747" y="127696"/>
                </a:cubicBezTo>
                <a:cubicBezTo>
                  <a:pt x="281327" y="120884"/>
                  <a:pt x="296643" y="113157"/>
                  <a:pt x="303718" y="104516"/>
                </a:cubicBezTo>
                <a:cubicBezTo>
                  <a:pt x="296380" y="96126"/>
                  <a:pt x="280927" y="88400"/>
                  <a:pt x="257358" y="81336"/>
                </a:cubicBezTo>
                <a:cubicBezTo>
                  <a:pt x="233515" y="74261"/>
                  <a:pt x="210598" y="70729"/>
                  <a:pt x="188595" y="70729"/>
                </a:cubicBezTo>
                <a:cubicBezTo>
                  <a:pt x="165541" y="70729"/>
                  <a:pt x="142498" y="74124"/>
                  <a:pt x="119443" y="80936"/>
                </a:cubicBezTo>
                <a:cubicBezTo>
                  <a:pt x="96126" y="87748"/>
                  <a:pt x="80673" y="95612"/>
                  <a:pt x="73083" y="104516"/>
                </a:cubicBezTo>
                <a:cubicBezTo>
                  <a:pt x="80673" y="113683"/>
                  <a:pt x="95875" y="121535"/>
                  <a:pt x="118655" y="128085"/>
                </a:cubicBezTo>
                <a:cubicBezTo>
                  <a:pt x="141709" y="134897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072" y="221731"/>
                  <a:pt x="220816" y="220416"/>
                </a:cubicBezTo>
                <a:cubicBezTo>
                  <a:pt x="231812" y="219113"/>
                  <a:pt x="242293" y="217273"/>
                  <a:pt x="252249" y="214918"/>
                </a:cubicBezTo>
                <a:cubicBezTo>
                  <a:pt x="262467" y="212564"/>
                  <a:pt x="272148" y="209683"/>
                  <a:pt x="281327" y="206277"/>
                </a:cubicBezTo>
                <a:cubicBezTo>
                  <a:pt x="290493" y="202871"/>
                  <a:pt x="298872" y="198939"/>
                  <a:pt x="306473" y="194493"/>
                </a:cubicBezTo>
                <a:lnTo>
                  <a:pt x="306473" y="136737"/>
                </a:lnTo>
                <a:cubicBezTo>
                  <a:pt x="298609" y="140920"/>
                  <a:pt x="290093" y="144715"/>
                  <a:pt x="280927" y="148121"/>
                </a:cubicBezTo>
                <a:cubicBezTo>
                  <a:pt x="271760" y="151528"/>
                  <a:pt x="262067" y="154408"/>
                  <a:pt x="251849" y="156774"/>
                </a:cubicBezTo>
                <a:cubicBezTo>
                  <a:pt x="241905" y="159128"/>
                  <a:pt x="231549" y="160957"/>
                  <a:pt x="220816" y="162272"/>
                </a:cubicBezTo>
                <a:cubicBezTo>
                  <a:pt x="210072" y="163575"/>
                  <a:pt x="199202" y="164238"/>
                  <a:pt x="188206" y="164238"/>
                </a:cubicBezTo>
                <a:cubicBezTo>
                  <a:pt x="177199" y="164238"/>
                  <a:pt x="166329" y="163575"/>
                  <a:pt x="155597" y="162272"/>
                </a:cubicBezTo>
                <a:cubicBezTo>
                  <a:pt x="144590" y="160957"/>
                  <a:pt x="133982" y="159128"/>
                  <a:pt x="123764" y="156774"/>
                </a:cubicBezTo>
                <a:cubicBezTo>
                  <a:pt x="113809" y="154408"/>
                  <a:pt x="104253" y="151528"/>
                  <a:pt x="95086" y="148121"/>
                </a:cubicBezTo>
                <a:cubicBezTo>
                  <a:pt x="86182" y="144715"/>
                  <a:pt x="78055" y="140920"/>
                  <a:pt x="70729" y="136737"/>
                </a:cubicBezTo>
                <a:lnTo>
                  <a:pt x="70729" y="194493"/>
                </a:lnTo>
                <a:cubicBezTo>
                  <a:pt x="77793" y="198939"/>
                  <a:pt x="85919" y="202871"/>
                  <a:pt x="95086" y="206277"/>
                </a:cubicBezTo>
                <a:cubicBezTo>
                  <a:pt x="103990" y="209683"/>
                  <a:pt x="113420" y="212564"/>
                  <a:pt x="123375" y="214918"/>
                </a:cubicBezTo>
                <a:cubicBezTo>
                  <a:pt x="133594" y="217273"/>
                  <a:pt x="144201" y="219113"/>
                  <a:pt x="155197" y="220416"/>
                </a:cubicBezTo>
                <a:cubicBezTo>
                  <a:pt x="166204" y="221731"/>
                  <a:pt x="177199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004" y="305284"/>
                  <a:pt x="227103" y="302929"/>
                </a:cubicBezTo>
                <a:cubicBezTo>
                  <a:pt x="240464" y="300838"/>
                  <a:pt x="252637" y="297957"/>
                  <a:pt x="263644" y="294288"/>
                </a:cubicBezTo>
                <a:cubicBezTo>
                  <a:pt x="274903" y="290619"/>
                  <a:pt x="284333" y="286562"/>
                  <a:pt x="291934" y="282104"/>
                </a:cubicBezTo>
                <a:cubicBezTo>
                  <a:pt x="299786" y="277658"/>
                  <a:pt x="304632" y="273074"/>
                  <a:pt x="306473" y="268354"/>
                </a:cubicBezTo>
                <a:lnTo>
                  <a:pt x="306473" y="221205"/>
                </a:lnTo>
                <a:cubicBezTo>
                  <a:pt x="298872" y="225662"/>
                  <a:pt x="290493" y="229457"/>
                  <a:pt x="281327" y="232600"/>
                </a:cubicBezTo>
                <a:cubicBezTo>
                  <a:pt x="272411" y="236007"/>
                  <a:pt x="262856" y="238887"/>
                  <a:pt x="252637" y="241242"/>
                </a:cubicBezTo>
                <a:cubicBezTo>
                  <a:pt x="242419" y="243608"/>
                  <a:pt x="231949" y="245299"/>
                  <a:pt x="221205" y="246351"/>
                </a:cubicBezTo>
                <a:cubicBezTo>
                  <a:pt x="210472" y="247665"/>
                  <a:pt x="199465" y="248317"/>
                  <a:pt x="188206" y="248317"/>
                </a:cubicBezTo>
                <a:cubicBezTo>
                  <a:pt x="176936" y="248317"/>
                  <a:pt x="165941" y="247665"/>
                  <a:pt x="155197" y="246351"/>
                </a:cubicBezTo>
                <a:cubicBezTo>
                  <a:pt x="144201" y="245299"/>
                  <a:pt x="133594" y="243608"/>
                  <a:pt x="123375" y="241242"/>
                </a:cubicBezTo>
                <a:cubicBezTo>
                  <a:pt x="113420" y="238887"/>
                  <a:pt x="103990" y="236007"/>
                  <a:pt x="95086" y="232600"/>
                </a:cubicBezTo>
                <a:cubicBezTo>
                  <a:pt x="86182" y="229194"/>
                  <a:pt x="78055" y="225400"/>
                  <a:pt x="70729" y="221205"/>
                </a:cubicBezTo>
                <a:lnTo>
                  <a:pt x="70729" y="268754"/>
                </a:lnTo>
                <a:cubicBezTo>
                  <a:pt x="72295" y="273200"/>
                  <a:pt x="76878" y="277658"/>
                  <a:pt x="84479" y="282104"/>
                </a:cubicBezTo>
                <a:cubicBezTo>
                  <a:pt x="92332" y="286824"/>
                  <a:pt x="101898" y="290882"/>
                  <a:pt x="113157" y="294288"/>
                </a:cubicBezTo>
                <a:cubicBezTo>
                  <a:pt x="124164" y="297957"/>
                  <a:pt x="136337" y="300838"/>
                  <a:pt x="149699" y="302929"/>
                </a:cubicBezTo>
                <a:cubicBezTo>
                  <a:pt x="162797" y="305284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2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68" y="92732"/>
                </a:moveTo>
                <a:cubicBezTo>
                  <a:pt x="107259" y="92732"/>
                  <a:pt x="102676" y="94560"/>
                  <a:pt x="99018" y="98229"/>
                </a:cubicBezTo>
                <a:cubicBezTo>
                  <a:pt x="95086" y="102161"/>
                  <a:pt x="93120" y="106871"/>
                  <a:pt x="93120" y="112368"/>
                </a:cubicBezTo>
                <a:cubicBezTo>
                  <a:pt x="93120" y="117878"/>
                  <a:pt x="95086" y="122461"/>
                  <a:pt x="99018" y="126119"/>
                </a:cubicBezTo>
                <a:cubicBezTo>
                  <a:pt x="102676" y="130051"/>
                  <a:pt x="107259" y="132017"/>
                  <a:pt x="112768" y="132017"/>
                </a:cubicBezTo>
                <a:cubicBezTo>
                  <a:pt x="118266" y="132017"/>
                  <a:pt x="122975" y="130051"/>
                  <a:pt x="126907" y="126119"/>
                </a:cubicBezTo>
                <a:cubicBezTo>
                  <a:pt x="130576" y="122461"/>
                  <a:pt x="132405" y="117878"/>
                  <a:pt x="132405" y="112368"/>
                </a:cubicBezTo>
                <a:cubicBezTo>
                  <a:pt x="132405" y="106871"/>
                  <a:pt x="130451" y="102161"/>
                  <a:pt x="126519" y="98229"/>
                </a:cubicBezTo>
                <a:cubicBezTo>
                  <a:pt x="122850" y="94560"/>
                  <a:pt x="118266" y="92732"/>
                  <a:pt x="112768" y="92732"/>
                </a:cubicBezTo>
                <a:close/>
                <a:moveTo>
                  <a:pt x="112768" y="260101"/>
                </a:moveTo>
                <a:cubicBezTo>
                  <a:pt x="107259" y="260101"/>
                  <a:pt x="102676" y="262067"/>
                  <a:pt x="99018" y="265999"/>
                </a:cubicBezTo>
                <a:cubicBezTo>
                  <a:pt x="95086" y="269668"/>
                  <a:pt x="93120" y="274251"/>
                  <a:pt x="93120" y="279749"/>
                </a:cubicBezTo>
                <a:cubicBezTo>
                  <a:pt x="93120" y="285247"/>
                  <a:pt x="95086" y="289968"/>
                  <a:pt x="99018" y="293900"/>
                </a:cubicBezTo>
                <a:cubicBezTo>
                  <a:pt x="102676" y="297557"/>
                  <a:pt x="107259" y="299397"/>
                  <a:pt x="112768" y="299397"/>
                </a:cubicBezTo>
                <a:cubicBezTo>
                  <a:pt x="118266" y="299397"/>
                  <a:pt x="122975" y="297431"/>
                  <a:pt x="126907" y="293500"/>
                </a:cubicBezTo>
                <a:cubicBezTo>
                  <a:pt x="130576" y="289831"/>
                  <a:pt x="132405" y="285247"/>
                  <a:pt x="132405" y="279749"/>
                </a:cubicBezTo>
                <a:cubicBezTo>
                  <a:pt x="132405" y="274251"/>
                  <a:pt x="130451" y="269668"/>
                  <a:pt x="126519" y="265999"/>
                </a:cubicBezTo>
                <a:cubicBezTo>
                  <a:pt x="122850" y="262067"/>
                  <a:pt x="118266" y="260101"/>
                  <a:pt x="112768" y="260101"/>
                </a:cubicBezTo>
                <a:close/>
                <a:moveTo>
                  <a:pt x="59722" y="42440"/>
                </a:moveTo>
                <a:lnTo>
                  <a:pt x="317080" y="42440"/>
                </a:lnTo>
                <a:cubicBezTo>
                  <a:pt x="321789" y="42440"/>
                  <a:pt x="325458" y="43743"/>
                  <a:pt x="328075" y="46360"/>
                </a:cubicBezTo>
                <a:cubicBezTo>
                  <a:pt x="330956" y="49240"/>
                  <a:pt x="332396" y="53047"/>
                  <a:pt x="332396" y="57756"/>
                </a:cubicBezTo>
                <a:lnTo>
                  <a:pt x="332396" y="164626"/>
                </a:lnTo>
                <a:cubicBezTo>
                  <a:pt x="332396" y="169610"/>
                  <a:pt x="330956" y="173930"/>
                  <a:pt x="328075" y="177599"/>
                </a:cubicBezTo>
                <a:cubicBezTo>
                  <a:pt x="325458" y="180994"/>
                  <a:pt x="321789" y="182697"/>
                  <a:pt x="317080" y="182697"/>
                </a:cubicBezTo>
                <a:lnTo>
                  <a:pt x="59722" y="182697"/>
                </a:lnTo>
                <a:cubicBezTo>
                  <a:pt x="55264" y="182697"/>
                  <a:pt x="51732" y="180994"/>
                  <a:pt x="49115" y="177599"/>
                </a:cubicBezTo>
                <a:cubicBezTo>
                  <a:pt x="46234" y="173930"/>
                  <a:pt x="44794" y="169610"/>
                  <a:pt x="44794" y="164626"/>
                </a:cubicBezTo>
                <a:lnTo>
                  <a:pt x="44794" y="57756"/>
                </a:lnTo>
                <a:cubicBezTo>
                  <a:pt x="44794" y="53047"/>
                  <a:pt x="46234" y="49240"/>
                  <a:pt x="49115" y="46360"/>
                </a:cubicBezTo>
                <a:cubicBezTo>
                  <a:pt x="51732" y="43743"/>
                  <a:pt x="55264" y="42440"/>
                  <a:pt x="59722" y="42440"/>
                </a:cubicBezTo>
                <a:close/>
                <a:moveTo>
                  <a:pt x="71506" y="69152"/>
                </a:moveTo>
                <a:lnTo>
                  <a:pt x="71506" y="155985"/>
                </a:lnTo>
                <a:lnTo>
                  <a:pt x="305684" y="155985"/>
                </a:lnTo>
                <a:lnTo>
                  <a:pt x="305684" y="69152"/>
                </a:lnTo>
                <a:lnTo>
                  <a:pt x="71506" y="69152"/>
                </a:lnTo>
                <a:close/>
                <a:moveTo>
                  <a:pt x="59722" y="209420"/>
                </a:moveTo>
                <a:lnTo>
                  <a:pt x="315502" y="209420"/>
                </a:lnTo>
                <a:cubicBezTo>
                  <a:pt x="319960" y="209420"/>
                  <a:pt x="323880" y="211249"/>
                  <a:pt x="327287" y="214918"/>
                </a:cubicBezTo>
                <a:cubicBezTo>
                  <a:pt x="330693" y="218587"/>
                  <a:pt x="332396" y="222782"/>
                  <a:pt x="332396" y="227491"/>
                </a:cubicBezTo>
                <a:lnTo>
                  <a:pt x="332396" y="332396"/>
                </a:lnTo>
                <a:cubicBezTo>
                  <a:pt x="332396" y="338157"/>
                  <a:pt x="330693" y="342489"/>
                  <a:pt x="327287" y="345369"/>
                </a:cubicBezTo>
                <a:cubicBezTo>
                  <a:pt x="323880" y="348512"/>
                  <a:pt x="319960" y="350078"/>
                  <a:pt x="315502" y="350078"/>
                </a:cubicBezTo>
                <a:lnTo>
                  <a:pt x="61688" y="350078"/>
                </a:lnTo>
                <a:cubicBezTo>
                  <a:pt x="56967" y="350078"/>
                  <a:pt x="53047" y="348512"/>
                  <a:pt x="49903" y="345369"/>
                </a:cubicBezTo>
                <a:cubicBezTo>
                  <a:pt x="46497" y="342489"/>
                  <a:pt x="44794" y="338157"/>
                  <a:pt x="44794" y="332396"/>
                </a:cubicBezTo>
                <a:lnTo>
                  <a:pt x="44794" y="227491"/>
                </a:lnTo>
                <a:cubicBezTo>
                  <a:pt x="44794" y="222782"/>
                  <a:pt x="46234" y="218587"/>
                  <a:pt x="49115" y="214918"/>
                </a:cubicBezTo>
                <a:cubicBezTo>
                  <a:pt x="51732" y="211249"/>
                  <a:pt x="55264" y="209420"/>
                  <a:pt x="59722" y="209420"/>
                </a:cubicBezTo>
                <a:close/>
                <a:moveTo>
                  <a:pt x="71506" y="236132"/>
                </a:moveTo>
                <a:lnTo>
                  <a:pt x="71506" y="323366"/>
                </a:lnTo>
                <a:lnTo>
                  <a:pt x="305684" y="323366"/>
                </a:lnTo>
                <a:lnTo>
                  <a:pt x="305684" y="236132"/>
                </a:lnTo>
                <a:lnTo>
                  <a:pt x="71506" y="236132"/>
                </a:lnTo>
                <a:close/>
                <a:moveTo>
                  <a:pt x="71506" y="69152"/>
                </a:moveTo>
                <a:lnTo>
                  <a:pt x="71506" y="155985"/>
                </a:lnTo>
                <a:lnTo>
                  <a:pt x="71506" y="69152"/>
                </a:lnTo>
                <a:close/>
                <a:moveTo>
                  <a:pt x="71506" y="236132"/>
                </a:moveTo>
                <a:lnTo>
                  <a:pt x="71506" y="323366"/>
                </a:lnTo>
                <a:lnTo>
                  <a:pt x="71506" y="2361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4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6680"/>
                </a:moveTo>
                <a:cubicBezTo>
                  <a:pt x="75049" y="316680"/>
                  <a:pt x="55013" y="308427"/>
                  <a:pt x="38508" y="291934"/>
                </a:cubicBezTo>
                <a:cubicBezTo>
                  <a:pt x="22003" y="275429"/>
                  <a:pt x="13750" y="255255"/>
                  <a:pt x="13750" y="231423"/>
                </a:cubicBezTo>
                <a:cubicBezTo>
                  <a:pt x="13750" y="210723"/>
                  <a:pt x="20300" y="192390"/>
                  <a:pt x="33398" y="176411"/>
                </a:cubicBezTo>
                <a:cubicBezTo>
                  <a:pt x="46497" y="160431"/>
                  <a:pt x="63254" y="150876"/>
                  <a:pt x="83690" y="147733"/>
                </a:cubicBezTo>
                <a:cubicBezTo>
                  <a:pt x="89188" y="122061"/>
                  <a:pt x="101761" y="101236"/>
                  <a:pt x="121409" y="85256"/>
                </a:cubicBezTo>
                <a:cubicBezTo>
                  <a:pt x="141058" y="69026"/>
                  <a:pt x="163712" y="60899"/>
                  <a:pt x="189384" y="60899"/>
                </a:cubicBezTo>
                <a:cubicBezTo>
                  <a:pt x="218976" y="60899"/>
                  <a:pt x="243996" y="71643"/>
                  <a:pt x="264422" y="93120"/>
                </a:cubicBezTo>
                <a:cubicBezTo>
                  <a:pt x="284858" y="114334"/>
                  <a:pt x="295340" y="140006"/>
                  <a:pt x="295854" y="170124"/>
                </a:cubicBezTo>
                <a:lnTo>
                  <a:pt x="295854" y="179554"/>
                </a:lnTo>
                <a:cubicBezTo>
                  <a:pt x="314977" y="179554"/>
                  <a:pt x="331093" y="186103"/>
                  <a:pt x="344192" y="199202"/>
                </a:cubicBezTo>
                <a:cubicBezTo>
                  <a:pt x="357279" y="212301"/>
                  <a:pt x="363828" y="228543"/>
                  <a:pt x="363828" y="247928"/>
                </a:cubicBezTo>
                <a:cubicBezTo>
                  <a:pt x="363828" y="266788"/>
                  <a:pt x="357016" y="283018"/>
                  <a:pt x="343403" y="296643"/>
                </a:cubicBezTo>
                <a:cubicBezTo>
                  <a:pt x="330041" y="310004"/>
                  <a:pt x="313936" y="316680"/>
                  <a:pt x="295077" y="316680"/>
                </a:cubicBezTo>
                <a:lnTo>
                  <a:pt x="98618" y="316680"/>
                </a:lnTo>
                <a:close/>
                <a:moveTo>
                  <a:pt x="98618" y="289968"/>
                </a:moveTo>
                <a:lnTo>
                  <a:pt x="295077" y="289968"/>
                </a:lnTo>
                <a:cubicBezTo>
                  <a:pt x="306335" y="289968"/>
                  <a:pt x="316154" y="285773"/>
                  <a:pt x="324543" y="277395"/>
                </a:cubicBezTo>
                <a:cubicBezTo>
                  <a:pt x="332659" y="269268"/>
                  <a:pt x="336716" y="259450"/>
                  <a:pt x="336716" y="247928"/>
                </a:cubicBezTo>
                <a:cubicBezTo>
                  <a:pt x="336716" y="236395"/>
                  <a:pt x="332659" y="226577"/>
                  <a:pt x="324543" y="218462"/>
                </a:cubicBezTo>
                <a:cubicBezTo>
                  <a:pt x="316154" y="210072"/>
                  <a:pt x="306335" y="205889"/>
                  <a:pt x="295077" y="205889"/>
                </a:cubicBezTo>
                <a:lnTo>
                  <a:pt x="269142" y="205889"/>
                </a:lnTo>
                <a:lnTo>
                  <a:pt x="269142" y="172090"/>
                </a:lnTo>
                <a:cubicBezTo>
                  <a:pt x="269142" y="148521"/>
                  <a:pt x="261278" y="128485"/>
                  <a:pt x="245562" y="111980"/>
                </a:cubicBezTo>
                <a:cubicBezTo>
                  <a:pt x="229846" y="95738"/>
                  <a:pt x="210598" y="87622"/>
                  <a:pt x="187806" y="87622"/>
                </a:cubicBezTo>
                <a:cubicBezTo>
                  <a:pt x="165026" y="87622"/>
                  <a:pt x="145641" y="95875"/>
                  <a:pt x="129662" y="112368"/>
                </a:cubicBezTo>
                <a:cubicBezTo>
                  <a:pt x="113946" y="128873"/>
                  <a:pt x="106082" y="149047"/>
                  <a:pt x="106082" y="172879"/>
                </a:cubicBezTo>
                <a:lnTo>
                  <a:pt x="97441" y="172879"/>
                </a:lnTo>
                <a:cubicBezTo>
                  <a:pt x="81462" y="172879"/>
                  <a:pt x="67974" y="178514"/>
                  <a:pt x="56967" y="189772"/>
                </a:cubicBezTo>
                <a:cubicBezTo>
                  <a:pt x="45971" y="201042"/>
                  <a:pt x="40474" y="214918"/>
                  <a:pt x="40474" y="231423"/>
                </a:cubicBezTo>
                <a:cubicBezTo>
                  <a:pt x="40474" y="247665"/>
                  <a:pt x="46097" y="261416"/>
                  <a:pt x="57367" y="272674"/>
                </a:cubicBezTo>
                <a:cubicBezTo>
                  <a:pt x="68626" y="284207"/>
                  <a:pt x="82376" y="289968"/>
                  <a:pt x="98618" y="289968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6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5935" y="333573"/>
                </a:moveTo>
                <a:cubicBezTo>
                  <a:pt x="22266" y="333573"/>
                  <a:pt x="19248" y="332396"/>
                  <a:pt x="16894" y="330041"/>
                </a:cubicBezTo>
                <a:cubicBezTo>
                  <a:pt x="14802" y="327687"/>
                  <a:pt x="13750" y="324669"/>
                  <a:pt x="13750" y="321000"/>
                </a:cubicBezTo>
                <a:cubicBezTo>
                  <a:pt x="13750" y="317594"/>
                  <a:pt x="14802" y="314714"/>
                  <a:pt x="16894" y="312359"/>
                </a:cubicBezTo>
                <a:cubicBezTo>
                  <a:pt x="19248" y="310004"/>
                  <a:pt x="22266" y="308827"/>
                  <a:pt x="25935" y="308827"/>
                </a:cubicBezTo>
                <a:lnTo>
                  <a:pt x="351255" y="308827"/>
                </a:lnTo>
                <a:cubicBezTo>
                  <a:pt x="354924" y="308827"/>
                  <a:pt x="357942" y="310004"/>
                  <a:pt x="360296" y="312359"/>
                </a:cubicBezTo>
                <a:cubicBezTo>
                  <a:pt x="362651" y="314714"/>
                  <a:pt x="363828" y="317731"/>
                  <a:pt x="363828" y="321400"/>
                </a:cubicBezTo>
                <a:cubicBezTo>
                  <a:pt x="363828" y="324806"/>
                  <a:pt x="362651" y="327687"/>
                  <a:pt x="360296" y="330041"/>
                </a:cubicBezTo>
                <a:cubicBezTo>
                  <a:pt x="357942" y="332396"/>
                  <a:pt x="354924" y="333573"/>
                  <a:pt x="351255" y="333573"/>
                </a:cubicBezTo>
                <a:lnTo>
                  <a:pt x="25935" y="333573"/>
                </a:lnTo>
                <a:close/>
                <a:moveTo>
                  <a:pt x="55790" y="285247"/>
                </a:moveTo>
                <a:cubicBezTo>
                  <a:pt x="48726" y="285247"/>
                  <a:pt x="42440" y="282630"/>
                  <a:pt x="36930" y="277395"/>
                </a:cubicBezTo>
                <a:cubicBezTo>
                  <a:pt x="31695" y="271897"/>
                  <a:pt x="29078" y="265610"/>
                  <a:pt x="29078" y="258535"/>
                </a:cubicBezTo>
                <a:lnTo>
                  <a:pt x="29078" y="71506"/>
                </a:lnTo>
                <a:cubicBezTo>
                  <a:pt x="29078" y="64179"/>
                  <a:pt x="31695" y="57893"/>
                  <a:pt x="36930" y="52647"/>
                </a:cubicBezTo>
                <a:cubicBezTo>
                  <a:pt x="42440" y="47412"/>
                  <a:pt x="48726" y="44794"/>
                  <a:pt x="55790" y="44794"/>
                </a:cubicBezTo>
                <a:lnTo>
                  <a:pt x="321400" y="44794"/>
                </a:lnTo>
                <a:cubicBezTo>
                  <a:pt x="328727" y="44794"/>
                  <a:pt x="335013" y="47412"/>
                  <a:pt x="340260" y="52647"/>
                </a:cubicBezTo>
                <a:cubicBezTo>
                  <a:pt x="345495" y="57893"/>
                  <a:pt x="348112" y="64179"/>
                  <a:pt x="348112" y="71506"/>
                </a:cubicBezTo>
                <a:lnTo>
                  <a:pt x="348112" y="258535"/>
                </a:lnTo>
                <a:cubicBezTo>
                  <a:pt x="348112" y="265610"/>
                  <a:pt x="345495" y="271897"/>
                  <a:pt x="340260" y="277395"/>
                </a:cubicBezTo>
                <a:cubicBezTo>
                  <a:pt x="335013" y="282630"/>
                  <a:pt x="328727" y="285247"/>
                  <a:pt x="321400" y="285247"/>
                </a:cubicBezTo>
                <a:lnTo>
                  <a:pt x="55790" y="285247"/>
                </a:lnTo>
                <a:close/>
                <a:moveTo>
                  <a:pt x="55790" y="258535"/>
                </a:moveTo>
                <a:lnTo>
                  <a:pt x="321400" y="258535"/>
                </a:lnTo>
                <a:lnTo>
                  <a:pt x="321400" y="71506"/>
                </a:lnTo>
                <a:lnTo>
                  <a:pt x="55790" y="71506"/>
                </a:lnTo>
                <a:lnTo>
                  <a:pt x="55790" y="258535"/>
                </a:lnTo>
                <a:close/>
                <a:moveTo>
                  <a:pt x="55790" y="258535"/>
                </a:moveTo>
                <a:lnTo>
                  <a:pt x="55790" y="71506"/>
                </a:lnTo>
                <a:lnTo>
                  <a:pt x="55790" y="25853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8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397" y="187806"/>
                </a:moveTo>
                <a:lnTo>
                  <a:pt x="134371" y="255781"/>
                </a:lnTo>
                <a:cubicBezTo>
                  <a:pt x="137251" y="258398"/>
                  <a:pt x="138566" y="261541"/>
                  <a:pt x="138303" y="265210"/>
                </a:cubicBezTo>
                <a:cubicBezTo>
                  <a:pt x="138040" y="268616"/>
                  <a:pt x="136600" y="271760"/>
                  <a:pt x="133982" y="274640"/>
                </a:cubicBezTo>
                <a:cubicBezTo>
                  <a:pt x="131365" y="277258"/>
                  <a:pt x="128222" y="278572"/>
                  <a:pt x="124553" y="278572"/>
                </a:cubicBezTo>
                <a:cubicBezTo>
                  <a:pt x="120884" y="278572"/>
                  <a:pt x="117740" y="277258"/>
                  <a:pt x="115123" y="274640"/>
                </a:cubicBezTo>
                <a:lnTo>
                  <a:pt x="37719" y="197236"/>
                </a:lnTo>
                <a:cubicBezTo>
                  <a:pt x="36153" y="195933"/>
                  <a:pt x="35102" y="194493"/>
                  <a:pt x="34576" y="192916"/>
                </a:cubicBezTo>
                <a:cubicBezTo>
                  <a:pt x="33787" y="191350"/>
                  <a:pt x="33398" y="189647"/>
                  <a:pt x="33398" y="187806"/>
                </a:cubicBezTo>
                <a:cubicBezTo>
                  <a:pt x="33398" y="185978"/>
                  <a:pt x="33787" y="184274"/>
                  <a:pt x="34576" y="182697"/>
                </a:cubicBezTo>
                <a:cubicBezTo>
                  <a:pt x="35102" y="181131"/>
                  <a:pt x="36153" y="179691"/>
                  <a:pt x="37719" y="178377"/>
                </a:cubicBezTo>
                <a:lnTo>
                  <a:pt x="116300" y="99795"/>
                </a:lnTo>
                <a:cubicBezTo>
                  <a:pt x="118918" y="97178"/>
                  <a:pt x="122061" y="95875"/>
                  <a:pt x="125730" y="95875"/>
                </a:cubicBezTo>
                <a:cubicBezTo>
                  <a:pt x="129399" y="95875"/>
                  <a:pt x="132542" y="97178"/>
                  <a:pt x="135160" y="99795"/>
                </a:cubicBezTo>
                <a:cubicBezTo>
                  <a:pt x="137777" y="102413"/>
                  <a:pt x="139092" y="105556"/>
                  <a:pt x="139092" y="109225"/>
                </a:cubicBezTo>
                <a:cubicBezTo>
                  <a:pt x="139092" y="113157"/>
                  <a:pt x="137777" y="116426"/>
                  <a:pt x="135160" y="119055"/>
                </a:cubicBezTo>
                <a:lnTo>
                  <a:pt x="66397" y="187806"/>
                </a:lnTo>
                <a:close/>
                <a:moveTo>
                  <a:pt x="310793" y="187806"/>
                </a:moveTo>
                <a:lnTo>
                  <a:pt x="242819" y="119832"/>
                </a:lnTo>
                <a:cubicBezTo>
                  <a:pt x="239939" y="117215"/>
                  <a:pt x="238624" y="114071"/>
                  <a:pt x="238887" y="110402"/>
                </a:cubicBezTo>
                <a:cubicBezTo>
                  <a:pt x="239150" y="106996"/>
                  <a:pt x="240590" y="103853"/>
                  <a:pt x="243208" y="100973"/>
                </a:cubicBezTo>
                <a:cubicBezTo>
                  <a:pt x="245825" y="98355"/>
                  <a:pt x="248968" y="97052"/>
                  <a:pt x="252637" y="97052"/>
                </a:cubicBezTo>
                <a:cubicBezTo>
                  <a:pt x="256306" y="97052"/>
                  <a:pt x="259575" y="98355"/>
                  <a:pt x="262467" y="100973"/>
                </a:cubicBezTo>
                <a:lnTo>
                  <a:pt x="339860" y="178377"/>
                </a:lnTo>
                <a:cubicBezTo>
                  <a:pt x="341174" y="179691"/>
                  <a:pt x="342088" y="181131"/>
                  <a:pt x="342614" y="182697"/>
                </a:cubicBezTo>
                <a:cubicBezTo>
                  <a:pt x="343403" y="184274"/>
                  <a:pt x="343792" y="185978"/>
                  <a:pt x="343792" y="187806"/>
                </a:cubicBezTo>
                <a:cubicBezTo>
                  <a:pt x="343792" y="189647"/>
                  <a:pt x="343403" y="191350"/>
                  <a:pt x="342614" y="192916"/>
                </a:cubicBezTo>
                <a:cubicBezTo>
                  <a:pt x="342088" y="194493"/>
                  <a:pt x="341174" y="195933"/>
                  <a:pt x="339860" y="197236"/>
                </a:cubicBezTo>
                <a:lnTo>
                  <a:pt x="261278" y="275817"/>
                </a:lnTo>
                <a:cubicBezTo>
                  <a:pt x="258398" y="278435"/>
                  <a:pt x="255255" y="279749"/>
                  <a:pt x="251849" y="279749"/>
                </a:cubicBezTo>
                <a:cubicBezTo>
                  <a:pt x="248191" y="279749"/>
                  <a:pt x="245048" y="278309"/>
                  <a:pt x="242419" y="275429"/>
                </a:cubicBezTo>
                <a:cubicBezTo>
                  <a:pt x="239539" y="272811"/>
                  <a:pt x="238098" y="269668"/>
                  <a:pt x="238098" y="265999"/>
                </a:cubicBezTo>
                <a:cubicBezTo>
                  <a:pt x="238098" y="262330"/>
                  <a:pt x="239539" y="259061"/>
                  <a:pt x="242419" y="256181"/>
                </a:cubicBezTo>
                <a:lnTo>
                  <a:pt x="310793" y="1878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80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2212"/>
                </a:moveTo>
                <a:lnTo>
                  <a:pt x="144978" y="188595"/>
                </a:lnTo>
                <a:lnTo>
                  <a:pt x="188595" y="144978"/>
                </a:lnTo>
                <a:lnTo>
                  <a:pt x="232212" y="188595"/>
                </a:lnTo>
                <a:lnTo>
                  <a:pt x="188595" y="232212"/>
                </a:lnTo>
                <a:close/>
                <a:moveTo>
                  <a:pt x="155197" y="112368"/>
                </a:moveTo>
                <a:lnTo>
                  <a:pt x="121021" y="78581"/>
                </a:lnTo>
                <a:lnTo>
                  <a:pt x="169736" y="29867"/>
                </a:lnTo>
                <a:cubicBezTo>
                  <a:pt x="172353" y="27238"/>
                  <a:pt x="175370" y="25272"/>
                  <a:pt x="178777" y="23969"/>
                </a:cubicBezTo>
                <a:cubicBezTo>
                  <a:pt x="181920" y="22654"/>
                  <a:pt x="185189" y="22003"/>
                  <a:pt x="188595" y="22003"/>
                </a:cubicBezTo>
                <a:cubicBezTo>
                  <a:pt x="192001" y="22003"/>
                  <a:pt x="195270" y="22654"/>
                  <a:pt x="198413" y="23969"/>
                </a:cubicBezTo>
                <a:cubicBezTo>
                  <a:pt x="201820" y="25272"/>
                  <a:pt x="204837" y="27238"/>
                  <a:pt x="207455" y="29867"/>
                </a:cubicBezTo>
                <a:lnTo>
                  <a:pt x="256181" y="78581"/>
                </a:lnTo>
                <a:lnTo>
                  <a:pt x="221993" y="112368"/>
                </a:lnTo>
                <a:lnTo>
                  <a:pt x="188595" y="78970"/>
                </a:lnTo>
                <a:lnTo>
                  <a:pt x="155197" y="112368"/>
                </a:lnTo>
                <a:close/>
                <a:moveTo>
                  <a:pt x="78581" y="256181"/>
                </a:moveTo>
                <a:lnTo>
                  <a:pt x="29867" y="207455"/>
                </a:lnTo>
                <a:cubicBezTo>
                  <a:pt x="27238" y="204837"/>
                  <a:pt x="25272" y="201820"/>
                  <a:pt x="23969" y="198413"/>
                </a:cubicBezTo>
                <a:cubicBezTo>
                  <a:pt x="22654" y="195270"/>
                  <a:pt x="22003" y="192001"/>
                  <a:pt x="22003" y="188595"/>
                </a:cubicBezTo>
                <a:cubicBezTo>
                  <a:pt x="22003" y="185189"/>
                  <a:pt x="22654" y="181920"/>
                  <a:pt x="23969" y="178777"/>
                </a:cubicBezTo>
                <a:cubicBezTo>
                  <a:pt x="25272" y="175370"/>
                  <a:pt x="27238" y="172353"/>
                  <a:pt x="29867" y="169736"/>
                </a:cubicBezTo>
                <a:lnTo>
                  <a:pt x="78581" y="121021"/>
                </a:lnTo>
                <a:lnTo>
                  <a:pt x="112368" y="155197"/>
                </a:lnTo>
                <a:lnTo>
                  <a:pt x="78970" y="188595"/>
                </a:lnTo>
                <a:lnTo>
                  <a:pt x="112368" y="221993"/>
                </a:lnTo>
                <a:lnTo>
                  <a:pt x="78581" y="256181"/>
                </a:lnTo>
                <a:close/>
                <a:moveTo>
                  <a:pt x="298609" y="256181"/>
                </a:moveTo>
                <a:lnTo>
                  <a:pt x="264822" y="221993"/>
                </a:lnTo>
                <a:lnTo>
                  <a:pt x="298220" y="188595"/>
                </a:lnTo>
                <a:lnTo>
                  <a:pt x="264822" y="155197"/>
                </a:lnTo>
                <a:lnTo>
                  <a:pt x="298609" y="121021"/>
                </a:lnTo>
                <a:lnTo>
                  <a:pt x="347335" y="169736"/>
                </a:lnTo>
                <a:cubicBezTo>
                  <a:pt x="349952" y="172353"/>
                  <a:pt x="351918" y="175370"/>
                  <a:pt x="353221" y="178777"/>
                </a:cubicBezTo>
                <a:cubicBezTo>
                  <a:pt x="354536" y="181920"/>
                  <a:pt x="355187" y="185189"/>
                  <a:pt x="355187" y="188595"/>
                </a:cubicBezTo>
                <a:cubicBezTo>
                  <a:pt x="355187" y="192001"/>
                  <a:pt x="354536" y="195270"/>
                  <a:pt x="353221" y="198413"/>
                </a:cubicBezTo>
                <a:cubicBezTo>
                  <a:pt x="351918" y="201820"/>
                  <a:pt x="349952" y="204837"/>
                  <a:pt x="347335" y="207455"/>
                </a:cubicBezTo>
                <a:lnTo>
                  <a:pt x="298609" y="256181"/>
                </a:lnTo>
                <a:close/>
                <a:moveTo>
                  <a:pt x="169736" y="347335"/>
                </a:moveTo>
                <a:lnTo>
                  <a:pt x="121021" y="298609"/>
                </a:lnTo>
                <a:lnTo>
                  <a:pt x="155197" y="264822"/>
                </a:lnTo>
                <a:lnTo>
                  <a:pt x="188595" y="298220"/>
                </a:lnTo>
                <a:lnTo>
                  <a:pt x="221993" y="264822"/>
                </a:lnTo>
                <a:lnTo>
                  <a:pt x="256181" y="298609"/>
                </a:lnTo>
                <a:lnTo>
                  <a:pt x="207455" y="347335"/>
                </a:lnTo>
                <a:cubicBezTo>
                  <a:pt x="204837" y="349952"/>
                  <a:pt x="201820" y="351918"/>
                  <a:pt x="198413" y="353221"/>
                </a:cubicBezTo>
                <a:cubicBezTo>
                  <a:pt x="195270" y="354536"/>
                  <a:pt x="192001" y="355187"/>
                  <a:pt x="188595" y="355187"/>
                </a:cubicBezTo>
                <a:cubicBezTo>
                  <a:pt x="185189" y="355187"/>
                  <a:pt x="181920" y="354536"/>
                  <a:pt x="178777" y="353221"/>
                </a:cubicBezTo>
                <a:cubicBezTo>
                  <a:pt x="175370" y="351918"/>
                  <a:pt x="172353" y="349952"/>
                  <a:pt x="169736" y="34733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2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790" y="229457"/>
                </a:moveTo>
                <a:cubicBezTo>
                  <a:pt x="44006" y="229457"/>
                  <a:pt x="34050" y="225400"/>
                  <a:pt x="25935" y="217273"/>
                </a:cubicBezTo>
                <a:cubicBezTo>
                  <a:pt x="17808" y="209158"/>
                  <a:pt x="13750" y="199202"/>
                  <a:pt x="13750" y="187418"/>
                </a:cubicBezTo>
                <a:cubicBezTo>
                  <a:pt x="13750" y="175633"/>
                  <a:pt x="17808" y="165678"/>
                  <a:pt x="25935" y="157551"/>
                </a:cubicBezTo>
                <a:cubicBezTo>
                  <a:pt x="34050" y="149436"/>
                  <a:pt x="44006" y="145378"/>
                  <a:pt x="55790" y="145378"/>
                </a:cubicBezTo>
                <a:lnTo>
                  <a:pt x="55790" y="95086"/>
                </a:lnTo>
                <a:cubicBezTo>
                  <a:pt x="55790" y="88800"/>
                  <a:pt x="58156" y="83302"/>
                  <a:pt x="62865" y="78581"/>
                </a:cubicBezTo>
                <a:cubicBezTo>
                  <a:pt x="67586" y="73872"/>
                  <a:pt x="73083" y="71506"/>
                  <a:pt x="79370" y="71506"/>
                </a:cubicBezTo>
                <a:lnTo>
                  <a:pt x="146555" y="71506"/>
                </a:lnTo>
                <a:cubicBezTo>
                  <a:pt x="146555" y="59722"/>
                  <a:pt x="150613" y="49766"/>
                  <a:pt x="158740" y="41651"/>
                </a:cubicBezTo>
                <a:cubicBezTo>
                  <a:pt x="166855" y="33524"/>
                  <a:pt x="176811" y="29467"/>
                  <a:pt x="188595" y="29467"/>
                </a:cubicBezTo>
                <a:cubicBezTo>
                  <a:pt x="200379" y="29467"/>
                  <a:pt x="210335" y="33524"/>
                  <a:pt x="218462" y="41651"/>
                </a:cubicBezTo>
                <a:cubicBezTo>
                  <a:pt x="226577" y="49766"/>
                  <a:pt x="230635" y="59722"/>
                  <a:pt x="230635" y="71506"/>
                </a:cubicBezTo>
                <a:lnTo>
                  <a:pt x="298220" y="71506"/>
                </a:lnTo>
                <a:cubicBezTo>
                  <a:pt x="304507" y="71506"/>
                  <a:pt x="310004" y="73872"/>
                  <a:pt x="314714" y="78581"/>
                </a:cubicBezTo>
                <a:cubicBezTo>
                  <a:pt x="319434" y="83302"/>
                  <a:pt x="321789" y="88800"/>
                  <a:pt x="321789" y="95086"/>
                </a:cubicBezTo>
                <a:lnTo>
                  <a:pt x="321789" y="145378"/>
                </a:lnTo>
                <a:cubicBezTo>
                  <a:pt x="333573" y="145378"/>
                  <a:pt x="343529" y="149436"/>
                  <a:pt x="351655" y="157551"/>
                </a:cubicBezTo>
                <a:cubicBezTo>
                  <a:pt x="359771" y="165678"/>
                  <a:pt x="363828" y="175633"/>
                  <a:pt x="363828" y="187418"/>
                </a:cubicBezTo>
                <a:cubicBezTo>
                  <a:pt x="363828" y="199202"/>
                  <a:pt x="359645" y="209158"/>
                  <a:pt x="351255" y="217273"/>
                </a:cubicBezTo>
                <a:cubicBezTo>
                  <a:pt x="343140" y="225400"/>
                  <a:pt x="333310" y="229457"/>
                  <a:pt x="321789" y="229457"/>
                </a:cubicBezTo>
                <a:lnTo>
                  <a:pt x="321789" y="308827"/>
                </a:lnTo>
                <a:cubicBezTo>
                  <a:pt x="321789" y="315114"/>
                  <a:pt x="319434" y="320612"/>
                  <a:pt x="314714" y="325332"/>
                </a:cubicBezTo>
                <a:cubicBezTo>
                  <a:pt x="310004" y="330041"/>
                  <a:pt x="304507" y="332396"/>
                  <a:pt x="298220" y="332396"/>
                </a:cubicBezTo>
                <a:lnTo>
                  <a:pt x="79370" y="332396"/>
                </a:lnTo>
                <a:cubicBezTo>
                  <a:pt x="73083" y="332396"/>
                  <a:pt x="67586" y="330041"/>
                  <a:pt x="62865" y="325332"/>
                </a:cubicBezTo>
                <a:cubicBezTo>
                  <a:pt x="58156" y="320612"/>
                  <a:pt x="55790" y="315114"/>
                  <a:pt x="55790" y="308827"/>
                </a:cubicBezTo>
                <a:lnTo>
                  <a:pt x="55790" y="229457"/>
                </a:lnTo>
                <a:close/>
                <a:moveTo>
                  <a:pt x="146944" y="184663"/>
                </a:moveTo>
                <a:cubicBezTo>
                  <a:pt x="150087" y="181520"/>
                  <a:pt x="151665" y="177725"/>
                  <a:pt x="151665" y="173267"/>
                </a:cubicBezTo>
                <a:cubicBezTo>
                  <a:pt x="151665" y="168821"/>
                  <a:pt x="150087" y="165026"/>
                  <a:pt x="146944" y="161883"/>
                </a:cubicBezTo>
                <a:cubicBezTo>
                  <a:pt x="143538" y="158740"/>
                  <a:pt x="139617" y="157163"/>
                  <a:pt x="135160" y="157163"/>
                </a:cubicBezTo>
                <a:cubicBezTo>
                  <a:pt x="130702" y="157163"/>
                  <a:pt x="126907" y="158740"/>
                  <a:pt x="123764" y="161883"/>
                </a:cubicBezTo>
                <a:cubicBezTo>
                  <a:pt x="120621" y="165026"/>
                  <a:pt x="119055" y="168821"/>
                  <a:pt x="119055" y="173267"/>
                </a:cubicBezTo>
                <a:cubicBezTo>
                  <a:pt x="119055" y="177988"/>
                  <a:pt x="120621" y="181920"/>
                  <a:pt x="123764" y="185063"/>
                </a:cubicBezTo>
                <a:cubicBezTo>
                  <a:pt x="126907" y="188206"/>
                  <a:pt x="130839" y="189772"/>
                  <a:pt x="135548" y="189772"/>
                </a:cubicBezTo>
                <a:cubicBezTo>
                  <a:pt x="140006" y="189772"/>
                  <a:pt x="143801" y="188069"/>
                  <a:pt x="146944" y="184663"/>
                </a:cubicBezTo>
                <a:close/>
                <a:moveTo>
                  <a:pt x="253426" y="184663"/>
                </a:moveTo>
                <a:cubicBezTo>
                  <a:pt x="256569" y="181520"/>
                  <a:pt x="258135" y="177725"/>
                  <a:pt x="258135" y="173267"/>
                </a:cubicBezTo>
                <a:cubicBezTo>
                  <a:pt x="258135" y="168821"/>
                  <a:pt x="256569" y="165026"/>
                  <a:pt x="253426" y="161883"/>
                </a:cubicBezTo>
                <a:cubicBezTo>
                  <a:pt x="250283" y="158740"/>
                  <a:pt x="246351" y="157163"/>
                  <a:pt x="241642" y="157163"/>
                </a:cubicBezTo>
                <a:cubicBezTo>
                  <a:pt x="237184" y="157163"/>
                  <a:pt x="233389" y="158740"/>
                  <a:pt x="230246" y="161883"/>
                </a:cubicBezTo>
                <a:cubicBezTo>
                  <a:pt x="227103" y="165026"/>
                  <a:pt x="225525" y="168821"/>
                  <a:pt x="225525" y="173267"/>
                </a:cubicBezTo>
                <a:cubicBezTo>
                  <a:pt x="225525" y="177988"/>
                  <a:pt x="227103" y="181920"/>
                  <a:pt x="230246" y="185063"/>
                </a:cubicBezTo>
                <a:cubicBezTo>
                  <a:pt x="233652" y="188206"/>
                  <a:pt x="237573" y="189772"/>
                  <a:pt x="242030" y="189772"/>
                </a:cubicBezTo>
                <a:cubicBezTo>
                  <a:pt x="246488" y="189772"/>
                  <a:pt x="250283" y="188069"/>
                  <a:pt x="253426" y="184663"/>
                </a:cubicBezTo>
                <a:close/>
                <a:moveTo>
                  <a:pt x="135948" y="265210"/>
                </a:moveTo>
                <a:lnTo>
                  <a:pt x="241242" y="265210"/>
                </a:lnTo>
                <a:cubicBezTo>
                  <a:pt x="244648" y="265210"/>
                  <a:pt x="247528" y="264033"/>
                  <a:pt x="249894" y="261678"/>
                </a:cubicBezTo>
                <a:cubicBezTo>
                  <a:pt x="252249" y="259324"/>
                  <a:pt x="253426" y="256306"/>
                  <a:pt x="253426" y="252637"/>
                </a:cubicBezTo>
                <a:cubicBezTo>
                  <a:pt x="253426" y="249231"/>
                  <a:pt x="252249" y="246351"/>
                  <a:pt x="249894" y="243996"/>
                </a:cubicBezTo>
                <a:cubicBezTo>
                  <a:pt x="247528" y="241642"/>
                  <a:pt x="244648" y="240464"/>
                  <a:pt x="241242" y="240464"/>
                </a:cubicBezTo>
                <a:lnTo>
                  <a:pt x="135948" y="240464"/>
                </a:lnTo>
                <a:cubicBezTo>
                  <a:pt x="132542" y="240464"/>
                  <a:pt x="129662" y="241642"/>
                  <a:pt x="127307" y="243996"/>
                </a:cubicBezTo>
                <a:cubicBezTo>
                  <a:pt x="124941" y="246351"/>
                  <a:pt x="123764" y="249368"/>
                  <a:pt x="123764" y="253037"/>
                </a:cubicBezTo>
                <a:cubicBezTo>
                  <a:pt x="123764" y="256432"/>
                  <a:pt x="124941" y="259324"/>
                  <a:pt x="127307" y="261678"/>
                </a:cubicBezTo>
                <a:cubicBezTo>
                  <a:pt x="129662" y="264033"/>
                  <a:pt x="132542" y="265210"/>
                  <a:pt x="135948" y="265210"/>
                </a:cubicBezTo>
                <a:close/>
                <a:moveTo>
                  <a:pt x="82513" y="305284"/>
                </a:moveTo>
                <a:lnTo>
                  <a:pt x="294677" y="305284"/>
                </a:lnTo>
                <a:lnTo>
                  <a:pt x="294677" y="98229"/>
                </a:lnTo>
                <a:lnTo>
                  <a:pt x="82513" y="98229"/>
                </a:lnTo>
                <a:lnTo>
                  <a:pt x="82513" y="305284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4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2007"/>
                </a:moveTo>
                <a:cubicBezTo>
                  <a:pt x="137914" y="332007"/>
                  <a:pt x="126644" y="327161"/>
                  <a:pt x="117478" y="317468"/>
                </a:cubicBezTo>
                <a:cubicBezTo>
                  <a:pt x="108048" y="308039"/>
                  <a:pt x="102413" y="297169"/>
                  <a:pt x="100584" y="284858"/>
                </a:cubicBezTo>
                <a:cubicBezTo>
                  <a:pt x="84342" y="284070"/>
                  <a:pt x="70592" y="277658"/>
                  <a:pt x="59333" y="265610"/>
                </a:cubicBezTo>
                <a:cubicBezTo>
                  <a:pt x="48326" y="253815"/>
                  <a:pt x="42828" y="239013"/>
                  <a:pt x="42828" y="221205"/>
                </a:cubicBezTo>
                <a:cubicBezTo>
                  <a:pt x="42828" y="215181"/>
                  <a:pt x="43617" y="209420"/>
                  <a:pt x="45183" y="203923"/>
                </a:cubicBezTo>
                <a:cubicBezTo>
                  <a:pt x="46760" y="198150"/>
                  <a:pt x="48978" y="192790"/>
                  <a:pt x="51869" y="187806"/>
                </a:cubicBezTo>
                <a:cubicBezTo>
                  <a:pt x="48978" y="182834"/>
                  <a:pt x="46760" y="177599"/>
                  <a:pt x="45183" y="172090"/>
                </a:cubicBezTo>
                <a:cubicBezTo>
                  <a:pt x="43617" y="166592"/>
                  <a:pt x="42828" y="160694"/>
                  <a:pt x="42828" y="154408"/>
                </a:cubicBezTo>
                <a:cubicBezTo>
                  <a:pt x="42828" y="138429"/>
                  <a:pt x="48463" y="124678"/>
                  <a:pt x="59722" y="113157"/>
                </a:cubicBezTo>
                <a:cubicBezTo>
                  <a:pt x="70729" y="101636"/>
                  <a:pt x="83953" y="94949"/>
                  <a:pt x="99407" y="93120"/>
                </a:cubicBezTo>
                <a:cubicBezTo>
                  <a:pt x="100458" y="79759"/>
                  <a:pt x="105819" y="68363"/>
                  <a:pt x="115512" y="58933"/>
                </a:cubicBezTo>
                <a:cubicBezTo>
                  <a:pt x="125204" y="49766"/>
                  <a:pt x="136737" y="45183"/>
                  <a:pt x="150087" y="45183"/>
                </a:cubicBezTo>
                <a:cubicBezTo>
                  <a:pt x="158214" y="45183"/>
                  <a:pt x="165278" y="46623"/>
                  <a:pt x="171313" y="49503"/>
                </a:cubicBezTo>
                <a:cubicBezTo>
                  <a:pt x="177336" y="52384"/>
                  <a:pt x="183097" y="56579"/>
                  <a:pt x="188595" y="62076"/>
                </a:cubicBezTo>
                <a:cubicBezTo>
                  <a:pt x="194093" y="56579"/>
                  <a:pt x="199854" y="52384"/>
                  <a:pt x="205889" y="49503"/>
                </a:cubicBezTo>
                <a:cubicBezTo>
                  <a:pt x="211912" y="46623"/>
                  <a:pt x="218850" y="45183"/>
                  <a:pt x="226703" y="45183"/>
                </a:cubicBezTo>
                <a:cubicBezTo>
                  <a:pt x="239801" y="45183"/>
                  <a:pt x="251197" y="49766"/>
                  <a:pt x="260890" y="58933"/>
                </a:cubicBezTo>
                <a:cubicBezTo>
                  <a:pt x="270582" y="68363"/>
                  <a:pt x="275954" y="79759"/>
                  <a:pt x="276995" y="93120"/>
                </a:cubicBezTo>
                <a:cubicBezTo>
                  <a:pt x="292711" y="94423"/>
                  <a:pt x="306210" y="100847"/>
                  <a:pt x="317468" y="112368"/>
                </a:cubicBezTo>
                <a:cubicBezTo>
                  <a:pt x="328727" y="124164"/>
                  <a:pt x="334362" y="138177"/>
                  <a:pt x="334362" y="154408"/>
                </a:cubicBezTo>
                <a:cubicBezTo>
                  <a:pt x="334362" y="160957"/>
                  <a:pt x="333573" y="166981"/>
                  <a:pt x="332007" y="172490"/>
                </a:cubicBezTo>
                <a:cubicBezTo>
                  <a:pt x="330167" y="178251"/>
                  <a:pt x="327687" y="183486"/>
                  <a:pt x="324543" y="188206"/>
                </a:cubicBezTo>
                <a:cubicBezTo>
                  <a:pt x="327424" y="193704"/>
                  <a:pt x="329653" y="199339"/>
                  <a:pt x="331219" y="205100"/>
                </a:cubicBezTo>
                <a:cubicBezTo>
                  <a:pt x="332796" y="210861"/>
                  <a:pt x="333573" y="216621"/>
                  <a:pt x="333573" y="222382"/>
                </a:cubicBezTo>
                <a:cubicBezTo>
                  <a:pt x="333573" y="239676"/>
                  <a:pt x="328212" y="254077"/>
                  <a:pt x="317468" y="265610"/>
                </a:cubicBezTo>
                <a:cubicBezTo>
                  <a:pt x="306473" y="276869"/>
                  <a:pt x="292974" y="283018"/>
                  <a:pt x="276995" y="284070"/>
                </a:cubicBezTo>
                <a:cubicBezTo>
                  <a:pt x="275166" y="296380"/>
                  <a:pt x="269531" y="307513"/>
                  <a:pt x="260101" y="317468"/>
                </a:cubicBezTo>
                <a:cubicBezTo>
                  <a:pt x="250408" y="327161"/>
                  <a:pt x="239013" y="332007"/>
                  <a:pt x="225925" y="332007"/>
                </a:cubicBezTo>
                <a:cubicBezTo>
                  <a:pt x="218062" y="332007"/>
                  <a:pt x="211249" y="330693"/>
                  <a:pt x="205489" y="328075"/>
                </a:cubicBezTo>
                <a:cubicBezTo>
                  <a:pt x="199728" y="325721"/>
                  <a:pt x="194093" y="321926"/>
                  <a:pt x="188595" y="316680"/>
                </a:cubicBezTo>
                <a:cubicBezTo>
                  <a:pt x="183097" y="321926"/>
                  <a:pt x="177462" y="325721"/>
                  <a:pt x="171701" y="328075"/>
                </a:cubicBezTo>
                <a:cubicBezTo>
                  <a:pt x="165941" y="330693"/>
                  <a:pt x="159128" y="332007"/>
                  <a:pt x="151265" y="332007"/>
                </a:cubicBezTo>
                <a:close/>
                <a:moveTo>
                  <a:pt x="201557" y="94298"/>
                </a:moveTo>
                <a:lnTo>
                  <a:pt x="201557" y="283681"/>
                </a:lnTo>
                <a:cubicBezTo>
                  <a:pt x="201557" y="289968"/>
                  <a:pt x="204048" y="295203"/>
                  <a:pt x="209032" y="299397"/>
                </a:cubicBezTo>
                <a:cubicBezTo>
                  <a:pt x="213741" y="303844"/>
                  <a:pt x="219502" y="306073"/>
                  <a:pt x="226314" y="306073"/>
                </a:cubicBezTo>
                <a:cubicBezTo>
                  <a:pt x="232863" y="306073"/>
                  <a:pt x="238498" y="303192"/>
                  <a:pt x="243208" y="297431"/>
                </a:cubicBezTo>
                <a:cubicBezTo>
                  <a:pt x="247928" y="291671"/>
                  <a:pt x="250546" y="285773"/>
                  <a:pt x="251071" y="279749"/>
                </a:cubicBezTo>
                <a:cubicBezTo>
                  <a:pt x="245562" y="277658"/>
                  <a:pt x="240327" y="275040"/>
                  <a:pt x="235355" y="271897"/>
                </a:cubicBezTo>
                <a:cubicBezTo>
                  <a:pt x="230635" y="268491"/>
                  <a:pt x="226577" y="264296"/>
                  <a:pt x="223171" y="259324"/>
                </a:cubicBezTo>
                <a:cubicBezTo>
                  <a:pt x="221079" y="256181"/>
                  <a:pt x="220290" y="252900"/>
                  <a:pt x="220816" y="249494"/>
                </a:cubicBezTo>
                <a:cubicBezTo>
                  <a:pt x="221342" y="246351"/>
                  <a:pt x="223171" y="243608"/>
                  <a:pt x="226314" y="241242"/>
                </a:cubicBezTo>
                <a:cubicBezTo>
                  <a:pt x="229457" y="238887"/>
                  <a:pt x="232726" y="237973"/>
                  <a:pt x="236132" y="238498"/>
                </a:cubicBezTo>
                <a:cubicBezTo>
                  <a:pt x="239539" y="239276"/>
                  <a:pt x="242419" y="241242"/>
                  <a:pt x="244785" y="244385"/>
                </a:cubicBezTo>
                <a:cubicBezTo>
                  <a:pt x="247928" y="248843"/>
                  <a:pt x="251849" y="252249"/>
                  <a:pt x="256569" y="254603"/>
                </a:cubicBezTo>
                <a:cubicBezTo>
                  <a:pt x="261541" y="256958"/>
                  <a:pt x="266913" y="258135"/>
                  <a:pt x="272674" y="258135"/>
                </a:cubicBezTo>
                <a:cubicBezTo>
                  <a:pt x="282367" y="258135"/>
                  <a:pt x="290619" y="254866"/>
                  <a:pt x="297431" y="248317"/>
                </a:cubicBezTo>
                <a:cubicBezTo>
                  <a:pt x="304244" y="241767"/>
                  <a:pt x="307650" y="233126"/>
                  <a:pt x="307650" y="222382"/>
                </a:cubicBezTo>
                <a:cubicBezTo>
                  <a:pt x="307650" y="220028"/>
                  <a:pt x="307387" y="217536"/>
                  <a:pt x="306861" y="214918"/>
                </a:cubicBezTo>
                <a:cubicBezTo>
                  <a:pt x="306335" y="212564"/>
                  <a:pt x="305810" y="210072"/>
                  <a:pt x="305284" y="207455"/>
                </a:cubicBezTo>
                <a:cubicBezTo>
                  <a:pt x="300838" y="210335"/>
                  <a:pt x="295991" y="212564"/>
                  <a:pt x="290756" y="214130"/>
                </a:cubicBezTo>
                <a:cubicBezTo>
                  <a:pt x="285247" y="215707"/>
                  <a:pt x="279749" y="216496"/>
                  <a:pt x="274251" y="216496"/>
                </a:cubicBezTo>
                <a:cubicBezTo>
                  <a:pt x="270582" y="216496"/>
                  <a:pt x="267439" y="215318"/>
                  <a:pt x="264822" y="212952"/>
                </a:cubicBezTo>
                <a:cubicBezTo>
                  <a:pt x="262467" y="210598"/>
                  <a:pt x="261278" y="207455"/>
                  <a:pt x="261278" y="203523"/>
                </a:cubicBezTo>
                <a:cubicBezTo>
                  <a:pt x="261278" y="199854"/>
                  <a:pt x="262467" y="196710"/>
                  <a:pt x="264822" y="194093"/>
                </a:cubicBezTo>
                <a:cubicBezTo>
                  <a:pt x="267439" y="191738"/>
                  <a:pt x="270582" y="190561"/>
                  <a:pt x="274251" y="190561"/>
                </a:cubicBezTo>
                <a:cubicBezTo>
                  <a:pt x="283681" y="190561"/>
                  <a:pt x="291796" y="187029"/>
                  <a:pt x="298609" y="179954"/>
                </a:cubicBezTo>
                <a:cubicBezTo>
                  <a:pt x="305158" y="172879"/>
                  <a:pt x="308427" y="164363"/>
                  <a:pt x="308427" y="154408"/>
                </a:cubicBezTo>
                <a:cubicBezTo>
                  <a:pt x="308427" y="144978"/>
                  <a:pt x="304895" y="136737"/>
                  <a:pt x="297820" y="129662"/>
                </a:cubicBezTo>
                <a:cubicBezTo>
                  <a:pt x="290756" y="122850"/>
                  <a:pt x="282630" y="119181"/>
                  <a:pt x="273463" y="118655"/>
                </a:cubicBezTo>
                <a:cubicBezTo>
                  <a:pt x="270845" y="125467"/>
                  <a:pt x="267051" y="131365"/>
                  <a:pt x="262067" y="136337"/>
                </a:cubicBezTo>
                <a:cubicBezTo>
                  <a:pt x="256832" y="141321"/>
                  <a:pt x="250934" y="145115"/>
                  <a:pt x="244385" y="147733"/>
                </a:cubicBezTo>
                <a:cubicBezTo>
                  <a:pt x="240979" y="149047"/>
                  <a:pt x="237573" y="148910"/>
                  <a:pt x="234178" y="147344"/>
                </a:cubicBezTo>
                <a:cubicBezTo>
                  <a:pt x="231035" y="145767"/>
                  <a:pt x="228806" y="143275"/>
                  <a:pt x="227491" y="139880"/>
                </a:cubicBezTo>
                <a:cubicBezTo>
                  <a:pt x="226440" y="136474"/>
                  <a:pt x="226703" y="133068"/>
                  <a:pt x="228280" y="129662"/>
                </a:cubicBezTo>
                <a:cubicBezTo>
                  <a:pt x="229846" y="126519"/>
                  <a:pt x="232338" y="124290"/>
                  <a:pt x="235744" y="122975"/>
                </a:cubicBezTo>
                <a:cubicBezTo>
                  <a:pt x="240201" y="121409"/>
                  <a:pt x="243859" y="118266"/>
                  <a:pt x="246751" y="113546"/>
                </a:cubicBezTo>
                <a:cubicBezTo>
                  <a:pt x="249631" y="108836"/>
                  <a:pt x="251071" y="103602"/>
                  <a:pt x="251071" y="97829"/>
                </a:cubicBezTo>
                <a:cubicBezTo>
                  <a:pt x="251071" y="90503"/>
                  <a:pt x="248580" y="84216"/>
                  <a:pt x="243608" y="78970"/>
                </a:cubicBezTo>
                <a:cubicBezTo>
                  <a:pt x="238887" y="73735"/>
                  <a:pt x="233126" y="71117"/>
                  <a:pt x="226314" y="71117"/>
                </a:cubicBezTo>
                <a:cubicBezTo>
                  <a:pt x="219502" y="71117"/>
                  <a:pt x="213741" y="73472"/>
                  <a:pt x="209032" y="78193"/>
                </a:cubicBezTo>
                <a:cubicBezTo>
                  <a:pt x="204048" y="82639"/>
                  <a:pt x="201557" y="88011"/>
                  <a:pt x="201557" y="94298"/>
                </a:cubicBezTo>
                <a:close/>
                <a:moveTo>
                  <a:pt x="175633" y="283681"/>
                </a:moveTo>
                <a:lnTo>
                  <a:pt x="175633" y="94298"/>
                </a:lnTo>
                <a:cubicBezTo>
                  <a:pt x="175633" y="88011"/>
                  <a:pt x="173267" y="82639"/>
                  <a:pt x="168558" y="78193"/>
                </a:cubicBezTo>
                <a:cubicBezTo>
                  <a:pt x="163838" y="73472"/>
                  <a:pt x="157951" y="71117"/>
                  <a:pt x="150876" y="71117"/>
                </a:cubicBezTo>
                <a:cubicBezTo>
                  <a:pt x="144064" y="71117"/>
                  <a:pt x="138177" y="73735"/>
                  <a:pt x="133194" y="78970"/>
                </a:cubicBezTo>
                <a:cubicBezTo>
                  <a:pt x="128222" y="84216"/>
                  <a:pt x="125730" y="90503"/>
                  <a:pt x="125730" y="97829"/>
                </a:cubicBezTo>
                <a:cubicBezTo>
                  <a:pt x="125730" y="103602"/>
                  <a:pt x="127170" y="108836"/>
                  <a:pt x="130051" y="113546"/>
                </a:cubicBezTo>
                <a:cubicBezTo>
                  <a:pt x="132668" y="118003"/>
                  <a:pt x="136337" y="121021"/>
                  <a:pt x="141058" y="122587"/>
                </a:cubicBezTo>
                <a:cubicBezTo>
                  <a:pt x="144464" y="123901"/>
                  <a:pt x="146944" y="126119"/>
                  <a:pt x="148521" y="129262"/>
                </a:cubicBezTo>
                <a:cubicBezTo>
                  <a:pt x="150087" y="132668"/>
                  <a:pt x="150350" y="135948"/>
                  <a:pt x="149310" y="139092"/>
                </a:cubicBezTo>
                <a:cubicBezTo>
                  <a:pt x="147733" y="142498"/>
                  <a:pt x="145241" y="145115"/>
                  <a:pt x="141835" y="146944"/>
                </a:cubicBezTo>
                <a:cubicBezTo>
                  <a:pt x="138429" y="148521"/>
                  <a:pt x="135034" y="148647"/>
                  <a:pt x="131628" y="147344"/>
                </a:cubicBezTo>
                <a:cubicBezTo>
                  <a:pt x="125078" y="144978"/>
                  <a:pt x="119318" y="141321"/>
                  <a:pt x="114334" y="136337"/>
                </a:cubicBezTo>
                <a:cubicBezTo>
                  <a:pt x="109625" y="131365"/>
                  <a:pt x="105819" y="125467"/>
                  <a:pt x="102939" y="118655"/>
                </a:cubicBezTo>
                <a:cubicBezTo>
                  <a:pt x="94035" y="119706"/>
                  <a:pt x="86182" y="123501"/>
                  <a:pt x="79370" y="130051"/>
                </a:cubicBezTo>
                <a:cubicBezTo>
                  <a:pt x="72295" y="136863"/>
                  <a:pt x="68763" y="144978"/>
                  <a:pt x="68763" y="154408"/>
                </a:cubicBezTo>
                <a:cubicBezTo>
                  <a:pt x="68763" y="164363"/>
                  <a:pt x="72169" y="172879"/>
                  <a:pt x="78970" y="179954"/>
                </a:cubicBezTo>
                <a:cubicBezTo>
                  <a:pt x="85519" y="187029"/>
                  <a:pt x="93509" y="190561"/>
                  <a:pt x="102939" y="190561"/>
                </a:cubicBezTo>
                <a:cubicBezTo>
                  <a:pt x="106608" y="190561"/>
                  <a:pt x="109751" y="191738"/>
                  <a:pt x="112368" y="194093"/>
                </a:cubicBezTo>
                <a:cubicBezTo>
                  <a:pt x="114734" y="196710"/>
                  <a:pt x="115912" y="199854"/>
                  <a:pt x="115912" y="203523"/>
                </a:cubicBezTo>
                <a:cubicBezTo>
                  <a:pt x="115912" y="207455"/>
                  <a:pt x="114734" y="210598"/>
                  <a:pt x="112368" y="212952"/>
                </a:cubicBezTo>
                <a:cubicBezTo>
                  <a:pt x="109751" y="215318"/>
                  <a:pt x="106608" y="216496"/>
                  <a:pt x="102939" y="216496"/>
                </a:cubicBezTo>
                <a:cubicBezTo>
                  <a:pt x="97178" y="216496"/>
                  <a:pt x="91680" y="215707"/>
                  <a:pt x="86445" y="214130"/>
                </a:cubicBezTo>
                <a:cubicBezTo>
                  <a:pt x="80936" y="212564"/>
                  <a:pt x="75964" y="210335"/>
                  <a:pt x="71506" y="207455"/>
                </a:cubicBezTo>
                <a:cubicBezTo>
                  <a:pt x="70729" y="209546"/>
                  <a:pt x="70066" y="211912"/>
                  <a:pt x="69540" y="214530"/>
                </a:cubicBezTo>
                <a:cubicBezTo>
                  <a:pt x="69026" y="216884"/>
                  <a:pt x="68763" y="219239"/>
                  <a:pt x="68763" y="221605"/>
                </a:cubicBezTo>
                <a:cubicBezTo>
                  <a:pt x="68763" y="232600"/>
                  <a:pt x="72169" y="241642"/>
                  <a:pt x="78970" y="248705"/>
                </a:cubicBezTo>
                <a:cubicBezTo>
                  <a:pt x="85519" y="255518"/>
                  <a:pt x="93646" y="258924"/>
                  <a:pt x="103339" y="258924"/>
                </a:cubicBezTo>
                <a:cubicBezTo>
                  <a:pt x="108836" y="258924"/>
                  <a:pt x="114071" y="257747"/>
                  <a:pt x="119055" y="255392"/>
                </a:cubicBezTo>
                <a:cubicBezTo>
                  <a:pt x="124027" y="252774"/>
                  <a:pt x="128085" y="249231"/>
                  <a:pt x="131228" y="244785"/>
                </a:cubicBezTo>
                <a:cubicBezTo>
                  <a:pt x="133594" y="241905"/>
                  <a:pt x="136600" y="240201"/>
                  <a:pt x="140269" y="239676"/>
                </a:cubicBezTo>
                <a:cubicBezTo>
                  <a:pt x="143675" y="238887"/>
                  <a:pt x="146818" y="239676"/>
                  <a:pt x="149699" y="242030"/>
                </a:cubicBezTo>
                <a:cubicBezTo>
                  <a:pt x="152579" y="244122"/>
                  <a:pt x="154408" y="247002"/>
                  <a:pt x="155197" y="250671"/>
                </a:cubicBezTo>
                <a:cubicBezTo>
                  <a:pt x="155722" y="254077"/>
                  <a:pt x="154934" y="257221"/>
                  <a:pt x="152842" y="260101"/>
                </a:cubicBezTo>
                <a:cubicBezTo>
                  <a:pt x="149436" y="264822"/>
                  <a:pt x="145504" y="268754"/>
                  <a:pt x="141058" y="271897"/>
                </a:cubicBezTo>
                <a:cubicBezTo>
                  <a:pt x="136337" y="275292"/>
                  <a:pt x="131365" y="277920"/>
                  <a:pt x="126119" y="279749"/>
                </a:cubicBezTo>
                <a:cubicBezTo>
                  <a:pt x="126644" y="285773"/>
                  <a:pt x="129262" y="291671"/>
                  <a:pt x="133982" y="297431"/>
                </a:cubicBezTo>
                <a:cubicBezTo>
                  <a:pt x="138692" y="303192"/>
                  <a:pt x="144464" y="306073"/>
                  <a:pt x="151265" y="306073"/>
                </a:cubicBezTo>
                <a:cubicBezTo>
                  <a:pt x="158077" y="306073"/>
                  <a:pt x="163838" y="303844"/>
                  <a:pt x="168558" y="299397"/>
                </a:cubicBezTo>
                <a:cubicBezTo>
                  <a:pt x="173267" y="295203"/>
                  <a:pt x="175633" y="289968"/>
                  <a:pt x="175633" y="283681"/>
                </a:cubicBezTo>
                <a:close/>
                <a:moveTo>
                  <a:pt x="188595" y="1893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6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156" y="350867"/>
                </a:moveTo>
                <a:cubicBezTo>
                  <a:pt x="48978" y="341963"/>
                  <a:pt x="44394" y="330956"/>
                  <a:pt x="44394" y="317857"/>
                </a:cubicBezTo>
                <a:cubicBezTo>
                  <a:pt x="44394" y="304507"/>
                  <a:pt x="48978" y="293374"/>
                  <a:pt x="58156" y="284470"/>
                </a:cubicBezTo>
                <a:cubicBezTo>
                  <a:pt x="67323" y="275292"/>
                  <a:pt x="78456" y="270708"/>
                  <a:pt x="91543" y="270708"/>
                </a:cubicBezTo>
                <a:cubicBezTo>
                  <a:pt x="95212" y="270708"/>
                  <a:pt x="98492" y="271108"/>
                  <a:pt x="101373" y="271897"/>
                </a:cubicBezTo>
                <a:cubicBezTo>
                  <a:pt x="104253" y="272411"/>
                  <a:pt x="107133" y="273337"/>
                  <a:pt x="110014" y="274640"/>
                </a:cubicBezTo>
                <a:lnTo>
                  <a:pt x="141835" y="234178"/>
                </a:lnTo>
                <a:cubicBezTo>
                  <a:pt x="137126" y="228143"/>
                  <a:pt x="133457" y="221342"/>
                  <a:pt x="130839" y="213741"/>
                </a:cubicBezTo>
                <a:cubicBezTo>
                  <a:pt x="128222" y="206140"/>
                  <a:pt x="127559" y="198288"/>
                  <a:pt x="128873" y="190172"/>
                </a:cubicBezTo>
                <a:lnTo>
                  <a:pt x="82902" y="174056"/>
                </a:lnTo>
                <a:cubicBezTo>
                  <a:pt x="78707" y="180605"/>
                  <a:pt x="73346" y="185715"/>
                  <a:pt x="66797" y="189384"/>
                </a:cubicBezTo>
                <a:cubicBezTo>
                  <a:pt x="59985" y="193316"/>
                  <a:pt x="52258" y="195270"/>
                  <a:pt x="43617" y="195270"/>
                </a:cubicBezTo>
                <a:cubicBezTo>
                  <a:pt x="30781" y="195270"/>
                  <a:pt x="19774" y="190687"/>
                  <a:pt x="10607" y="181520"/>
                </a:cubicBezTo>
                <a:cubicBezTo>
                  <a:pt x="1440" y="172353"/>
                  <a:pt x="-3143" y="161220"/>
                  <a:pt x="-3143" y="148121"/>
                </a:cubicBezTo>
                <a:cubicBezTo>
                  <a:pt x="-3143" y="135285"/>
                  <a:pt x="1440" y="124290"/>
                  <a:pt x="10607" y="115123"/>
                </a:cubicBezTo>
                <a:cubicBezTo>
                  <a:pt x="19774" y="105956"/>
                  <a:pt x="30781" y="101373"/>
                  <a:pt x="43617" y="101373"/>
                </a:cubicBezTo>
                <a:cubicBezTo>
                  <a:pt x="56704" y="101373"/>
                  <a:pt x="67837" y="105956"/>
                  <a:pt x="77015" y="115123"/>
                </a:cubicBezTo>
                <a:cubicBezTo>
                  <a:pt x="86182" y="124290"/>
                  <a:pt x="90766" y="135285"/>
                  <a:pt x="90766" y="148121"/>
                </a:cubicBezTo>
                <a:lnTo>
                  <a:pt x="90766" y="149699"/>
                </a:lnTo>
                <a:lnTo>
                  <a:pt x="136737" y="166204"/>
                </a:lnTo>
                <a:cubicBezTo>
                  <a:pt x="141446" y="157814"/>
                  <a:pt x="147207" y="151402"/>
                  <a:pt x="154019" y="146944"/>
                </a:cubicBezTo>
                <a:cubicBezTo>
                  <a:pt x="160569" y="142498"/>
                  <a:pt x="167770" y="139355"/>
                  <a:pt x="175633" y="137514"/>
                </a:cubicBezTo>
                <a:lnTo>
                  <a:pt x="175633" y="88400"/>
                </a:lnTo>
                <a:cubicBezTo>
                  <a:pt x="165415" y="85519"/>
                  <a:pt x="157163" y="79759"/>
                  <a:pt x="150876" y="71117"/>
                </a:cubicBezTo>
                <a:cubicBezTo>
                  <a:pt x="144852" y="62213"/>
                  <a:pt x="141835" y="52909"/>
                  <a:pt x="141835" y="43217"/>
                </a:cubicBezTo>
                <a:cubicBezTo>
                  <a:pt x="141835" y="30118"/>
                  <a:pt x="146293" y="18985"/>
                  <a:pt x="155197" y="9818"/>
                </a:cubicBezTo>
                <a:cubicBezTo>
                  <a:pt x="164363" y="652"/>
                  <a:pt x="175496" y="-3932"/>
                  <a:pt x="188595" y="-3932"/>
                </a:cubicBezTo>
                <a:cubicBezTo>
                  <a:pt x="201694" y="-3932"/>
                  <a:pt x="212827" y="652"/>
                  <a:pt x="221993" y="9818"/>
                </a:cubicBezTo>
                <a:cubicBezTo>
                  <a:pt x="231160" y="18985"/>
                  <a:pt x="235744" y="30118"/>
                  <a:pt x="235744" y="43217"/>
                </a:cubicBezTo>
                <a:cubicBezTo>
                  <a:pt x="235744" y="52909"/>
                  <a:pt x="232475" y="62213"/>
                  <a:pt x="225925" y="71117"/>
                </a:cubicBezTo>
                <a:cubicBezTo>
                  <a:pt x="219639" y="79759"/>
                  <a:pt x="211512" y="85519"/>
                  <a:pt x="201557" y="88400"/>
                </a:cubicBezTo>
                <a:lnTo>
                  <a:pt x="201557" y="137514"/>
                </a:lnTo>
                <a:cubicBezTo>
                  <a:pt x="209420" y="139355"/>
                  <a:pt x="216759" y="142498"/>
                  <a:pt x="223559" y="146944"/>
                </a:cubicBezTo>
                <a:cubicBezTo>
                  <a:pt x="230372" y="151402"/>
                  <a:pt x="236132" y="157814"/>
                  <a:pt x="240853" y="166204"/>
                </a:cubicBezTo>
                <a:lnTo>
                  <a:pt x="286424" y="149699"/>
                </a:lnTo>
                <a:lnTo>
                  <a:pt x="286424" y="148121"/>
                </a:lnTo>
                <a:cubicBezTo>
                  <a:pt x="286424" y="135285"/>
                  <a:pt x="291008" y="124290"/>
                  <a:pt x="300186" y="115123"/>
                </a:cubicBezTo>
                <a:cubicBezTo>
                  <a:pt x="309353" y="105956"/>
                  <a:pt x="320486" y="101373"/>
                  <a:pt x="333573" y="101373"/>
                </a:cubicBezTo>
                <a:cubicBezTo>
                  <a:pt x="346409" y="101373"/>
                  <a:pt x="357416" y="105819"/>
                  <a:pt x="366583" y="114734"/>
                </a:cubicBezTo>
                <a:cubicBezTo>
                  <a:pt x="375750" y="123901"/>
                  <a:pt x="380333" y="135034"/>
                  <a:pt x="380333" y="148121"/>
                </a:cubicBezTo>
                <a:cubicBezTo>
                  <a:pt x="380333" y="161483"/>
                  <a:pt x="375750" y="172616"/>
                  <a:pt x="366583" y="181520"/>
                </a:cubicBezTo>
                <a:cubicBezTo>
                  <a:pt x="357416" y="190687"/>
                  <a:pt x="346409" y="195270"/>
                  <a:pt x="333573" y="195270"/>
                </a:cubicBezTo>
                <a:cubicBezTo>
                  <a:pt x="324932" y="195270"/>
                  <a:pt x="317205" y="193316"/>
                  <a:pt x="310393" y="189384"/>
                </a:cubicBezTo>
                <a:cubicBezTo>
                  <a:pt x="303581" y="185715"/>
                  <a:pt x="298220" y="180605"/>
                  <a:pt x="294288" y="174056"/>
                </a:cubicBezTo>
                <a:lnTo>
                  <a:pt x="248317" y="190172"/>
                </a:lnTo>
                <a:cubicBezTo>
                  <a:pt x="249631" y="198288"/>
                  <a:pt x="248968" y="206140"/>
                  <a:pt x="246351" y="213741"/>
                </a:cubicBezTo>
                <a:cubicBezTo>
                  <a:pt x="243996" y="221342"/>
                  <a:pt x="240327" y="228143"/>
                  <a:pt x="235355" y="234178"/>
                </a:cubicBezTo>
                <a:lnTo>
                  <a:pt x="267565" y="274640"/>
                </a:lnTo>
                <a:cubicBezTo>
                  <a:pt x="270194" y="273337"/>
                  <a:pt x="272937" y="272411"/>
                  <a:pt x="275817" y="271897"/>
                </a:cubicBezTo>
                <a:cubicBezTo>
                  <a:pt x="278961" y="271108"/>
                  <a:pt x="282241" y="270708"/>
                  <a:pt x="285647" y="270708"/>
                </a:cubicBezTo>
                <a:cubicBezTo>
                  <a:pt x="298734" y="270708"/>
                  <a:pt x="309867" y="275292"/>
                  <a:pt x="319046" y="284470"/>
                </a:cubicBezTo>
                <a:cubicBezTo>
                  <a:pt x="328212" y="293374"/>
                  <a:pt x="332796" y="304507"/>
                  <a:pt x="332796" y="317857"/>
                </a:cubicBezTo>
                <a:cubicBezTo>
                  <a:pt x="332796" y="330956"/>
                  <a:pt x="328212" y="341963"/>
                  <a:pt x="319046" y="350867"/>
                </a:cubicBezTo>
                <a:cubicBezTo>
                  <a:pt x="310130" y="360034"/>
                  <a:pt x="298997" y="364617"/>
                  <a:pt x="285647" y="364617"/>
                </a:cubicBezTo>
                <a:cubicBezTo>
                  <a:pt x="272548" y="364617"/>
                  <a:pt x="261541" y="360034"/>
                  <a:pt x="252637" y="350867"/>
                </a:cubicBezTo>
                <a:cubicBezTo>
                  <a:pt x="243470" y="341700"/>
                  <a:pt x="238887" y="330693"/>
                  <a:pt x="238887" y="317857"/>
                </a:cubicBezTo>
                <a:cubicBezTo>
                  <a:pt x="238887" y="312359"/>
                  <a:pt x="239676" y="307387"/>
                  <a:pt x="241242" y="302929"/>
                </a:cubicBezTo>
                <a:cubicBezTo>
                  <a:pt x="242556" y="298483"/>
                  <a:pt x="244522" y="294288"/>
                  <a:pt x="247139" y="290356"/>
                </a:cubicBezTo>
                <a:lnTo>
                  <a:pt x="215318" y="250283"/>
                </a:lnTo>
                <a:cubicBezTo>
                  <a:pt x="206929" y="254478"/>
                  <a:pt x="197899" y="256569"/>
                  <a:pt x="188206" y="256569"/>
                </a:cubicBezTo>
                <a:cubicBezTo>
                  <a:pt x="178777" y="256569"/>
                  <a:pt x="169861" y="254478"/>
                  <a:pt x="161483" y="250283"/>
                </a:cubicBezTo>
                <a:lnTo>
                  <a:pt x="130051" y="290756"/>
                </a:lnTo>
                <a:cubicBezTo>
                  <a:pt x="132668" y="294677"/>
                  <a:pt x="134634" y="298872"/>
                  <a:pt x="135948" y="303329"/>
                </a:cubicBezTo>
                <a:cubicBezTo>
                  <a:pt x="137514" y="307513"/>
                  <a:pt x="138303" y="312359"/>
                  <a:pt x="138303" y="317857"/>
                </a:cubicBezTo>
                <a:cubicBezTo>
                  <a:pt x="138303" y="330693"/>
                  <a:pt x="133720" y="341700"/>
                  <a:pt x="124553" y="350867"/>
                </a:cubicBezTo>
                <a:cubicBezTo>
                  <a:pt x="115649" y="360034"/>
                  <a:pt x="104642" y="364617"/>
                  <a:pt x="91543" y="364617"/>
                </a:cubicBezTo>
                <a:cubicBezTo>
                  <a:pt x="78193" y="364617"/>
                  <a:pt x="67060" y="360034"/>
                  <a:pt x="58156" y="350867"/>
                </a:cubicBezTo>
                <a:close/>
                <a:moveTo>
                  <a:pt x="43617" y="169347"/>
                </a:moveTo>
                <a:cubicBezTo>
                  <a:pt x="49640" y="169347"/>
                  <a:pt x="54750" y="167381"/>
                  <a:pt x="58933" y="163449"/>
                </a:cubicBezTo>
                <a:cubicBezTo>
                  <a:pt x="62865" y="159254"/>
                  <a:pt x="64831" y="154145"/>
                  <a:pt x="64831" y="148121"/>
                </a:cubicBezTo>
                <a:cubicBezTo>
                  <a:pt x="64831" y="142098"/>
                  <a:pt x="62865" y="137126"/>
                  <a:pt x="58933" y="133194"/>
                </a:cubicBezTo>
                <a:cubicBezTo>
                  <a:pt x="54750" y="128999"/>
                  <a:pt x="49640" y="126907"/>
                  <a:pt x="43617" y="126907"/>
                </a:cubicBezTo>
                <a:cubicBezTo>
                  <a:pt x="37593" y="126907"/>
                  <a:pt x="32610" y="128999"/>
                  <a:pt x="28678" y="133194"/>
                </a:cubicBezTo>
                <a:cubicBezTo>
                  <a:pt x="24494" y="137126"/>
                  <a:pt x="22391" y="142098"/>
                  <a:pt x="22391" y="148121"/>
                </a:cubicBezTo>
                <a:cubicBezTo>
                  <a:pt x="22391" y="154145"/>
                  <a:pt x="24494" y="159254"/>
                  <a:pt x="28678" y="163449"/>
                </a:cubicBezTo>
                <a:cubicBezTo>
                  <a:pt x="32610" y="167381"/>
                  <a:pt x="37593" y="169347"/>
                  <a:pt x="43617" y="169347"/>
                </a:cubicBezTo>
                <a:close/>
                <a:moveTo>
                  <a:pt x="106482" y="332796"/>
                </a:moveTo>
                <a:cubicBezTo>
                  <a:pt x="110665" y="328864"/>
                  <a:pt x="112768" y="323880"/>
                  <a:pt x="112768" y="317857"/>
                </a:cubicBezTo>
                <a:cubicBezTo>
                  <a:pt x="112768" y="311833"/>
                  <a:pt x="110665" y="306724"/>
                  <a:pt x="106482" y="302541"/>
                </a:cubicBezTo>
                <a:cubicBezTo>
                  <a:pt x="102287" y="298609"/>
                  <a:pt x="97315" y="296643"/>
                  <a:pt x="91543" y="296643"/>
                </a:cubicBezTo>
                <a:cubicBezTo>
                  <a:pt x="85519" y="296643"/>
                  <a:pt x="80410" y="298609"/>
                  <a:pt x="76227" y="302541"/>
                </a:cubicBezTo>
                <a:cubicBezTo>
                  <a:pt x="72295" y="306724"/>
                  <a:pt x="70329" y="311833"/>
                  <a:pt x="70329" y="317857"/>
                </a:cubicBezTo>
                <a:cubicBezTo>
                  <a:pt x="70329" y="323880"/>
                  <a:pt x="72295" y="328864"/>
                  <a:pt x="76227" y="332796"/>
                </a:cubicBezTo>
                <a:cubicBezTo>
                  <a:pt x="80410" y="336979"/>
                  <a:pt x="85519" y="339082"/>
                  <a:pt x="91543" y="339082"/>
                </a:cubicBezTo>
                <a:cubicBezTo>
                  <a:pt x="97566" y="339082"/>
                  <a:pt x="102550" y="336979"/>
                  <a:pt x="106482" y="332796"/>
                </a:cubicBezTo>
                <a:close/>
                <a:moveTo>
                  <a:pt x="203923" y="58156"/>
                </a:moveTo>
                <a:cubicBezTo>
                  <a:pt x="207843" y="54224"/>
                  <a:pt x="209809" y="49240"/>
                  <a:pt x="209809" y="43217"/>
                </a:cubicBezTo>
                <a:cubicBezTo>
                  <a:pt x="209809" y="37193"/>
                  <a:pt x="207717" y="32084"/>
                  <a:pt x="203523" y="27901"/>
                </a:cubicBezTo>
                <a:cubicBezTo>
                  <a:pt x="199602" y="23969"/>
                  <a:pt x="194619" y="22003"/>
                  <a:pt x="188595" y="22003"/>
                </a:cubicBezTo>
                <a:cubicBezTo>
                  <a:pt x="182571" y="22003"/>
                  <a:pt x="177599" y="23969"/>
                  <a:pt x="173667" y="27901"/>
                </a:cubicBezTo>
                <a:cubicBezTo>
                  <a:pt x="169473" y="32084"/>
                  <a:pt x="167381" y="37193"/>
                  <a:pt x="167381" y="43217"/>
                </a:cubicBezTo>
                <a:cubicBezTo>
                  <a:pt x="167381" y="49240"/>
                  <a:pt x="169473" y="54224"/>
                  <a:pt x="173667" y="58156"/>
                </a:cubicBezTo>
                <a:cubicBezTo>
                  <a:pt x="177599" y="62339"/>
                  <a:pt x="182571" y="64442"/>
                  <a:pt x="188595" y="64442"/>
                </a:cubicBezTo>
                <a:cubicBezTo>
                  <a:pt x="194619" y="64442"/>
                  <a:pt x="199728" y="62339"/>
                  <a:pt x="203923" y="58156"/>
                </a:cubicBezTo>
                <a:close/>
                <a:moveTo>
                  <a:pt x="188595" y="229846"/>
                </a:moveTo>
                <a:cubicBezTo>
                  <a:pt x="198025" y="229846"/>
                  <a:pt x="205889" y="226577"/>
                  <a:pt x="212175" y="220028"/>
                </a:cubicBezTo>
                <a:cubicBezTo>
                  <a:pt x="218713" y="213478"/>
                  <a:pt x="221993" y="205626"/>
                  <a:pt x="221993" y="196459"/>
                </a:cubicBezTo>
                <a:cubicBezTo>
                  <a:pt x="221993" y="187029"/>
                  <a:pt x="218713" y="179165"/>
                  <a:pt x="212175" y="172879"/>
                </a:cubicBezTo>
                <a:cubicBezTo>
                  <a:pt x="205889" y="166329"/>
                  <a:pt x="198025" y="163060"/>
                  <a:pt x="188595" y="163060"/>
                </a:cubicBezTo>
                <a:cubicBezTo>
                  <a:pt x="179428" y="163060"/>
                  <a:pt x="171564" y="166329"/>
                  <a:pt x="165026" y="172879"/>
                </a:cubicBezTo>
                <a:cubicBezTo>
                  <a:pt x="158477" y="179165"/>
                  <a:pt x="155197" y="187029"/>
                  <a:pt x="155197" y="196459"/>
                </a:cubicBezTo>
                <a:cubicBezTo>
                  <a:pt x="155197" y="205626"/>
                  <a:pt x="158477" y="213478"/>
                  <a:pt x="165026" y="220028"/>
                </a:cubicBezTo>
                <a:cubicBezTo>
                  <a:pt x="171564" y="226577"/>
                  <a:pt x="179428" y="229846"/>
                  <a:pt x="188595" y="229846"/>
                </a:cubicBezTo>
                <a:close/>
                <a:moveTo>
                  <a:pt x="300963" y="332796"/>
                </a:moveTo>
                <a:cubicBezTo>
                  <a:pt x="304895" y="328864"/>
                  <a:pt x="306861" y="323880"/>
                  <a:pt x="306861" y="317857"/>
                </a:cubicBezTo>
                <a:cubicBezTo>
                  <a:pt x="306861" y="311833"/>
                  <a:pt x="304895" y="306724"/>
                  <a:pt x="300963" y="302541"/>
                </a:cubicBezTo>
                <a:cubicBezTo>
                  <a:pt x="296780" y="298609"/>
                  <a:pt x="291671" y="296643"/>
                  <a:pt x="285647" y="296643"/>
                </a:cubicBezTo>
                <a:cubicBezTo>
                  <a:pt x="279624" y="296643"/>
                  <a:pt x="274640" y="298609"/>
                  <a:pt x="270708" y="302541"/>
                </a:cubicBezTo>
                <a:cubicBezTo>
                  <a:pt x="266525" y="306724"/>
                  <a:pt x="264422" y="311833"/>
                  <a:pt x="264422" y="317857"/>
                </a:cubicBezTo>
                <a:cubicBezTo>
                  <a:pt x="264422" y="323880"/>
                  <a:pt x="266525" y="328864"/>
                  <a:pt x="270708" y="332796"/>
                </a:cubicBezTo>
                <a:cubicBezTo>
                  <a:pt x="274903" y="336979"/>
                  <a:pt x="279875" y="339082"/>
                  <a:pt x="285647" y="339082"/>
                </a:cubicBezTo>
                <a:cubicBezTo>
                  <a:pt x="291671" y="339082"/>
                  <a:pt x="296780" y="336979"/>
                  <a:pt x="300963" y="332796"/>
                </a:cubicBezTo>
                <a:close/>
                <a:moveTo>
                  <a:pt x="348512" y="163449"/>
                </a:moveTo>
                <a:cubicBezTo>
                  <a:pt x="352696" y="159254"/>
                  <a:pt x="354799" y="154145"/>
                  <a:pt x="354799" y="148121"/>
                </a:cubicBezTo>
                <a:cubicBezTo>
                  <a:pt x="354799" y="142098"/>
                  <a:pt x="352696" y="137126"/>
                  <a:pt x="348512" y="133194"/>
                </a:cubicBezTo>
                <a:cubicBezTo>
                  <a:pt x="344580" y="128999"/>
                  <a:pt x="339597" y="126907"/>
                  <a:pt x="333573" y="126907"/>
                </a:cubicBezTo>
                <a:cubicBezTo>
                  <a:pt x="327550" y="126907"/>
                  <a:pt x="322440" y="128999"/>
                  <a:pt x="318257" y="133194"/>
                </a:cubicBezTo>
                <a:cubicBezTo>
                  <a:pt x="314325" y="137126"/>
                  <a:pt x="312359" y="142098"/>
                  <a:pt x="312359" y="148121"/>
                </a:cubicBezTo>
                <a:cubicBezTo>
                  <a:pt x="312359" y="154145"/>
                  <a:pt x="314325" y="159254"/>
                  <a:pt x="318257" y="163449"/>
                </a:cubicBezTo>
                <a:cubicBezTo>
                  <a:pt x="322440" y="167381"/>
                  <a:pt x="327550" y="169347"/>
                  <a:pt x="333573" y="169347"/>
                </a:cubicBezTo>
                <a:cubicBezTo>
                  <a:pt x="339597" y="169347"/>
                  <a:pt x="344580" y="167381"/>
                  <a:pt x="348512" y="163449"/>
                </a:cubicBezTo>
                <a:close/>
                <a:moveTo>
                  <a:pt x="188595" y="43217"/>
                </a:moveTo>
                <a:close/>
                <a:moveTo>
                  <a:pt x="43617" y="148121"/>
                </a:moveTo>
                <a:close/>
                <a:moveTo>
                  <a:pt x="188595" y="196459"/>
                </a:moveTo>
                <a:close/>
                <a:moveTo>
                  <a:pt x="333573" y="148121"/>
                </a:moveTo>
                <a:close/>
                <a:moveTo>
                  <a:pt x="91543" y="317857"/>
                </a:moveTo>
                <a:close/>
                <a:moveTo>
                  <a:pt x="285647" y="3178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8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5183" y="321000"/>
                </a:moveTo>
                <a:lnTo>
                  <a:pt x="45183" y="265999"/>
                </a:lnTo>
                <a:cubicBezTo>
                  <a:pt x="45183" y="258661"/>
                  <a:pt x="47800" y="252374"/>
                  <a:pt x="53047" y="247139"/>
                </a:cubicBezTo>
                <a:cubicBezTo>
                  <a:pt x="58282" y="241905"/>
                  <a:pt x="64568" y="239276"/>
                  <a:pt x="71906" y="239276"/>
                </a:cubicBezTo>
                <a:lnTo>
                  <a:pt x="92732" y="239276"/>
                </a:lnTo>
                <a:lnTo>
                  <a:pt x="92732" y="202745"/>
                </a:lnTo>
                <a:cubicBezTo>
                  <a:pt x="92732" y="195144"/>
                  <a:pt x="95349" y="188721"/>
                  <a:pt x="100584" y="183486"/>
                </a:cubicBezTo>
                <a:cubicBezTo>
                  <a:pt x="105819" y="178251"/>
                  <a:pt x="112105" y="175633"/>
                  <a:pt x="119443" y="175633"/>
                </a:cubicBezTo>
                <a:lnTo>
                  <a:pt x="175633" y="175633"/>
                </a:lnTo>
                <a:lnTo>
                  <a:pt x="175633" y="137914"/>
                </a:lnTo>
                <a:lnTo>
                  <a:pt x="154808" y="137914"/>
                </a:lnTo>
                <a:cubicBezTo>
                  <a:pt x="147470" y="137914"/>
                  <a:pt x="141183" y="135285"/>
                  <a:pt x="135948" y="130051"/>
                </a:cubicBezTo>
                <a:cubicBezTo>
                  <a:pt x="130702" y="124816"/>
                  <a:pt x="128085" y="118529"/>
                  <a:pt x="128085" y="111191"/>
                </a:cubicBezTo>
                <a:lnTo>
                  <a:pt x="128085" y="56190"/>
                </a:lnTo>
                <a:cubicBezTo>
                  <a:pt x="128085" y="48852"/>
                  <a:pt x="130702" y="42565"/>
                  <a:pt x="135948" y="37330"/>
                </a:cubicBezTo>
                <a:cubicBezTo>
                  <a:pt x="141183" y="32084"/>
                  <a:pt x="147470" y="29467"/>
                  <a:pt x="154808" y="29467"/>
                </a:cubicBezTo>
                <a:lnTo>
                  <a:pt x="222382" y="29467"/>
                </a:lnTo>
                <a:cubicBezTo>
                  <a:pt x="229720" y="29467"/>
                  <a:pt x="236007" y="32084"/>
                  <a:pt x="241242" y="37330"/>
                </a:cubicBezTo>
                <a:cubicBezTo>
                  <a:pt x="246488" y="42565"/>
                  <a:pt x="249105" y="48852"/>
                  <a:pt x="249105" y="56190"/>
                </a:cubicBezTo>
                <a:lnTo>
                  <a:pt x="249105" y="111191"/>
                </a:lnTo>
                <a:cubicBezTo>
                  <a:pt x="249105" y="118529"/>
                  <a:pt x="246488" y="124816"/>
                  <a:pt x="241242" y="130051"/>
                </a:cubicBezTo>
                <a:cubicBezTo>
                  <a:pt x="236007" y="135285"/>
                  <a:pt x="229720" y="137914"/>
                  <a:pt x="222382" y="137914"/>
                </a:cubicBezTo>
                <a:lnTo>
                  <a:pt x="201557" y="137914"/>
                </a:lnTo>
                <a:lnTo>
                  <a:pt x="201557" y="175633"/>
                </a:lnTo>
                <a:lnTo>
                  <a:pt x="257747" y="175633"/>
                </a:lnTo>
                <a:cubicBezTo>
                  <a:pt x="265085" y="175633"/>
                  <a:pt x="271371" y="178251"/>
                  <a:pt x="276606" y="183486"/>
                </a:cubicBezTo>
                <a:cubicBezTo>
                  <a:pt x="281841" y="188721"/>
                  <a:pt x="284470" y="195144"/>
                  <a:pt x="284470" y="202745"/>
                </a:cubicBezTo>
                <a:lnTo>
                  <a:pt x="284470" y="239276"/>
                </a:lnTo>
                <a:lnTo>
                  <a:pt x="305284" y="239276"/>
                </a:lnTo>
                <a:cubicBezTo>
                  <a:pt x="312622" y="239276"/>
                  <a:pt x="318908" y="241905"/>
                  <a:pt x="324143" y="247139"/>
                </a:cubicBezTo>
                <a:cubicBezTo>
                  <a:pt x="329653" y="252374"/>
                  <a:pt x="332396" y="258661"/>
                  <a:pt x="332396" y="265999"/>
                </a:cubicBezTo>
                <a:lnTo>
                  <a:pt x="332396" y="321000"/>
                </a:lnTo>
                <a:cubicBezTo>
                  <a:pt x="332396" y="328338"/>
                  <a:pt x="329653" y="334625"/>
                  <a:pt x="324143" y="339860"/>
                </a:cubicBezTo>
                <a:cubicBezTo>
                  <a:pt x="318908" y="345369"/>
                  <a:pt x="312622" y="348112"/>
                  <a:pt x="305284" y="348112"/>
                </a:cubicBezTo>
                <a:lnTo>
                  <a:pt x="238498" y="348112"/>
                </a:lnTo>
                <a:cubicBezTo>
                  <a:pt x="231160" y="348112"/>
                  <a:pt x="224874" y="345369"/>
                  <a:pt x="219639" y="339860"/>
                </a:cubicBezTo>
                <a:cubicBezTo>
                  <a:pt x="214393" y="334625"/>
                  <a:pt x="211775" y="328338"/>
                  <a:pt x="211775" y="321000"/>
                </a:cubicBezTo>
                <a:lnTo>
                  <a:pt x="211775" y="265610"/>
                </a:lnTo>
                <a:cubicBezTo>
                  <a:pt x="211775" y="258272"/>
                  <a:pt x="214267" y="251986"/>
                  <a:pt x="219239" y="246751"/>
                </a:cubicBezTo>
                <a:cubicBezTo>
                  <a:pt x="224485" y="241767"/>
                  <a:pt x="230772" y="239276"/>
                  <a:pt x="238098" y="239276"/>
                </a:cubicBezTo>
                <a:lnTo>
                  <a:pt x="258924" y="239276"/>
                </a:lnTo>
                <a:lnTo>
                  <a:pt x="258924" y="201557"/>
                </a:lnTo>
                <a:lnTo>
                  <a:pt x="118266" y="201557"/>
                </a:lnTo>
                <a:lnTo>
                  <a:pt x="118266" y="239276"/>
                </a:lnTo>
                <a:lnTo>
                  <a:pt x="139092" y="239276"/>
                </a:lnTo>
                <a:cubicBezTo>
                  <a:pt x="146418" y="239276"/>
                  <a:pt x="152705" y="241767"/>
                  <a:pt x="157951" y="246751"/>
                </a:cubicBezTo>
                <a:cubicBezTo>
                  <a:pt x="162923" y="251986"/>
                  <a:pt x="165415" y="258272"/>
                  <a:pt x="165415" y="265610"/>
                </a:cubicBezTo>
                <a:lnTo>
                  <a:pt x="165415" y="321000"/>
                </a:lnTo>
                <a:cubicBezTo>
                  <a:pt x="165415" y="328338"/>
                  <a:pt x="162797" y="334625"/>
                  <a:pt x="157551" y="339860"/>
                </a:cubicBezTo>
                <a:cubicBezTo>
                  <a:pt x="152316" y="345369"/>
                  <a:pt x="146030" y="348112"/>
                  <a:pt x="138692" y="348112"/>
                </a:cubicBezTo>
                <a:lnTo>
                  <a:pt x="71906" y="348112"/>
                </a:lnTo>
                <a:cubicBezTo>
                  <a:pt x="64568" y="348112"/>
                  <a:pt x="58282" y="345369"/>
                  <a:pt x="53047" y="339860"/>
                </a:cubicBezTo>
                <a:cubicBezTo>
                  <a:pt x="47537" y="334625"/>
                  <a:pt x="44794" y="328338"/>
                  <a:pt x="44794" y="321000"/>
                </a:cubicBezTo>
                <a:close/>
                <a:moveTo>
                  <a:pt x="153631" y="112368"/>
                </a:moveTo>
                <a:lnTo>
                  <a:pt x="223559" y="112368"/>
                </a:lnTo>
                <a:lnTo>
                  <a:pt x="223559" y="55013"/>
                </a:lnTo>
                <a:lnTo>
                  <a:pt x="153631" y="55013"/>
                </a:lnTo>
                <a:lnTo>
                  <a:pt x="153631" y="112368"/>
                </a:lnTo>
                <a:close/>
                <a:moveTo>
                  <a:pt x="70729" y="322189"/>
                </a:moveTo>
                <a:lnTo>
                  <a:pt x="139880" y="322189"/>
                </a:lnTo>
                <a:lnTo>
                  <a:pt x="139880" y="264822"/>
                </a:lnTo>
                <a:lnTo>
                  <a:pt x="70729" y="264822"/>
                </a:lnTo>
                <a:lnTo>
                  <a:pt x="70729" y="322189"/>
                </a:lnTo>
                <a:close/>
                <a:moveTo>
                  <a:pt x="237321" y="322189"/>
                </a:moveTo>
                <a:lnTo>
                  <a:pt x="306473" y="322189"/>
                </a:lnTo>
                <a:lnTo>
                  <a:pt x="306473" y="264822"/>
                </a:lnTo>
                <a:lnTo>
                  <a:pt x="237321" y="264822"/>
                </a:lnTo>
                <a:lnTo>
                  <a:pt x="237321" y="322189"/>
                </a:lnTo>
                <a:close/>
                <a:moveTo>
                  <a:pt x="188595" y="112368"/>
                </a:moveTo>
                <a:close/>
                <a:moveTo>
                  <a:pt x="139880" y="264822"/>
                </a:moveTo>
                <a:close/>
                <a:moveTo>
                  <a:pt x="237321" y="26482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90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011" y="189772"/>
                </a:moveTo>
                <a:cubicBezTo>
                  <a:pt x="88011" y="206014"/>
                  <a:pt x="91029" y="220153"/>
                  <a:pt x="97052" y="232212"/>
                </a:cubicBezTo>
                <a:cubicBezTo>
                  <a:pt x="103076" y="243996"/>
                  <a:pt x="111328" y="254340"/>
                  <a:pt x="121798" y="263244"/>
                </a:cubicBezTo>
                <a:lnTo>
                  <a:pt x="132805" y="270708"/>
                </a:lnTo>
                <a:lnTo>
                  <a:pt x="132805" y="236132"/>
                </a:lnTo>
                <a:cubicBezTo>
                  <a:pt x="132805" y="232726"/>
                  <a:pt x="133982" y="229846"/>
                  <a:pt x="136337" y="227491"/>
                </a:cubicBezTo>
                <a:cubicBezTo>
                  <a:pt x="138692" y="225137"/>
                  <a:pt x="141709" y="223959"/>
                  <a:pt x="145378" y="223959"/>
                </a:cubicBezTo>
                <a:cubicBezTo>
                  <a:pt x="148784" y="223959"/>
                  <a:pt x="151665" y="225137"/>
                  <a:pt x="154019" y="227491"/>
                </a:cubicBezTo>
                <a:cubicBezTo>
                  <a:pt x="156374" y="229846"/>
                  <a:pt x="157551" y="232726"/>
                  <a:pt x="157551" y="236132"/>
                </a:cubicBezTo>
                <a:lnTo>
                  <a:pt x="157551" y="302541"/>
                </a:lnTo>
                <a:cubicBezTo>
                  <a:pt x="157551" y="306210"/>
                  <a:pt x="156248" y="309353"/>
                  <a:pt x="153631" y="311970"/>
                </a:cubicBezTo>
                <a:cubicBezTo>
                  <a:pt x="151002" y="314588"/>
                  <a:pt x="147858" y="315902"/>
                  <a:pt x="144201" y="315902"/>
                </a:cubicBezTo>
                <a:lnTo>
                  <a:pt x="78193" y="315902"/>
                </a:lnTo>
                <a:cubicBezTo>
                  <a:pt x="74524" y="315902"/>
                  <a:pt x="71506" y="314714"/>
                  <a:pt x="69152" y="312359"/>
                </a:cubicBezTo>
                <a:cubicBezTo>
                  <a:pt x="66797" y="310004"/>
                  <a:pt x="65620" y="306987"/>
                  <a:pt x="65620" y="303329"/>
                </a:cubicBezTo>
                <a:cubicBezTo>
                  <a:pt x="65620" y="299923"/>
                  <a:pt x="66797" y="297043"/>
                  <a:pt x="69152" y="294677"/>
                </a:cubicBezTo>
                <a:cubicBezTo>
                  <a:pt x="71506" y="292322"/>
                  <a:pt x="74524" y="291145"/>
                  <a:pt x="78193" y="291145"/>
                </a:cubicBezTo>
                <a:lnTo>
                  <a:pt x="114734" y="291145"/>
                </a:lnTo>
                <a:lnTo>
                  <a:pt x="109625" y="287213"/>
                </a:lnTo>
                <a:cubicBezTo>
                  <a:pt x="92857" y="273337"/>
                  <a:pt x="80547" y="258535"/>
                  <a:pt x="72683" y="242819"/>
                </a:cubicBezTo>
                <a:cubicBezTo>
                  <a:pt x="64831" y="227103"/>
                  <a:pt x="60899" y="209420"/>
                  <a:pt x="60899" y="189772"/>
                </a:cubicBezTo>
                <a:cubicBezTo>
                  <a:pt x="60899" y="164626"/>
                  <a:pt x="67711" y="141709"/>
                  <a:pt x="81336" y="121021"/>
                </a:cubicBezTo>
                <a:cubicBezTo>
                  <a:pt x="94686" y="100321"/>
                  <a:pt x="112505" y="84742"/>
                  <a:pt x="134771" y="74261"/>
                </a:cubicBezTo>
                <a:cubicBezTo>
                  <a:pt x="137914" y="72946"/>
                  <a:pt x="140920" y="73083"/>
                  <a:pt x="143801" y="74649"/>
                </a:cubicBezTo>
                <a:cubicBezTo>
                  <a:pt x="146681" y="76227"/>
                  <a:pt x="148647" y="78707"/>
                  <a:pt x="149699" y="82113"/>
                </a:cubicBezTo>
                <a:cubicBezTo>
                  <a:pt x="151002" y="85256"/>
                  <a:pt x="150876" y="88537"/>
                  <a:pt x="149310" y="91943"/>
                </a:cubicBezTo>
                <a:cubicBezTo>
                  <a:pt x="147733" y="95349"/>
                  <a:pt x="145378" y="97967"/>
                  <a:pt x="142235" y="99795"/>
                </a:cubicBezTo>
                <a:cubicBezTo>
                  <a:pt x="125730" y="108448"/>
                  <a:pt x="112505" y="120884"/>
                  <a:pt x="102550" y="137126"/>
                </a:cubicBezTo>
                <a:cubicBezTo>
                  <a:pt x="92857" y="153105"/>
                  <a:pt x="88011" y="170650"/>
                  <a:pt x="88011" y="189772"/>
                </a:cubicBezTo>
                <a:close/>
                <a:moveTo>
                  <a:pt x="289179" y="187418"/>
                </a:moveTo>
                <a:cubicBezTo>
                  <a:pt x="289179" y="175108"/>
                  <a:pt x="286161" y="162535"/>
                  <a:pt x="280138" y="149699"/>
                </a:cubicBezTo>
                <a:cubicBezTo>
                  <a:pt x="274114" y="137126"/>
                  <a:pt x="266262" y="125856"/>
                  <a:pt x="256569" y="115912"/>
                </a:cubicBezTo>
                <a:lnTo>
                  <a:pt x="245562" y="106482"/>
                </a:lnTo>
                <a:lnTo>
                  <a:pt x="245562" y="141058"/>
                </a:lnTo>
                <a:cubicBezTo>
                  <a:pt x="245562" y="144464"/>
                  <a:pt x="244385" y="147344"/>
                  <a:pt x="242030" y="149699"/>
                </a:cubicBezTo>
                <a:cubicBezTo>
                  <a:pt x="239676" y="152053"/>
                  <a:pt x="236795" y="153231"/>
                  <a:pt x="233389" y="153231"/>
                </a:cubicBezTo>
                <a:cubicBezTo>
                  <a:pt x="229720" y="153231"/>
                  <a:pt x="226703" y="152053"/>
                  <a:pt x="224348" y="149699"/>
                </a:cubicBezTo>
                <a:cubicBezTo>
                  <a:pt x="221993" y="147344"/>
                  <a:pt x="220816" y="144464"/>
                  <a:pt x="220816" y="141058"/>
                </a:cubicBezTo>
                <a:lnTo>
                  <a:pt x="220816" y="74649"/>
                </a:lnTo>
                <a:cubicBezTo>
                  <a:pt x="220816" y="70980"/>
                  <a:pt x="222119" y="67837"/>
                  <a:pt x="224748" y="65220"/>
                </a:cubicBezTo>
                <a:cubicBezTo>
                  <a:pt x="227366" y="62602"/>
                  <a:pt x="230509" y="61299"/>
                  <a:pt x="234178" y="61299"/>
                </a:cubicBezTo>
                <a:lnTo>
                  <a:pt x="300186" y="61299"/>
                </a:lnTo>
                <a:cubicBezTo>
                  <a:pt x="303844" y="61299"/>
                  <a:pt x="306861" y="62476"/>
                  <a:pt x="309216" y="64831"/>
                </a:cubicBezTo>
                <a:cubicBezTo>
                  <a:pt x="311570" y="67186"/>
                  <a:pt x="312759" y="70203"/>
                  <a:pt x="312759" y="73872"/>
                </a:cubicBezTo>
                <a:cubicBezTo>
                  <a:pt x="312759" y="77267"/>
                  <a:pt x="311570" y="80159"/>
                  <a:pt x="309216" y="82513"/>
                </a:cubicBezTo>
                <a:cubicBezTo>
                  <a:pt x="306861" y="84868"/>
                  <a:pt x="303844" y="86045"/>
                  <a:pt x="300186" y="86045"/>
                </a:cubicBezTo>
                <a:lnTo>
                  <a:pt x="263644" y="86045"/>
                </a:lnTo>
                <a:lnTo>
                  <a:pt x="268354" y="90766"/>
                </a:lnTo>
                <a:cubicBezTo>
                  <a:pt x="284333" y="105693"/>
                  <a:pt x="296254" y="121672"/>
                  <a:pt x="304107" y="138692"/>
                </a:cubicBezTo>
                <a:cubicBezTo>
                  <a:pt x="312233" y="155459"/>
                  <a:pt x="316291" y="171701"/>
                  <a:pt x="316291" y="187418"/>
                </a:cubicBezTo>
                <a:cubicBezTo>
                  <a:pt x="316291" y="212301"/>
                  <a:pt x="309742" y="234955"/>
                  <a:pt x="296643" y="255392"/>
                </a:cubicBezTo>
                <a:cubicBezTo>
                  <a:pt x="283807" y="275817"/>
                  <a:pt x="266388" y="291534"/>
                  <a:pt x="244385" y="302541"/>
                </a:cubicBezTo>
                <a:cubicBezTo>
                  <a:pt x="241242" y="304107"/>
                  <a:pt x="238098" y="304244"/>
                  <a:pt x="234955" y="302929"/>
                </a:cubicBezTo>
                <a:cubicBezTo>
                  <a:pt x="231549" y="301363"/>
                  <a:pt x="229194" y="298734"/>
                  <a:pt x="227891" y="295077"/>
                </a:cubicBezTo>
                <a:cubicBezTo>
                  <a:pt x="226577" y="291934"/>
                  <a:pt x="226703" y="288653"/>
                  <a:pt x="228280" y="285247"/>
                </a:cubicBezTo>
                <a:cubicBezTo>
                  <a:pt x="229846" y="281841"/>
                  <a:pt x="232212" y="279223"/>
                  <a:pt x="235355" y="277395"/>
                </a:cubicBezTo>
                <a:cubicBezTo>
                  <a:pt x="252112" y="269005"/>
                  <a:pt x="265210" y="256695"/>
                  <a:pt x="274640" y="240464"/>
                </a:cubicBezTo>
                <a:cubicBezTo>
                  <a:pt x="284333" y="224222"/>
                  <a:pt x="289179" y="206540"/>
                  <a:pt x="289179" y="18741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2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5512" y="191350"/>
                </a:moveTo>
                <a:cubicBezTo>
                  <a:pt x="113157" y="193441"/>
                  <a:pt x="111980" y="196196"/>
                  <a:pt x="111980" y="199602"/>
                </a:cubicBezTo>
                <a:lnTo>
                  <a:pt x="111980" y="256569"/>
                </a:lnTo>
                <a:cubicBezTo>
                  <a:pt x="111980" y="259975"/>
                  <a:pt x="113157" y="262719"/>
                  <a:pt x="115512" y="264822"/>
                </a:cubicBezTo>
                <a:cubicBezTo>
                  <a:pt x="117878" y="267176"/>
                  <a:pt x="120621" y="268354"/>
                  <a:pt x="123764" y="268354"/>
                </a:cubicBezTo>
                <a:cubicBezTo>
                  <a:pt x="127170" y="268354"/>
                  <a:pt x="130051" y="267176"/>
                  <a:pt x="132405" y="264822"/>
                </a:cubicBezTo>
                <a:cubicBezTo>
                  <a:pt x="134508" y="262719"/>
                  <a:pt x="135548" y="259975"/>
                  <a:pt x="135548" y="256569"/>
                </a:cubicBezTo>
                <a:lnTo>
                  <a:pt x="135548" y="199602"/>
                </a:lnTo>
                <a:cubicBezTo>
                  <a:pt x="135548" y="196196"/>
                  <a:pt x="134371" y="193441"/>
                  <a:pt x="132017" y="191350"/>
                </a:cubicBezTo>
                <a:cubicBezTo>
                  <a:pt x="129925" y="188984"/>
                  <a:pt x="127170" y="187806"/>
                  <a:pt x="123764" y="187806"/>
                </a:cubicBezTo>
                <a:cubicBezTo>
                  <a:pt x="120358" y="187806"/>
                  <a:pt x="117615" y="188984"/>
                  <a:pt x="115512" y="191350"/>
                </a:cubicBezTo>
                <a:close/>
                <a:moveTo>
                  <a:pt x="245174" y="106871"/>
                </a:moveTo>
                <a:cubicBezTo>
                  <a:pt x="242819" y="108962"/>
                  <a:pt x="241642" y="111717"/>
                  <a:pt x="241642" y="115123"/>
                </a:cubicBezTo>
                <a:lnTo>
                  <a:pt x="241642" y="256569"/>
                </a:lnTo>
                <a:cubicBezTo>
                  <a:pt x="241642" y="259975"/>
                  <a:pt x="242819" y="262719"/>
                  <a:pt x="245174" y="264822"/>
                </a:cubicBezTo>
                <a:cubicBezTo>
                  <a:pt x="247265" y="267176"/>
                  <a:pt x="250020" y="268354"/>
                  <a:pt x="253426" y="268354"/>
                </a:cubicBezTo>
                <a:cubicBezTo>
                  <a:pt x="256832" y="268354"/>
                  <a:pt x="259575" y="267176"/>
                  <a:pt x="261678" y="264822"/>
                </a:cubicBezTo>
                <a:cubicBezTo>
                  <a:pt x="264033" y="262719"/>
                  <a:pt x="265210" y="259975"/>
                  <a:pt x="265210" y="256569"/>
                </a:cubicBezTo>
                <a:lnTo>
                  <a:pt x="265210" y="115123"/>
                </a:lnTo>
                <a:cubicBezTo>
                  <a:pt x="265210" y="111717"/>
                  <a:pt x="264033" y="108962"/>
                  <a:pt x="261678" y="106871"/>
                </a:cubicBezTo>
                <a:cubicBezTo>
                  <a:pt x="259324" y="104516"/>
                  <a:pt x="256569" y="103339"/>
                  <a:pt x="253426" y="103339"/>
                </a:cubicBezTo>
                <a:cubicBezTo>
                  <a:pt x="250020" y="103339"/>
                  <a:pt x="247265" y="104516"/>
                  <a:pt x="245174" y="106871"/>
                </a:cubicBezTo>
                <a:close/>
                <a:moveTo>
                  <a:pt x="180343" y="225525"/>
                </a:moveTo>
                <a:cubicBezTo>
                  <a:pt x="177988" y="227628"/>
                  <a:pt x="176811" y="230372"/>
                  <a:pt x="176811" y="233778"/>
                </a:cubicBezTo>
                <a:lnTo>
                  <a:pt x="176811" y="256569"/>
                </a:lnTo>
                <a:cubicBezTo>
                  <a:pt x="176811" y="259975"/>
                  <a:pt x="177988" y="262719"/>
                  <a:pt x="180343" y="264822"/>
                </a:cubicBezTo>
                <a:cubicBezTo>
                  <a:pt x="182434" y="267176"/>
                  <a:pt x="185189" y="268354"/>
                  <a:pt x="188595" y="268354"/>
                </a:cubicBezTo>
                <a:cubicBezTo>
                  <a:pt x="192001" y="268354"/>
                  <a:pt x="194882" y="267176"/>
                  <a:pt x="197236" y="264822"/>
                </a:cubicBezTo>
                <a:cubicBezTo>
                  <a:pt x="199339" y="262719"/>
                  <a:pt x="200379" y="259975"/>
                  <a:pt x="200379" y="256569"/>
                </a:cubicBezTo>
                <a:lnTo>
                  <a:pt x="200379" y="233778"/>
                </a:lnTo>
                <a:cubicBezTo>
                  <a:pt x="200379" y="230372"/>
                  <a:pt x="199202" y="227628"/>
                  <a:pt x="196847" y="225525"/>
                </a:cubicBezTo>
                <a:cubicBezTo>
                  <a:pt x="194756" y="223171"/>
                  <a:pt x="192001" y="221993"/>
                  <a:pt x="188595" y="221993"/>
                </a:cubicBezTo>
                <a:cubicBezTo>
                  <a:pt x="185189" y="221993"/>
                  <a:pt x="182434" y="223171"/>
                  <a:pt x="180343" y="225525"/>
                </a:cubicBezTo>
                <a:close/>
                <a:moveTo>
                  <a:pt x="71506" y="332396"/>
                </a:moveTo>
                <a:cubicBezTo>
                  <a:pt x="64442" y="332396"/>
                  <a:pt x="58156" y="329778"/>
                  <a:pt x="52647" y="324543"/>
                </a:cubicBezTo>
                <a:cubicBezTo>
                  <a:pt x="47412" y="319046"/>
                  <a:pt x="44794" y="312759"/>
                  <a:pt x="44794" y="305684"/>
                </a:cubicBez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8156" y="47412"/>
                  <a:pt x="64442" y="44794"/>
                  <a:pt x="71506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305684"/>
                </a:lnTo>
                <a:cubicBezTo>
                  <a:pt x="332396" y="312759"/>
                  <a:pt x="329778" y="319046"/>
                  <a:pt x="324543" y="324543"/>
                </a:cubicBezTo>
                <a:cubicBezTo>
                  <a:pt x="319297" y="329778"/>
                  <a:pt x="313011" y="332396"/>
                  <a:pt x="305684" y="332396"/>
                </a:cubicBezTo>
                <a:lnTo>
                  <a:pt x="71506" y="332396"/>
                </a:lnTo>
                <a:close/>
                <a:moveTo>
                  <a:pt x="71506" y="305684"/>
                </a:moveTo>
                <a:lnTo>
                  <a:pt x="305684" y="305684"/>
                </a:lnTo>
                <a:lnTo>
                  <a:pt x="305684" y="71506"/>
                </a:lnTo>
                <a:lnTo>
                  <a:pt x="71506" y="71506"/>
                </a:lnTo>
                <a:lnTo>
                  <a:pt x="71506" y="305684"/>
                </a:lnTo>
                <a:close/>
                <a:moveTo>
                  <a:pt x="71506" y="71506"/>
                </a:moveTo>
                <a:lnTo>
                  <a:pt x="71506" y="305684"/>
                </a:lnTo>
                <a:lnTo>
                  <a:pt x="71506" y="71506"/>
                </a:lnTo>
                <a:close/>
                <a:moveTo>
                  <a:pt x="197236" y="184274"/>
                </a:moveTo>
                <a:cubicBezTo>
                  <a:pt x="199339" y="182183"/>
                  <a:pt x="200379" y="179428"/>
                  <a:pt x="200379" y="176022"/>
                </a:cubicBezTo>
                <a:cubicBezTo>
                  <a:pt x="200379" y="172616"/>
                  <a:pt x="199202" y="169736"/>
                  <a:pt x="196847" y="167381"/>
                </a:cubicBezTo>
                <a:cubicBezTo>
                  <a:pt x="194756" y="165278"/>
                  <a:pt x="192001" y="164238"/>
                  <a:pt x="188595" y="164238"/>
                </a:cubicBezTo>
                <a:cubicBezTo>
                  <a:pt x="185189" y="164238"/>
                  <a:pt x="182434" y="165415"/>
                  <a:pt x="180343" y="167770"/>
                </a:cubicBezTo>
                <a:cubicBezTo>
                  <a:pt x="177988" y="169861"/>
                  <a:pt x="176811" y="172616"/>
                  <a:pt x="176811" y="176022"/>
                </a:cubicBezTo>
                <a:cubicBezTo>
                  <a:pt x="176811" y="179428"/>
                  <a:pt x="177988" y="182183"/>
                  <a:pt x="180343" y="184274"/>
                </a:cubicBezTo>
                <a:cubicBezTo>
                  <a:pt x="182434" y="186629"/>
                  <a:pt x="185189" y="187806"/>
                  <a:pt x="188595" y="187806"/>
                </a:cubicBezTo>
                <a:cubicBezTo>
                  <a:pt x="192001" y="187806"/>
                  <a:pt x="194882" y="186629"/>
                  <a:pt x="197236" y="18427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4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9503" y="327687"/>
                </a:moveTo>
                <a:cubicBezTo>
                  <a:pt x="46886" y="325332"/>
                  <a:pt x="45583" y="322189"/>
                  <a:pt x="45583" y="318257"/>
                </a:cubicBezTo>
                <a:lnTo>
                  <a:pt x="45583" y="299397"/>
                </a:lnTo>
                <a:cubicBezTo>
                  <a:pt x="45583" y="295728"/>
                  <a:pt x="46886" y="292585"/>
                  <a:pt x="49503" y="289968"/>
                </a:cubicBezTo>
                <a:cubicBezTo>
                  <a:pt x="51869" y="287350"/>
                  <a:pt x="55013" y="286036"/>
                  <a:pt x="58933" y="286036"/>
                </a:cubicBezTo>
                <a:cubicBezTo>
                  <a:pt x="62602" y="286036"/>
                  <a:pt x="65745" y="287350"/>
                  <a:pt x="68363" y="289968"/>
                </a:cubicBezTo>
                <a:cubicBezTo>
                  <a:pt x="70729" y="292585"/>
                  <a:pt x="71906" y="295728"/>
                  <a:pt x="71906" y="299397"/>
                </a:cubicBezTo>
                <a:lnTo>
                  <a:pt x="71906" y="318257"/>
                </a:lnTo>
                <a:cubicBezTo>
                  <a:pt x="71906" y="322189"/>
                  <a:pt x="70729" y="325332"/>
                  <a:pt x="68363" y="327687"/>
                </a:cubicBezTo>
                <a:cubicBezTo>
                  <a:pt x="65745" y="330304"/>
                  <a:pt x="62476" y="331619"/>
                  <a:pt x="58544" y="331619"/>
                </a:cubicBezTo>
                <a:cubicBezTo>
                  <a:pt x="54875" y="331619"/>
                  <a:pt x="51869" y="330304"/>
                  <a:pt x="49503" y="327687"/>
                </a:cubicBezTo>
                <a:close/>
                <a:moveTo>
                  <a:pt x="114334" y="327687"/>
                </a:moveTo>
                <a:cubicBezTo>
                  <a:pt x="111717" y="325332"/>
                  <a:pt x="110402" y="322189"/>
                  <a:pt x="110402" y="318257"/>
                </a:cubicBezTo>
                <a:lnTo>
                  <a:pt x="110402" y="239276"/>
                </a:lnTo>
                <a:cubicBezTo>
                  <a:pt x="110402" y="235618"/>
                  <a:pt x="111717" y="232475"/>
                  <a:pt x="114334" y="229846"/>
                </a:cubicBezTo>
                <a:cubicBezTo>
                  <a:pt x="116952" y="227491"/>
                  <a:pt x="120095" y="226314"/>
                  <a:pt x="123764" y="226314"/>
                </a:cubicBezTo>
                <a:cubicBezTo>
                  <a:pt x="127433" y="226314"/>
                  <a:pt x="130576" y="227491"/>
                  <a:pt x="133194" y="229846"/>
                </a:cubicBezTo>
                <a:cubicBezTo>
                  <a:pt x="135811" y="232475"/>
                  <a:pt x="137126" y="235618"/>
                  <a:pt x="137126" y="239276"/>
                </a:cubicBezTo>
                <a:lnTo>
                  <a:pt x="137126" y="318257"/>
                </a:lnTo>
                <a:cubicBezTo>
                  <a:pt x="137126" y="322189"/>
                  <a:pt x="135811" y="325332"/>
                  <a:pt x="133194" y="327687"/>
                </a:cubicBezTo>
                <a:cubicBezTo>
                  <a:pt x="130576" y="330304"/>
                  <a:pt x="127433" y="331619"/>
                  <a:pt x="123764" y="331619"/>
                </a:cubicBezTo>
                <a:cubicBezTo>
                  <a:pt x="119832" y="331619"/>
                  <a:pt x="116689" y="330304"/>
                  <a:pt x="114334" y="327687"/>
                </a:cubicBezTo>
                <a:close/>
                <a:moveTo>
                  <a:pt x="179165" y="327687"/>
                </a:moveTo>
                <a:cubicBezTo>
                  <a:pt x="176548" y="325332"/>
                  <a:pt x="175233" y="322189"/>
                  <a:pt x="175233" y="318257"/>
                </a:cubicBezTo>
                <a:lnTo>
                  <a:pt x="175233" y="262856"/>
                </a:lnTo>
                <a:cubicBezTo>
                  <a:pt x="175233" y="259187"/>
                  <a:pt x="176548" y="256043"/>
                  <a:pt x="179165" y="253426"/>
                </a:cubicBezTo>
                <a:cubicBezTo>
                  <a:pt x="181783" y="250808"/>
                  <a:pt x="184926" y="249494"/>
                  <a:pt x="188595" y="249494"/>
                </a:cubicBezTo>
                <a:cubicBezTo>
                  <a:pt x="192527" y="249494"/>
                  <a:pt x="195670" y="250808"/>
                  <a:pt x="198025" y="253426"/>
                </a:cubicBezTo>
                <a:cubicBezTo>
                  <a:pt x="200642" y="256043"/>
                  <a:pt x="201957" y="259187"/>
                  <a:pt x="201957" y="262856"/>
                </a:cubicBezTo>
                <a:lnTo>
                  <a:pt x="201957" y="318257"/>
                </a:lnTo>
                <a:cubicBezTo>
                  <a:pt x="201957" y="322189"/>
                  <a:pt x="200642" y="325332"/>
                  <a:pt x="198025" y="327687"/>
                </a:cubicBezTo>
                <a:cubicBezTo>
                  <a:pt x="195407" y="330304"/>
                  <a:pt x="192264" y="331619"/>
                  <a:pt x="188595" y="331619"/>
                </a:cubicBezTo>
                <a:cubicBezTo>
                  <a:pt x="184926" y="331619"/>
                  <a:pt x="181783" y="330304"/>
                  <a:pt x="179165" y="327687"/>
                </a:cubicBezTo>
                <a:close/>
                <a:moveTo>
                  <a:pt x="243996" y="327687"/>
                </a:moveTo>
                <a:cubicBezTo>
                  <a:pt x="241642" y="325332"/>
                  <a:pt x="240464" y="322189"/>
                  <a:pt x="240464" y="318257"/>
                </a:cubicBezTo>
                <a:lnTo>
                  <a:pt x="240464" y="221993"/>
                </a:lnTo>
                <a:cubicBezTo>
                  <a:pt x="240464" y="218324"/>
                  <a:pt x="241642" y="215181"/>
                  <a:pt x="243996" y="212564"/>
                </a:cubicBezTo>
                <a:cubicBezTo>
                  <a:pt x="246614" y="209946"/>
                  <a:pt x="249894" y="208632"/>
                  <a:pt x="253815" y="208632"/>
                </a:cubicBezTo>
                <a:cubicBezTo>
                  <a:pt x="257484" y="208632"/>
                  <a:pt x="260501" y="209946"/>
                  <a:pt x="262856" y="212564"/>
                </a:cubicBezTo>
                <a:cubicBezTo>
                  <a:pt x="265473" y="215181"/>
                  <a:pt x="266788" y="218324"/>
                  <a:pt x="266788" y="221993"/>
                </a:cubicBezTo>
                <a:lnTo>
                  <a:pt x="266788" y="318257"/>
                </a:lnTo>
                <a:cubicBezTo>
                  <a:pt x="266788" y="322189"/>
                  <a:pt x="265473" y="325332"/>
                  <a:pt x="262856" y="327687"/>
                </a:cubicBezTo>
                <a:cubicBezTo>
                  <a:pt x="260501" y="330304"/>
                  <a:pt x="257358" y="331619"/>
                  <a:pt x="253426" y="331619"/>
                </a:cubicBezTo>
                <a:cubicBezTo>
                  <a:pt x="249757" y="331619"/>
                  <a:pt x="246614" y="330304"/>
                  <a:pt x="243996" y="327687"/>
                </a:cubicBezTo>
                <a:close/>
                <a:moveTo>
                  <a:pt x="308827" y="327687"/>
                </a:moveTo>
                <a:cubicBezTo>
                  <a:pt x="306473" y="325332"/>
                  <a:pt x="305284" y="322189"/>
                  <a:pt x="305284" y="318257"/>
                </a:cubicBezTo>
                <a:lnTo>
                  <a:pt x="305284" y="174845"/>
                </a:lnTo>
                <a:cubicBezTo>
                  <a:pt x="305284" y="171176"/>
                  <a:pt x="306598" y="168032"/>
                  <a:pt x="309216" y="165415"/>
                </a:cubicBezTo>
                <a:cubicBezTo>
                  <a:pt x="311570" y="162797"/>
                  <a:pt x="314714" y="161483"/>
                  <a:pt x="318646" y="161483"/>
                </a:cubicBezTo>
                <a:cubicBezTo>
                  <a:pt x="322315" y="161483"/>
                  <a:pt x="325332" y="162797"/>
                  <a:pt x="327687" y="165415"/>
                </a:cubicBezTo>
                <a:cubicBezTo>
                  <a:pt x="330304" y="168032"/>
                  <a:pt x="331619" y="171176"/>
                  <a:pt x="331619" y="174845"/>
                </a:cubicBezTo>
                <a:lnTo>
                  <a:pt x="331619" y="318257"/>
                </a:lnTo>
                <a:cubicBezTo>
                  <a:pt x="331619" y="322189"/>
                  <a:pt x="330304" y="325332"/>
                  <a:pt x="327687" y="327687"/>
                </a:cubicBezTo>
                <a:cubicBezTo>
                  <a:pt x="325332" y="330304"/>
                  <a:pt x="322189" y="331619"/>
                  <a:pt x="318257" y="331619"/>
                </a:cubicBezTo>
                <a:cubicBezTo>
                  <a:pt x="314588" y="331619"/>
                  <a:pt x="311445" y="330304"/>
                  <a:pt x="308827" y="327687"/>
                </a:cubicBezTo>
                <a:close/>
                <a:moveTo>
                  <a:pt x="220028" y="181520"/>
                </a:moveTo>
                <a:cubicBezTo>
                  <a:pt x="216621" y="181520"/>
                  <a:pt x="213215" y="180868"/>
                  <a:pt x="209809" y="179554"/>
                </a:cubicBezTo>
                <a:cubicBezTo>
                  <a:pt x="206666" y="178251"/>
                  <a:pt x="203660" y="176285"/>
                  <a:pt x="200779" y="173667"/>
                </a:cubicBezTo>
                <a:lnTo>
                  <a:pt x="157163" y="130051"/>
                </a:lnTo>
                <a:lnTo>
                  <a:pt x="68763" y="217673"/>
                </a:lnTo>
                <a:cubicBezTo>
                  <a:pt x="66134" y="220553"/>
                  <a:pt x="62991" y="221856"/>
                  <a:pt x="59333" y="221605"/>
                </a:cubicBezTo>
                <a:cubicBezTo>
                  <a:pt x="55401" y="221605"/>
                  <a:pt x="52121" y="220153"/>
                  <a:pt x="49503" y="217273"/>
                </a:cubicBezTo>
                <a:cubicBezTo>
                  <a:pt x="47149" y="214655"/>
                  <a:pt x="45834" y="211649"/>
                  <a:pt x="45583" y="208243"/>
                </a:cubicBezTo>
                <a:cubicBezTo>
                  <a:pt x="45583" y="204574"/>
                  <a:pt x="46886" y="201431"/>
                  <a:pt x="49503" y="198813"/>
                </a:cubicBezTo>
                <a:lnTo>
                  <a:pt x="138303" y="110802"/>
                </a:lnTo>
                <a:cubicBezTo>
                  <a:pt x="141183" y="107922"/>
                  <a:pt x="144201" y="105956"/>
                  <a:pt x="147344" y="104905"/>
                </a:cubicBezTo>
                <a:cubicBezTo>
                  <a:pt x="150487" y="103602"/>
                  <a:pt x="153756" y="102939"/>
                  <a:pt x="157163" y="102939"/>
                </a:cubicBezTo>
                <a:cubicBezTo>
                  <a:pt x="160569" y="102939"/>
                  <a:pt x="163838" y="103602"/>
                  <a:pt x="166981" y="104905"/>
                </a:cubicBezTo>
                <a:cubicBezTo>
                  <a:pt x="170387" y="105956"/>
                  <a:pt x="173405" y="107922"/>
                  <a:pt x="176022" y="110802"/>
                </a:cubicBezTo>
                <a:lnTo>
                  <a:pt x="220028" y="154808"/>
                </a:lnTo>
                <a:lnTo>
                  <a:pt x="308827" y="66008"/>
                </a:lnTo>
                <a:cubicBezTo>
                  <a:pt x="311445" y="63391"/>
                  <a:pt x="314588" y="62076"/>
                  <a:pt x="318257" y="62076"/>
                </a:cubicBezTo>
                <a:cubicBezTo>
                  <a:pt x="321926" y="62076"/>
                  <a:pt x="325069" y="63391"/>
                  <a:pt x="327687" y="66008"/>
                </a:cubicBezTo>
                <a:cubicBezTo>
                  <a:pt x="330041" y="68626"/>
                  <a:pt x="331356" y="71769"/>
                  <a:pt x="331619" y="75438"/>
                </a:cubicBezTo>
                <a:cubicBezTo>
                  <a:pt x="331619" y="78844"/>
                  <a:pt x="330304" y="81987"/>
                  <a:pt x="327687" y="84868"/>
                </a:cubicBezTo>
                <a:lnTo>
                  <a:pt x="238887" y="173667"/>
                </a:lnTo>
                <a:cubicBezTo>
                  <a:pt x="236532" y="176285"/>
                  <a:pt x="233652" y="178251"/>
                  <a:pt x="230246" y="179554"/>
                </a:cubicBezTo>
                <a:cubicBezTo>
                  <a:pt x="226840" y="180868"/>
                  <a:pt x="223434" y="181520"/>
                  <a:pt x="220028" y="1815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6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180" y="206277"/>
                </a:moveTo>
                <a:cubicBezTo>
                  <a:pt x="20300" y="204437"/>
                  <a:pt x="18597" y="201694"/>
                  <a:pt x="18071" y="198025"/>
                </a:cubicBezTo>
                <a:cubicBezTo>
                  <a:pt x="17545" y="194356"/>
                  <a:pt x="18208" y="191087"/>
                  <a:pt x="20037" y="188206"/>
                </a:cubicBezTo>
                <a:lnTo>
                  <a:pt x="74261" y="103339"/>
                </a:lnTo>
                <a:cubicBezTo>
                  <a:pt x="78456" y="96526"/>
                  <a:pt x="84479" y="92857"/>
                  <a:pt x="92332" y="92332"/>
                </a:cubicBezTo>
                <a:cubicBezTo>
                  <a:pt x="100458" y="91543"/>
                  <a:pt x="107133" y="94172"/>
                  <a:pt x="112368" y="100195"/>
                </a:cubicBezTo>
                <a:lnTo>
                  <a:pt x="139880" y="131228"/>
                </a:lnTo>
                <a:lnTo>
                  <a:pt x="185452" y="58156"/>
                </a:lnTo>
                <a:cubicBezTo>
                  <a:pt x="190172" y="50818"/>
                  <a:pt x="196847" y="47023"/>
                  <a:pt x="205489" y="46760"/>
                </a:cubicBezTo>
                <a:cubicBezTo>
                  <a:pt x="214130" y="46497"/>
                  <a:pt x="220942" y="49903"/>
                  <a:pt x="225925" y="56967"/>
                </a:cubicBezTo>
                <a:lnTo>
                  <a:pt x="254992" y="98229"/>
                </a:lnTo>
                <a:lnTo>
                  <a:pt x="302141" y="24757"/>
                </a:lnTo>
                <a:cubicBezTo>
                  <a:pt x="304244" y="21614"/>
                  <a:pt x="307250" y="19648"/>
                  <a:pt x="311182" y="18860"/>
                </a:cubicBezTo>
                <a:cubicBezTo>
                  <a:pt x="314851" y="18071"/>
                  <a:pt x="318257" y="18860"/>
                  <a:pt x="321400" y="21214"/>
                </a:cubicBezTo>
                <a:cubicBezTo>
                  <a:pt x="324543" y="23317"/>
                  <a:pt x="326246" y="26198"/>
                  <a:pt x="326509" y="29867"/>
                </a:cubicBezTo>
                <a:cubicBezTo>
                  <a:pt x="327024" y="33261"/>
                  <a:pt x="326372" y="36542"/>
                  <a:pt x="324543" y="39685"/>
                </a:cubicBezTo>
                <a:lnTo>
                  <a:pt x="275429" y="115123"/>
                </a:lnTo>
                <a:cubicBezTo>
                  <a:pt x="270708" y="122461"/>
                  <a:pt x="264159" y="126256"/>
                  <a:pt x="255781" y="126519"/>
                </a:cubicBezTo>
                <a:cubicBezTo>
                  <a:pt x="247139" y="126782"/>
                  <a:pt x="240327" y="123501"/>
                  <a:pt x="235355" y="116689"/>
                </a:cubicBezTo>
                <a:lnTo>
                  <a:pt x="206666" y="75827"/>
                </a:lnTo>
                <a:lnTo>
                  <a:pt x="161094" y="148121"/>
                </a:lnTo>
                <a:cubicBezTo>
                  <a:pt x="156637" y="154934"/>
                  <a:pt x="150350" y="158740"/>
                  <a:pt x="142235" y="159517"/>
                </a:cubicBezTo>
                <a:cubicBezTo>
                  <a:pt x="134371" y="160043"/>
                  <a:pt x="127696" y="157425"/>
                  <a:pt x="122198" y="151665"/>
                </a:cubicBezTo>
                <a:lnTo>
                  <a:pt x="94686" y="120621"/>
                </a:lnTo>
                <a:lnTo>
                  <a:pt x="42040" y="203134"/>
                </a:lnTo>
                <a:cubicBezTo>
                  <a:pt x="39948" y="206277"/>
                  <a:pt x="37067" y="208243"/>
                  <a:pt x="33398" y="209032"/>
                </a:cubicBezTo>
                <a:cubicBezTo>
                  <a:pt x="29729" y="209809"/>
                  <a:pt x="26323" y="208895"/>
                  <a:pt x="23180" y="206277"/>
                </a:cubicBezTo>
                <a:close/>
                <a:moveTo>
                  <a:pt x="231035" y="291534"/>
                </a:moveTo>
                <a:cubicBezTo>
                  <a:pt x="243345" y="291534"/>
                  <a:pt x="253815" y="287213"/>
                  <a:pt x="262467" y="278572"/>
                </a:cubicBezTo>
                <a:cubicBezTo>
                  <a:pt x="271371" y="270194"/>
                  <a:pt x="275817" y="259838"/>
                  <a:pt x="275817" y="247528"/>
                </a:cubicBezTo>
                <a:cubicBezTo>
                  <a:pt x="275817" y="235218"/>
                  <a:pt x="271497" y="224748"/>
                  <a:pt x="262856" y="216096"/>
                </a:cubicBezTo>
                <a:cubicBezTo>
                  <a:pt x="254215" y="207717"/>
                  <a:pt x="243733" y="203523"/>
                  <a:pt x="231423" y="203523"/>
                </a:cubicBezTo>
                <a:cubicBezTo>
                  <a:pt x="219113" y="203523"/>
                  <a:pt x="208769" y="207843"/>
                  <a:pt x="200379" y="216496"/>
                </a:cubicBezTo>
                <a:cubicBezTo>
                  <a:pt x="192001" y="225137"/>
                  <a:pt x="187806" y="235618"/>
                  <a:pt x="187806" y="247928"/>
                </a:cubicBezTo>
                <a:cubicBezTo>
                  <a:pt x="187806" y="259975"/>
                  <a:pt x="192001" y="270320"/>
                  <a:pt x="200379" y="278961"/>
                </a:cubicBezTo>
                <a:cubicBezTo>
                  <a:pt x="208769" y="287350"/>
                  <a:pt x="218976" y="291534"/>
                  <a:pt x="231035" y="291534"/>
                </a:cubicBezTo>
                <a:close/>
                <a:moveTo>
                  <a:pt x="231035" y="318257"/>
                </a:moveTo>
                <a:cubicBezTo>
                  <a:pt x="211649" y="318257"/>
                  <a:pt x="195007" y="311307"/>
                  <a:pt x="181131" y="297431"/>
                </a:cubicBezTo>
                <a:cubicBezTo>
                  <a:pt x="167507" y="283807"/>
                  <a:pt x="160694" y="267176"/>
                  <a:pt x="160694" y="247528"/>
                </a:cubicBezTo>
                <a:cubicBezTo>
                  <a:pt x="160694" y="228143"/>
                  <a:pt x="167507" y="211386"/>
                  <a:pt x="181131" y="197236"/>
                </a:cubicBezTo>
                <a:cubicBezTo>
                  <a:pt x="195007" y="183360"/>
                  <a:pt x="211775" y="176411"/>
                  <a:pt x="231423" y="176411"/>
                </a:cubicBezTo>
                <a:cubicBezTo>
                  <a:pt x="251071" y="176411"/>
                  <a:pt x="267828" y="183360"/>
                  <a:pt x="281715" y="197236"/>
                </a:cubicBezTo>
                <a:cubicBezTo>
                  <a:pt x="295591" y="211124"/>
                  <a:pt x="302541" y="228017"/>
                  <a:pt x="302541" y="247928"/>
                </a:cubicBezTo>
                <a:cubicBezTo>
                  <a:pt x="302541" y="255255"/>
                  <a:pt x="301489" y="262330"/>
                  <a:pt x="299397" y="269142"/>
                </a:cubicBezTo>
                <a:cubicBezTo>
                  <a:pt x="297043" y="275692"/>
                  <a:pt x="293900" y="281841"/>
                  <a:pt x="289968" y="287613"/>
                </a:cubicBezTo>
                <a:lnTo>
                  <a:pt x="322577" y="319823"/>
                </a:lnTo>
                <a:cubicBezTo>
                  <a:pt x="325458" y="322703"/>
                  <a:pt x="326898" y="325846"/>
                  <a:pt x="326898" y="329253"/>
                </a:cubicBezTo>
                <a:cubicBezTo>
                  <a:pt x="326898" y="332922"/>
                  <a:pt x="325458" y="336065"/>
                  <a:pt x="322577" y="338682"/>
                </a:cubicBezTo>
                <a:cubicBezTo>
                  <a:pt x="319960" y="341300"/>
                  <a:pt x="316817" y="342614"/>
                  <a:pt x="313148" y="342614"/>
                </a:cubicBezTo>
                <a:cubicBezTo>
                  <a:pt x="309742" y="342877"/>
                  <a:pt x="306724" y="341563"/>
                  <a:pt x="304107" y="338682"/>
                </a:cubicBezTo>
                <a:lnTo>
                  <a:pt x="271108" y="306073"/>
                </a:lnTo>
                <a:cubicBezTo>
                  <a:pt x="265347" y="309742"/>
                  <a:pt x="259187" y="312759"/>
                  <a:pt x="252637" y="315114"/>
                </a:cubicBezTo>
                <a:cubicBezTo>
                  <a:pt x="245825" y="317205"/>
                  <a:pt x="238624" y="318257"/>
                  <a:pt x="231035" y="31825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8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3074" y="316680"/>
                </a:moveTo>
                <a:cubicBezTo>
                  <a:pt x="269142" y="316680"/>
                  <a:pt x="265862" y="315377"/>
                  <a:pt x="263244" y="312759"/>
                </a:cubicBezTo>
                <a:cubicBezTo>
                  <a:pt x="260627" y="310130"/>
                  <a:pt x="259324" y="306987"/>
                  <a:pt x="259324" y="303329"/>
                </a:cubicBezTo>
                <a:lnTo>
                  <a:pt x="259324" y="216884"/>
                </a:lnTo>
                <a:cubicBezTo>
                  <a:pt x="259324" y="212952"/>
                  <a:pt x="260627" y="209683"/>
                  <a:pt x="263244" y="207066"/>
                </a:cubicBezTo>
                <a:cubicBezTo>
                  <a:pt x="265862" y="204437"/>
                  <a:pt x="269142" y="203134"/>
                  <a:pt x="273074" y="203134"/>
                </a:cubicBezTo>
                <a:lnTo>
                  <a:pt x="303329" y="203134"/>
                </a:lnTo>
                <a:cubicBezTo>
                  <a:pt x="306987" y="203134"/>
                  <a:pt x="310130" y="204437"/>
                  <a:pt x="312759" y="207066"/>
                </a:cubicBezTo>
                <a:cubicBezTo>
                  <a:pt x="315377" y="209683"/>
                  <a:pt x="316680" y="212952"/>
                  <a:pt x="316680" y="216884"/>
                </a:cubicBezTo>
                <a:lnTo>
                  <a:pt x="316680" y="303329"/>
                </a:lnTo>
                <a:cubicBezTo>
                  <a:pt x="316680" y="306987"/>
                  <a:pt x="315377" y="310130"/>
                  <a:pt x="312759" y="312759"/>
                </a:cubicBezTo>
                <a:cubicBezTo>
                  <a:pt x="310130" y="315377"/>
                  <a:pt x="306987" y="316680"/>
                  <a:pt x="303329" y="316680"/>
                </a:cubicBezTo>
                <a:lnTo>
                  <a:pt x="273074" y="316680"/>
                </a:lnTo>
                <a:close/>
                <a:moveTo>
                  <a:pt x="173267" y="316680"/>
                </a:moveTo>
                <a:cubicBezTo>
                  <a:pt x="169610" y="316680"/>
                  <a:pt x="166467" y="315377"/>
                  <a:pt x="163838" y="312759"/>
                </a:cubicBezTo>
                <a:cubicBezTo>
                  <a:pt x="161220" y="310130"/>
                  <a:pt x="159917" y="306987"/>
                  <a:pt x="159917" y="303329"/>
                </a:cubicBezTo>
                <a:lnTo>
                  <a:pt x="159917" y="73872"/>
                </a:lnTo>
                <a:cubicBezTo>
                  <a:pt x="159917" y="70203"/>
                  <a:pt x="161220" y="67060"/>
                  <a:pt x="163838" y="64442"/>
                </a:cubicBezTo>
                <a:cubicBezTo>
                  <a:pt x="166467" y="61813"/>
                  <a:pt x="169610" y="60510"/>
                  <a:pt x="173267" y="60510"/>
                </a:cubicBezTo>
                <a:lnTo>
                  <a:pt x="203923" y="60510"/>
                </a:lnTo>
                <a:cubicBezTo>
                  <a:pt x="207580" y="60510"/>
                  <a:pt x="210723" y="61813"/>
                  <a:pt x="213352" y="64442"/>
                </a:cubicBezTo>
                <a:cubicBezTo>
                  <a:pt x="215970" y="67060"/>
                  <a:pt x="217273" y="70203"/>
                  <a:pt x="217273" y="73872"/>
                </a:cubicBezTo>
                <a:lnTo>
                  <a:pt x="217273" y="303329"/>
                </a:lnTo>
                <a:cubicBezTo>
                  <a:pt x="217273" y="306987"/>
                  <a:pt x="215970" y="310130"/>
                  <a:pt x="213352" y="312759"/>
                </a:cubicBezTo>
                <a:cubicBezTo>
                  <a:pt x="210723" y="315377"/>
                  <a:pt x="207580" y="316680"/>
                  <a:pt x="203923" y="316680"/>
                </a:cubicBezTo>
                <a:lnTo>
                  <a:pt x="173267" y="316680"/>
                </a:lnTo>
                <a:close/>
                <a:moveTo>
                  <a:pt x="73872" y="316680"/>
                </a:moveTo>
                <a:cubicBezTo>
                  <a:pt x="70203" y="316680"/>
                  <a:pt x="67060" y="315377"/>
                  <a:pt x="64442" y="312759"/>
                </a:cubicBezTo>
                <a:cubicBezTo>
                  <a:pt x="61813" y="310130"/>
                  <a:pt x="60510" y="306987"/>
                  <a:pt x="60510" y="303329"/>
                </a:cubicBezTo>
                <a:lnTo>
                  <a:pt x="60510" y="152453"/>
                </a:lnTo>
                <a:cubicBezTo>
                  <a:pt x="60510" y="148784"/>
                  <a:pt x="61813" y="145641"/>
                  <a:pt x="64442" y="143024"/>
                </a:cubicBezTo>
                <a:cubicBezTo>
                  <a:pt x="67060" y="140395"/>
                  <a:pt x="70203" y="139092"/>
                  <a:pt x="73872" y="139092"/>
                </a:cubicBezTo>
                <a:lnTo>
                  <a:pt x="104116" y="139092"/>
                </a:lnTo>
                <a:cubicBezTo>
                  <a:pt x="108048" y="139092"/>
                  <a:pt x="111328" y="140395"/>
                  <a:pt x="113946" y="143024"/>
                </a:cubicBezTo>
                <a:cubicBezTo>
                  <a:pt x="116563" y="145641"/>
                  <a:pt x="117878" y="148784"/>
                  <a:pt x="117878" y="152453"/>
                </a:cubicBezTo>
                <a:lnTo>
                  <a:pt x="117878" y="303329"/>
                </a:lnTo>
                <a:cubicBezTo>
                  <a:pt x="117878" y="306987"/>
                  <a:pt x="116563" y="310130"/>
                  <a:pt x="113946" y="312759"/>
                </a:cubicBezTo>
                <a:cubicBezTo>
                  <a:pt x="111328" y="315377"/>
                  <a:pt x="108048" y="316680"/>
                  <a:pt x="104116" y="316680"/>
                </a:cubicBezTo>
                <a:lnTo>
                  <a:pt x="73872" y="31668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100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790" y="305684"/>
                </a:moveTo>
                <a:lnTo>
                  <a:pt x="126519" y="305684"/>
                </a:lnTo>
                <a:lnTo>
                  <a:pt x="126519" y="165804"/>
                </a:lnTo>
                <a:lnTo>
                  <a:pt x="55790" y="165804"/>
                </a:lnTo>
                <a:lnTo>
                  <a:pt x="55790" y="305684"/>
                </a:lnTo>
                <a:close/>
                <a:moveTo>
                  <a:pt x="153231" y="305684"/>
                </a:moveTo>
                <a:lnTo>
                  <a:pt x="223959" y="305684"/>
                </a:lnTo>
                <a:lnTo>
                  <a:pt x="223959" y="71506"/>
                </a:lnTo>
                <a:lnTo>
                  <a:pt x="153231" y="71506"/>
                </a:lnTo>
                <a:lnTo>
                  <a:pt x="153231" y="305684"/>
                </a:lnTo>
                <a:close/>
                <a:moveTo>
                  <a:pt x="250671" y="305684"/>
                </a:moveTo>
                <a:lnTo>
                  <a:pt x="321400" y="305684"/>
                </a:lnTo>
                <a:lnTo>
                  <a:pt x="321400" y="197236"/>
                </a:lnTo>
                <a:lnTo>
                  <a:pt x="250671" y="197236"/>
                </a:lnTo>
                <a:lnTo>
                  <a:pt x="250671" y="305684"/>
                </a:lnTo>
                <a:close/>
                <a:moveTo>
                  <a:pt x="29078" y="305684"/>
                </a:moveTo>
                <a:lnTo>
                  <a:pt x="29078" y="165804"/>
                </a:lnTo>
                <a:cubicBezTo>
                  <a:pt x="29078" y="158477"/>
                  <a:pt x="31695" y="152190"/>
                  <a:pt x="36930" y="146944"/>
                </a:cubicBezTo>
                <a:cubicBezTo>
                  <a:pt x="42177" y="141709"/>
                  <a:pt x="48463" y="139092"/>
                  <a:pt x="55790" y="139092"/>
                </a:cubicBezTo>
                <a:lnTo>
                  <a:pt x="126519" y="139092"/>
                </a:lnTo>
                <a:lnTo>
                  <a:pt x="126519" y="71506"/>
                </a:lnTo>
                <a:cubicBezTo>
                  <a:pt x="126519" y="64179"/>
                  <a:pt x="129136" y="57893"/>
                  <a:pt x="134371" y="52647"/>
                </a:cubicBezTo>
                <a:cubicBezTo>
                  <a:pt x="139617" y="47412"/>
                  <a:pt x="145904" y="44794"/>
                  <a:pt x="153231" y="44794"/>
                </a:cubicBezTo>
                <a:lnTo>
                  <a:pt x="223959" y="44794"/>
                </a:lnTo>
                <a:cubicBezTo>
                  <a:pt x="231286" y="44794"/>
                  <a:pt x="237573" y="47412"/>
                  <a:pt x="242819" y="52647"/>
                </a:cubicBezTo>
                <a:cubicBezTo>
                  <a:pt x="248054" y="57893"/>
                  <a:pt x="250671" y="64179"/>
                  <a:pt x="250671" y="71506"/>
                </a:cubicBezTo>
                <a:lnTo>
                  <a:pt x="250671" y="170524"/>
                </a:lnTo>
                <a:lnTo>
                  <a:pt x="321400" y="170524"/>
                </a:lnTo>
                <a:cubicBezTo>
                  <a:pt x="328727" y="170524"/>
                  <a:pt x="335013" y="173142"/>
                  <a:pt x="340260" y="178377"/>
                </a:cubicBezTo>
                <a:cubicBezTo>
                  <a:pt x="345495" y="183623"/>
                  <a:pt x="348112" y="189909"/>
                  <a:pt x="348112" y="197236"/>
                </a:cubicBezTo>
                <a:lnTo>
                  <a:pt x="348112" y="305684"/>
                </a:lnTo>
                <a:cubicBezTo>
                  <a:pt x="348112" y="313011"/>
                  <a:pt x="345495" y="319297"/>
                  <a:pt x="340260" y="324543"/>
                </a:cubicBezTo>
                <a:cubicBezTo>
                  <a:pt x="335013" y="329778"/>
                  <a:pt x="328727" y="332396"/>
                  <a:pt x="321400" y="332396"/>
                </a:cubicBezTo>
                <a:lnTo>
                  <a:pt x="55790" y="332396"/>
                </a:lnTo>
                <a:cubicBezTo>
                  <a:pt x="48463" y="332396"/>
                  <a:pt x="42177" y="329778"/>
                  <a:pt x="36930" y="324543"/>
                </a:cubicBezTo>
                <a:cubicBezTo>
                  <a:pt x="31695" y="319297"/>
                  <a:pt x="29078" y="313011"/>
                  <a:pt x="29078" y="3056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2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957" y="175233"/>
                </a:moveTo>
                <a:lnTo>
                  <a:pt x="320612" y="175233"/>
                </a:lnTo>
                <a:cubicBezTo>
                  <a:pt x="317731" y="144064"/>
                  <a:pt x="305021" y="117089"/>
                  <a:pt x="282504" y="94298"/>
                </a:cubicBezTo>
                <a:cubicBezTo>
                  <a:pt x="260238" y="71243"/>
                  <a:pt x="233389" y="58670"/>
                  <a:pt x="201957" y="56579"/>
                </a:cubicBezTo>
                <a:lnTo>
                  <a:pt x="201957" y="175233"/>
                </a:lnTo>
                <a:close/>
                <a:moveTo>
                  <a:pt x="175233" y="320612"/>
                </a:moveTo>
                <a:lnTo>
                  <a:pt x="175233" y="56579"/>
                </a:lnTo>
                <a:cubicBezTo>
                  <a:pt x="141446" y="59722"/>
                  <a:pt x="113157" y="73998"/>
                  <a:pt x="90366" y="99407"/>
                </a:cubicBezTo>
                <a:cubicBezTo>
                  <a:pt x="67323" y="124816"/>
                  <a:pt x="55790" y="154545"/>
                  <a:pt x="55790" y="188595"/>
                </a:cubicBezTo>
                <a:cubicBezTo>
                  <a:pt x="55790" y="222645"/>
                  <a:pt x="67323" y="252374"/>
                  <a:pt x="90366" y="277783"/>
                </a:cubicBezTo>
                <a:cubicBezTo>
                  <a:pt x="113157" y="303192"/>
                  <a:pt x="141446" y="317468"/>
                  <a:pt x="175233" y="320612"/>
                </a:cubicBezTo>
                <a:close/>
                <a:moveTo>
                  <a:pt x="201957" y="320612"/>
                </a:moveTo>
                <a:cubicBezTo>
                  <a:pt x="233389" y="318257"/>
                  <a:pt x="260238" y="305684"/>
                  <a:pt x="282504" y="282893"/>
                </a:cubicBezTo>
                <a:cubicBezTo>
                  <a:pt x="304770" y="260101"/>
                  <a:pt x="317468" y="233126"/>
                  <a:pt x="320612" y="201957"/>
                </a:cubicBezTo>
                <a:lnTo>
                  <a:pt x="201957" y="201957"/>
                </a:lnTo>
                <a:lnTo>
                  <a:pt x="201957" y="320612"/>
                </a:lnTo>
                <a:close/>
                <a:moveTo>
                  <a:pt x="188595" y="188595"/>
                </a:moveTo>
                <a:close/>
                <a:moveTo>
                  <a:pt x="188595" y="348112"/>
                </a:moveTo>
                <a:cubicBezTo>
                  <a:pt x="166592" y="348112"/>
                  <a:pt x="145904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592"/>
                  <a:pt x="33261" y="145904"/>
                  <a:pt x="41651" y="126519"/>
                </a:cubicBezTo>
                <a:cubicBezTo>
                  <a:pt x="50029" y="107133"/>
                  <a:pt x="61425" y="90240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598" y="29078"/>
                  <a:pt x="231286" y="33261"/>
                  <a:pt x="250671" y="41651"/>
                </a:cubicBezTo>
                <a:cubicBezTo>
                  <a:pt x="270057" y="50029"/>
                  <a:pt x="286950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767"/>
                  <a:pt x="348112" y="166592"/>
                  <a:pt x="348112" y="188595"/>
                </a:cubicBezTo>
                <a:cubicBezTo>
                  <a:pt x="348112" y="210861"/>
                  <a:pt x="343929" y="231686"/>
                  <a:pt x="335539" y="251071"/>
                </a:cubicBezTo>
                <a:cubicBezTo>
                  <a:pt x="327161" y="270445"/>
                  <a:pt x="315765" y="287213"/>
                  <a:pt x="301363" y="301363"/>
                </a:cubicBezTo>
                <a:cubicBezTo>
                  <a:pt x="286950" y="315765"/>
                  <a:pt x="270057" y="327161"/>
                  <a:pt x="250671" y="335539"/>
                </a:cubicBezTo>
                <a:cubicBezTo>
                  <a:pt x="231286" y="343929"/>
                  <a:pt x="210598" y="348112"/>
                  <a:pt x="188595" y="34811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4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5684" y="332007"/>
                </a:moveTo>
                <a:lnTo>
                  <a:pt x="71506" y="332007"/>
                </a:lnTo>
                <a:cubicBezTo>
                  <a:pt x="64442" y="332007"/>
                  <a:pt x="58156" y="329390"/>
                  <a:pt x="52647" y="324143"/>
                </a:cubicBezTo>
                <a:cubicBezTo>
                  <a:pt x="47412" y="318646"/>
                  <a:pt x="44794" y="312359"/>
                  <a:pt x="44794" y="305284"/>
                </a:cubicBez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8156" y="47412"/>
                  <a:pt x="64442" y="44794"/>
                  <a:pt x="71506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305284"/>
                </a:lnTo>
                <a:cubicBezTo>
                  <a:pt x="332396" y="312359"/>
                  <a:pt x="329778" y="318646"/>
                  <a:pt x="324543" y="324143"/>
                </a:cubicBezTo>
                <a:cubicBezTo>
                  <a:pt x="319297" y="329390"/>
                  <a:pt x="313011" y="332007"/>
                  <a:pt x="305684" y="332007"/>
                </a:cubicBezTo>
                <a:close/>
                <a:moveTo>
                  <a:pt x="71506" y="126119"/>
                </a:moveTo>
                <a:lnTo>
                  <a:pt x="305684" y="126119"/>
                </a:lnTo>
                <a:lnTo>
                  <a:pt x="305684" y="71506"/>
                </a:lnTo>
                <a:lnTo>
                  <a:pt x="71506" y="71506"/>
                </a:lnTo>
                <a:lnTo>
                  <a:pt x="71506" y="126119"/>
                </a:lnTo>
                <a:close/>
                <a:moveTo>
                  <a:pt x="122198" y="149699"/>
                </a:moveTo>
                <a:lnTo>
                  <a:pt x="71506" y="149699"/>
                </a:lnTo>
                <a:lnTo>
                  <a:pt x="71506" y="305284"/>
                </a:lnTo>
                <a:lnTo>
                  <a:pt x="122198" y="305284"/>
                </a:lnTo>
                <a:lnTo>
                  <a:pt x="122198" y="149699"/>
                </a:lnTo>
                <a:close/>
                <a:moveTo>
                  <a:pt x="254992" y="149699"/>
                </a:moveTo>
                <a:lnTo>
                  <a:pt x="254992" y="305284"/>
                </a:lnTo>
                <a:lnTo>
                  <a:pt x="305684" y="305284"/>
                </a:lnTo>
                <a:lnTo>
                  <a:pt x="305684" y="149699"/>
                </a:lnTo>
                <a:lnTo>
                  <a:pt x="254992" y="149699"/>
                </a:lnTo>
                <a:close/>
                <a:moveTo>
                  <a:pt x="231423" y="149699"/>
                </a:moveTo>
                <a:lnTo>
                  <a:pt x="145767" y="149699"/>
                </a:lnTo>
                <a:lnTo>
                  <a:pt x="145767" y="305284"/>
                </a:lnTo>
                <a:lnTo>
                  <a:pt x="231423" y="305284"/>
                </a:lnTo>
                <a:lnTo>
                  <a:pt x="231423" y="14969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6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8896" y="279749"/>
                </a:moveTo>
                <a:cubicBezTo>
                  <a:pt x="36279" y="277132"/>
                  <a:pt x="34964" y="273851"/>
                  <a:pt x="34964" y="269931"/>
                </a:cubicBezTo>
                <a:cubicBezTo>
                  <a:pt x="34701" y="266262"/>
                  <a:pt x="36016" y="263119"/>
                  <a:pt x="38896" y="260501"/>
                </a:cubicBezTo>
                <a:lnTo>
                  <a:pt x="127696" y="172090"/>
                </a:lnTo>
                <a:cubicBezTo>
                  <a:pt x="132931" y="166855"/>
                  <a:pt x="139217" y="164238"/>
                  <a:pt x="146555" y="164238"/>
                </a:cubicBezTo>
                <a:cubicBezTo>
                  <a:pt x="153894" y="164238"/>
                  <a:pt x="160180" y="166855"/>
                  <a:pt x="165415" y="172090"/>
                </a:cubicBezTo>
                <a:lnTo>
                  <a:pt x="212175" y="218850"/>
                </a:lnTo>
                <a:lnTo>
                  <a:pt x="303329" y="127696"/>
                </a:lnTo>
                <a:lnTo>
                  <a:pt x="267565" y="127696"/>
                </a:lnTo>
                <a:cubicBezTo>
                  <a:pt x="263907" y="127696"/>
                  <a:pt x="260764" y="126382"/>
                  <a:pt x="258135" y="123764"/>
                </a:cubicBezTo>
                <a:cubicBezTo>
                  <a:pt x="255518" y="121147"/>
                  <a:pt x="254215" y="117878"/>
                  <a:pt x="254215" y="113946"/>
                </a:cubicBezTo>
                <a:cubicBezTo>
                  <a:pt x="254215" y="110277"/>
                  <a:pt x="255518" y="107133"/>
                  <a:pt x="258135" y="104516"/>
                </a:cubicBezTo>
                <a:cubicBezTo>
                  <a:pt x="260764" y="101898"/>
                  <a:pt x="263907" y="100584"/>
                  <a:pt x="267565" y="100584"/>
                </a:cubicBezTo>
                <a:lnTo>
                  <a:pt x="334762" y="100584"/>
                </a:lnTo>
                <a:cubicBezTo>
                  <a:pt x="338419" y="100584"/>
                  <a:pt x="341563" y="101898"/>
                  <a:pt x="344192" y="104516"/>
                </a:cubicBezTo>
                <a:cubicBezTo>
                  <a:pt x="346809" y="107133"/>
                  <a:pt x="348112" y="110402"/>
                  <a:pt x="348112" y="114334"/>
                </a:cubicBezTo>
                <a:lnTo>
                  <a:pt x="348112" y="181131"/>
                </a:lnTo>
                <a:cubicBezTo>
                  <a:pt x="348112" y="184800"/>
                  <a:pt x="346935" y="187943"/>
                  <a:pt x="344580" y="190561"/>
                </a:cubicBezTo>
                <a:cubicBezTo>
                  <a:pt x="341963" y="193178"/>
                  <a:pt x="338819" y="194493"/>
                  <a:pt x="335150" y="194493"/>
                </a:cubicBezTo>
                <a:cubicBezTo>
                  <a:pt x="331481" y="194493"/>
                  <a:pt x="328338" y="193178"/>
                  <a:pt x="325721" y="190561"/>
                </a:cubicBezTo>
                <a:cubicBezTo>
                  <a:pt x="323103" y="187943"/>
                  <a:pt x="321789" y="184800"/>
                  <a:pt x="321789" y="181131"/>
                </a:cubicBezTo>
                <a:lnTo>
                  <a:pt x="321789" y="146944"/>
                </a:lnTo>
                <a:lnTo>
                  <a:pt x="230635" y="238098"/>
                </a:lnTo>
                <a:cubicBezTo>
                  <a:pt x="225400" y="243082"/>
                  <a:pt x="219113" y="245562"/>
                  <a:pt x="211775" y="245562"/>
                </a:cubicBezTo>
                <a:cubicBezTo>
                  <a:pt x="204437" y="245562"/>
                  <a:pt x="198150" y="243082"/>
                  <a:pt x="192916" y="238098"/>
                </a:cubicBezTo>
                <a:lnTo>
                  <a:pt x="146167" y="191738"/>
                </a:lnTo>
                <a:lnTo>
                  <a:pt x="58156" y="279749"/>
                </a:lnTo>
                <a:cubicBezTo>
                  <a:pt x="55264" y="282367"/>
                  <a:pt x="51995" y="283681"/>
                  <a:pt x="48326" y="283681"/>
                </a:cubicBezTo>
                <a:cubicBezTo>
                  <a:pt x="44657" y="283681"/>
                  <a:pt x="41514" y="282367"/>
                  <a:pt x="38896" y="27974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8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3329" y="258135"/>
                </a:moveTo>
                <a:lnTo>
                  <a:pt x="212175" y="166981"/>
                </a:lnTo>
                <a:lnTo>
                  <a:pt x="165415" y="213741"/>
                </a:lnTo>
                <a:cubicBezTo>
                  <a:pt x="160180" y="218976"/>
                  <a:pt x="153894" y="221605"/>
                  <a:pt x="146555" y="221605"/>
                </a:cubicBezTo>
                <a:cubicBezTo>
                  <a:pt x="139217" y="221605"/>
                  <a:pt x="132931" y="218976"/>
                  <a:pt x="127696" y="213741"/>
                </a:cubicBezTo>
                <a:lnTo>
                  <a:pt x="38896" y="124941"/>
                </a:lnTo>
                <a:cubicBezTo>
                  <a:pt x="36016" y="122061"/>
                  <a:pt x="34701" y="118792"/>
                  <a:pt x="34964" y="115123"/>
                </a:cubicBezTo>
                <a:cubicBezTo>
                  <a:pt x="34964" y="111454"/>
                  <a:pt x="36279" y="108311"/>
                  <a:pt x="38896" y="105693"/>
                </a:cubicBezTo>
                <a:cubicBezTo>
                  <a:pt x="41514" y="103076"/>
                  <a:pt x="44657" y="101761"/>
                  <a:pt x="48326" y="101761"/>
                </a:cubicBezTo>
                <a:cubicBezTo>
                  <a:pt x="51995" y="101761"/>
                  <a:pt x="55264" y="103076"/>
                  <a:pt x="58156" y="105693"/>
                </a:cubicBezTo>
                <a:lnTo>
                  <a:pt x="146167" y="194093"/>
                </a:lnTo>
                <a:lnTo>
                  <a:pt x="192916" y="147344"/>
                </a:lnTo>
                <a:cubicBezTo>
                  <a:pt x="198150" y="142098"/>
                  <a:pt x="204437" y="139480"/>
                  <a:pt x="211775" y="139480"/>
                </a:cubicBezTo>
                <a:cubicBezTo>
                  <a:pt x="219113" y="139480"/>
                  <a:pt x="225400" y="142098"/>
                  <a:pt x="230635" y="147344"/>
                </a:cubicBezTo>
                <a:lnTo>
                  <a:pt x="321789" y="238498"/>
                </a:lnTo>
                <a:lnTo>
                  <a:pt x="321789" y="203923"/>
                </a:lnTo>
                <a:cubicBezTo>
                  <a:pt x="321789" y="200254"/>
                  <a:pt x="323103" y="197236"/>
                  <a:pt x="325721" y="194882"/>
                </a:cubicBezTo>
                <a:cubicBezTo>
                  <a:pt x="328338" y="192264"/>
                  <a:pt x="331481" y="190950"/>
                  <a:pt x="335150" y="190950"/>
                </a:cubicBezTo>
                <a:cubicBezTo>
                  <a:pt x="338819" y="190950"/>
                  <a:pt x="341963" y="192264"/>
                  <a:pt x="344580" y="194882"/>
                </a:cubicBezTo>
                <a:cubicBezTo>
                  <a:pt x="346935" y="197236"/>
                  <a:pt x="348112" y="200254"/>
                  <a:pt x="348112" y="203923"/>
                </a:cubicBezTo>
                <a:lnTo>
                  <a:pt x="348112" y="271497"/>
                </a:lnTo>
                <a:cubicBezTo>
                  <a:pt x="348112" y="275429"/>
                  <a:pt x="346809" y="278572"/>
                  <a:pt x="344192" y="280927"/>
                </a:cubicBezTo>
                <a:cubicBezTo>
                  <a:pt x="341563" y="283544"/>
                  <a:pt x="338419" y="284858"/>
                  <a:pt x="334762" y="284858"/>
                </a:cubicBezTo>
                <a:lnTo>
                  <a:pt x="267565" y="284858"/>
                </a:lnTo>
                <a:cubicBezTo>
                  <a:pt x="263907" y="284858"/>
                  <a:pt x="260764" y="283544"/>
                  <a:pt x="258135" y="280927"/>
                </a:cubicBezTo>
                <a:cubicBezTo>
                  <a:pt x="255518" y="278572"/>
                  <a:pt x="254215" y="275429"/>
                  <a:pt x="254215" y="271497"/>
                </a:cubicBezTo>
                <a:cubicBezTo>
                  <a:pt x="254215" y="267828"/>
                  <a:pt x="255518" y="264685"/>
                  <a:pt x="258135" y="262067"/>
                </a:cubicBezTo>
                <a:cubicBezTo>
                  <a:pt x="260764" y="259450"/>
                  <a:pt x="263907" y="258135"/>
                  <a:pt x="267565" y="258135"/>
                </a:cubicBezTo>
                <a:lnTo>
                  <a:pt x="303329" y="25813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10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394" y="284070"/>
                </a:moveTo>
                <a:cubicBezTo>
                  <a:pt x="36016" y="284070"/>
                  <a:pt x="28941" y="281064"/>
                  <a:pt x="23180" y="275040"/>
                </a:cubicBezTo>
                <a:cubicBezTo>
                  <a:pt x="17419" y="269268"/>
                  <a:pt x="14539" y="262330"/>
                  <a:pt x="14539" y="254215"/>
                </a:cubicBezTo>
                <a:cubicBezTo>
                  <a:pt x="14539" y="246088"/>
                  <a:pt x="17419" y="239150"/>
                  <a:pt x="23180" y="233389"/>
                </a:cubicBezTo>
                <a:cubicBezTo>
                  <a:pt x="29204" y="227628"/>
                  <a:pt x="36153" y="224748"/>
                  <a:pt x="44006" y="224748"/>
                </a:cubicBezTo>
                <a:cubicBezTo>
                  <a:pt x="45583" y="224748"/>
                  <a:pt x="47023" y="224748"/>
                  <a:pt x="48326" y="224748"/>
                </a:cubicBezTo>
                <a:cubicBezTo>
                  <a:pt x="49903" y="225000"/>
                  <a:pt x="51869" y="225400"/>
                  <a:pt x="54224" y="225925"/>
                </a:cubicBezTo>
                <a:lnTo>
                  <a:pt x="128873" y="151265"/>
                </a:lnTo>
                <a:cubicBezTo>
                  <a:pt x="128347" y="148910"/>
                  <a:pt x="127959" y="147081"/>
                  <a:pt x="127696" y="145767"/>
                </a:cubicBezTo>
                <a:cubicBezTo>
                  <a:pt x="127696" y="144201"/>
                  <a:pt x="127696" y="142761"/>
                  <a:pt x="127696" y="141446"/>
                </a:cubicBezTo>
                <a:cubicBezTo>
                  <a:pt x="127696" y="133331"/>
                  <a:pt x="130576" y="126382"/>
                  <a:pt x="136337" y="120621"/>
                </a:cubicBezTo>
                <a:cubicBezTo>
                  <a:pt x="142098" y="114860"/>
                  <a:pt x="149047" y="111980"/>
                  <a:pt x="157163" y="111980"/>
                </a:cubicBezTo>
                <a:cubicBezTo>
                  <a:pt x="165278" y="111980"/>
                  <a:pt x="172227" y="114860"/>
                  <a:pt x="177988" y="120621"/>
                </a:cubicBezTo>
                <a:cubicBezTo>
                  <a:pt x="184012" y="126382"/>
                  <a:pt x="187029" y="133331"/>
                  <a:pt x="187029" y="141446"/>
                </a:cubicBezTo>
                <a:cubicBezTo>
                  <a:pt x="187029" y="142235"/>
                  <a:pt x="186503" y="145378"/>
                  <a:pt x="185452" y="150876"/>
                </a:cubicBezTo>
                <a:lnTo>
                  <a:pt x="225925" y="191738"/>
                </a:lnTo>
                <a:cubicBezTo>
                  <a:pt x="228280" y="191212"/>
                  <a:pt x="230109" y="190824"/>
                  <a:pt x="231423" y="190561"/>
                </a:cubicBezTo>
                <a:cubicBezTo>
                  <a:pt x="232989" y="190561"/>
                  <a:pt x="234429" y="190561"/>
                  <a:pt x="235744" y="190561"/>
                </a:cubicBezTo>
                <a:cubicBezTo>
                  <a:pt x="237058" y="190561"/>
                  <a:pt x="238498" y="190561"/>
                  <a:pt x="240064" y="190561"/>
                </a:cubicBezTo>
                <a:cubicBezTo>
                  <a:pt x="241379" y="190824"/>
                  <a:pt x="243208" y="191212"/>
                  <a:pt x="245562" y="191738"/>
                </a:cubicBezTo>
                <a:lnTo>
                  <a:pt x="304507" y="132805"/>
                </a:lnTo>
                <a:cubicBezTo>
                  <a:pt x="303981" y="130451"/>
                  <a:pt x="303581" y="128610"/>
                  <a:pt x="303329" y="127307"/>
                </a:cubicBezTo>
                <a:cubicBezTo>
                  <a:pt x="303329" y="125730"/>
                  <a:pt x="303329" y="124164"/>
                  <a:pt x="303329" y="122587"/>
                </a:cubicBezTo>
                <a:cubicBezTo>
                  <a:pt x="303329" y="114471"/>
                  <a:pt x="306210" y="107522"/>
                  <a:pt x="311970" y="101761"/>
                </a:cubicBezTo>
                <a:cubicBezTo>
                  <a:pt x="317731" y="96001"/>
                  <a:pt x="324806" y="93120"/>
                  <a:pt x="333185" y="93120"/>
                </a:cubicBezTo>
                <a:cubicBezTo>
                  <a:pt x="341300" y="93120"/>
                  <a:pt x="348249" y="96001"/>
                  <a:pt x="354010" y="101761"/>
                </a:cubicBezTo>
                <a:cubicBezTo>
                  <a:pt x="359771" y="107785"/>
                  <a:pt x="362651" y="114860"/>
                  <a:pt x="362651" y="122975"/>
                </a:cubicBezTo>
                <a:cubicBezTo>
                  <a:pt x="362651" y="131102"/>
                  <a:pt x="359771" y="138040"/>
                  <a:pt x="354010" y="143801"/>
                </a:cubicBezTo>
                <a:cubicBezTo>
                  <a:pt x="348249" y="149562"/>
                  <a:pt x="341300" y="152453"/>
                  <a:pt x="333185" y="152453"/>
                </a:cubicBezTo>
                <a:cubicBezTo>
                  <a:pt x="331619" y="152453"/>
                  <a:pt x="330041" y="152453"/>
                  <a:pt x="328475" y="152453"/>
                </a:cubicBezTo>
                <a:cubicBezTo>
                  <a:pt x="327161" y="152190"/>
                  <a:pt x="325332" y="151790"/>
                  <a:pt x="322966" y="151265"/>
                </a:cubicBezTo>
                <a:lnTo>
                  <a:pt x="264033" y="210209"/>
                </a:lnTo>
                <a:cubicBezTo>
                  <a:pt x="264559" y="212564"/>
                  <a:pt x="264947" y="214393"/>
                  <a:pt x="265210" y="215707"/>
                </a:cubicBezTo>
                <a:cubicBezTo>
                  <a:pt x="265473" y="217273"/>
                  <a:pt x="265610" y="218713"/>
                  <a:pt x="265610" y="220028"/>
                </a:cubicBezTo>
                <a:cubicBezTo>
                  <a:pt x="265610" y="228143"/>
                  <a:pt x="262593" y="235092"/>
                  <a:pt x="256569" y="240853"/>
                </a:cubicBezTo>
                <a:cubicBezTo>
                  <a:pt x="250808" y="246877"/>
                  <a:pt x="243859" y="249894"/>
                  <a:pt x="235744" y="249894"/>
                </a:cubicBezTo>
                <a:cubicBezTo>
                  <a:pt x="227628" y="249894"/>
                  <a:pt x="220679" y="246877"/>
                  <a:pt x="214918" y="240853"/>
                </a:cubicBezTo>
                <a:cubicBezTo>
                  <a:pt x="209158" y="235092"/>
                  <a:pt x="206277" y="228143"/>
                  <a:pt x="206277" y="220028"/>
                </a:cubicBezTo>
                <a:cubicBezTo>
                  <a:pt x="206277" y="218713"/>
                  <a:pt x="206277" y="217273"/>
                  <a:pt x="206277" y="215707"/>
                </a:cubicBezTo>
                <a:cubicBezTo>
                  <a:pt x="206540" y="214393"/>
                  <a:pt x="206929" y="212564"/>
                  <a:pt x="207455" y="210209"/>
                </a:cubicBezTo>
                <a:lnTo>
                  <a:pt x="166981" y="169736"/>
                </a:lnTo>
                <a:cubicBezTo>
                  <a:pt x="164626" y="170261"/>
                  <a:pt x="162797" y="170650"/>
                  <a:pt x="161483" y="170913"/>
                </a:cubicBezTo>
                <a:cubicBezTo>
                  <a:pt x="159917" y="171176"/>
                  <a:pt x="158477" y="171313"/>
                  <a:pt x="157163" y="171313"/>
                </a:cubicBezTo>
                <a:cubicBezTo>
                  <a:pt x="156374" y="171313"/>
                  <a:pt x="153231" y="170787"/>
                  <a:pt x="147733" y="169736"/>
                </a:cubicBezTo>
                <a:lnTo>
                  <a:pt x="72683" y="244785"/>
                </a:lnTo>
                <a:cubicBezTo>
                  <a:pt x="73209" y="246877"/>
                  <a:pt x="73609" y="248705"/>
                  <a:pt x="73872" y="250283"/>
                </a:cubicBezTo>
                <a:cubicBezTo>
                  <a:pt x="73872" y="251586"/>
                  <a:pt x="73872" y="253037"/>
                  <a:pt x="73872" y="254603"/>
                </a:cubicBezTo>
                <a:cubicBezTo>
                  <a:pt x="73872" y="262467"/>
                  <a:pt x="70980" y="269405"/>
                  <a:pt x="65220" y="275429"/>
                </a:cubicBezTo>
                <a:cubicBezTo>
                  <a:pt x="59459" y="281189"/>
                  <a:pt x="52521" y="284070"/>
                  <a:pt x="44394" y="28407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2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840" y="258135"/>
                </a:moveTo>
                <a:cubicBezTo>
                  <a:pt x="197373" y="257621"/>
                  <a:pt x="205751" y="253289"/>
                  <a:pt x="210986" y="245174"/>
                </a:cubicBezTo>
                <a:lnTo>
                  <a:pt x="280138" y="137514"/>
                </a:lnTo>
                <a:cubicBezTo>
                  <a:pt x="282241" y="134371"/>
                  <a:pt x="281978" y="131491"/>
                  <a:pt x="279361" y="128873"/>
                </a:cubicBezTo>
                <a:cubicBezTo>
                  <a:pt x="276732" y="126256"/>
                  <a:pt x="273851" y="125993"/>
                  <a:pt x="270708" y="128085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582" y="258398"/>
                  <a:pt x="185840" y="258135"/>
                </a:cubicBezTo>
                <a:close/>
                <a:moveTo>
                  <a:pt x="187806" y="60899"/>
                </a:moveTo>
                <a:cubicBezTo>
                  <a:pt x="199339" y="60899"/>
                  <a:pt x="211512" y="62476"/>
                  <a:pt x="224348" y="65620"/>
                </a:cubicBezTo>
                <a:cubicBezTo>
                  <a:pt x="237184" y="68500"/>
                  <a:pt x="249894" y="73472"/>
                  <a:pt x="262467" y="80547"/>
                </a:cubicBezTo>
                <a:cubicBezTo>
                  <a:pt x="265610" y="82376"/>
                  <a:pt x="267565" y="85131"/>
                  <a:pt x="268354" y="88800"/>
                </a:cubicBezTo>
                <a:cubicBezTo>
                  <a:pt x="268879" y="92206"/>
                  <a:pt x="267965" y="95612"/>
                  <a:pt x="265610" y="99018"/>
                </a:cubicBezTo>
                <a:cubicBezTo>
                  <a:pt x="263507" y="102413"/>
                  <a:pt x="260764" y="104379"/>
                  <a:pt x="257358" y="104905"/>
                </a:cubicBezTo>
                <a:cubicBezTo>
                  <a:pt x="254215" y="105430"/>
                  <a:pt x="250934" y="104905"/>
                  <a:pt x="247528" y="103339"/>
                </a:cubicBezTo>
                <a:cubicBezTo>
                  <a:pt x="237058" y="97829"/>
                  <a:pt x="226440" y="93909"/>
                  <a:pt x="215707" y="91543"/>
                </a:cubicBezTo>
                <a:cubicBezTo>
                  <a:pt x="205226" y="88925"/>
                  <a:pt x="195933" y="87622"/>
                  <a:pt x="187806" y="87622"/>
                </a:cubicBezTo>
                <a:cubicBezTo>
                  <a:pt x="151402" y="87622"/>
                  <a:pt x="120232" y="100710"/>
                  <a:pt x="94298" y="126907"/>
                </a:cubicBezTo>
                <a:cubicBezTo>
                  <a:pt x="68626" y="152842"/>
                  <a:pt x="55790" y="184400"/>
                  <a:pt x="55790" y="221605"/>
                </a:cubicBezTo>
                <a:cubicBezTo>
                  <a:pt x="55790" y="233389"/>
                  <a:pt x="57367" y="245174"/>
                  <a:pt x="60510" y="256958"/>
                </a:cubicBezTo>
                <a:cubicBezTo>
                  <a:pt x="63917" y="268754"/>
                  <a:pt x="68500" y="279749"/>
                  <a:pt x="74261" y="289968"/>
                </a:cubicBezTo>
                <a:lnTo>
                  <a:pt x="300963" y="289968"/>
                </a:lnTo>
                <a:cubicBezTo>
                  <a:pt x="306724" y="280538"/>
                  <a:pt x="311182" y="269668"/>
                  <a:pt x="314325" y="257358"/>
                </a:cubicBezTo>
                <a:cubicBezTo>
                  <a:pt x="317731" y="245048"/>
                  <a:pt x="319434" y="232863"/>
                  <a:pt x="319434" y="220816"/>
                </a:cubicBezTo>
                <a:cubicBezTo>
                  <a:pt x="319434" y="212175"/>
                  <a:pt x="318257" y="202745"/>
                  <a:pt x="315902" y="192527"/>
                </a:cubicBezTo>
                <a:cubicBezTo>
                  <a:pt x="313799" y="182309"/>
                  <a:pt x="310130" y="172490"/>
                  <a:pt x="304895" y="163060"/>
                </a:cubicBezTo>
                <a:cubicBezTo>
                  <a:pt x="303066" y="159654"/>
                  <a:pt x="302404" y="156111"/>
                  <a:pt x="302929" y="152453"/>
                </a:cubicBezTo>
                <a:cubicBezTo>
                  <a:pt x="303455" y="148521"/>
                  <a:pt x="305421" y="145504"/>
                  <a:pt x="308827" y="143412"/>
                </a:cubicBezTo>
                <a:cubicBezTo>
                  <a:pt x="311970" y="141058"/>
                  <a:pt x="315377" y="140395"/>
                  <a:pt x="319046" y="141446"/>
                </a:cubicBezTo>
                <a:cubicBezTo>
                  <a:pt x="322703" y="142761"/>
                  <a:pt x="325458" y="145115"/>
                  <a:pt x="327287" y="148521"/>
                </a:cubicBezTo>
                <a:cubicBezTo>
                  <a:pt x="333059" y="160306"/>
                  <a:pt x="337505" y="171964"/>
                  <a:pt x="340648" y="183486"/>
                </a:cubicBezTo>
                <a:cubicBezTo>
                  <a:pt x="343792" y="195270"/>
                  <a:pt x="345632" y="206929"/>
                  <a:pt x="346146" y="218462"/>
                </a:cubicBezTo>
                <a:cubicBezTo>
                  <a:pt x="346672" y="234178"/>
                  <a:pt x="345106" y="249105"/>
                  <a:pt x="341437" y="263244"/>
                </a:cubicBezTo>
                <a:cubicBezTo>
                  <a:pt x="337768" y="277395"/>
                  <a:pt x="332270" y="290493"/>
                  <a:pt x="324932" y="302541"/>
                </a:cubicBezTo>
                <a:cubicBezTo>
                  <a:pt x="321526" y="309090"/>
                  <a:pt x="317857" y="313011"/>
                  <a:pt x="313936" y="314325"/>
                </a:cubicBezTo>
                <a:cubicBezTo>
                  <a:pt x="310267" y="315902"/>
                  <a:pt x="305547" y="316680"/>
                  <a:pt x="299786" y="316680"/>
                </a:cubicBezTo>
                <a:lnTo>
                  <a:pt x="75438" y="316680"/>
                </a:lnTo>
                <a:cubicBezTo>
                  <a:pt x="70466" y="316680"/>
                  <a:pt x="65620" y="315502"/>
                  <a:pt x="60899" y="313148"/>
                </a:cubicBezTo>
                <a:cubicBezTo>
                  <a:pt x="56190" y="310530"/>
                  <a:pt x="52784" y="306987"/>
                  <a:pt x="50681" y="302541"/>
                </a:cubicBezTo>
                <a:cubicBezTo>
                  <a:pt x="43617" y="289968"/>
                  <a:pt x="38245" y="276995"/>
                  <a:pt x="34576" y="263644"/>
                </a:cubicBezTo>
                <a:cubicBezTo>
                  <a:pt x="30907" y="250546"/>
                  <a:pt x="29078" y="236532"/>
                  <a:pt x="29078" y="221605"/>
                </a:cubicBezTo>
                <a:cubicBezTo>
                  <a:pt x="29078" y="199602"/>
                  <a:pt x="33261" y="178777"/>
                  <a:pt x="41651" y="159128"/>
                </a:cubicBezTo>
                <a:cubicBezTo>
                  <a:pt x="50029" y="139743"/>
                  <a:pt x="61425" y="122712"/>
                  <a:pt x="75827" y="108048"/>
                </a:cubicBezTo>
                <a:cubicBezTo>
                  <a:pt x="90240" y="93646"/>
                  <a:pt x="106996" y="82113"/>
                  <a:pt x="126119" y="73472"/>
                </a:cubicBezTo>
                <a:cubicBezTo>
                  <a:pt x="145504" y="65094"/>
                  <a:pt x="166066" y="60899"/>
                  <a:pt x="187806" y="60899"/>
                </a:cubicBezTo>
                <a:close/>
                <a:moveTo>
                  <a:pt x="185452" y="1921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4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991" y="138692"/>
                </a:moveTo>
                <a:lnTo>
                  <a:pt x="199991" y="56190"/>
                </a:lnTo>
                <a:cubicBezTo>
                  <a:pt x="199991" y="52521"/>
                  <a:pt x="201168" y="49378"/>
                  <a:pt x="203523" y="46760"/>
                </a:cubicBezTo>
                <a:cubicBezTo>
                  <a:pt x="206140" y="44131"/>
                  <a:pt x="209420" y="42828"/>
                  <a:pt x="213352" y="42828"/>
                </a:cubicBezTo>
                <a:lnTo>
                  <a:pt x="321000" y="42828"/>
                </a:lnTo>
                <a:cubicBezTo>
                  <a:pt x="324669" y="42828"/>
                  <a:pt x="327812" y="44131"/>
                  <a:pt x="330430" y="46760"/>
                </a:cubicBezTo>
                <a:cubicBezTo>
                  <a:pt x="333059" y="49378"/>
                  <a:pt x="334362" y="52521"/>
                  <a:pt x="334362" y="56190"/>
                </a:cubicBezTo>
                <a:lnTo>
                  <a:pt x="334362" y="138692"/>
                </a:lnTo>
                <a:cubicBezTo>
                  <a:pt x="334362" y="142624"/>
                  <a:pt x="333059" y="145904"/>
                  <a:pt x="330430" y="148521"/>
                </a:cubicBezTo>
                <a:cubicBezTo>
                  <a:pt x="327812" y="150876"/>
                  <a:pt x="324669" y="152053"/>
                  <a:pt x="321000" y="152053"/>
                </a:cubicBezTo>
                <a:lnTo>
                  <a:pt x="213352" y="152053"/>
                </a:lnTo>
                <a:cubicBezTo>
                  <a:pt x="209420" y="152053"/>
                  <a:pt x="206140" y="150876"/>
                  <a:pt x="203523" y="148521"/>
                </a:cubicBezTo>
                <a:cubicBezTo>
                  <a:pt x="201168" y="145904"/>
                  <a:pt x="199991" y="142624"/>
                  <a:pt x="199991" y="138692"/>
                </a:cubicBezTo>
                <a:close/>
                <a:moveTo>
                  <a:pt x="42828" y="188595"/>
                </a:moveTo>
                <a:lnTo>
                  <a:pt x="42828" y="56190"/>
                </a:lnTo>
                <a:cubicBezTo>
                  <a:pt x="42828" y="52521"/>
                  <a:pt x="44131" y="49378"/>
                  <a:pt x="46760" y="46760"/>
                </a:cubicBezTo>
                <a:cubicBezTo>
                  <a:pt x="49378" y="44131"/>
                  <a:pt x="52521" y="42828"/>
                  <a:pt x="56190" y="42828"/>
                </a:cubicBezTo>
                <a:lnTo>
                  <a:pt x="163838" y="42828"/>
                </a:lnTo>
                <a:cubicBezTo>
                  <a:pt x="167770" y="42828"/>
                  <a:pt x="171050" y="44131"/>
                  <a:pt x="173667" y="46760"/>
                </a:cubicBezTo>
                <a:cubicBezTo>
                  <a:pt x="176022" y="49378"/>
                  <a:pt x="177199" y="52521"/>
                  <a:pt x="177199" y="56190"/>
                </a:cubicBezTo>
                <a:lnTo>
                  <a:pt x="177199" y="188595"/>
                </a:lnTo>
                <a:cubicBezTo>
                  <a:pt x="177199" y="192527"/>
                  <a:pt x="176022" y="195796"/>
                  <a:pt x="173667" y="198413"/>
                </a:cubicBezTo>
                <a:cubicBezTo>
                  <a:pt x="171050" y="201042"/>
                  <a:pt x="167770" y="202345"/>
                  <a:pt x="163838" y="202345"/>
                </a:cubicBezTo>
                <a:lnTo>
                  <a:pt x="56190" y="202345"/>
                </a:lnTo>
                <a:cubicBezTo>
                  <a:pt x="52521" y="202345"/>
                  <a:pt x="49378" y="201042"/>
                  <a:pt x="46760" y="198413"/>
                </a:cubicBezTo>
                <a:cubicBezTo>
                  <a:pt x="44131" y="195796"/>
                  <a:pt x="42828" y="192527"/>
                  <a:pt x="42828" y="188595"/>
                </a:cubicBezTo>
                <a:close/>
                <a:moveTo>
                  <a:pt x="199991" y="320612"/>
                </a:moveTo>
                <a:lnTo>
                  <a:pt x="199991" y="188206"/>
                </a:lnTo>
                <a:cubicBezTo>
                  <a:pt x="199991" y="184274"/>
                  <a:pt x="201168" y="181131"/>
                  <a:pt x="203523" y="178777"/>
                </a:cubicBezTo>
                <a:cubicBezTo>
                  <a:pt x="206140" y="176148"/>
                  <a:pt x="209420" y="174845"/>
                  <a:pt x="213352" y="174845"/>
                </a:cubicBezTo>
                <a:lnTo>
                  <a:pt x="321000" y="174845"/>
                </a:lnTo>
                <a:cubicBezTo>
                  <a:pt x="324669" y="174845"/>
                  <a:pt x="327812" y="176148"/>
                  <a:pt x="330430" y="178777"/>
                </a:cubicBezTo>
                <a:cubicBezTo>
                  <a:pt x="333059" y="181131"/>
                  <a:pt x="334362" y="184274"/>
                  <a:pt x="334362" y="188206"/>
                </a:cubicBezTo>
                <a:lnTo>
                  <a:pt x="334362" y="320612"/>
                </a:lnTo>
                <a:cubicBezTo>
                  <a:pt x="334362" y="324543"/>
                  <a:pt x="333059" y="327687"/>
                  <a:pt x="330430" y="330041"/>
                </a:cubicBezTo>
                <a:cubicBezTo>
                  <a:pt x="327812" y="332659"/>
                  <a:pt x="324669" y="333973"/>
                  <a:pt x="321000" y="333973"/>
                </a:cubicBezTo>
                <a:lnTo>
                  <a:pt x="213352" y="333973"/>
                </a:lnTo>
                <a:cubicBezTo>
                  <a:pt x="209420" y="333973"/>
                  <a:pt x="206140" y="332659"/>
                  <a:pt x="203523" y="330041"/>
                </a:cubicBezTo>
                <a:cubicBezTo>
                  <a:pt x="201168" y="327687"/>
                  <a:pt x="199991" y="324543"/>
                  <a:pt x="199991" y="320612"/>
                </a:cubicBezTo>
                <a:close/>
                <a:moveTo>
                  <a:pt x="42828" y="320612"/>
                </a:moveTo>
                <a:lnTo>
                  <a:pt x="42828" y="238098"/>
                </a:lnTo>
                <a:cubicBezTo>
                  <a:pt x="42828" y="234429"/>
                  <a:pt x="44131" y="231286"/>
                  <a:pt x="46760" y="228669"/>
                </a:cubicBezTo>
                <a:cubicBezTo>
                  <a:pt x="49378" y="226051"/>
                  <a:pt x="52521" y="224748"/>
                  <a:pt x="56190" y="224748"/>
                </a:cubicBezTo>
                <a:lnTo>
                  <a:pt x="163838" y="224748"/>
                </a:lnTo>
                <a:cubicBezTo>
                  <a:pt x="167770" y="224748"/>
                  <a:pt x="171050" y="226051"/>
                  <a:pt x="173667" y="228669"/>
                </a:cubicBezTo>
                <a:cubicBezTo>
                  <a:pt x="176022" y="231286"/>
                  <a:pt x="177199" y="234429"/>
                  <a:pt x="177199" y="238098"/>
                </a:cubicBezTo>
                <a:lnTo>
                  <a:pt x="177199" y="320612"/>
                </a:lnTo>
                <a:cubicBezTo>
                  <a:pt x="177199" y="324543"/>
                  <a:pt x="176022" y="327687"/>
                  <a:pt x="173667" y="330041"/>
                </a:cubicBezTo>
                <a:cubicBezTo>
                  <a:pt x="171050" y="332659"/>
                  <a:pt x="167770" y="333973"/>
                  <a:pt x="163838" y="333973"/>
                </a:cubicBezTo>
                <a:lnTo>
                  <a:pt x="56190" y="333973"/>
                </a:lnTo>
                <a:cubicBezTo>
                  <a:pt x="52521" y="333973"/>
                  <a:pt x="49378" y="332659"/>
                  <a:pt x="46760" y="330041"/>
                </a:cubicBezTo>
                <a:cubicBezTo>
                  <a:pt x="44131" y="327687"/>
                  <a:pt x="42828" y="324543"/>
                  <a:pt x="42828" y="320612"/>
                </a:cubicBezTo>
                <a:close/>
                <a:moveTo>
                  <a:pt x="69940" y="175233"/>
                </a:moveTo>
                <a:lnTo>
                  <a:pt x="150487" y="175233"/>
                </a:lnTo>
                <a:lnTo>
                  <a:pt x="150487" y="69540"/>
                </a:lnTo>
                <a:lnTo>
                  <a:pt x="69940" y="69540"/>
                </a:lnTo>
                <a:lnTo>
                  <a:pt x="69940" y="175233"/>
                </a:lnTo>
                <a:close/>
                <a:moveTo>
                  <a:pt x="226703" y="307250"/>
                </a:moveTo>
                <a:lnTo>
                  <a:pt x="307650" y="307250"/>
                </a:lnTo>
                <a:lnTo>
                  <a:pt x="307650" y="201557"/>
                </a:lnTo>
                <a:lnTo>
                  <a:pt x="226703" y="201557"/>
                </a:lnTo>
                <a:lnTo>
                  <a:pt x="226703" y="307250"/>
                </a:lnTo>
                <a:close/>
                <a:moveTo>
                  <a:pt x="226703" y="125341"/>
                </a:moveTo>
                <a:lnTo>
                  <a:pt x="307650" y="125341"/>
                </a:lnTo>
                <a:lnTo>
                  <a:pt x="307650" y="69540"/>
                </a:lnTo>
                <a:lnTo>
                  <a:pt x="226703" y="69540"/>
                </a:lnTo>
                <a:lnTo>
                  <a:pt x="226703" y="125341"/>
                </a:lnTo>
                <a:close/>
                <a:moveTo>
                  <a:pt x="69940" y="307250"/>
                </a:moveTo>
                <a:lnTo>
                  <a:pt x="150487" y="307250"/>
                </a:lnTo>
                <a:lnTo>
                  <a:pt x="150487" y="251460"/>
                </a:lnTo>
                <a:lnTo>
                  <a:pt x="69940" y="251460"/>
                </a:lnTo>
                <a:lnTo>
                  <a:pt x="69940" y="307250"/>
                </a:lnTo>
                <a:close/>
                <a:moveTo>
                  <a:pt x="150487" y="175233"/>
                </a:moveTo>
                <a:close/>
                <a:moveTo>
                  <a:pt x="226703" y="125341"/>
                </a:moveTo>
                <a:close/>
                <a:moveTo>
                  <a:pt x="226703" y="201557"/>
                </a:moveTo>
                <a:close/>
                <a:moveTo>
                  <a:pt x="150487" y="2514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6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1993"/>
                </a:moveTo>
                <a:lnTo>
                  <a:pt x="128485" y="185063"/>
                </a:lnTo>
                <a:cubicBezTo>
                  <a:pt x="125856" y="182434"/>
                  <a:pt x="122712" y="181131"/>
                  <a:pt x="119055" y="181131"/>
                </a:cubicBezTo>
                <a:cubicBezTo>
                  <a:pt x="115123" y="181131"/>
                  <a:pt x="111717" y="182571"/>
                  <a:pt x="108836" y="185452"/>
                </a:cubicBezTo>
                <a:cubicBezTo>
                  <a:pt x="106219" y="188332"/>
                  <a:pt x="104905" y="191613"/>
                  <a:pt x="104905" y="195270"/>
                </a:cubicBezTo>
                <a:cubicBezTo>
                  <a:pt x="104905" y="198939"/>
                  <a:pt x="106219" y="202082"/>
                  <a:pt x="108836" y="204700"/>
                </a:cubicBezTo>
                <a:lnTo>
                  <a:pt x="155597" y="251849"/>
                </a:lnTo>
                <a:cubicBezTo>
                  <a:pt x="158477" y="254729"/>
                  <a:pt x="161620" y="256181"/>
                  <a:pt x="165026" y="256181"/>
                </a:cubicBezTo>
                <a:cubicBezTo>
                  <a:pt x="168684" y="256181"/>
                  <a:pt x="171964" y="254729"/>
                  <a:pt x="174845" y="251849"/>
                </a:cubicBezTo>
                <a:lnTo>
                  <a:pt x="267565" y="159128"/>
                </a:lnTo>
                <a:cubicBezTo>
                  <a:pt x="270445" y="156248"/>
                  <a:pt x="271897" y="152968"/>
                  <a:pt x="271897" y="149310"/>
                </a:cubicBezTo>
                <a:cubicBezTo>
                  <a:pt x="271897" y="145378"/>
                  <a:pt x="270445" y="141972"/>
                  <a:pt x="267565" y="139092"/>
                </a:cubicBezTo>
                <a:cubicBezTo>
                  <a:pt x="264685" y="136474"/>
                  <a:pt x="261278" y="135285"/>
                  <a:pt x="257358" y="135548"/>
                </a:cubicBezTo>
                <a:cubicBezTo>
                  <a:pt x="253426" y="135548"/>
                  <a:pt x="250146" y="136863"/>
                  <a:pt x="247528" y="139480"/>
                </a:cubicBezTo>
                <a:lnTo>
                  <a:pt x="165415" y="221993"/>
                </a:lnTo>
                <a:close/>
                <a:moveTo>
                  <a:pt x="188595" y="348112"/>
                </a:moveTo>
                <a:cubicBezTo>
                  <a:pt x="166855" y="348112"/>
                  <a:pt x="146167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035"/>
                  <a:pt x="29078" y="210335"/>
                  <a:pt x="29078" y="188595"/>
                </a:cubicBezTo>
                <a:cubicBezTo>
                  <a:pt x="29078" y="166592"/>
                  <a:pt x="33261" y="145767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598" y="29078"/>
                  <a:pt x="231423" y="33261"/>
                  <a:pt x="251071" y="41651"/>
                </a:cubicBezTo>
                <a:cubicBezTo>
                  <a:pt x="270445" y="50029"/>
                  <a:pt x="287213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423" y="343929"/>
                  <a:pt x="210598" y="348112"/>
                  <a:pt x="188595" y="348112"/>
                </a:cubicBezTo>
                <a:close/>
                <a:moveTo>
                  <a:pt x="188595" y="321400"/>
                </a:moveTo>
                <a:cubicBezTo>
                  <a:pt x="225525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427" y="120358"/>
                  <a:pt x="282504" y="94686"/>
                </a:cubicBezTo>
                <a:cubicBezTo>
                  <a:pt x="256832" y="68763"/>
                  <a:pt x="225525" y="55790"/>
                  <a:pt x="188595" y="55790"/>
                </a:cubicBezTo>
                <a:cubicBezTo>
                  <a:pt x="151928" y="55790"/>
                  <a:pt x="120621" y="68763"/>
                  <a:pt x="94686" y="94686"/>
                </a:cubicBezTo>
                <a:cubicBezTo>
                  <a:pt x="68763" y="120358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1928" y="321400"/>
                  <a:pt x="188595" y="3214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8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889"/>
                </a:moveTo>
                <a:lnTo>
                  <a:pt x="238098" y="255392"/>
                </a:lnTo>
                <a:cubicBezTo>
                  <a:pt x="240716" y="258009"/>
                  <a:pt x="243608" y="259324"/>
                  <a:pt x="246751" y="259324"/>
                </a:cubicBezTo>
                <a:cubicBezTo>
                  <a:pt x="250146" y="259324"/>
                  <a:pt x="253037" y="258009"/>
                  <a:pt x="255392" y="255392"/>
                </a:cubicBezTo>
                <a:cubicBezTo>
                  <a:pt x="258009" y="252774"/>
                  <a:pt x="259324" y="249894"/>
                  <a:pt x="259324" y="246751"/>
                </a:cubicBezTo>
                <a:cubicBezTo>
                  <a:pt x="259324" y="243345"/>
                  <a:pt x="258009" y="240464"/>
                  <a:pt x="255392" y="238098"/>
                </a:cubicBezTo>
                <a:lnTo>
                  <a:pt x="205889" y="188595"/>
                </a:lnTo>
                <a:lnTo>
                  <a:pt x="255392" y="139092"/>
                </a:lnTo>
                <a:cubicBezTo>
                  <a:pt x="258009" y="136474"/>
                  <a:pt x="259324" y="133594"/>
                  <a:pt x="259324" y="130451"/>
                </a:cubicBezTo>
                <a:cubicBezTo>
                  <a:pt x="259324" y="127044"/>
                  <a:pt x="258009" y="124164"/>
                  <a:pt x="255392" y="121798"/>
                </a:cubicBezTo>
                <a:cubicBezTo>
                  <a:pt x="253037" y="119181"/>
                  <a:pt x="250146" y="117878"/>
                  <a:pt x="246751" y="117878"/>
                </a:cubicBezTo>
                <a:cubicBezTo>
                  <a:pt x="243608" y="117878"/>
                  <a:pt x="240716" y="119181"/>
                  <a:pt x="238098" y="121798"/>
                </a:cubicBezTo>
                <a:lnTo>
                  <a:pt x="188595" y="171313"/>
                </a:lnTo>
                <a:lnTo>
                  <a:pt x="139092" y="121798"/>
                </a:lnTo>
                <a:cubicBezTo>
                  <a:pt x="136474" y="119181"/>
                  <a:pt x="133594" y="117878"/>
                  <a:pt x="130451" y="117878"/>
                </a:cubicBezTo>
                <a:cubicBezTo>
                  <a:pt x="127307" y="117878"/>
                  <a:pt x="124416" y="119181"/>
                  <a:pt x="121798" y="121798"/>
                </a:cubicBezTo>
                <a:cubicBezTo>
                  <a:pt x="119181" y="124164"/>
                  <a:pt x="117878" y="127044"/>
                  <a:pt x="117878" y="130451"/>
                </a:cubicBezTo>
                <a:cubicBezTo>
                  <a:pt x="117878" y="133594"/>
                  <a:pt x="119181" y="136474"/>
                  <a:pt x="121798" y="139092"/>
                </a:cubicBezTo>
                <a:lnTo>
                  <a:pt x="171313" y="188595"/>
                </a:lnTo>
                <a:lnTo>
                  <a:pt x="121798" y="238098"/>
                </a:lnTo>
                <a:cubicBezTo>
                  <a:pt x="119181" y="240716"/>
                  <a:pt x="117878" y="243608"/>
                  <a:pt x="117878" y="246751"/>
                </a:cubicBezTo>
                <a:cubicBezTo>
                  <a:pt x="117878" y="249894"/>
                  <a:pt x="119181" y="252774"/>
                  <a:pt x="121798" y="255392"/>
                </a:cubicBezTo>
                <a:cubicBezTo>
                  <a:pt x="124416" y="258009"/>
                  <a:pt x="127307" y="259324"/>
                  <a:pt x="130451" y="259324"/>
                </a:cubicBezTo>
                <a:cubicBezTo>
                  <a:pt x="133845" y="259324"/>
                  <a:pt x="136737" y="258009"/>
                  <a:pt x="139092" y="255392"/>
                </a:cubicBezTo>
                <a:lnTo>
                  <a:pt x="188595" y="205889"/>
                </a:lnTo>
                <a:close/>
                <a:moveTo>
                  <a:pt x="188595" y="348112"/>
                </a:moveTo>
                <a:cubicBezTo>
                  <a:pt x="166855" y="348112"/>
                  <a:pt x="146167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592"/>
                  <a:pt x="33261" y="145767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598" y="29078"/>
                  <a:pt x="231423" y="33261"/>
                  <a:pt x="251071" y="41651"/>
                </a:cubicBezTo>
                <a:cubicBezTo>
                  <a:pt x="270445" y="50029"/>
                  <a:pt x="287213" y="61299"/>
                  <a:pt x="301363" y="75438"/>
                </a:cubicBezTo>
                <a:cubicBezTo>
                  <a:pt x="315765" y="89840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686" y="343929"/>
                  <a:pt x="210861" y="348112"/>
                  <a:pt x="188595" y="348112"/>
                </a:cubicBezTo>
                <a:close/>
                <a:moveTo>
                  <a:pt x="188595" y="321400"/>
                </a:moveTo>
                <a:cubicBezTo>
                  <a:pt x="225525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427" y="120358"/>
                  <a:pt x="282504" y="94686"/>
                </a:cubicBezTo>
                <a:cubicBezTo>
                  <a:pt x="256832" y="68763"/>
                  <a:pt x="225525" y="55790"/>
                  <a:pt x="188595" y="55790"/>
                </a:cubicBezTo>
                <a:cubicBezTo>
                  <a:pt x="151928" y="55790"/>
                  <a:pt x="120621" y="68763"/>
                  <a:pt x="94686" y="94686"/>
                </a:cubicBezTo>
                <a:cubicBezTo>
                  <a:pt x="68763" y="120358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1928" y="321400"/>
                  <a:pt x="188595" y="3214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20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519" y="335539"/>
                </a:move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592"/>
                  <a:pt x="33261" y="145767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598" y="29078"/>
                  <a:pt x="231286" y="33261"/>
                  <a:pt x="250671" y="41651"/>
                </a:cubicBezTo>
                <a:cubicBezTo>
                  <a:pt x="270057" y="50029"/>
                  <a:pt x="286950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767"/>
                  <a:pt x="348112" y="166592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6950" y="315765"/>
                  <a:pt x="270057" y="327161"/>
                  <a:pt x="250671" y="335539"/>
                </a:cubicBezTo>
                <a:cubicBezTo>
                  <a:pt x="231286" y="343929"/>
                  <a:pt x="210598" y="348112"/>
                  <a:pt x="188595" y="348112"/>
                </a:cubicBezTo>
                <a:cubicBezTo>
                  <a:pt x="166592" y="348112"/>
                  <a:pt x="145904" y="343929"/>
                  <a:pt x="126519" y="335539"/>
                </a:cubicBezTo>
                <a:close/>
                <a:moveTo>
                  <a:pt x="188595" y="321400"/>
                </a:moveTo>
                <a:cubicBezTo>
                  <a:pt x="204311" y="321400"/>
                  <a:pt x="219376" y="318783"/>
                  <a:pt x="233778" y="313536"/>
                </a:cubicBezTo>
                <a:cubicBezTo>
                  <a:pt x="248191" y="308564"/>
                  <a:pt x="261153" y="300963"/>
                  <a:pt x="272674" y="290756"/>
                </a:cubicBezTo>
                <a:lnTo>
                  <a:pt x="86045" y="104516"/>
                </a:lnTo>
                <a:cubicBezTo>
                  <a:pt x="76352" y="116300"/>
                  <a:pt x="68889" y="129399"/>
                  <a:pt x="63654" y="143801"/>
                </a:cubicBezTo>
                <a:cubicBezTo>
                  <a:pt x="58407" y="158214"/>
                  <a:pt x="55790" y="173142"/>
                  <a:pt x="55790" y="188595"/>
                </a:cubicBezTo>
                <a:cubicBezTo>
                  <a:pt x="55790" y="225525"/>
                  <a:pt x="68626" y="256958"/>
                  <a:pt x="94298" y="282893"/>
                </a:cubicBezTo>
                <a:cubicBezTo>
                  <a:pt x="120232" y="308564"/>
                  <a:pt x="151665" y="321400"/>
                  <a:pt x="188595" y="321400"/>
                </a:cubicBezTo>
                <a:close/>
                <a:moveTo>
                  <a:pt x="290756" y="272674"/>
                </a:moveTo>
                <a:cubicBezTo>
                  <a:pt x="300186" y="260890"/>
                  <a:pt x="307650" y="247791"/>
                  <a:pt x="313148" y="233389"/>
                </a:cubicBezTo>
                <a:cubicBezTo>
                  <a:pt x="318646" y="218976"/>
                  <a:pt x="321400" y="204048"/>
                  <a:pt x="321400" y="188595"/>
                </a:cubicBezTo>
                <a:cubicBezTo>
                  <a:pt x="321400" y="151402"/>
                  <a:pt x="308564" y="119969"/>
                  <a:pt x="282893" y="94298"/>
                </a:cubicBezTo>
                <a:cubicBezTo>
                  <a:pt x="256958" y="68626"/>
                  <a:pt x="225525" y="55790"/>
                  <a:pt x="188595" y="55790"/>
                </a:cubicBezTo>
                <a:cubicBezTo>
                  <a:pt x="173142" y="55790"/>
                  <a:pt x="158214" y="58407"/>
                  <a:pt x="143801" y="63654"/>
                </a:cubicBezTo>
                <a:cubicBezTo>
                  <a:pt x="129399" y="68889"/>
                  <a:pt x="116300" y="76490"/>
                  <a:pt x="104516" y="86445"/>
                </a:cubicBezTo>
                <a:lnTo>
                  <a:pt x="290756" y="27267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2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930" y="331219"/>
                </a:moveTo>
                <a:cubicBezTo>
                  <a:pt x="34313" y="331219"/>
                  <a:pt x="31958" y="330567"/>
                  <a:pt x="29867" y="329253"/>
                </a:cubicBezTo>
                <a:cubicBezTo>
                  <a:pt x="28026" y="328212"/>
                  <a:pt x="26460" y="326635"/>
                  <a:pt x="25146" y="324543"/>
                </a:cubicBezTo>
                <a:cubicBezTo>
                  <a:pt x="24094" y="322440"/>
                  <a:pt x="23443" y="320349"/>
                  <a:pt x="23180" y="318257"/>
                </a:cubicBezTo>
                <a:cubicBezTo>
                  <a:pt x="23180" y="315902"/>
                  <a:pt x="23832" y="313536"/>
                  <a:pt x="25146" y="311182"/>
                </a:cubicBezTo>
                <a:lnTo>
                  <a:pt x="176811" y="49115"/>
                </a:lnTo>
                <a:cubicBezTo>
                  <a:pt x="178377" y="46760"/>
                  <a:pt x="180080" y="45057"/>
                  <a:pt x="181920" y="44006"/>
                </a:cubicBezTo>
                <a:cubicBezTo>
                  <a:pt x="184012" y="42954"/>
                  <a:pt x="186240" y="42440"/>
                  <a:pt x="188595" y="42440"/>
                </a:cubicBezTo>
                <a:cubicBezTo>
                  <a:pt x="190950" y="42440"/>
                  <a:pt x="193178" y="42954"/>
                  <a:pt x="195270" y="44006"/>
                </a:cubicBezTo>
                <a:cubicBezTo>
                  <a:pt x="197110" y="45057"/>
                  <a:pt x="198813" y="46760"/>
                  <a:pt x="200379" y="49115"/>
                </a:cubicBezTo>
                <a:lnTo>
                  <a:pt x="352044" y="311182"/>
                </a:lnTo>
                <a:cubicBezTo>
                  <a:pt x="353358" y="313536"/>
                  <a:pt x="354010" y="315902"/>
                  <a:pt x="354010" y="318257"/>
                </a:cubicBezTo>
                <a:cubicBezTo>
                  <a:pt x="353747" y="320349"/>
                  <a:pt x="353096" y="322440"/>
                  <a:pt x="352044" y="324543"/>
                </a:cubicBezTo>
                <a:cubicBezTo>
                  <a:pt x="350730" y="326635"/>
                  <a:pt x="349164" y="328212"/>
                  <a:pt x="347335" y="329253"/>
                </a:cubicBezTo>
                <a:cubicBezTo>
                  <a:pt x="345232" y="330567"/>
                  <a:pt x="342877" y="331219"/>
                  <a:pt x="340260" y="331219"/>
                </a:cubicBezTo>
                <a:lnTo>
                  <a:pt x="36930" y="331219"/>
                </a:lnTo>
                <a:close/>
                <a:moveTo>
                  <a:pt x="58544" y="305284"/>
                </a:moveTo>
                <a:lnTo>
                  <a:pt x="318646" y="305284"/>
                </a:lnTo>
                <a:lnTo>
                  <a:pt x="188595" y="80547"/>
                </a:lnTo>
                <a:lnTo>
                  <a:pt x="58544" y="305284"/>
                </a:lnTo>
                <a:close/>
                <a:moveTo>
                  <a:pt x="198813" y="280538"/>
                </a:moveTo>
                <a:cubicBezTo>
                  <a:pt x="201168" y="278183"/>
                  <a:pt x="202345" y="275292"/>
                  <a:pt x="202345" y="271897"/>
                </a:cubicBezTo>
                <a:cubicBezTo>
                  <a:pt x="202345" y="268228"/>
                  <a:pt x="201168" y="265347"/>
                  <a:pt x="198813" y="263244"/>
                </a:cubicBezTo>
                <a:cubicBezTo>
                  <a:pt x="196459" y="260890"/>
                  <a:pt x="193567" y="259712"/>
                  <a:pt x="190172" y="259712"/>
                </a:cubicBezTo>
                <a:cubicBezTo>
                  <a:pt x="186766" y="259712"/>
                  <a:pt x="183886" y="260890"/>
                  <a:pt x="181520" y="263244"/>
                </a:cubicBezTo>
                <a:cubicBezTo>
                  <a:pt x="179165" y="265347"/>
                  <a:pt x="177988" y="268228"/>
                  <a:pt x="177988" y="271897"/>
                </a:cubicBezTo>
                <a:cubicBezTo>
                  <a:pt x="177988" y="275292"/>
                  <a:pt x="179165" y="278183"/>
                  <a:pt x="181520" y="280538"/>
                </a:cubicBezTo>
                <a:cubicBezTo>
                  <a:pt x="183886" y="282893"/>
                  <a:pt x="186766" y="284070"/>
                  <a:pt x="190172" y="284070"/>
                </a:cubicBezTo>
                <a:cubicBezTo>
                  <a:pt x="193567" y="284070"/>
                  <a:pt x="196459" y="282893"/>
                  <a:pt x="198813" y="280538"/>
                </a:cubicBezTo>
                <a:close/>
                <a:moveTo>
                  <a:pt x="198813" y="237321"/>
                </a:moveTo>
                <a:cubicBezTo>
                  <a:pt x="200905" y="234955"/>
                  <a:pt x="201957" y="232075"/>
                  <a:pt x="201957" y="228669"/>
                </a:cubicBezTo>
                <a:lnTo>
                  <a:pt x="201957" y="165026"/>
                </a:lnTo>
                <a:cubicBezTo>
                  <a:pt x="201957" y="161620"/>
                  <a:pt x="200905" y="158740"/>
                  <a:pt x="198813" y="156374"/>
                </a:cubicBezTo>
                <a:cubicBezTo>
                  <a:pt x="196459" y="154282"/>
                  <a:pt x="193567" y="153231"/>
                  <a:pt x="190172" y="153231"/>
                </a:cubicBezTo>
                <a:cubicBezTo>
                  <a:pt x="186766" y="153231"/>
                  <a:pt x="184012" y="154282"/>
                  <a:pt x="181920" y="156374"/>
                </a:cubicBezTo>
                <a:cubicBezTo>
                  <a:pt x="179554" y="158740"/>
                  <a:pt x="178377" y="161620"/>
                  <a:pt x="178377" y="165026"/>
                </a:cubicBezTo>
                <a:lnTo>
                  <a:pt x="178377" y="228669"/>
                </a:lnTo>
                <a:cubicBezTo>
                  <a:pt x="178377" y="232075"/>
                  <a:pt x="179554" y="234955"/>
                  <a:pt x="181920" y="237321"/>
                </a:cubicBezTo>
                <a:cubicBezTo>
                  <a:pt x="184012" y="239413"/>
                  <a:pt x="186766" y="240464"/>
                  <a:pt x="190172" y="240464"/>
                </a:cubicBezTo>
                <a:cubicBezTo>
                  <a:pt x="193567" y="240464"/>
                  <a:pt x="196459" y="239413"/>
                  <a:pt x="198813" y="237321"/>
                </a:cubicBezTo>
                <a:close/>
                <a:moveTo>
                  <a:pt x="188595" y="19291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4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202" y="265210"/>
                </a:moveTo>
                <a:cubicBezTo>
                  <a:pt x="202082" y="262330"/>
                  <a:pt x="203523" y="258798"/>
                  <a:pt x="203523" y="254603"/>
                </a:cubicBezTo>
                <a:cubicBezTo>
                  <a:pt x="203523" y="250408"/>
                  <a:pt x="202082" y="246877"/>
                  <a:pt x="199202" y="243996"/>
                </a:cubicBezTo>
                <a:cubicBezTo>
                  <a:pt x="196585" y="240853"/>
                  <a:pt x="193053" y="239276"/>
                  <a:pt x="188595" y="239276"/>
                </a:cubicBezTo>
                <a:cubicBezTo>
                  <a:pt x="184400" y="239276"/>
                  <a:pt x="180868" y="240716"/>
                  <a:pt x="177988" y="243608"/>
                </a:cubicBezTo>
                <a:cubicBezTo>
                  <a:pt x="175108" y="246751"/>
                  <a:pt x="173667" y="250408"/>
                  <a:pt x="173667" y="254603"/>
                </a:cubicBezTo>
                <a:cubicBezTo>
                  <a:pt x="173667" y="258798"/>
                  <a:pt x="175108" y="262330"/>
                  <a:pt x="177988" y="265210"/>
                </a:cubicBezTo>
                <a:cubicBezTo>
                  <a:pt x="180605" y="268091"/>
                  <a:pt x="184137" y="269531"/>
                  <a:pt x="188595" y="269531"/>
                </a:cubicBezTo>
                <a:cubicBezTo>
                  <a:pt x="192790" y="269531"/>
                  <a:pt x="196322" y="268091"/>
                  <a:pt x="199202" y="265210"/>
                </a:cubicBezTo>
                <a:close/>
                <a:moveTo>
                  <a:pt x="199202" y="203134"/>
                </a:moveTo>
                <a:cubicBezTo>
                  <a:pt x="201820" y="200779"/>
                  <a:pt x="203134" y="197636"/>
                  <a:pt x="203134" y="193704"/>
                </a:cubicBezTo>
                <a:lnTo>
                  <a:pt x="203134" y="119443"/>
                </a:lnTo>
                <a:cubicBezTo>
                  <a:pt x="203134" y="115774"/>
                  <a:pt x="201820" y="112631"/>
                  <a:pt x="199202" y="110014"/>
                </a:cubicBezTo>
                <a:cubicBezTo>
                  <a:pt x="196585" y="107396"/>
                  <a:pt x="193441" y="106082"/>
                  <a:pt x="189772" y="106082"/>
                </a:cubicBezTo>
                <a:cubicBezTo>
                  <a:pt x="185840" y="106082"/>
                  <a:pt x="182697" y="107396"/>
                  <a:pt x="180343" y="110014"/>
                </a:cubicBezTo>
                <a:cubicBezTo>
                  <a:pt x="177725" y="112631"/>
                  <a:pt x="176411" y="115774"/>
                  <a:pt x="176411" y="119443"/>
                </a:cubicBezTo>
                <a:lnTo>
                  <a:pt x="176411" y="193704"/>
                </a:lnTo>
                <a:cubicBezTo>
                  <a:pt x="176411" y="197636"/>
                  <a:pt x="177725" y="200779"/>
                  <a:pt x="180343" y="203134"/>
                </a:cubicBezTo>
                <a:cubicBezTo>
                  <a:pt x="182960" y="205751"/>
                  <a:pt x="186103" y="207066"/>
                  <a:pt x="189772" y="207066"/>
                </a:cubicBezTo>
                <a:cubicBezTo>
                  <a:pt x="193704" y="207066"/>
                  <a:pt x="196847" y="205751"/>
                  <a:pt x="199202" y="203134"/>
                </a:cubicBezTo>
                <a:close/>
                <a:moveTo>
                  <a:pt x="188595" y="348112"/>
                </a:moveTo>
                <a:cubicBezTo>
                  <a:pt x="166592" y="348112"/>
                  <a:pt x="145904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329"/>
                  <a:pt x="33261" y="145504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718" y="29078"/>
                  <a:pt x="188984" y="29078"/>
                </a:cubicBezTo>
                <a:cubicBezTo>
                  <a:pt x="210986" y="29078"/>
                  <a:pt x="231686" y="33261"/>
                  <a:pt x="251071" y="41651"/>
                </a:cubicBezTo>
                <a:cubicBezTo>
                  <a:pt x="270445" y="50029"/>
                  <a:pt x="287213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767"/>
                  <a:pt x="348112" y="166592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423" y="343929"/>
                  <a:pt x="210598" y="348112"/>
                  <a:pt x="188595" y="348112"/>
                </a:cubicBezTo>
                <a:close/>
                <a:moveTo>
                  <a:pt x="188984" y="321400"/>
                </a:moveTo>
                <a:cubicBezTo>
                  <a:pt x="225662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564" y="120358"/>
                  <a:pt x="282893" y="94686"/>
                </a:cubicBezTo>
                <a:cubicBezTo>
                  <a:pt x="256958" y="68763"/>
                  <a:pt x="225525" y="55790"/>
                  <a:pt x="188595" y="55790"/>
                </a:cubicBezTo>
                <a:cubicBezTo>
                  <a:pt x="151928" y="55790"/>
                  <a:pt x="120621" y="68626"/>
                  <a:pt x="94686" y="94298"/>
                </a:cubicBezTo>
                <a:cubicBezTo>
                  <a:pt x="68763" y="120232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2053" y="321400"/>
                  <a:pt x="188984" y="3214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6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3973"/>
                </a:moveTo>
                <a:cubicBezTo>
                  <a:pt x="180480" y="333973"/>
                  <a:pt x="173530" y="330956"/>
                  <a:pt x="167770" y="324932"/>
                </a:cubicBezTo>
                <a:cubicBezTo>
                  <a:pt x="162009" y="319171"/>
                  <a:pt x="159128" y="312233"/>
                  <a:pt x="159128" y="304107"/>
                </a:cubicBezTo>
                <a:cubicBezTo>
                  <a:pt x="159128" y="295991"/>
                  <a:pt x="162009" y="289053"/>
                  <a:pt x="167770" y="283281"/>
                </a:cubicBezTo>
                <a:cubicBezTo>
                  <a:pt x="173530" y="277520"/>
                  <a:pt x="180480" y="274640"/>
                  <a:pt x="188595" y="274640"/>
                </a:cubicBezTo>
                <a:cubicBezTo>
                  <a:pt x="196710" y="274640"/>
                  <a:pt x="203660" y="277520"/>
                  <a:pt x="209420" y="283281"/>
                </a:cubicBezTo>
                <a:cubicBezTo>
                  <a:pt x="215444" y="289053"/>
                  <a:pt x="218462" y="295991"/>
                  <a:pt x="218462" y="304107"/>
                </a:cubicBezTo>
                <a:cubicBezTo>
                  <a:pt x="218462" y="312233"/>
                  <a:pt x="215444" y="319297"/>
                  <a:pt x="209420" y="325332"/>
                </a:cubicBezTo>
                <a:cubicBezTo>
                  <a:pt x="203660" y="331093"/>
                  <a:pt x="196710" y="333973"/>
                  <a:pt x="188595" y="333973"/>
                </a:cubicBezTo>
                <a:close/>
                <a:moveTo>
                  <a:pt x="188595" y="235355"/>
                </a:moveTo>
                <a:cubicBezTo>
                  <a:pt x="180743" y="235355"/>
                  <a:pt x="174056" y="232475"/>
                  <a:pt x="168558" y="226703"/>
                </a:cubicBezTo>
                <a:cubicBezTo>
                  <a:pt x="162797" y="221205"/>
                  <a:pt x="159917" y="214530"/>
                  <a:pt x="159917" y="206666"/>
                </a:cubicBezTo>
                <a:lnTo>
                  <a:pt x="159917" y="72683"/>
                </a:lnTo>
                <a:cubicBezTo>
                  <a:pt x="159917" y="64568"/>
                  <a:pt x="162797" y="57756"/>
                  <a:pt x="168558" y="52258"/>
                </a:cubicBezTo>
                <a:cubicBezTo>
                  <a:pt x="174056" y="46760"/>
                  <a:pt x="180743" y="44006"/>
                  <a:pt x="188595" y="44006"/>
                </a:cubicBezTo>
                <a:cubicBezTo>
                  <a:pt x="196459" y="44006"/>
                  <a:pt x="203134" y="46760"/>
                  <a:pt x="208632" y="52258"/>
                </a:cubicBezTo>
                <a:cubicBezTo>
                  <a:pt x="214393" y="57756"/>
                  <a:pt x="217273" y="64568"/>
                  <a:pt x="217273" y="72683"/>
                </a:cubicBezTo>
                <a:lnTo>
                  <a:pt x="217273" y="206666"/>
                </a:lnTo>
                <a:cubicBezTo>
                  <a:pt x="217273" y="214530"/>
                  <a:pt x="214393" y="221205"/>
                  <a:pt x="208632" y="226703"/>
                </a:cubicBezTo>
                <a:cubicBezTo>
                  <a:pt x="203134" y="232475"/>
                  <a:pt x="196459" y="235355"/>
                  <a:pt x="188595" y="2353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8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813" y="264422"/>
                </a:moveTo>
                <a:cubicBezTo>
                  <a:pt x="201431" y="262067"/>
                  <a:pt x="202745" y="259061"/>
                  <a:pt x="202745" y="255392"/>
                </a:cubicBezTo>
                <a:lnTo>
                  <a:pt x="202745" y="185840"/>
                </a:lnTo>
                <a:cubicBezTo>
                  <a:pt x="202745" y="182183"/>
                  <a:pt x="201431" y="179040"/>
                  <a:pt x="198813" y="176411"/>
                </a:cubicBezTo>
                <a:cubicBezTo>
                  <a:pt x="196459" y="174056"/>
                  <a:pt x="193441" y="172879"/>
                  <a:pt x="189772" y="172879"/>
                </a:cubicBezTo>
                <a:cubicBezTo>
                  <a:pt x="186103" y="172879"/>
                  <a:pt x="183097" y="174056"/>
                  <a:pt x="180743" y="176411"/>
                </a:cubicBezTo>
                <a:cubicBezTo>
                  <a:pt x="178114" y="179040"/>
                  <a:pt x="176811" y="182183"/>
                  <a:pt x="176811" y="185840"/>
                </a:cubicBezTo>
                <a:lnTo>
                  <a:pt x="176811" y="255392"/>
                </a:lnTo>
                <a:cubicBezTo>
                  <a:pt x="176811" y="259061"/>
                  <a:pt x="178114" y="262067"/>
                  <a:pt x="180743" y="264422"/>
                </a:cubicBezTo>
                <a:cubicBezTo>
                  <a:pt x="183097" y="267051"/>
                  <a:pt x="186103" y="268354"/>
                  <a:pt x="189772" y="268354"/>
                </a:cubicBezTo>
                <a:cubicBezTo>
                  <a:pt x="193441" y="268354"/>
                  <a:pt x="196459" y="267051"/>
                  <a:pt x="198813" y="264422"/>
                </a:cubicBezTo>
                <a:close/>
                <a:moveTo>
                  <a:pt x="198813" y="141058"/>
                </a:moveTo>
                <a:cubicBezTo>
                  <a:pt x="201694" y="138429"/>
                  <a:pt x="203134" y="135160"/>
                  <a:pt x="203134" y="131228"/>
                </a:cubicBezTo>
                <a:cubicBezTo>
                  <a:pt x="203134" y="127044"/>
                  <a:pt x="201694" y="123501"/>
                  <a:pt x="198813" y="120621"/>
                </a:cubicBezTo>
                <a:cubicBezTo>
                  <a:pt x="196196" y="117740"/>
                  <a:pt x="192790" y="116300"/>
                  <a:pt x="188595" y="116300"/>
                </a:cubicBezTo>
                <a:cubicBezTo>
                  <a:pt x="184400" y="116300"/>
                  <a:pt x="180994" y="117740"/>
                  <a:pt x="178377" y="120621"/>
                </a:cubicBezTo>
                <a:cubicBezTo>
                  <a:pt x="175496" y="123501"/>
                  <a:pt x="174056" y="127044"/>
                  <a:pt x="174056" y="131228"/>
                </a:cubicBezTo>
                <a:cubicBezTo>
                  <a:pt x="174056" y="135160"/>
                  <a:pt x="175496" y="138429"/>
                  <a:pt x="178377" y="141058"/>
                </a:cubicBezTo>
                <a:cubicBezTo>
                  <a:pt x="181257" y="143938"/>
                  <a:pt x="184663" y="145378"/>
                  <a:pt x="188595" y="145378"/>
                </a:cubicBezTo>
                <a:cubicBezTo>
                  <a:pt x="192527" y="145378"/>
                  <a:pt x="195933" y="143938"/>
                  <a:pt x="198813" y="141058"/>
                </a:cubicBezTo>
                <a:close/>
                <a:moveTo>
                  <a:pt x="188595" y="348112"/>
                </a:moveTo>
                <a:cubicBezTo>
                  <a:pt x="166592" y="348112"/>
                  <a:pt x="145904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329"/>
                  <a:pt x="33261" y="145504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861" y="29078"/>
                  <a:pt x="231686" y="33261"/>
                  <a:pt x="251071" y="41651"/>
                </a:cubicBezTo>
                <a:cubicBezTo>
                  <a:pt x="270445" y="50029"/>
                  <a:pt x="287213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686" y="343929"/>
                  <a:pt x="210861" y="348112"/>
                  <a:pt x="188595" y="348112"/>
                </a:cubicBezTo>
                <a:close/>
                <a:moveTo>
                  <a:pt x="188984" y="321400"/>
                </a:moveTo>
                <a:cubicBezTo>
                  <a:pt x="225662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564" y="120358"/>
                  <a:pt x="282893" y="94686"/>
                </a:cubicBezTo>
                <a:cubicBezTo>
                  <a:pt x="256958" y="68763"/>
                  <a:pt x="225525" y="55790"/>
                  <a:pt x="188595" y="55790"/>
                </a:cubicBezTo>
                <a:cubicBezTo>
                  <a:pt x="151928" y="55790"/>
                  <a:pt x="120621" y="68626"/>
                  <a:pt x="94686" y="94298"/>
                </a:cubicBezTo>
                <a:cubicBezTo>
                  <a:pt x="68763" y="120232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2053" y="321400"/>
                  <a:pt x="188984" y="3214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30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168" y="275429"/>
                </a:moveTo>
                <a:cubicBezTo>
                  <a:pt x="204048" y="272548"/>
                  <a:pt x="205489" y="268879"/>
                  <a:pt x="205489" y="264422"/>
                </a:cubicBezTo>
                <a:cubicBezTo>
                  <a:pt x="205489" y="259975"/>
                  <a:pt x="204048" y="256306"/>
                  <a:pt x="201168" y="253426"/>
                </a:cubicBezTo>
                <a:cubicBezTo>
                  <a:pt x="198025" y="250283"/>
                  <a:pt x="194230" y="248705"/>
                  <a:pt x="189772" y="248705"/>
                </a:cubicBezTo>
                <a:cubicBezTo>
                  <a:pt x="185577" y="248705"/>
                  <a:pt x="181920" y="250283"/>
                  <a:pt x="178777" y="253426"/>
                </a:cubicBezTo>
                <a:cubicBezTo>
                  <a:pt x="175896" y="256306"/>
                  <a:pt x="174456" y="259975"/>
                  <a:pt x="174456" y="264422"/>
                </a:cubicBezTo>
                <a:cubicBezTo>
                  <a:pt x="174456" y="268879"/>
                  <a:pt x="175896" y="272548"/>
                  <a:pt x="178777" y="275429"/>
                </a:cubicBezTo>
                <a:cubicBezTo>
                  <a:pt x="181920" y="278572"/>
                  <a:pt x="185577" y="280138"/>
                  <a:pt x="189772" y="280138"/>
                </a:cubicBezTo>
                <a:cubicBezTo>
                  <a:pt x="194230" y="280138"/>
                  <a:pt x="198025" y="278572"/>
                  <a:pt x="201168" y="275429"/>
                </a:cubicBezTo>
                <a:close/>
                <a:moveTo>
                  <a:pt x="188595" y="348112"/>
                </a:moveTo>
                <a:cubicBezTo>
                  <a:pt x="166592" y="348112"/>
                  <a:pt x="145904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329"/>
                  <a:pt x="33261" y="145504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861" y="29078"/>
                  <a:pt x="231686" y="33261"/>
                  <a:pt x="251071" y="41651"/>
                </a:cubicBezTo>
                <a:cubicBezTo>
                  <a:pt x="270445" y="50029"/>
                  <a:pt x="287213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686" y="343929"/>
                  <a:pt x="210861" y="348112"/>
                  <a:pt x="188595" y="348112"/>
                </a:cubicBezTo>
                <a:close/>
                <a:moveTo>
                  <a:pt x="188984" y="321400"/>
                </a:moveTo>
                <a:cubicBezTo>
                  <a:pt x="225662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564" y="120358"/>
                  <a:pt x="282893" y="94686"/>
                </a:cubicBezTo>
                <a:cubicBezTo>
                  <a:pt x="256958" y="68763"/>
                  <a:pt x="225525" y="55790"/>
                  <a:pt x="188595" y="55790"/>
                </a:cubicBezTo>
                <a:cubicBezTo>
                  <a:pt x="151928" y="55790"/>
                  <a:pt x="120621" y="68626"/>
                  <a:pt x="94686" y="94298"/>
                </a:cubicBezTo>
                <a:cubicBezTo>
                  <a:pt x="68763" y="120232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2053" y="321400"/>
                  <a:pt x="188984" y="321400"/>
                </a:cubicBezTo>
                <a:close/>
                <a:moveTo>
                  <a:pt x="188595" y="188595"/>
                </a:moveTo>
                <a:close/>
                <a:moveTo>
                  <a:pt x="189384" y="119443"/>
                </a:moveTo>
                <a:cubicBezTo>
                  <a:pt x="196973" y="119443"/>
                  <a:pt x="203660" y="121798"/>
                  <a:pt x="209420" y="126519"/>
                </a:cubicBezTo>
                <a:cubicBezTo>
                  <a:pt x="215181" y="130965"/>
                  <a:pt x="218062" y="136863"/>
                  <a:pt x="218062" y="144201"/>
                </a:cubicBezTo>
                <a:cubicBezTo>
                  <a:pt x="218062" y="150750"/>
                  <a:pt x="216096" y="156511"/>
                  <a:pt x="212175" y="161483"/>
                </a:cubicBezTo>
                <a:cubicBezTo>
                  <a:pt x="208243" y="166467"/>
                  <a:pt x="203785" y="171050"/>
                  <a:pt x="198813" y="175233"/>
                </a:cubicBezTo>
                <a:cubicBezTo>
                  <a:pt x="192790" y="180217"/>
                  <a:pt x="187543" y="185840"/>
                  <a:pt x="183097" y="192127"/>
                </a:cubicBezTo>
                <a:cubicBezTo>
                  <a:pt x="178639" y="198150"/>
                  <a:pt x="176411" y="205100"/>
                  <a:pt x="176411" y="212952"/>
                </a:cubicBezTo>
                <a:cubicBezTo>
                  <a:pt x="176411" y="215833"/>
                  <a:pt x="177599" y="218199"/>
                  <a:pt x="179954" y="220028"/>
                </a:cubicBezTo>
                <a:cubicBezTo>
                  <a:pt x="182046" y="221856"/>
                  <a:pt x="184663" y="222782"/>
                  <a:pt x="187806" y="222782"/>
                </a:cubicBezTo>
                <a:cubicBezTo>
                  <a:pt x="191212" y="222782"/>
                  <a:pt x="193967" y="221731"/>
                  <a:pt x="196059" y="219639"/>
                </a:cubicBezTo>
                <a:cubicBezTo>
                  <a:pt x="198413" y="217273"/>
                  <a:pt x="199991" y="214530"/>
                  <a:pt x="200779" y="211386"/>
                </a:cubicBezTo>
                <a:cubicBezTo>
                  <a:pt x="201557" y="205889"/>
                  <a:pt x="203660" y="201042"/>
                  <a:pt x="207066" y="196847"/>
                </a:cubicBezTo>
                <a:cubicBezTo>
                  <a:pt x="210209" y="192390"/>
                  <a:pt x="214004" y="188469"/>
                  <a:pt x="218462" y="185063"/>
                </a:cubicBezTo>
                <a:cubicBezTo>
                  <a:pt x="224748" y="179817"/>
                  <a:pt x="229983" y="173667"/>
                  <a:pt x="234178" y="166592"/>
                </a:cubicBezTo>
                <a:cubicBezTo>
                  <a:pt x="238361" y="159517"/>
                  <a:pt x="240464" y="151790"/>
                  <a:pt x="240464" y="143412"/>
                </a:cubicBezTo>
                <a:cubicBezTo>
                  <a:pt x="240464" y="130313"/>
                  <a:pt x="235481" y="119318"/>
                  <a:pt x="225525" y="110402"/>
                </a:cubicBezTo>
                <a:cubicBezTo>
                  <a:pt x="215833" y="101498"/>
                  <a:pt x="204311" y="97052"/>
                  <a:pt x="190950" y="97052"/>
                </a:cubicBezTo>
                <a:cubicBezTo>
                  <a:pt x="181520" y="97052"/>
                  <a:pt x="172353" y="99018"/>
                  <a:pt x="163449" y="102939"/>
                </a:cubicBezTo>
                <a:cubicBezTo>
                  <a:pt x="154808" y="106871"/>
                  <a:pt x="147607" y="112768"/>
                  <a:pt x="141835" y="120621"/>
                </a:cubicBezTo>
                <a:cubicBezTo>
                  <a:pt x="140006" y="123238"/>
                  <a:pt x="139217" y="126119"/>
                  <a:pt x="139480" y="129262"/>
                </a:cubicBezTo>
                <a:cubicBezTo>
                  <a:pt x="139480" y="132668"/>
                  <a:pt x="140795" y="135285"/>
                  <a:pt x="143412" y="137126"/>
                </a:cubicBezTo>
                <a:cubicBezTo>
                  <a:pt x="146555" y="139217"/>
                  <a:pt x="149824" y="139880"/>
                  <a:pt x="153231" y="139092"/>
                </a:cubicBezTo>
                <a:cubicBezTo>
                  <a:pt x="156637" y="138303"/>
                  <a:pt x="159517" y="136474"/>
                  <a:pt x="161883" y="133594"/>
                </a:cubicBezTo>
                <a:cubicBezTo>
                  <a:pt x="165026" y="129136"/>
                  <a:pt x="169084" y="125604"/>
                  <a:pt x="174056" y="122975"/>
                </a:cubicBezTo>
                <a:cubicBezTo>
                  <a:pt x="178777" y="120621"/>
                  <a:pt x="183886" y="119443"/>
                  <a:pt x="189384" y="11944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2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443" y="202345"/>
                </a:moveTo>
                <a:cubicBezTo>
                  <a:pt x="123113" y="198676"/>
                  <a:pt x="124941" y="194093"/>
                  <a:pt x="124941" y="188595"/>
                </a:cubicBezTo>
                <a:cubicBezTo>
                  <a:pt x="124941" y="183097"/>
                  <a:pt x="123113" y="178514"/>
                  <a:pt x="119443" y="174845"/>
                </a:cubicBezTo>
                <a:cubicBezTo>
                  <a:pt x="115512" y="170913"/>
                  <a:pt x="110802" y="168947"/>
                  <a:pt x="105305" y="168947"/>
                </a:cubicBezTo>
                <a:cubicBezTo>
                  <a:pt x="99795" y="168947"/>
                  <a:pt x="95212" y="170913"/>
                  <a:pt x="91543" y="174845"/>
                </a:cubicBezTo>
                <a:cubicBezTo>
                  <a:pt x="87622" y="178514"/>
                  <a:pt x="85656" y="183097"/>
                  <a:pt x="85656" y="188595"/>
                </a:cubicBezTo>
                <a:cubicBezTo>
                  <a:pt x="85656" y="194093"/>
                  <a:pt x="87622" y="198813"/>
                  <a:pt x="91543" y="202745"/>
                </a:cubicBezTo>
                <a:cubicBezTo>
                  <a:pt x="95212" y="206403"/>
                  <a:pt x="99795" y="208243"/>
                  <a:pt x="105305" y="208243"/>
                </a:cubicBezTo>
                <a:cubicBezTo>
                  <a:pt x="110802" y="208243"/>
                  <a:pt x="115512" y="206277"/>
                  <a:pt x="119443" y="202345"/>
                </a:cubicBezTo>
                <a:close/>
                <a:moveTo>
                  <a:pt x="202745" y="202345"/>
                </a:moveTo>
                <a:cubicBezTo>
                  <a:pt x="206403" y="198676"/>
                  <a:pt x="208243" y="194093"/>
                  <a:pt x="208243" y="188595"/>
                </a:cubicBezTo>
                <a:cubicBezTo>
                  <a:pt x="208243" y="183097"/>
                  <a:pt x="206277" y="178514"/>
                  <a:pt x="202345" y="174845"/>
                </a:cubicBezTo>
                <a:cubicBezTo>
                  <a:pt x="198676" y="170913"/>
                  <a:pt x="194093" y="168947"/>
                  <a:pt x="188595" y="168947"/>
                </a:cubicBezTo>
                <a:cubicBezTo>
                  <a:pt x="183097" y="168947"/>
                  <a:pt x="178514" y="170913"/>
                  <a:pt x="174845" y="174845"/>
                </a:cubicBezTo>
                <a:cubicBezTo>
                  <a:pt x="170913" y="178514"/>
                  <a:pt x="168947" y="183097"/>
                  <a:pt x="168947" y="188595"/>
                </a:cubicBezTo>
                <a:cubicBezTo>
                  <a:pt x="168947" y="194093"/>
                  <a:pt x="170913" y="198813"/>
                  <a:pt x="174845" y="202745"/>
                </a:cubicBezTo>
                <a:cubicBezTo>
                  <a:pt x="178514" y="206403"/>
                  <a:pt x="183097" y="208243"/>
                  <a:pt x="188595" y="208243"/>
                </a:cubicBezTo>
                <a:cubicBezTo>
                  <a:pt x="194093" y="208243"/>
                  <a:pt x="198813" y="206277"/>
                  <a:pt x="202745" y="202345"/>
                </a:cubicBezTo>
                <a:close/>
                <a:moveTo>
                  <a:pt x="285247" y="202345"/>
                </a:moveTo>
                <a:cubicBezTo>
                  <a:pt x="289179" y="198676"/>
                  <a:pt x="291145" y="194093"/>
                  <a:pt x="291145" y="188595"/>
                </a:cubicBezTo>
                <a:cubicBezTo>
                  <a:pt x="291145" y="183097"/>
                  <a:pt x="289179" y="178514"/>
                  <a:pt x="285247" y="174845"/>
                </a:cubicBezTo>
                <a:cubicBezTo>
                  <a:pt x="281578" y="170913"/>
                  <a:pt x="276995" y="168947"/>
                  <a:pt x="271497" y="168947"/>
                </a:cubicBezTo>
                <a:cubicBezTo>
                  <a:pt x="265999" y="168947"/>
                  <a:pt x="261278" y="170913"/>
                  <a:pt x="257358" y="174845"/>
                </a:cubicBezTo>
                <a:cubicBezTo>
                  <a:pt x="253689" y="178514"/>
                  <a:pt x="251849" y="183097"/>
                  <a:pt x="251849" y="188595"/>
                </a:cubicBezTo>
                <a:cubicBezTo>
                  <a:pt x="251849" y="194093"/>
                  <a:pt x="253689" y="198813"/>
                  <a:pt x="257358" y="202745"/>
                </a:cubicBezTo>
                <a:cubicBezTo>
                  <a:pt x="261278" y="206403"/>
                  <a:pt x="265999" y="208243"/>
                  <a:pt x="271497" y="208243"/>
                </a:cubicBezTo>
                <a:cubicBezTo>
                  <a:pt x="276995" y="208243"/>
                  <a:pt x="281578" y="206277"/>
                  <a:pt x="285247" y="202345"/>
                </a:cubicBezTo>
                <a:close/>
                <a:moveTo>
                  <a:pt x="188595" y="348112"/>
                </a:moveTo>
                <a:cubicBezTo>
                  <a:pt x="166592" y="348112"/>
                  <a:pt x="145904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329"/>
                  <a:pt x="33261" y="145504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861" y="29078"/>
                  <a:pt x="231686" y="33261"/>
                  <a:pt x="251071" y="41651"/>
                </a:cubicBezTo>
                <a:cubicBezTo>
                  <a:pt x="270445" y="50029"/>
                  <a:pt x="287213" y="61425"/>
                  <a:pt x="301363" y="75827"/>
                </a:cubicBezTo>
                <a:cubicBezTo>
                  <a:pt x="315765" y="89977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686" y="343929"/>
                  <a:pt x="210861" y="348112"/>
                  <a:pt x="188595" y="348112"/>
                </a:cubicBezTo>
                <a:close/>
                <a:moveTo>
                  <a:pt x="188984" y="321400"/>
                </a:moveTo>
                <a:cubicBezTo>
                  <a:pt x="225662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564" y="120358"/>
                  <a:pt x="282893" y="94686"/>
                </a:cubicBezTo>
                <a:cubicBezTo>
                  <a:pt x="256958" y="68763"/>
                  <a:pt x="225525" y="55790"/>
                  <a:pt x="188595" y="55790"/>
                </a:cubicBezTo>
                <a:cubicBezTo>
                  <a:pt x="151928" y="55790"/>
                  <a:pt x="120621" y="68626"/>
                  <a:pt x="94686" y="94298"/>
                </a:cubicBezTo>
                <a:cubicBezTo>
                  <a:pt x="68763" y="120232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2053" y="321400"/>
                  <a:pt x="188984" y="3214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4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798" y="321400"/>
                </a:moveTo>
                <a:lnTo>
                  <a:pt x="255392" y="321400"/>
                </a:lnTo>
                <a:lnTo>
                  <a:pt x="255392" y="272285"/>
                </a:lnTo>
                <a:cubicBezTo>
                  <a:pt x="255392" y="253689"/>
                  <a:pt x="248843" y="237973"/>
                  <a:pt x="235744" y="225137"/>
                </a:cubicBezTo>
                <a:cubicBezTo>
                  <a:pt x="222908" y="212301"/>
                  <a:pt x="207192" y="205889"/>
                  <a:pt x="188595" y="205889"/>
                </a:cubicBezTo>
                <a:cubicBezTo>
                  <a:pt x="169998" y="205889"/>
                  <a:pt x="154282" y="212301"/>
                  <a:pt x="141446" y="225137"/>
                </a:cubicBezTo>
                <a:cubicBezTo>
                  <a:pt x="128347" y="237973"/>
                  <a:pt x="121798" y="253689"/>
                  <a:pt x="121798" y="272285"/>
                </a:cubicBezTo>
                <a:lnTo>
                  <a:pt x="121798" y="321400"/>
                </a:lnTo>
                <a:close/>
                <a:moveTo>
                  <a:pt x="235744" y="151665"/>
                </a:moveTo>
                <a:cubicBezTo>
                  <a:pt x="248843" y="138829"/>
                  <a:pt x="255392" y="123113"/>
                  <a:pt x="255392" y="104516"/>
                </a:cubicBezTo>
                <a:lnTo>
                  <a:pt x="255392" y="55790"/>
                </a:lnTo>
                <a:lnTo>
                  <a:pt x="121798" y="55790"/>
                </a:lnTo>
                <a:lnTo>
                  <a:pt x="121798" y="104516"/>
                </a:lnTo>
                <a:cubicBezTo>
                  <a:pt x="121798" y="123113"/>
                  <a:pt x="128347" y="138829"/>
                  <a:pt x="141446" y="151665"/>
                </a:cubicBezTo>
                <a:cubicBezTo>
                  <a:pt x="154282" y="164763"/>
                  <a:pt x="169998" y="171313"/>
                  <a:pt x="188595" y="171313"/>
                </a:cubicBezTo>
                <a:cubicBezTo>
                  <a:pt x="207192" y="171313"/>
                  <a:pt x="222908" y="164763"/>
                  <a:pt x="235744" y="151665"/>
                </a:cubicBezTo>
                <a:close/>
                <a:moveTo>
                  <a:pt x="73872" y="348112"/>
                </a:moveTo>
                <a:cubicBezTo>
                  <a:pt x="69940" y="348112"/>
                  <a:pt x="66797" y="346809"/>
                  <a:pt x="64442" y="344192"/>
                </a:cubicBezTo>
                <a:cubicBezTo>
                  <a:pt x="61813" y="341826"/>
                  <a:pt x="60510" y="338682"/>
                  <a:pt x="60510" y="334762"/>
                </a:cubicBezTo>
                <a:cubicBezTo>
                  <a:pt x="60510" y="330830"/>
                  <a:pt x="61813" y="327687"/>
                  <a:pt x="64442" y="325332"/>
                </a:cubicBezTo>
                <a:cubicBezTo>
                  <a:pt x="66797" y="322703"/>
                  <a:pt x="69940" y="321400"/>
                  <a:pt x="73872" y="321400"/>
                </a:cubicBezTo>
                <a:lnTo>
                  <a:pt x="95086" y="321400"/>
                </a:lnTo>
                <a:lnTo>
                  <a:pt x="95086" y="272285"/>
                </a:lnTo>
                <a:cubicBezTo>
                  <a:pt x="95086" y="253952"/>
                  <a:pt x="100195" y="237184"/>
                  <a:pt x="110402" y="221993"/>
                </a:cubicBezTo>
                <a:cubicBezTo>
                  <a:pt x="120621" y="206803"/>
                  <a:pt x="134108" y="195670"/>
                  <a:pt x="150876" y="188595"/>
                </a:cubicBezTo>
                <a:cubicBezTo>
                  <a:pt x="134108" y="181257"/>
                  <a:pt x="120621" y="169998"/>
                  <a:pt x="110402" y="154808"/>
                </a:cubicBezTo>
                <a:cubicBezTo>
                  <a:pt x="100195" y="139617"/>
                  <a:pt x="95086" y="122850"/>
                  <a:pt x="95086" y="104516"/>
                </a:cubicBezTo>
                <a:lnTo>
                  <a:pt x="95086" y="55790"/>
                </a:lnTo>
                <a:lnTo>
                  <a:pt x="73872" y="55790"/>
                </a:lnTo>
                <a:cubicBezTo>
                  <a:pt x="69940" y="55790"/>
                  <a:pt x="66797" y="54487"/>
                  <a:pt x="64442" y="51869"/>
                </a:cubicBezTo>
                <a:cubicBezTo>
                  <a:pt x="61813" y="49503"/>
                  <a:pt x="60510" y="46360"/>
                  <a:pt x="60510" y="42440"/>
                </a:cubicBezTo>
                <a:cubicBezTo>
                  <a:pt x="60510" y="38508"/>
                  <a:pt x="61813" y="35364"/>
                  <a:pt x="64442" y="33010"/>
                </a:cubicBezTo>
                <a:cubicBezTo>
                  <a:pt x="66797" y="30381"/>
                  <a:pt x="69940" y="29078"/>
                  <a:pt x="73872" y="29078"/>
                </a:cubicBezTo>
                <a:lnTo>
                  <a:pt x="303329" y="29078"/>
                </a:lnTo>
                <a:cubicBezTo>
                  <a:pt x="307250" y="29078"/>
                  <a:pt x="310393" y="30381"/>
                  <a:pt x="312759" y="33010"/>
                </a:cubicBezTo>
                <a:cubicBezTo>
                  <a:pt x="315377" y="35364"/>
                  <a:pt x="316680" y="38508"/>
                  <a:pt x="316680" y="42440"/>
                </a:cubicBezTo>
                <a:cubicBezTo>
                  <a:pt x="316680" y="46360"/>
                  <a:pt x="315377" y="49503"/>
                  <a:pt x="312759" y="51869"/>
                </a:cubicBezTo>
                <a:cubicBezTo>
                  <a:pt x="310393" y="54487"/>
                  <a:pt x="307250" y="55790"/>
                  <a:pt x="303329" y="55790"/>
                </a:cubicBezTo>
                <a:lnTo>
                  <a:pt x="282104" y="55790"/>
                </a:lnTo>
                <a:lnTo>
                  <a:pt x="282104" y="104516"/>
                </a:lnTo>
                <a:cubicBezTo>
                  <a:pt x="282104" y="122850"/>
                  <a:pt x="276995" y="139617"/>
                  <a:pt x="266788" y="154808"/>
                </a:cubicBezTo>
                <a:cubicBezTo>
                  <a:pt x="256569" y="169998"/>
                  <a:pt x="243082" y="181257"/>
                  <a:pt x="226314" y="188595"/>
                </a:cubicBezTo>
                <a:cubicBezTo>
                  <a:pt x="243082" y="195670"/>
                  <a:pt x="256569" y="206803"/>
                  <a:pt x="266788" y="221993"/>
                </a:cubicBezTo>
                <a:cubicBezTo>
                  <a:pt x="276995" y="237184"/>
                  <a:pt x="282104" y="253952"/>
                  <a:pt x="282104" y="272285"/>
                </a:cubicBezTo>
                <a:lnTo>
                  <a:pt x="282104" y="321400"/>
                </a:lnTo>
                <a:lnTo>
                  <a:pt x="303329" y="321400"/>
                </a:lnTo>
                <a:cubicBezTo>
                  <a:pt x="307250" y="321400"/>
                  <a:pt x="310393" y="322703"/>
                  <a:pt x="312759" y="325332"/>
                </a:cubicBezTo>
                <a:cubicBezTo>
                  <a:pt x="315377" y="327687"/>
                  <a:pt x="316680" y="330830"/>
                  <a:pt x="316680" y="334762"/>
                </a:cubicBezTo>
                <a:cubicBezTo>
                  <a:pt x="316680" y="338682"/>
                  <a:pt x="315377" y="341826"/>
                  <a:pt x="312759" y="344192"/>
                </a:cubicBezTo>
                <a:cubicBezTo>
                  <a:pt x="310393" y="346809"/>
                  <a:pt x="307250" y="348112"/>
                  <a:pt x="303329" y="348112"/>
                </a:cubicBezTo>
                <a:lnTo>
                  <a:pt x="73872" y="34811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6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872" y="300963"/>
                </a:moveTo>
                <a:cubicBezTo>
                  <a:pt x="70203" y="300963"/>
                  <a:pt x="67060" y="299660"/>
                  <a:pt x="64442" y="297043"/>
                </a:cubicBezTo>
                <a:cubicBezTo>
                  <a:pt x="61813" y="294414"/>
                  <a:pt x="60510" y="291271"/>
                  <a:pt x="60510" y="287613"/>
                </a:cubicBezTo>
                <a:cubicBezTo>
                  <a:pt x="60510" y="283681"/>
                  <a:pt x="61813" y="280538"/>
                  <a:pt x="64442" y="278183"/>
                </a:cubicBezTo>
                <a:cubicBezTo>
                  <a:pt x="67060" y="275554"/>
                  <a:pt x="70203" y="274251"/>
                  <a:pt x="73872" y="274251"/>
                </a:cubicBezTo>
                <a:lnTo>
                  <a:pt x="91154" y="274251"/>
                </a:lnTo>
                <a:lnTo>
                  <a:pt x="91154" y="157163"/>
                </a:lnTo>
                <a:cubicBezTo>
                  <a:pt x="91154" y="134634"/>
                  <a:pt x="97704" y="114334"/>
                  <a:pt x="110802" y="96263"/>
                </a:cubicBezTo>
                <a:cubicBezTo>
                  <a:pt x="124164" y="78193"/>
                  <a:pt x="141709" y="66923"/>
                  <a:pt x="163449" y="62476"/>
                </a:cubicBezTo>
                <a:lnTo>
                  <a:pt x="163449" y="54224"/>
                </a:lnTo>
                <a:cubicBezTo>
                  <a:pt x="163449" y="47149"/>
                  <a:pt x="165941" y="41125"/>
                  <a:pt x="170913" y="36153"/>
                </a:cubicBezTo>
                <a:cubicBezTo>
                  <a:pt x="175633" y="31433"/>
                  <a:pt x="181520" y="29078"/>
                  <a:pt x="188595" y="29078"/>
                </a:cubicBezTo>
                <a:cubicBezTo>
                  <a:pt x="195670" y="29078"/>
                  <a:pt x="201557" y="31433"/>
                  <a:pt x="206277" y="36153"/>
                </a:cubicBezTo>
                <a:cubicBezTo>
                  <a:pt x="211249" y="41125"/>
                  <a:pt x="213741" y="47149"/>
                  <a:pt x="213741" y="54224"/>
                </a:cubicBezTo>
                <a:lnTo>
                  <a:pt x="213741" y="62476"/>
                </a:lnTo>
                <a:cubicBezTo>
                  <a:pt x="235481" y="66923"/>
                  <a:pt x="253037" y="78193"/>
                  <a:pt x="266388" y="96263"/>
                </a:cubicBezTo>
                <a:cubicBezTo>
                  <a:pt x="279486" y="114334"/>
                  <a:pt x="286036" y="134634"/>
                  <a:pt x="286036" y="157163"/>
                </a:cubicBezTo>
                <a:lnTo>
                  <a:pt x="286036" y="274251"/>
                </a:lnTo>
                <a:lnTo>
                  <a:pt x="303329" y="274251"/>
                </a:lnTo>
                <a:cubicBezTo>
                  <a:pt x="306987" y="274251"/>
                  <a:pt x="310130" y="275554"/>
                  <a:pt x="312759" y="278183"/>
                </a:cubicBezTo>
                <a:cubicBezTo>
                  <a:pt x="315377" y="280801"/>
                  <a:pt x="316680" y="283944"/>
                  <a:pt x="316680" y="287613"/>
                </a:cubicBezTo>
                <a:cubicBezTo>
                  <a:pt x="316680" y="291534"/>
                  <a:pt x="315377" y="294677"/>
                  <a:pt x="312759" y="297043"/>
                </a:cubicBezTo>
                <a:cubicBezTo>
                  <a:pt x="310130" y="299660"/>
                  <a:pt x="306987" y="300963"/>
                  <a:pt x="303329" y="300963"/>
                </a:cubicBezTo>
                <a:lnTo>
                  <a:pt x="73872" y="300963"/>
                </a:lnTo>
                <a:close/>
                <a:moveTo>
                  <a:pt x="188595" y="180343"/>
                </a:moveTo>
                <a:close/>
                <a:moveTo>
                  <a:pt x="188595" y="348901"/>
                </a:moveTo>
                <a:cubicBezTo>
                  <a:pt x="179691" y="348901"/>
                  <a:pt x="172090" y="345758"/>
                  <a:pt x="165804" y="339471"/>
                </a:cubicBezTo>
                <a:cubicBezTo>
                  <a:pt x="159517" y="333185"/>
                  <a:pt x="156374" y="325584"/>
                  <a:pt x="156374" y="316680"/>
                </a:cubicBezTo>
                <a:lnTo>
                  <a:pt x="220816" y="316680"/>
                </a:lnTo>
                <a:cubicBezTo>
                  <a:pt x="220816" y="325584"/>
                  <a:pt x="217673" y="333185"/>
                  <a:pt x="211386" y="339471"/>
                </a:cubicBezTo>
                <a:cubicBezTo>
                  <a:pt x="205100" y="345758"/>
                  <a:pt x="197499" y="348901"/>
                  <a:pt x="188595" y="348901"/>
                </a:cubicBezTo>
                <a:close/>
                <a:moveTo>
                  <a:pt x="117878" y="274251"/>
                </a:moveTo>
                <a:lnTo>
                  <a:pt x="259324" y="274251"/>
                </a:lnTo>
                <a:lnTo>
                  <a:pt x="259324" y="157163"/>
                </a:lnTo>
                <a:cubicBezTo>
                  <a:pt x="259324" y="137514"/>
                  <a:pt x="252512" y="120758"/>
                  <a:pt x="238887" y="106871"/>
                </a:cubicBezTo>
                <a:cubicBezTo>
                  <a:pt x="225000" y="93246"/>
                  <a:pt x="208243" y="86445"/>
                  <a:pt x="188595" y="86445"/>
                </a:cubicBezTo>
                <a:cubicBezTo>
                  <a:pt x="168947" y="86445"/>
                  <a:pt x="152316" y="93246"/>
                  <a:pt x="138692" y="106871"/>
                </a:cubicBezTo>
                <a:cubicBezTo>
                  <a:pt x="124816" y="120758"/>
                  <a:pt x="117878" y="137514"/>
                  <a:pt x="117878" y="157163"/>
                </a:cubicBezTo>
                <a:lnTo>
                  <a:pt x="117878" y="2742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8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2745" y="183097"/>
                </a:moveTo>
                <a:lnTo>
                  <a:pt x="202745" y="118266"/>
                </a:lnTo>
                <a:cubicBezTo>
                  <a:pt x="202745" y="114334"/>
                  <a:pt x="201431" y="111191"/>
                  <a:pt x="198813" y="108836"/>
                </a:cubicBezTo>
                <a:cubicBezTo>
                  <a:pt x="196459" y="106482"/>
                  <a:pt x="193441" y="105305"/>
                  <a:pt x="189772" y="105305"/>
                </a:cubicBezTo>
                <a:cubicBezTo>
                  <a:pt x="186103" y="105305"/>
                  <a:pt x="183097" y="106482"/>
                  <a:pt x="180743" y="108836"/>
                </a:cubicBezTo>
                <a:cubicBezTo>
                  <a:pt x="178114" y="111191"/>
                  <a:pt x="176811" y="114334"/>
                  <a:pt x="176811" y="118266"/>
                </a:cubicBezTo>
                <a:lnTo>
                  <a:pt x="176811" y="188595"/>
                </a:lnTo>
                <a:cubicBezTo>
                  <a:pt x="176811" y="190172"/>
                  <a:pt x="177199" y="191738"/>
                  <a:pt x="177988" y="193316"/>
                </a:cubicBezTo>
                <a:cubicBezTo>
                  <a:pt x="178514" y="194882"/>
                  <a:pt x="179291" y="196322"/>
                  <a:pt x="180343" y="197636"/>
                </a:cubicBezTo>
                <a:lnTo>
                  <a:pt x="235744" y="254992"/>
                </a:lnTo>
                <a:cubicBezTo>
                  <a:pt x="238361" y="257872"/>
                  <a:pt x="241642" y="259324"/>
                  <a:pt x="245562" y="259324"/>
                </a:cubicBezTo>
                <a:cubicBezTo>
                  <a:pt x="249231" y="259061"/>
                  <a:pt x="252374" y="257621"/>
                  <a:pt x="254992" y="254992"/>
                </a:cubicBezTo>
                <a:cubicBezTo>
                  <a:pt x="257621" y="252637"/>
                  <a:pt x="258924" y="249494"/>
                  <a:pt x="258924" y="245562"/>
                </a:cubicBezTo>
                <a:cubicBezTo>
                  <a:pt x="258924" y="241905"/>
                  <a:pt x="257621" y="238761"/>
                  <a:pt x="254992" y="236132"/>
                </a:cubicBezTo>
                <a:lnTo>
                  <a:pt x="202745" y="183097"/>
                </a:lnTo>
                <a:close/>
                <a:moveTo>
                  <a:pt x="188595" y="348112"/>
                </a:moveTo>
                <a:cubicBezTo>
                  <a:pt x="166855" y="348112"/>
                  <a:pt x="146293" y="343929"/>
                  <a:pt x="126907" y="335539"/>
                </a:cubicBezTo>
                <a:cubicBezTo>
                  <a:pt x="107259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035"/>
                  <a:pt x="29078" y="210335"/>
                  <a:pt x="29078" y="188595"/>
                </a:cubicBezTo>
                <a:cubicBezTo>
                  <a:pt x="29078" y="166855"/>
                  <a:pt x="33261" y="146167"/>
                  <a:pt x="41651" y="126519"/>
                </a:cubicBezTo>
                <a:cubicBezTo>
                  <a:pt x="50029" y="107133"/>
                  <a:pt x="61425" y="90240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6167" y="33261"/>
                  <a:pt x="166855" y="29078"/>
                  <a:pt x="188595" y="29078"/>
                </a:cubicBezTo>
                <a:cubicBezTo>
                  <a:pt x="210335" y="29078"/>
                  <a:pt x="231035" y="33261"/>
                  <a:pt x="250671" y="41651"/>
                </a:cubicBezTo>
                <a:cubicBezTo>
                  <a:pt x="270057" y="50029"/>
                  <a:pt x="286950" y="61425"/>
                  <a:pt x="301363" y="75827"/>
                </a:cubicBezTo>
                <a:cubicBezTo>
                  <a:pt x="315765" y="90240"/>
                  <a:pt x="327161" y="107133"/>
                  <a:pt x="335539" y="126519"/>
                </a:cubicBezTo>
                <a:cubicBezTo>
                  <a:pt x="343929" y="146167"/>
                  <a:pt x="348112" y="166855"/>
                  <a:pt x="348112" y="188595"/>
                </a:cubicBezTo>
                <a:cubicBezTo>
                  <a:pt x="348112" y="210335"/>
                  <a:pt x="343929" y="231035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6950" y="315765"/>
                  <a:pt x="270057" y="327161"/>
                  <a:pt x="250671" y="335539"/>
                </a:cubicBezTo>
                <a:cubicBezTo>
                  <a:pt x="231286" y="343929"/>
                  <a:pt x="210598" y="348112"/>
                  <a:pt x="188595" y="348112"/>
                </a:cubicBezTo>
                <a:close/>
                <a:moveTo>
                  <a:pt x="188595" y="188595"/>
                </a:moveTo>
                <a:close/>
                <a:moveTo>
                  <a:pt x="188595" y="321400"/>
                </a:moveTo>
                <a:cubicBezTo>
                  <a:pt x="225000" y="321400"/>
                  <a:pt x="256181" y="308427"/>
                  <a:pt x="282104" y="282504"/>
                </a:cubicBezTo>
                <a:cubicBezTo>
                  <a:pt x="308301" y="256569"/>
                  <a:pt x="321400" y="225262"/>
                  <a:pt x="321400" y="188595"/>
                </a:cubicBezTo>
                <a:cubicBezTo>
                  <a:pt x="321400" y="152190"/>
                  <a:pt x="308301" y="120884"/>
                  <a:pt x="282104" y="94686"/>
                </a:cubicBezTo>
                <a:cubicBezTo>
                  <a:pt x="256181" y="68763"/>
                  <a:pt x="225000" y="55790"/>
                  <a:pt x="188595" y="55790"/>
                </a:cubicBezTo>
                <a:cubicBezTo>
                  <a:pt x="152190" y="55790"/>
                  <a:pt x="120884" y="68763"/>
                  <a:pt x="94686" y="94686"/>
                </a:cubicBezTo>
                <a:cubicBezTo>
                  <a:pt x="68763" y="120884"/>
                  <a:pt x="55790" y="152190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884" y="308427"/>
                  <a:pt x="152190" y="321400"/>
                  <a:pt x="188595" y="32140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40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2053" y="39296"/>
                </a:moveTo>
                <a:cubicBezTo>
                  <a:pt x="148384" y="39296"/>
                  <a:pt x="145378" y="38108"/>
                  <a:pt x="143024" y="35753"/>
                </a:cubicBezTo>
                <a:cubicBezTo>
                  <a:pt x="140658" y="33136"/>
                  <a:pt x="139480" y="29992"/>
                  <a:pt x="139480" y="26323"/>
                </a:cubicBezTo>
                <a:cubicBezTo>
                  <a:pt x="139480" y="22654"/>
                  <a:pt x="140658" y="19648"/>
                  <a:pt x="143024" y="17294"/>
                </a:cubicBezTo>
                <a:cubicBezTo>
                  <a:pt x="145378" y="14928"/>
                  <a:pt x="148384" y="13750"/>
                  <a:pt x="152053" y="13750"/>
                </a:cubicBezTo>
                <a:lnTo>
                  <a:pt x="225137" y="13750"/>
                </a:lnTo>
                <a:cubicBezTo>
                  <a:pt x="228806" y="13750"/>
                  <a:pt x="231812" y="14928"/>
                  <a:pt x="234178" y="17294"/>
                </a:cubicBezTo>
                <a:cubicBezTo>
                  <a:pt x="236795" y="19648"/>
                  <a:pt x="238098" y="22654"/>
                  <a:pt x="238098" y="26323"/>
                </a:cubicBezTo>
                <a:cubicBezTo>
                  <a:pt x="238098" y="29992"/>
                  <a:pt x="236795" y="33136"/>
                  <a:pt x="234178" y="35753"/>
                </a:cubicBezTo>
                <a:cubicBezTo>
                  <a:pt x="231812" y="38108"/>
                  <a:pt x="228806" y="39296"/>
                  <a:pt x="225137" y="39296"/>
                </a:cubicBezTo>
                <a:lnTo>
                  <a:pt x="152053" y="39296"/>
                </a:lnTo>
                <a:close/>
                <a:moveTo>
                  <a:pt x="197636" y="213352"/>
                </a:moveTo>
                <a:cubicBezTo>
                  <a:pt x="200254" y="210723"/>
                  <a:pt x="201557" y="207580"/>
                  <a:pt x="201557" y="203923"/>
                </a:cubicBezTo>
                <a:lnTo>
                  <a:pt x="201557" y="139092"/>
                </a:lnTo>
                <a:cubicBezTo>
                  <a:pt x="201557" y="135423"/>
                  <a:pt x="200254" y="132405"/>
                  <a:pt x="197636" y="130051"/>
                </a:cubicBezTo>
                <a:cubicBezTo>
                  <a:pt x="195270" y="127696"/>
                  <a:pt x="192264" y="126519"/>
                  <a:pt x="188595" y="126519"/>
                </a:cubicBezTo>
                <a:cubicBezTo>
                  <a:pt x="184926" y="126519"/>
                  <a:pt x="181920" y="127696"/>
                  <a:pt x="179554" y="130051"/>
                </a:cubicBezTo>
                <a:cubicBezTo>
                  <a:pt x="176936" y="132405"/>
                  <a:pt x="175633" y="135423"/>
                  <a:pt x="175633" y="139092"/>
                </a:cubicBezTo>
                <a:lnTo>
                  <a:pt x="175633" y="203923"/>
                </a:lnTo>
                <a:cubicBezTo>
                  <a:pt x="175633" y="207580"/>
                  <a:pt x="176936" y="210723"/>
                  <a:pt x="179554" y="213352"/>
                </a:cubicBezTo>
                <a:cubicBezTo>
                  <a:pt x="181920" y="215707"/>
                  <a:pt x="184926" y="216884"/>
                  <a:pt x="188595" y="216884"/>
                </a:cubicBezTo>
                <a:cubicBezTo>
                  <a:pt x="192264" y="216884"/>
                  <a:pt x="195270" y="215707"/>
                  <a:pt x="197636" y="213352"/>
                </a:cubicBezTo>
                <a:close/>
                <a:moveTo>
                  <a:pt x="132805" y="338294"/>
                </a:moveTo>
                <a:cubicBezTo>
                  <a:pt x="115249" y="330693"/>
                  <a:pt x="100058" y="320349"/>
                  <a:pt x="87222" y="307250"/>
                </a:cubicBezTo>
                <a:cubicBezTo>
                  <a:pt x="74124" y="294414"/>
                  <a:pt x="63779" y="279223"/>
                  <a:pt x="56190" y="261678"/>
                </a:cubicBezTo>
                <a:cubicBezTo>
                  <a:pt x="48589" y="244385"/>
                  <a:pt x="44794" y="225788"/>
                  <a:pt x="44794" y="205889"/>
                </a:cubicBezTo>
                <a:cubicBezTo>
                  <a:pt x="44794" y="186240"/>
                  <a:pt x="48589" y="167644"/>
                  <a:pt x="56190" y="150087"/>
                </a:cubicBezTo>
                <a:cubicBezTo>
                  <a:pt x="63779" y="132542"/>
                  <a:pt x="74124" y="117352"/>
                  <a:pt x="87222" y="104516"/>
                </a:cubicBezTo>
                <a:cubicBezTo>
                  <a:pt x="100058" y="91417"/>
                  <a:pt x="115249" y="81073"/>
                  <a:pt x="132805" y="73472"/>
                </a:cubicBezTo>
                <a:cubicBezTo>
                  <a:pt x="150350" y="65883"/>
                  <a:pt x="168947" y="62076"/>
                  <a:pt x="188595" y="62076"/>
                </a:cubicBezTo>
                <a:cubicBezTo>
                  <a:pt x="206140" y="62076"/>
                  <a:pt x="222782" y="64957"/>
                  <a:pt x="238498" y="70729"/>
                </a:cubicBezTo>
                <a:cubicBezTo>
                  <a:pt x="254215" y="76752"/>
                  <a:pt x="268091" y="84993"/>
                  <a:pt x="280138" y="95475"/>
                </a:cubicBezTo>
                <a:lnTo>
                  <a:pt x="291934" y="83690"/>
                </a:lnTo>
                <a:cubicBezTo>
                  <a:pt x="294551" y="81073"/>
                  <a:pt x="297557" y="79759"/>
                  <a:pt x="300963" y="79759"/>
                </a:cubicBezTo>
                <a:cubicBezTo>
                  <a:pt x="304369" y="79759"/>
                  <a:pt x="307387" y="81073"/>
                  <a:pt x="310004" y="83690"/>
                </a:cubicBezTo>
                <a:cubicBezTo>
                  <a:pt x="312622" y="86308"/>
                  <a:pt x="313936" y="89325"/>
                  <a:pt x="313936" y="92732"/>
                </a:cubicBezTo>
                <a:cubicBezTo>
                  <a:pt x="313936" y="96126"/>
                  <a:pt x="312622" y="99144"/>
                  <a:pt x="310004" y="101761"/>
                </a:cubicBezTo>
                <a:lnTo>
                  <a:pt x="298220" y="113546"/>
                </a:lnTo>
                <a:cubicBezTo>
                  <a:pt x="307650" y="124290"/>
                  <a:pt x="315765" y="137126"/>
                  <a:pt x="322577" y="152053"/>
                </a:cubicBezTo>
                <a:cubicBezTo>
                  <a:pt x="329127" y="167244"/>
                  <a:pt x="332396" y="185189"/>
                  <a:pt x="332396" y="205889"/>
                </a:cubicBezTo>
                <a:cubicBezTo>
                  <a:pt x="332396" y="225788"/>
                  <a:pt x="328601" y="244385"/>
                  <a:pt x="321000" y="261678"/>
                </a:cubicBezTo>
                <a:cubicBezTo>
                  <a:pt x="313411" y="279223"/>
                  <a:pt x="303066" y="294414"/>
                  <a:pt x="289968" y="307250"/>
                </a:cubicBezTo>
                <a:cubicBezTo>
                  <a:pt x="277132" y="320349"/>
                  <a:pt x="261941" y="330693"/>
                  <a:pt x="244385" y="338294"/>
                </a:cubicBezTo>
                <a:cubicBezTo>
                  <a:pt x="226840" y="345883"/>
                  <a:pt x="208243" y="349689"/>
                  <a:pt x="188595" y="349689"/>
                </a:cubicBezTo>
                <a:cubicBezTo>
                  <a:pt x="168684" y="349689"/>
                  <a:pt x="150087" y="345883"/>
                  <a:pt x="132805" y="338294"/>
                </a:cubicBezTo>
                <a:close/>
                <a:moveTo>
                  <a:pt x="271497" y="288790"/>
                </a:moveTo>
                <a:cubicBezTo>
                  <a:pt x="294288" y="265999"/>
                  <a:pt x="305684" y="238361"/>
                  <a:pt x="305684" y="205889"/>
                </a:cubicBezTo>
                <a:cubicBezTo>
                  <a:pt x="305684" y="173405"/>
                  <a:pt x="294288" y="145767"/>
                  <a:pt x="271497" y="122975"/>
                </a:cubicBezTo>
                <a:cubicBezTo>
                  <a:pt x="248705" y="100195"/>
                  <a:pt x="221079" y="88800"/>
                  <a:pt x="188595" y="88800"/>
                </a:cubicBezTo>
                <a:cubicBezTo>
                  <a:pt x="156111" y="88800"/>
                  <a:pt x="128485" y="100195"/>
                  <a:pt x="105693" y="122975"/>
                </a:cubicBezTo>
                <a:cubicBezTo>
                  <a:pt x="82902" y="145767"/>
                  <a:pt x="71506" y="173405"/>
                  <a:pt x="71506" y="205889"/>
                </a:cubicBezTo>
                <a:cubicBezTo>
                  <a:pt x="71506" y="238361"/>
                  <a:pt x="82902" y="265999"/>
                  <a:pt x="105693" y="288790"/>
                </a:cubicBezTo>
                <a:cubicBezTo>
                  <a:pt x="128485" y="311570"/>
                  <a:pt x="156111" y="322966"/>
                  <a:pt x="188595" y="322966"/>
                </a:cubicBezTo>
                <a:cubicBezTo>
                  <a:pt x="221079" y="322966"/>
                  <a:pt x="248705" y="311570"/>
                  <a:pt x="271497" y="288790"/>
                </a:cubicBezTo>
                <a:close/>
                <a:moveTo>
                  <a:pt x="188595" y="20627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2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06" y="348112"/>
                </a:moveTo>
                <a:cubicBezTo>
                  <a:pt x="64442" y="348112"/>
                  <a:pt x="58156" y="345495"/>
                  <a:pt x="52647" y="340260"/>
                </a:cubicBezTo>
                <a:cubicBezTo>
                  <a:pt x="47412" y="334762"/>
                  <a:pt x="44794" y="328475"/>
                  <a:pt x="44794" y="321400"/>
                </a:cubicBezTo>
                <a:lnTo>
                  <a:pt x="44794" y="79370"/>
                </a:lnTo>
                <a:cubicBezTo>
                  <a:pt x="44794" y="72032"/>
                  <a:pt x="47412" y="65745"/>
                  <a:pt x="52647" y="60510"/>
                </a:cubicBezTo>
                <a:cubicBezTo>
                  <a:pt x="58156" y="55264"/>
                  <a:pt x="64442" y="52647"/>
                  <a:pt x="71506" y="52647"/>
                </a:cubicBezTo>
                <a:lnTo>
                  <a:pt x="96263" y="52647"/>
                </a:lnTo>
                <a:lnTo>
                  <a:pt x="96263" y="42440"/>
                </a:lnTo>
                <a:cubicBezTo>
                  <a:pt x="96263" y="38771"/>
                  <a:pt x="97566" y="35627"/>
                  <a:pt x="100195" y="33010"/>
                </a:cubicBezTo>
                <a:cubicBezTo>
                  <a:pt x="102813" y="30381"/>
                  <a:pt x="105956" y="29078"/>
                  <a:pt x="109625" y="29078"/>
                </a:cubicBezTo>
                <a:cubicBezTo>
                  <a:pt x="113546" y="29078"/>
                  <a:pt x="116826" y="30381"/>
                  <a:pt x="119443" y="33010"/>
                </a:cubicBezTo>
                <a:cubicBezTo>
                  <a:pt x="122061" y="35627"/>
                  <a:pt x="123375" y="38771"/>
                  <a:pt x="123375" y="42440"/>
                </a:cubicBezTo>
                <a:lnTo>
                  <a:pt x="123375" y="52647"/>
                </a:lnTo>
                <a:lnTo>
                  <a:pt x="253815" y="52647"/>
                </a:lnTo>
                <a:lnTo>
                  <a:pt x="253815" y="42440"/>
                </a:lnTo>
                <a:cubicBezTo>
                  <a:pt x="253815" y="38771"/>
                  <a:pt x="255129" y="35627"/>
                  <a:pt x="257747" y="33010"/>
                </a:cubicBezTo>
                <a:cubicBezTo>
                  <a:pt x="260101" y="30381"/>
                  <a:pt x="263244" y="29078"/>
                  <a:pt x="267176" y="29078"/>
                </a:cubicBezTo>
                <a:cubicBezTo>
                  <a:pt x="271108" y="29078"/>
                  <a:pt x="274377" y="30381"/>
                  <a:pt x="276995" y="33010"/>
                </a:cubicBezTo>
                <a:cubicBezTo>
                  <a:pt x="279624" y="35627"/>
                  <a:pt x="280927" y="38771"/>
                  <a:pt x="280927" y="42440"/>
                </a:cubicBezTo>
                <a:lnTo>
                  <a:pt x="280927" y="52647"/>
                </a:lnTo>
                <a:lnTo>
                  <a:pt x="305684" y="52647"/>
                </a:lnTo>
                <a:cubicBezTo>
                  <a:pt x="313011" y="52647"/>
                  <a:pt x="319297" y="55264"/>
                  <a:pt x="324543" y="60510"/>
                </a:cubicBezTo>
                <a:cubicBezTo>
                  <a:pt x="329778" y="65745"/>
                  <a:pt x="332396" y="72032"/>
                  <a:pt x="332396" y="79370"/>
                </a:cubicBezTo>
                <a:lnTo>
                  <a:pt x="332396" y="321400"/>
                </a:lnTo>
                <a:cubicBezTo>
                  <a:pt x="332396" y="328475"/>
                  <a:pt x="329778" y="334762"/>
                  <a:pt x="324543" y="340260"/>
                </a:cubicBezTo>
                <a:cubicBezTo>
                  <a:pt x="319297" y="345495"/>
                  <a:pt x="313011" y="348112"/>
                  <a:pt x="305684" y="348112"/>
                </a:cubicBezTo>
                <a:lnTo>
                  <a:pt x="71506" y="348112"/>
                </a:lnTo>
                <a:close/>
                <a:moveTo>
                  <a:pt x="71506" y="321400"/>
                </a:moveTo>
                <a:lnTo>
                  <a:pt x="305684" y="321400"/>
                </a:lnTo>
                <a:lnTo>
                  <a:pt x="305684" y="153231"/>
                </a:lnTo>
                <a:lnTo>
                  <a:pt x="71506" y="153231"/>
                </a:lnTo>
                <a:lnTo>
                  <a:pt x="71506" y="321400"/>
                </a:lnTo>
                <a:close/>
                <a:moveTo>
                  <a:pt x="71506" y="129662"/>
                </a:moveTo>
                <a:lnTo>
                  <a:pt x="305684" y="129662"/>
                </a:lnTo>
                <a:lnTo>
                  <a:pt x="305684" y="79370"/>
                </a:lnTo>
                <a:lnTo>
                  <a:pt x="71506" y="79370"/>
                </a:lnTo>
                <a:lnTo>
                  <a:pt x="71506" y="129662"/>
                </a:lnTo>
                <a:close/>
                <a:moveTo>
                  <a:pt x="71506" y="129662"/>
                </a:moveTo>
                <a:lnTo>
                  <a:pt x="71506" y="79370"/>
                </a:lnTo>
                <a:lnTo>
                  <a:pt x="71506" y="129662"/>
                </a:lnTo>
                <a:close/>
                <a:moveTo>
                  <a:pt x="188595" y="220416"/>
                </a:moveTo>
                <a:cubicBezTo>
                  <a:pt x="183886" y="220416"/>
                  <a:pt x="180080" y="218850"/>
                  <a:pt x="177199" y="215707"/>
                </a:cubicBezTo>
                <a:cubicBezTo>
                  <a:pt x="174056" y="212827"/>
                  <a:pt x="172490" y="209032"/>
                  <a:pt x="172490" y="204311"/>
                </a:cubicBezTo>
                <a:cubicBezTo>
                  <a:pt x="172490" y="199854"/>
                  <a:pt x="173930" y="196059"/>
                  <a:pt x="176811" y="192916"/>
                </a:cubicBezTo>
                <a:cubicBezTo>
                  <a:pt x="179954" y="189772"/>
                  <a:pt x="183886" y="188206"/>
                  <a:pt x="188595" y="188206"/>
                </a:cubicBezTo>
                <a:cubicBezTo>
                  <a:pt x="193316" y="188206"/>
                  <a:pt x="197236" y="189772"/>
                  <a:pt x="200379" y="192916"/>
                </a:cubicBezTo>
                <a:cubicBezTo>
                  <a:pt x="203260" y="195796"/>
                  <a:pt x="204700" y="199602"/>
                  <a:pt x="204700" y="204311"/>
                </a:cubicBezTo>
                <a:cubicBezTo>
                  <a:pt x="204700" y="208769"/>
                  <a:pt x="203260" y="212564"/>
                  <a:pt x="200379" y="215707"/>
                </a:cubicBezTo>
                <a:cubicBezTo>
                  <a:pt x="197236" y="218850"/>
                  <a:pt x="193316" y="220416"/>
                  <a:pt x="188595" y="220416"/>
                </a:cubicBezTo>
                <a:close/>
                <a:moveTo>
                  <a:pt x="114334" y="215707"/>
                </a:moveTo>
                <a:cubicBezTo>
                  <a:pt x="111191" y="212827"/>
                  <a:pt x="109625" y="209032"/>
                  <a:pt x="109625" y="204311"/>
                </a:cubicBezTo>
                <a:cubicBezTo>
                  <a:pt x="109625" y="199854"/>
                  <a:pt x="111191" y="196059"/>
                  <a:pt x="114334" y="192916"/>
                </a:cubicBezTo>
                <a:cubicBezTo>
                  <a:pt x="117215" y="189772"/>
                  <a:pt x="121021" y="188206"/>
                  <a:pt x="125730" y="188206"/>
                </a:cubicBezTo>
                <a:cubicBezTo>
                  <a:pt x="130188" y="188206"/>
                  <a:pt x="133982" y="189772"/>
                  <a:pt x="137126" y="192916"/>
                </a:cubicBezTo>
                <a:cubicBezTo>
                  <a:pt x="140269" y="195796"/>
                  <a:pt x="141835" y="199602"/>
                  <a:pt x="141835" y="204311"/>
                </a:cubicBezTo>
                <a:cubicBezTo>
                  <a:pt x="141835" y="208769"/>
                  <a:pt x="140269" y="212564"/>
                  <a:pt x="137126" y="215707"/>
                </a:cubicBezTo>
                <a:cubicBezTo>
                  <a:pt x="134245" y="218850"/>
                  <a:pt x="130451" y="220416"/>
                  <a:pt x="125730" y="220416"/>
                </a:cubicBezTo>
                <a:cubicBezTo>
                  <a:pt x="121272" y="220416"/>
                  <a:pt x="117478" y="218850"/>
                  <a:pt x="114334" y="215707"/>
                </a:cubicBezTo>
                <a:close/>
                <a:moveTo>
                  <a:pt x="251460" y="220416"/>
                </a:moveTo>
                <a:cubicBezTo>
                  <a:pt x="247002" y="220416"/>
                  <a:pt x="243208" y="218850"/>
                  <a:pt x="240064" y="215707"/>
                </a:cubicBezTo>
                <a:cubicBezTo>
                  <a:pt x="236921" y="212827"/>
                  <a:pt x="235355" y="209032"/>
                  <a:pt x="235355" y="204311"/>
                </a:cubicBezTo>
                <a:cubicBezTo>
                  <a:pt x="235355" y="199854"/>
                  <a:pt x="236921" y="196059"/>
                  <a:pt x="240064" y="192916"/>
                </a:cubicBezTo>
                <a:cubicBezTo>
                  <a:pt x="243208" y="189772"/>
                  <a:pt x="247002" y="188206"/>
                  <a:pt x="251460" y="188206"/>
                </a:cubicBezTo>
                <a:cubicBezTo>
                  <a:pt x="255918" y="188206"/>
                  <a:pt x="259712" y="189772"/>
                  <a:pt x="262856" y="192916"/>
                </a:cubicBezTo>
                <a:cubicBezTo>
                  <a:pt x="265999" y="195796"/>
                  <a:pt x="267565" y="199602"/>
                  <a:pt x="267565" y="204311"/>
                </a:cubicBezTo>
                <a:cubicBezTo>
                  <a:pt x="267565" y="208769"/>
                  <a:pt x="266125" y="212564"/>
                  <a:pt x="263244" y="215707"/>
                </a:cubicBezTo>
                <a:cubicBezTo>
                  <a:pt x="260101" y="218850"/>
                  <a:pt x="256181" y="220416"/>
                  <a:pt x="251460" y="220416"/>
                </a:cubicBezTo>
                <a:close/>
                <a:moveTo>
                  <a:pt x="188595" y="283281"/>
                </a:moveTo>
                <a:cubicBezTo>
                  <a:pt x="183886" y="283281"/>
                  <a:pt x="180080" y="281715"/>
                  <a:pt x="177199" y="278572"/>
                </a:cubicBezTo>
                <a:cubicBezTo>
                  <a:pt x="174056" y="275429"/>
                  <a:pt x="172490" y="271634"/>
                  <a:pt x="172490" y="267176"/>
                </a:cubicBezTo>
                <a:cubicBezTo>
                  <a:pt x="172490" y="262719"/>
                  <a:pt x="173930" y="258924"/>
                  <a:pt x="176811" y="255781"/>
                </a:cubicBezTo>
                <a:cubicBezTo>
                  <a:pt x="179954" y="252637"/>
                  <a:pt x="183886" y="251071"/>
                  <a:pt x="188595" y="251071"/>
                </a:cubicBezTo>
                <a:cubicBezTo>
                  <a:pt x="193316" y="251071"/>
                  <a:pt x="197236" y="252512"/>
                  <a:pt x="200379" y="255392"/>
                </a:cubicBezTo>
                <a:cubicBezTo>
                  <a:pt x="203260" y="258535"/>
                  <a:pt x="204700" y="262467"/>
                  <a:pt x="204700" y="267176"/>
                </a:cubicBezTo>
                <a:cubicBezTo>
                  <a:pt x="204700" y="271634"/>
                  <a:pt x="203260" y="275429"/>
                  <a:pt x="200379" y="278572"/>
                </a:cubicBezTo>
                <a:cubicBezTo>
                  <a:pt x="197236" y="281715"/>
                  <a:pt x="193316" y="283281"/>
                  <a:pt x="188595" y="283281"/>
                </a:cubicBezTo>
                <a:close/>
                <a:moveTo>
                  <a:pt x="114334" y="278572"/>
                </a:moveTo>
                <a:cubicBezTo>
                  <a:pt x="111191" y="275429"/>
                  <a:pt x="109625" y="271634"/>
                  <a:pt x="109625" y="267176"/>
                </a:cubicBezTo>
                <a:cubicBezTo>
                  <a:pt x="109625" y="262719"/>
                  <a:pt x="111191" y="258924"/>
                  <a:pt x="114334" y="255781"/>
                </a:cubicBezTo>
                <a:cubicBezTo>
                  <a:pt x="117215" y="252637"/>
                  <a:pt x="121021" y="251071"/>
                  <a:pt x="125730" y="251071"/>
                </a:cubicBezTo>
                <a:cubicBezTo>
                  <a:pt x="130188" y="251071"/>
                  <a:pt x="133982" y="252512"/>
                  <a:pt x="137126" y="255392"/>
                </a:cubicBezTo>
                <a:cubicBezTo>
                  <a:pt x="140269" y="258535"/>
                  <a:pt x="141835" y="262467"/>
                  <a:pt x="141835" y="267176"/>
                </a:cubicBezTo>
                <a:cubicBezTo>
                  <a:pt x="141835" y="271634"/>
                  <a:pt x="140269" y="275429"/>
                  <a:pt x="137126" y="278572"/>
                </a:cubicBezTo>
                <a:cubicBezTo>
                  <a:pt x="134245" y="281715"/>
                  <a:pt x="130451" y="283281"/>
                  <a:pt x="125730" y="283281"/>
                </a:cubicBezTo>
                <a:cubicBezTo>
                  <a:pt x="121272" y="283281"/>
                  <a:pt x="117478" y="281715"/>
                  <a:pt x="114334" y="278572"/>
                </a:cubicBezTo>
                <a:close/>
                <a:moveTo>
                  <a:pt x="251460" y="283281"/>
                </a:moveTo>
                <a:cubicBezTo>
                  <a:pt x="247002" y="283281"/>
                  <a:pt x="243208" y="281715"/>
                  <a:pt x="240064" y="278572"/>
                </a:cubicBezTo>
                <a:cubicBezTo>
                  <a:pt x="236921" y="275429"/>
                  <a:pt x="235355" y="271634"/>
                  <a:pt x="235355" y="267176"/>
                </a:cubicBezTo>
                <a:cubicBezTo>
                  <a:pt x="235355" y="262719"/>
                  <a:pt x="236921" y="258924"/>
                  <a:pt x="240064" y="255781"/>
                </a:cubicBezTo>
                <a:cubicBezTo>
                  <a:pt x="243208" y="252637"/>
                  <a:pt x="247002" y="251071"/>
                  <a:pt x="251460" y="251071"/>
                </a:cubicBezTo>
                <a:cubicBezTo>
                  <a:pt x="255918" y="251071"/>
                  <a:pt x="259712" y="252512"/>
                  <a:pt x="262856" y="255392"/>
                </a:cubicBezTo>
                <a:cubicBezTo>
                  <a:pt x="265999" y="258535"/>
                  <a:pt x="267565" y="262467"/>
                  <a:pt x="267565" y="267176"/>
                </a:cubicBezTo>
                <a:cubicBezTo>
                  <a:pt x="267565" y="271634"/>
                  <a:pt x="266125" y="275429"/>
                  <a:pt x="263244" y="278572"/>
                </a:cubicBezTo>
                <a:cubicBezTo>
                  <a:pt x="260101" y="281715"/>
                  <a:pt x="256181" y="283281"/>
                  <a:pt x="251460" y="28328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4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749"/>
                </a:moveTo>
                <a:cubicBezTo>
                  <a:pt x="200116" y="272411"/>
                  <a:pt x="196459" y="263381"/>
                  <a:pt x="196459" y="252637"/>
                </a:cubicBezTo>
                <a:cubicBezTo>
                  <a:pt x="196459" y="241905"/>
                  <a:pt x="200116" y="232863"/>
                  <a:pt x="207455" y="225525"/>
                </a:cubicBezTo>
                <a:cubicBezTo>
                  <a:pt x="214793" y="218199"/>
                  <a:pt x="223822" y="214530"/>
                  <a:pt x="234566" y="214530"/>
                </a:cubicBezTo>
                <a:cubicBezTo>
                  <a:pt x="245299" y="214530"/>
                  <a:pt x="254340" y="218199"/>
                  <a:pt x="261678" y="225525"/>
                </a:cubicBezTo>
                <a:cubicBezTo>
                  <a:pt x="269005" y="232863"/>
                  <a:pt x="272674" y="241905"/>
                  <a:pt x="272674" y="252637"/>
                </a:cubicBezTo>
                <a:cubicBezTo>
                  <a:pt x="272674" y="263381"/>
                  <a:pt x="269005" y="272411"/>
                  <a:pt x="261678" y="279749"/>
                </a:cubicBezTo>
                <a:cubicBezTo>
                  <a:pt x="254340" y="287087"/>
                  <a:pt x="245299" y="290756"/>
                  <a:pt x="234566" y="290756"/>
                </a:cubicBezTo>
                <a:cubicBezTo>
                  <a:pt x="223822" y="290756"/>
                  <a:pt x="214793" y="287087"/>
                  <a:pt x="207455" y="279749"/>
                </a:cubicBezTo>
                <a:close/>
                <a:moveTo>
                  <a:pt x="71506" y="348112"/>
                </a:moveTo>
                <a:cubicBezTo>
                  <a:pt x="64442" y="348112"/>
                  <a:pt x="58156" y="345495"/>
                  <a:pt x="52647" y="340260"/>
                </a:cubicBezTo>
                <a:cubicBezTo>
                  <a:pt x="47412" y="334762"/>
                  <a:pt x="44794" y="328475"/>
                  <a:pt x="44794" y="321400"/>
                </a:cubicBezTo>
                <a:lnTo>
                  <a:pt x="44794" y="79370"/>
                </a:lnTo>
                <a:cubicBezTo>
                  <a:pt x="44794" y="72032"/>
                  <a:pt x="47412" y="65745"/>
                  <a:pt x="52647" y="60510"/>
                </a:cubicBezTo>
                <a:cubicBezTo>
                  <a:pt x="58156" y="55264"/>
                  <a:pt x="64442" y="52647"/>
                  <a:pt x="71506" y="52647"/>
                </a:cubicBezTo>
                <a:lnTo>
                  <a:pt x="96263" y="52647"/>
                </a:lnTo>
                <a:lnTo>
                  <a:pt x="96263" y="42440"/>
                </a:lnTo>
                <a:cubicBezTo>
                  <a:pt x="96263" y="38771"/>
                  <a:pt x="97566" y="35627"/>
                  <a:pt x="100195" y="33010"/>
                </a:cubicBezTo>
                <a:cubicBezTo>
                  <a:pt x="102813" y="30381"/>
                  <a:pt x="105956" y="29078"/>
                  <a:pt x="109625" y="29078"/>
                </a:cubicBezTo>
                <a:cubicBezTo>
                  <a:pt x="113546" y="29078"/>
                  <a:pt x="116826" y="30381"/>
                  <a:pt x="119443" y="33010"/>
                </a:cubicBezTo>
                <a:cubicBezTo>
                  <a:pt x="122061" y="35627"/>
                  <a:pt x="123375" y="38771"/>
                  <a:pt x="123375" y="42440"/>
                </a:cubicBezTo>
                <a:lnTo>
                  <a:pt x="123375" y="52647"/>
                </a:lnTo>
                <a:lnTo>
                  <a:pt x="253815" y="52647"/>
                </a:lnTo>
                <a:lnTo>
                  <a:pt x="253815" y="42440"/>
                </a:lnTo>
                <a:cubicBezTo>
                  <a:pt x="253815" y="38771"/>
                  <a:pt x="255129" y="35627"/>
                  <a:pt x="257747" y="33010"/>
                </a:cubicBezTo>
                <a:cubicBezTo>
                  <a:pt x="260101" y="30381"/>
                  <a:pt x="263244" y="29078"/>
                  <a:pt x="267176" y="29078"/>
                </a:cubicBezTo>
                <a:cubicBezTo>
                  <a:pt x="271108" y="29078"/>
                  <a:pt x="274377" y="30381"/>
                  <a:pt x="276995" y="33010"/>
                </a:cubicBezTo>
                <a:cubicBezTo>
                  <a:pt x="279624" y="35627"/>
                  <a:pt x="280927" y="38771"/>
                  <a:pt x="280927" y="42440"/>
                </a:cubicBezTo>
                <a:lnTo>
                  <a:pt x="280927" y="52647"/>
                </a:lnTo>
                <a:lnTo>
                  <a:pt x="305684" y="52647"/>
                </a:lnTo>
                <a:cubicBezTo>
                  <a:pt x="313011" y="52647"/>
                  <a:pt x="319297" y="55264"/>
                  <a:pt x="324543" y="60510"/>
                </a:cubicBezTo>
                <a:cubicBezTo>
                  <a:pt x="329778" y="65745"/>
                  <a:pt x="332396" y="72032"/>
                  <a:pt x="332396" y="79370"/>
                </a:cubicBezTo>
                <a:lnTo>
                  <a:pt x="332396" y="321400"/>
                </a:lnTo>
                <a:cubicBezTo>
                  <a:pt x="332396" y="328475"/>
                  <a:pt x="329778" y="334762"/>
                  <a:pt x="324543" y="340260"/>
                </a:cubicBezTo>
                <a:cubicBezTo>
                  <a:pt x="319297" y="345495"/>
                  <a:pt x="313011" y="348112"/>
                  <a:pt x="305684" y="348112"/>
                </a:cubicBezTo>
                <a:lnTo>
                  <a:pt x="71506" y="348112"/>
                </a:lnTo>
                <a:close/>
                <a:moveTo>
                  <a:pt x="71506" y="321400"/>
                </a:moveTo>
                <a:lnTo>
                  <a:pt x="305684" y="321400"/>
                </a:lnTo>
                <a:lnTo>
                  <a:pt x="305684" y="153231"/>
                </a:lnTo>
                <a:lnTo>
                  <a:pt x="71506" y="153231"/>
                </a:lnTo>
                <a:lnTo>
                  <a:pt x="71506" y="321400"/>
                </a:lnTo>
                <a:close/>
                <a:moveTo>
                  <a:pt x="71506" y="129662"/>
                </a:moveTo>
                <a:lnTo>
                  <a:pt x="305684" y="129662"/>
                </a:lnTo>
                <a:lnTo>
                  <a:pt x="305684" y="79370"/>
                </a:lnTo>
                <a:lnTo>
                  <a:pt x="71506" y="79370"/>
                </a:lnTo>
                <a:lnTo>
                  <a:pt x="71506" y="129662"/>
                </a:lnTo>
                <a:close/>
                <a:moveTo>
                  <a:pt x="71506" y="129662"/>
                </a:moveTo>
                <a:lnTo>
                  <a:pt x="71506" y="79370"/>
                </a:lnTo>
                <a:lnTo>
                  <a:pt x="71506" y="12966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6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3815"/>
                </a:moveTo>
                <a:lnTo>
                  <a:pt x="233778" y="189772"/>
                </a:lnTo>
                <a:cubicBezTo>
                  <a:pt x="236395" y="187418"/>
                  <a:pt x="239276" y="186240"/>
                  <a:pt x="242419" y="186240"/>
                </a:cubicBezTo>
                <a:cubicBezTo>
                  <a:pt x="245825" y="186503"/>
                  <a:pt x="248705" y="187806"/>
                  <a:pt x="251071" y="190172"/>
                </a:cubicBezTo>
                <a:cubicBezTo>
                  <a:pt x="253426" y="192790"/>
                  <a:pt x="254603" y="195670"/>
                  <a:pt x="254603" y="198813"/>
                </a:cubicBezTo>
                <a:cubicBezTo>
                  <a:pt x="254603" y="202220"/>
                  <a:pt x="253426" y="205100"/>
                  <a:pt x="251071" y="207455"/>
                </a:cubicBezTo>
                <a:lnTo>
                  <a:pt x="179554" y="278961"/>
                </a:lnTo>
                <a:cubicBezTo>
                  <a:pt x="176936" y="281578"/>
                  <a:pt x="173793" y="282893"/>
                  <a:pt x="170124" y="282893"/>
                </a:cubicBezTo>
                <a:cubicBezTo>
                  <a:pt x="166467" y="282893"/>
                  <a:pt x="163323" y="281578"/>
                  <a:pt x="160694" y="278961"/>
                </a:cubicBezTo>
                <a:lnTo>
                  <a:pt x="123764" y="242419"/>
                </a:lnTo>
                <a:cubicBezTo>
                  <a:pt x="121409" y="240064"/>
                  <a:pt x="120232" y="237184"/>
                  <a:pt x="120232" y="233778"/>
                </a:cubicBezTo>
                <a:cubicBezTo>
                  <a:pt x="120232" y="230635"/>
                  <a:pt x="121409" y="227754"/>
                  <a:pt x="123764" y="225137"/>
                </a:cubicBezTo>
                <a:cubicBezTo>
                  <a:pt x="126119" y="222782"/>
                  <a:pt x="128999" y="221605"/>
                  <a:pt x="132405" y="221605"/>
                </a:cubicBezTo>
                <a:cubicBezTo>
                  <a:pt x="135548" y="221856"/>
                  <a:pt x="138429" y="223045"/>
                  <a:pt x="141058" y="225137"/>
                </a:cubicBezTo>
                <a:lnTo>
                  <a:pt x="170124" y="253815"/>
                </a:lnTo>
                <a:close/>
                <a:moveTo>
                  <a:pt x="71506" y="348112"/>
                </a:moveTo>
                <a:cubicBezTo>
                  <a:pt x="64442" y="348112"/>
                  <a:pt x="58156" y="345495"/>
                  <a:pt x="52647" y="340260"/>
                </a:cubicBezTo>
                <a:cubicBezTo>
                  <a:pt x="47412" y="334762"/>
                  <a:pt x="44794" y="328475"/>
                  <a:pt x="44794" y="321400"/>
                </a:cubicBezTo>
                <a:lnTo>
                  <a:pt x="44794" y="79370"/>
                </a:lnTo>
                <a:cubicBezTo>
                  <a:pt x="44794" y="72032"/>
                  <a:pt x="47412" y="65745"/>
                  <a:pt x="52647" y="60510"/>
                </a:cubicBezTo>
                <a:cubicBezTo>
                  <a:pt x="58156" y="55264"/>
                  <a:pt x="64442" y="52647"/>
                  <a:pt x="71506" y="52647"/>
                </a:cubicBezTo>
                <a:lnTo>
                  <a:pt x="96263" y="52647"/>
                </a:lnTo>
                <a:lnTo>
                  <a:pt x="96263" y="42440"/>
                </a:lnTo>
                <a:cubicBezTo>
                  <a:pt x="96263" y="38771"/>
                  <a:pt x="97566" y="35627"/>
                  <a:pt x="100195" y="33010"/>
                </a:cubicBezTo>
                <a:cubicBezTo>
                  <a:pt x="102813" y="30381"/>
                  <a:pt x="105956" y="29078"/>
                  <a:pt x="109625" y="29078"/>
                </a:cubicBezTo>
                <a:cubicBezTo>
                  <a:pt x="113546" y="29078"/>
                  <a:pt x="116826" y="30381"/>
                  <a:pt x="119443" y="33010"/>
                </a:cubicBezTo>
                <a:cubicBezTo>
                  <a:pt x="122061" y="35627"/>
                  <a:pt x="123375" y="38771"/>
                  <a:pt x="123375" y="42440"/>
                </a:cubicBezTo>
                <a:lnTo>
                  <a:pt x="123375" y="52647"/>
                </a:lnTo>
                <a:lnTo>
                  <a:pt x="253815" y="52647"/>
                </a:lnTo>
                <a:lnTo>
                  <a:pt x="253815" y="42440"/>
                </a:lnTo>
                <a:cubicBezTo>
                  <a:pt x="253815" y="38771"/>
                  <a:pt x="255129" y="35627"/>
                  <a:pt x="257747" y="33010"/>
                </a:cubicBezTo>
                <a:cubicBezTo>
                  <a:pt x="260101" y="30381"/>
                  <a:pt x="263244" y="29078"/>
                  <a:pt x="267176" y="29078"/>
                </a:cubicBezTo>
                <a:cubicBezTo>
                  <a:pt x="271108" y="29078"/>
                  <a:pt x="274377" y="30381"/>
                  <a:pt x="276995" y="33010"/>
                </a:cubicBezTo>
                <a:cubicBezTo>
                  <a:pt x="279624" y="35627"/>
                  <a:pt x="280927" y="38771"/>
                  <a:pt x="280927" y="42440"/>
                </a:cubicBezTo>
                <a:lnTo>
                  <a:pt x="280927" y="52647"/>
                </a:lnTo>
                <a:lnTo>
                  <a:pt x="305684" y="52647"/>
                </a:lnTo>
                <a:cubicBezTo>
                  <a:pt x="313011" y="52647"/>
                  <a:pt x="319297" y="55264"/>
                  <a:pt x="324543" y="60510"/>
                </a:cubicBezTo>
                <a:cubicBezTo>
                  <a:pt x="329778" y="65745"/>
                  <a:pt x="332396" y="72032"/>
                  <a:pt x="332396" y="79370"/>
                </a:cubicBezTo>
                <a:lnTo>
                  <a:pt x="332396" y="321400"/>
                </a:lnTo>
                <a:cubicBezTo>
                  <a:pt x="332396" y="328475"/>
                  <a:pt x="329778" y="334762"/>
                  <a:pt x="324543" y="340260"/>
                </a:cubicBezTo>
                <a:cubicBezTo>
                  <a:pt x="319297" y="345495"/>
                  <a:pt x="313011" y="348112"/>
                  <a:pt x="305684" y="348112"/>
                </a:cubicBezTo>
                <a:lnTo>
                  <a:pt x="71506" y="348112"/>
                </a:lnTo>
                <a:close/>
                <a:moveTo>
                  <a:pt x="71506" y="321400"/>
                </a:moveTo>
                <a:lnTo>
                  <a:pt x="305684" y="321400"/>
                </a:lnTo>
                <a:lnTo>
                  <a:pt x="305684" y="153231"/>
                </a:lnTo>
                <a:lnTo>
                  <a:pt x="71506" y="153231"/>
                </a:lnTo>
                <a:lnTo>
                  <a:pt x="71506" y="321400"/>
                </a:lnTo>
                <a:close/>
                <a:moveTo>
                  <a:pt x="71506" y="129662"/>
                </a:moveTo>
                <a:lnTo>
                  <a:pt x="305684" y="129662"/>
                </a:lnTo>
                <a:lnTo>
                  <a:pt x="305684" y="79370"/>
                </a:lnTo>
                <a:lnTo>
                  <a:pt x="71506" y="79370"/>
                </a:lnTo>
                <a:lnTo>
                  <a:pt x="71506" y="129662"/>
                </a:lnTo>
                <a:close/>
                <a:moveTo>
                  <a:pt x="71506" y="129662"/>
                </a:moveTo>
                <a:lnTo>
                  <a:pt x="71506" y="79370"/>
                </a:lnTo>
                <a:lnTo>
                  <a:pt x="71506" y="12966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8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514" y="278961"/>
                </a:moveTo>
                <a:lnTo>
                  <a:pt x="239676" y="278961"/>
                </a:lnTo>
                <a:cubicBezTo>
                  <a:pt x="243082" y="278961"/>
                  <a:pt x="245962" y="277783"/>
                  <a:pt x="248317" y="275429"/>
                </a:cubicBezTo>
                <a:cubicBezTo>
                  <a:pt x="250671" y="273074"/>
                  <a:pt x="251849" y="270194"/>
                  <a:pt x="251849" y="266788"/>
                </a:cubicBezTo>
                <a:cubicBezTo>
                  <a:pt x="251849" y="263381"/>
                  <a:pt x="250671" y="260501"/>
                  <a:pt x="248317" y="258135"/>
                </a:cubicBezTo>
                <a:cubicBezTo>
                  <a:pt x="245962" y="255781"/>
                  <a:pt x="243082" y="254603"/>
                  <a:pt x="239676" y="254603"/>
                </a:cubicBezTo>
                <a:lnTo>
                  <a:pt x="137514" y="254603"/>
                </a:lnTo>
                <a:cubicBezTo>
                  <a:pt x="134108" y="254603"/>
                  <a:pt x="131228" y="255781"/>
                  <a:pt x="128873" y="258135"/>
                </a:cubicBezTo>
                <a:cubicBezTo>
                  <a:pt x="126519" y="260501"/>
                  <a:pt x="125341" y="263381"/>
                  <a:pt x="125341" y="266788"/>
                </a:cubicBezTo>
                <a:cubicBezTo>
                  <a:pt x="125341" y="270445"/>
                  <a:pt x="126519" y="273463"/>
                  <a:pt x="128873" y="275817"/>
                </a:cubicBezTo>
                <a:cubicBezTo>
                  <a:pt x="131228" y="277920"/>
                  <a:pt x="134108" y="278961"/>
                  <a:pt x="137514" y="278961"/>
                </a:cubicBezTo>
                <a:close/>
                <a:moveTo>
                  <a:pt x="137514" y="212175"/>
                </a:moveTo>
                <a:lnTo>
                  <a:pt x="239676" y="212175"/>
                </a:lnTo>
                <a:cubicBezTo>
                  <a:pt x="243082" y="212175"/>
                  <a:pt x="245962" y="210986"/>
                  <a:pt x="248317" y="208632"/>
                </a:cubicBezTo>
                <a:cubicBezTo>
                  <a:pt x="250671" y="206277"/>
                  <a:pt x="251849" y="203397"/>
                  <a:pt x="251849" y="199991"/>
                </a:cubicBezTo>
                <a:cubicBezTo>
                  <a:pt x="251849" y="196585"/>
                  <a:pt x="250671" y="193704"/>
                  <a:pt x="248317" y="191350"/>
                </a:cubicBezTo>
                <a:cubicBezTo>
                  <a:pt x="245962" y="188984"/>
                  <a:pt x="243082" y="187806"/>
                  <a:pt x="239676" y="187806"/>
                </a:cubicBezTo>
                <a:lnTo>
                  <a:pt x="137514" y="187806"/>
                </a:lnTo>
                <a:cubicBezTo>
                  <a:pt x="134108" y="187806"/>
                  <a:pt x="131228" y="188984"/>
                  <a:pt x="128873" y="191350"/>
                </a:cubicBezTo>
                <a:cubicBezTo>
                  <a:pt x="126519" y="193704"/>
                  <a:pt x="125341" y="196585"/>
                  <a:pt x="125341" y="199991"/>
                </a:cubicBezTo>
                <a:cubicBezTo>
                  <a:pt x="125341" y="203660"/>
                  <a:pt x="126519" y="206666"/>
                  <a:pt x="128873" y="209032"/>
                </a:cubicBezTo>
                <a:cubicBezTo>
                  <a:pt x="131228" y="211124"/>
                  <a:pt x="134108" y="212175"/>
                  <a:pt x="137514" y="212175"/>
                </a:cubicBezTo>
                <a:close/>
                <a:moveTo>
                  <a:pt x="87222" y="348112"/>
                </a:moveTo>
                <a:cubicBezTo>
                  <a:pt x="80159" y="348112"/>
                  <a:pt x="73872" y="345495"/>
                  <a:pt x="68363" y="340260"/>
                </a:cubicBezTo>
                <a:cubicBezTo>
                  <a:pt x="63128" y="334762"/>
                  <a:pt x="60510" y="328475"/>
                  <a:pt x="60510" y="321400"/>
                </a:cubicBezTo>
                <a:lnTo>
                  <a:pt x="60510" y="55790"/>
                </a:lnTo>
                <a:cubicBezTo>
                  <a:pt x="60510" y="48463"/>
                  <a:pt x="63128" y="42177"/>
                  <a:pt x="68363" y="36930"/>
                </a:cubicBezTo>
                <a:cubicBezTo>
                  <a:pt x="73872" y="31695"/>
                  <a:pt x="80159" y="29078"/>
                  <a:pt x="87222" y="29078"/>
                </a:cubicBezTo>
                <a:lnTo>
                  <a:pt x="218062" y="29078"/>
                </a:lnTo>
                <a:cubicBezTo>
                  <a:pt x="221731" y="29078"/>
                  <a:pt x="225262" y="29867"/>
                  <a:pt x="228669" y="31433"/>
                </a:cubicBezTo>
                <a:cubicBezTo>
                  <a:pt x="232075" y="32747"/>
                  <a:pt x="234955" y="34576"/>
                  <a:pt x="237321" y="36930"/>
                </a:cubicBezTo>
                <a:lnTo>
                  <a:pt x="308827" y="108448"/>
                </a:lnTo>
                <a:cubicBezTo>
                  <a:pt x="311182" y="110802"/>
                  <a:pt x="313011" y="113683"/>
                  <a:pt x="314325" y="117089"/>
                </a:cubicBezTo>
                <a:cubicBezTo>
                  <a:pt x="315902" y="120495"/>
                  <a:pt x="316680" y="124027"/>
                  <a:pt x="316680" y="127696"/>
                </a:cubicBezTo>
                <a:lnTo>
                  <a:pt x="316680" y="321400"/>
                </a:lnTo>
                <a:cubicBezTo>
                  <a:pt x="316680" y="328475"/>
                  <a:pt x="314062" y="334762"/>
                  <a:pt x="308827" y="340260"/>
                </a:cubicBezTo>
                <a:cubicBezTo>
                  <a:pt x="303581" y="345495"/>
                  <a:pt x="297294" y="348112"/>
                  <a:pt x="289968" y="348112"/>
                </a:cubicBezTo>
                <a:lnTo>
                  <a:pt x="87222" y="348112"/>
                </a:lnTo>
                <a:close/>
                <a:moveTo>
                  <a:pt x="215707" y="115512"/>
                </a:moveTo>
                <a:lnTo>
                  <a:pt x="215707" y="55790"/>
                </a:lnTo>
                <a:lnTo>
                  <a:pt x="87222" y="55790"/>
                </a:lnTo>
                <a:lnTo>
                  <a:pt x="87222" y="321400"/>
                </a:lnTo>
                <a:lnTo>
                  <a:pt x="289968" y="321400"/>
                </a:lnTo>
                <a:lnTo>
                  <a:pt x="289968" y="128873"/>
                </a:lnTo>
                <a:lnTo>
                  <a:pt x="229069" y="128873"/>
                </a:lnTo>
                <a:cubicBezTo>
                  <a:pt x="225137" y="128873"/>
                  <a:pt x="221993" y="127559"/>
                  <a:pt x="219639" y="124941"/>
                </a:cubicBezTo>
                <a:cubicBezTo>
                  <a:pt x="217010" y="122587"/>
                  <a:pt x="215707" y="119443"/>
                  <a:pt x="215707" y="115512"/>
                </a:cubicBezTo>
                <a:close/>
                <a:moveTo>
                  <a:pt x="87222" y="55790"/>
                </a:moveTo>
                <a:lnTo>
                  <a:pt x="87222" y="128873"/>
                </a:lnTo>
                <a:lnTo>
                  <a:pt x="87222" y="55790"/>
                </a:lnTo>
                <a:lnTo>
                  <a:pt x="87222" y="321400"/>
                </a:lnTo>
                <a:lnTo>
                  <a:pt x="87222" y="557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50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06" y="332396"/>
                </a:moveTo>
                <a:cubicBezTo>
                  <a:pt x="64442" y="332396"/>
                  <a:pt x="58156" y="329778"/>
                  <a:pt x="52647" y="324543"/>
                </a:cubicBezTo>
                <a:cubicBezTo>
                  <a:pt x="47412" y="319046"/>
                  <a:pt x="44794" y="312759"/>
                  <a:pt x="44794" y="305684"/>
                </a:cubicBez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8156" y="47412"/>
                  <a:pt x="64442" y="44794"/>
                  <a:pt x="71506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305684"/>
                </a:lnTo>
                <a:cubicBezTo>
                  <a:pt x="332396" y="312759"/>
                  <a:pt x="329778" y="319046"/>
                  <a:pt x="324543" y="324543"/>
                </a:cubicBezTo>
                <a:cubicBezTo>
                  <a:pt x="319297" y="329778"/>
                  <a:pt x="313011" y="332396"/>
                  <a:pt x="305684" y="332396"/>
                </a:cubicBezTo>
                <a:lnTo>
                  <a:pt x="71506" y="332396"/>
                </a:lnTo>
                <a:close/>
                <a:moveTo>
                  <a:pt x="71506" y="305684"/>
                </a:moveTo>
                <a:lnTo>
                  <a:pt x="305684" y="305684"/>
                </a:lnTo>
                <a:lnTo>
                  <a:pt x="305684" y="71506"/>
                </a:lnTo>
                <a:lnTo>
                  <a:pt x="71506" y="71506"/>
                </a:lnTo>
                <a:lnTo>
                  <a:pt x="71506" y="305684"/>
                </a:lnTo>
                <a:close/>
                <a:moveTo>
                  <a:pt x="71506" y="71506"/>
                </a:moveTo>
                <a:lnTo>
                  <a:pt x="71506" y="305684"/>
                </a:lnTo>
                <a:lnTo>
                  <a:pt x="71506" y="71506"/>
                </a:lnTo>
                <a:close/>
                <a:moveTo>
                  <a:pt x="121021" y="267176"/>
                </a:moveTo>
                <a:lnTo>
                  <a:pt x="205489" y="267176"/>
                </a:lnTo>
                <a:cubicBezTo>
                  <a:pt x="208895" y="267176"/>
                  <a:pt x="211649" y="265999"/>
                  <a:pt x="213741" y="263644"/>
                </a:cubicBezTo>
                <a:cubicBezTo>
                  <a:pt x="216096" y="261541"/>
                  <a:pt x="217273" y="258798"/>
                  <a:pt x="217273" y="255392"/>
                </a:cubicBezTo>
                <a:cubicBezTo>
                  <a:pt x="217273" y="251986"/>
                  <a:pt x="216096" y="249105"/>
                  <a:pt x="213741" y="246751"/>
                </a:cubicBezTo>
                <a:cubicBezTo>
                  <a:pt x="211649" y="244648"/>
                  <a:pt x="208895" y="243608"/>
                  <a:pt x="205489" y="243608"/>
                </a:cubicBezTo>
                <a:lnTo>
                  <a:pt x="121021" y="243608"/>
                </a:lnTo>
                <a:cubicBezTo>
                  <a:pt x="117615" y="243608"/>
                  <a:pt x="114860" y="244785"/>
                  <a:pt x="112768" y="247139"/>
                </a:cubicBezTo>
                <a:cubicBezTo>
                  <a:pt x="110402" y="249231"/>
                  <a:pt x="109225" y="251986"/>
                  <a:pt x="109225" y="255392"/>
                </a:cubicBezTo>
                <a:cubicBezTo>
                  <a:pt x="109225" y="258798"/>
                  <a:pt x="110402" y="261541"/>
                  <a:pt x="112768" y="263644"/>
                </a:cubicBezTo>
                <a:cubicBezTo>
                  <a:pt x="114860" y="265999"/>
                  <a:pt x="117615" y="267176"/>
                  <a:pt x="121021" y="267176"/>
                </a:cubicBezTo>
                <a:close/>
                <a:moveTo>
                  <a:pt x="121021" y="200379"/>
                </a:moveTo>
                <a:lnTo>
                  <a:pt x="256181" y="200379"/>
                </a:lnTo>
                <a:cubicBezTo>
                  <a:pt x="259575" y="200379"/>
                  <a:pt x="262330" y="199202"/>
                  <a:pt x="264422" y="196847"/>
                </a:cubicBezTo>
                <a:cubicBezTo>
                  <a:pt x="266788" y="194756"/>
                  <a:pt x="267965" y="192001"/>
                  <a:pt x="267965" y="188595"/>
                </a:cubicBezTo>
                <a:cubicBezTo>
                  <a:pt x="267965" y="185189"/>
                  <a:pt x="266788" y="182434"/>
                  <a:pt x="264422" y="180343"/>
                </a:cubicBezTo>
                <a:cubicBezTo>
                  <a:pt x="262330" y="177988"/>
                  <a:pt x="259575" y="176811"/>
                  <a:pt x="256181" y="176811"/>
                </a:cubicBezTo>
                <a:lnTo>
                  <a:pt x="121021" y="176811"/>
                </a:lnTo>
                <a:cubicBezTo>
                  <a:pt x="117615" y="176811"/>
                  <a:pt x="114860" y="177988"/>
                  <a:pt x="112768" y="180343"/>
                </a:cubicBezTo>
                <a:cubicBezTo>
                  <a:pt x="110402" y="182434"/>
                  <a:pt x="109225" y="185189"/>
                  <a:pt x="109225" y="188595"/>
                </a:cubicBezTo>
                <a:cubicBezTo>
                  <a:pt x="109225" y="192001"/>
                  <a:pt x="110402" y="194882"/>
                  <a:pt x="112768" y="197236"/>
                </a:cubicBezTo>
                <a:cubicBezTo>
                  <a:pt x="114860" y="199339"/>
                  <a:pt x="117615" y="200379"/>
                  <a:pt x="121021" y="200379"/>
                </a:cubicBezTo>
                <a:close/>
                <a:moveTo>
                  <a:pt x="121021" y="133594"/>
                </a:moveTo>
                <a:lnTo>
                  <a:pt x="256181" y="133594"/>
                </a:lnTo>
                <a:cubicBezTo>
                  <a:pt x="259575" y="133594"/>
                  <a:pt x="262330" y="132405"/>
                  <a:pt x="264422" y="130051"/>
                </a:cubicBezTo>
                <a:cubicBezTo>
                  <a:pt x="266788" y="127959"/>
                  <a:pt x="267965" y="125204"/>
                  <a:pt x="267965" y="121798"/>
                </a:cubicBezTo>
                <a:cubicBezTo>
                  <a:pt x="267965" y="118392"/>
                  <a:pt x="266788" y="115649"/>
                  <a:pt x="264422" y="113546"/>
                </a:cubicBezTo>
                <a:cubicBezTo>
                  <a:pt x="262330" y="111191"/>
                  <a:pt x="259575" y="110014"/>
                  <a:pt x="256181" y="110014"/>
                </a:cubicBezTo>
                <a:lnTo>
                  <a:pt x="121021" y="110014"/>
                </a:lnTo>
                <a:cubicBezTo>
                  <a:pt x="117615" y="110014"/>
                  <a:pt x="114860" y="111191"/>
                  <a:pt x="112768" y="113546"/>
                </a:cubicBezTo>
                <a:cubicBezTo>
                  <a:pt x="110402" y="115912"/>
                  <a:pt x="109225" y="118655"/>
                  <a:pt x="109225" y="121798"/>
                </a:cubicBezTo>
                <a:cubicBezTo>
                  <a:pt x="109225" y="125204"/>
                  <a:pt x="110402" y="128085"/>
                  <a:pt x="112768" y="130451"/>
                </a:cubicBezTo>
                <a:cubicBezTo>
                  <a:pt x="114860" y="132542"/>
                  <a:pt x="117615" y="133594"/>
                  <a:pt x="121021" y="13359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2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872" y="221205"/>
                </a:moveTo>
                <a:cubicBezTo>
                  <a:pt x="70203" y="221205"/>
                  <a:pt x="67060" y="219902"/>
                  <a:pt x="64442" y="217273"/>
                </a:cubicBezTo>
                <a:cubicBezTo>
                  <a:pt x="61813" y="214655"/>
                  <a:pt x="60510" y="211512"/>
                  <a:pt x="60510" y="207843"/>
                </a:cubicBezTo>
                <a:cubicBezTo>
                  <a:pt x="60510" y="203923"/>
                  <a:pt x="61813" y="200779"/>
                  <a:pt x="64442" y="198413"/>
                </a:cubicBezTo>
                <a:cubicBezTo>
                  <a:pt x="67060" y="195796"/>
                  <a:pt x="70203" y="194493"/>
                  <a:pt x="73872" y="194493"/>
                </a:cubicBezTo>
                <a:lnTo>
                  <a:pt x="169347" y="194493"/>
                </a:lnTo>
                <a:cubicBezTo>
                  <a:pt x="173004" y="194493"/>
                  <a:pt x="176148" y="195796"/>
                  <a:pt x="178777" y="198413"/>
                </a:cubicBezTo>
                <a:cubicBezTo>
                  <a:pt x="181394" y="201042"/>
                  <a:pt x="182697" y="204186"/>
                  <a:pt x="182697" y="207843"/>
                </a:cubicBezTo>
                <a:cubicBezTo>
                  <a:pt x="182697" y="211775"/>
                  <a:pt x="181394" y="214918"/>
                  <a:pt x="178777" y="217273"/>
                </a:cubicBezTo>
                <a:cubicBezTo>
                  <a:pt x="176148" y="219902"/>
                  <a:pt x="173004" y="221205"/>
                  <a:pt x="169347" y="221205"/>
                </a:cubicBezTo>
                <a:lnTo>
                  <a:pt x="73872" y="221205"/>
                </a:lnTo>
                <a:close/>
                <a:moveTo>
                  <a:pt x="73872" y="154408"/>
                </a:moveTo>
                <a:cubicBezTo>
                  <a:pt x="70203" y="154408"/>
                  <a:pt x="67060" y="153105"/>
                  <a:pt x="64442" y="150487"/>
                </a:cubicBezTo>
                <a:cubicBezTo>
                  <a:pt x="61813" y="147858"/>
                  <a:pt x="60510" y="144590"/>
                  <a:pt x="60510" y="140658"/>
                </a:cubicBezTo>
                <a:cubicBezTo>
                  <a:pt x="60510" y="136989"/>
                  <a:pt x="61813" y="133845"/>
                  <a:pt x="64442" y="131228"/>
                </a:cubicBezTo>
                <a:cubicBezTo>
                  <a:pt x="67060" y="128873"/>
                  <a:pt x="70203" y="127696"/>
                  <a:pt x="73872" y="127696"/>
                </a:cubicBezTo>
                <a:lnTo>
                  <a:pt x="234955" y="127696"/>
                </a:lnTo>
                <a:cubicBezTo>
                  <a:pt x="238887" y="127696"/>
                  <a:pt x="242030" y="128873"/>
                  <a:pt x="244385" y="131228"/>
                </a:cubicBezTo>
                <a:cubicBezTo>
                  <a:pt x="247002" y="133845"/>
                  <a:pt x="248317" y="137126"/>
                  <a:pt x="248317" y="141058"/>
                </a:cubicBezTo>
                <a:cubicBezTo>
                  <a:pt x="248317" y="144715"/>
                  <a:pt x="247002" y="147858"/>
                  <a:pt x="244385" y="150487"/>
                </a:cubicBezTo>
                <a:cubicBezTo>
                  <a:pt x="242030" y="153105"/>
                  <a:pt x="238887" y="154408"/>
                  <a:pt x="234955" y="154408"/>
                </a:cubicBezTo>
                <a:lnTo>
                  <a:pt x="73872" y="154408"/>
                </a:lnTo>
                <a:close/>
                <a:moveTo>
                  <a:pt x="73872" y="87222"/>
                </a:moveTo>
                <a:cubicBezTo>
                  <a:pt x="70203" y="87222"/>
                  <a:pt x="67060" y="85919"/>
                  <a:pt x="64442" y="83302"/>
                </a:cubicBezTo>
                <a:cubicBezTo>
                  <a:pt x="61813" y="80673"/>
                  <a:pt x="60510" y="77530"/>
                  <a:pt x="60510" y="73872"/>
                </a:cubicBezTo>
                <a:cubicBezTo>
                  <a:pt x="60510" y="69940"/>
                  <a:pt x="61813" y="66797"/>
                  <a:pt x="64442" y="64442"/>
                </a:cubicBezTo>
                <a:cubicBezTo>
                  <a:pt x="67060" y="61813"/>
                  <a:pt x="70203" y="60510"/>
                  <a:pt x="73872" y="60510"/>
                </a:cubicBezTo>
                <a:lnTo>
                  <a:pt x="234955" y="60510"/>
                </a:lnTo>
                <a:cubicBezTo>
                  <a:pt x="238887" y="60510"/>
                  <a:pt x="242030" y="61813"/>
                  <a:pt x="244385" y="64442"/>
                </a:cubicBezTo>
                <a:cubicBezTo>
                  <a:pt x="247002" y="67060"/>
                  <a:pt x="248317" y="70203"/>
                  <a:pt x="248317" y="73872"/>
                </a:cubicBezTo>
                <a:cubicBezTo>
                  <a:pt x="248317" y="77793"/>
                  <a:pt x="247002" y="80936"/>
                  <a:pt x="244385" y="83302"/>
                </a:cubicBezTo>
                <a:cubicBezTo>
                  <a:pt x="242030" y="85919"/>
                  <a:pt x="238887" y="87222"/>
                  <a:pt x="234955" y="87222"/>
                </a:cubicBezTo>
                <a:lnTo>
                  <a:pt x="73872" y="87222"/>
                </a:lnTo>
                <a:close/>
                <a:moveTo>
                  <a:pt x="203923" y="303329"/>
                </a:moveTo>
                <a:lnTo>
                  <a:pt x="203923" y="271897"/>
                </a:lnTo>
                <a:cubicBezTo>
                  <a:pt x="203923" y="270057"/>
                  <a:pt x="204186" y="268354"/>
                  <a:pt x="204700" y="266788"/>
                </a:cubicBezTo>
                <a:cubicBezTo>
                  <a:pt x="205489" y="265210"/>
                  <a:pt x="206540" y="263770"/>
                  <a:pt x="207843" y="262467"/>
                </a:cubicBezTo>
                <a:lnTo>
                  <a:pt x="291145" y="179554"/>
                </a:lnTo>
                <a:cubicBezTo>
                  <a:pt x="293500" y="177199"/>
                  <a:pt x="296254" y="175370"/>
                  <a:pt x="299397" y="174056"/>
                </a:cubicBezTo>
                <a:cubicBezTo>
                  <a:pt x="302541" y="173004"/>
                  <a:pt x="305684" y="172490"/>
                  <a:pt x="308827" y="172490"/>
                </a:cubicBezTo>
                <a:cubicBezTo>
                  <a:pt x="311970" y="172490"/>
                  <a:pt x="315114" y="173142"/>
                  <a:pt x="318257" y="174456"/>
                </a:cubicBezTo>
                <a:cubicBezTo>
                  <a:pt x="321400" y="175759"/>
                  <a:pt x="324143" y="177599"/>
                  <a:pt x="326509" y="179954"/>
                </a:cubicBezTo>
                <a:lnTo>
                  <a:pt x="341048" y="194493"/>
                </a:lnTo>
                <a:cubicBezTo>
                  <a:pt x="343666" y="196847"/>
                  <a:pt x="345495" y="199602"/>
                  <a:pt x="346546" y="202745"/>
                </a:cubicBezTo>
                <a:cubicBezTo>
                  <a:pt x="347586" y="205889"/>
                  <a:pt x="348112" y="208895"/>
                  <a:pt x="348112" y="211775"/>
                </a:cubicBezTo>
                <a:cubicBezTo>
                  <a:pt x="348112" y="214918"/>
                  <a:pt x="347461" y="218062"/>
                  <a:pt x="346146" y="221205"/>
                </a:cubicBezTo>
                <a:cubicBezTo>
                  <a:pt x="345106" y="224611"/>
                  <a:pt x="343266" y="227491"/>
                  <a:pt x="340648" y="229846"/>
                </a:cubicBezTo>
                <a:lnTo>
                  <a:pt x="258135" y="312759"/>
                </a:lnTo>
                <a:cubicBezTo>
                  <a:pt x="256832" y="314325"/>
                  <a:pt x="255392" y="315377"/>
                  <a:pt x="253815" y="315902"/>
                </a:cubicBezTo>
                <a:cubicBezTo>
                  <a:pt x="252249" y="316417"/>
                  <a:pt x="250546" y="316680"/>
                  <a:pt x="248705" y="316680"/>
                </a:cubicBezTo>
                <a:lnTo>
                  <a:pt x="217273" y="316680"/>
                </a:lnTo>
                <a:cubicBezTo>
                  <a:pt x="213615" y="316680"/>
                  <a:pt x="210472" y="315377"/>
                  <a:pt x="207843" y="312759"/>
                </a:cubicBezTo>
                <a:cubicBezTo>
                  <a:pt x="205226" y="310130"/>
                  <a:pt x="203923" y="306987"/>
                  <a:pt x="203923" y="303329"/>
                </a:cubicBezTo>
                <a:close/>
                <a:moveTo>
                  <a:pt x="323366" y="211775"/>
                </a:moveTo>
                <a:lnTo>
                  <a:pt x="308827" y="197236"/>
                </a:lnTo>
                <a:lnTo>
                  <a:pt x="323366" y="211775"/>
                </a:lnTo>
                <a:close/>
                <a:moveTo>
                  <a:pt x="229069" y="291534"/>
                </a:moveTo>
                <a:lnTo>
                  <a:pt x="243996" y="291534"/>
                </a:lnTo>
                <a:lnTo>
                  <a:pt x="291145" y="243996"/>
                </a:lnTo>
                <a:lnTo>
                  <a:pt x="284070" y="236532"/>
                </a:lnTo>
                <a:lnTo>
                  <a:pt x="276606" y="229457"/>
                </a:lnTo>
                <a:lnTo>
                  <a:pt x="229069" y="276606"/>
                </a:lnTo>
                <a:lnTo>
                  <a:pt x="229069" y="291534"/>
                </a:lnTo>
                <a:close/>
                <a:moveTo>
                  <a:pt x="284070" y="236532"/>
                </a:moveTo>
                <a:lnTo>
                  <a:pt x="276606" y="229457"/>
                </a:lnTo>
                <a:lnTo>
                  <a:pt x="291145" y="243996"/>
                </a:lnTo>
                <a:lnTo>
                  <a:pt x="284070" y="2365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4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06" y="332396"/>
                </a:moveTo>
                <a:cubicBezTo>
                  <a:pt x="64179" y="332396"/>
                  <a:pt x="57893" y="329778"/>
                  <a:pt x="52647" y="324543"/>
                </a:cubicBezTo>
                <a:cubicBezTo>
                  <a:pt x="47412" y="319297"/>
                  <a:pt x="44794" y="313011"/>
                  <a:pt x="44794" y="305684"/>
                </a:cubicBez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7893" y="47412"/>
                  <a:pt x="64179" y="44794"/>
                  <a:pt x="71506" y="44794"/>
                </a:cubicBezTo>
                <a:lnTo>
                  <a:pt x="149699" y="44794"/>
                </a:lnTo>
                <a:cubicBezTo>
                  <a:pt x="151528" y="35627"/>
                  <a:pt x="155985" y="28026"/>
                  <a:pt x="163060" y="22003"/>
                </a:cubicBezTo>
                <a:cubicBezTo>
                  <a:pt x="170387" y="16242"/>
                  <a:pt x="178902" y="13362"/>
                  <a:pt x="188595" y="13362"/>
                </a:cubicBezTo>
                <a:cubicBezTo>
                  <a:pt x="198288" y="13362"/>
                  <a:pt x="206803" y="16242"/>
                  <a:pt x="214130" y="22003"/>
                </a:cubicBezTo>
                <a:cubicBezTo>
                  <a:pt x="221205" y="28026"/>
                  <a:pt x="225662" y="35627"/>
                  <a:pt x="227491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305684"/>
                </a:lnTo>
                <a:cubicBezTo>
                  <a:pt x="332396" y="313011"/>
                  <a:pt x="329778" y="319297"/>
                  <a:pt x="324543" y="324543"/>
                </a:cubicBezTo>
                <a:cubicBezTo>
                  <a:pt x="319297" y="329778"/>
                  <a:pt x="313011" y="332396"/>
                  <a:pt x="305684" y="332396"/>
                </a:cubicBezTo>
                <a:lnTo>
                  <a:pt x="71506" y="332396"/>
                </a:lnTo>
                <a:close/>
                <a:moveTo>
                  <a:pt x="71506" y="305684"/>
                </a:moveTo>
                <a:lnTo>
                  <a:pt x="305684" y="305684"/>
                </a:lnTo>
                <a:lnTo>
                  <a:pt x="305684" y="71506"/>
                </a:lnTo>
                <a:lnTo>
                  <a:pt x="71506" y="71506"/>
                </a:lnTo>
                <a:lnTo>
                  <a:pt x="71506" y="305684"/>
                </a:lnTo>
                <a:close/>
                <a:moveTo>
                  <a:pt x="122587" y="266388"/>
                </a:moveTo>
                <a:lnTo>
                  <a:pt x="205489" y="266388"/>
                </a:lnTo>
                <a:cubicBezTo>
                  <a:pt x="208632" y="266388"/>
                  <a:pt x="211386" y="265210"/>
                  <a:pt x="213741" y="262856"/>
                </a:cubicBezTo>
                <a:cubicBezTo>
                  <a:pt x="216096" y="260764"/>
                  <a:pt x="217273" y="258009"/>
                  <a:pt x="217273" y="254603"/>
                </a:cubicBezTo>
                <a:cubicBezTo>
                  <a:pt x="217273" y="251197"/>
                  <a:pt x="216096" y="248317"/>
                  <a:pt x="213741" y="245962"/>
                </a:cubicBezTo>
                <a:cubicBezTo>
                  <a:pt x="211386" y="243859"/>
                  <a:pt x="208632" y="242819"/>
                  <a:pt x="205489" y="242819"/>
                </a:cubicBezTo>
                <a:lnTo>
                  <a:pt x="122587" y="242819"/>
                </a:lnTo>
                <a:cubicBezTo>
                  <a:pt x="119181" y="242819"/>
                  <a:pt x="116426" y="243996"/>
                  <a:pt x="114334" y="246351"/>
                </a:cubicBezTo>
                <a:cubicBezTo>
                  <a:pt x="111980" y="248442"/>
                  <a:pt x="110802" y="251197"/>
                  <a:pt x="110802" y="254603"/>
                </a:cubicBezTo>
                <a:cubicBezTo>
                  <a:pt x="110802" y="258009"/>
                  <a:pt x="111980" y="260764"/>
                  <a:pt x="114334" y="262856"/>
                </a:cubicBezTo>
                <a:cubicBezTo>
                  <a:pt x="116426" y="265210"/>
                  <a:pt x="119181" y="266388"/>
                  <a:pt x="122587" y="266388"/>
                </a:cubicBezTo>
                <a:close/>
                <a:moveTo>
                  <a:pt x="122587" y="200379"/>
                </a:moveTo>
                <a:lnTo>
                  <a:pt x="254603" y="200379"/>
                </a:lnTo>
                <a:cubicBezTo>
                  <a:pt x="258009" y="200379"/>
                  <a:pt x="260764" y="199202"/>
                  <a:pt x="262856" y="196847"/>
                </a:cubicBezTo>
                <a:cubicBezTo>
                  <a:pt x="265210" y="194756"/>
                  <a:pt x="266388" y="192001"/>
                  <a:pt x="266388" y="188595"/>
                </a:cubicBezTo>
                <a:cubicBezTo>
                  <a:pt x="266388" y="185189"/>
                  <a:pt x="265210" y="182434"/>
                  <a:pt x="262856" y="180343"/>
                </a:cubicBezTo>
                <a:cubicBezTo>
                  <a:pt x="260764" y="177988"/>
                  <a:pt x="258009" y="176811"/>
                  <a:pt x="254603" y="176811"/>
                </a:cubicBezTo>
                <a:lnTo>
                  <a:pt x="122587" y="176811"/>
                </a:lnTo>
                <a:cubicBezTo>
                  <a:pt x="119181" y="176811"/>
                  <a:pt x="116426" y="177988"/>
                  <a:pt x="114334" y="180343"/>
                </a:cubicBezTo>
                <a:cubicBezTo>
                  <a:pt x="111980" y="182434"/>
                  <a:pt x="110802" y="185189"/>
                  <a:pt x="110802" y="188595"/>
                </a:cubicBezTo>
                <a:cubicBezTo>
                  <a:pt x="110802" y="192001"/>
                  <a:pt x="111980" y="194882"/>
                  <a:pt x="114334" y="197236"/>
                </a:cubicBezTo>
                <a:cubicBezTo>
                  <a:pt x="116426" y="199339"/>
                  <a:pt x="119181" y="200379"/>
                  <a:pt x="122587" y="200379"/>
                </a:cubicBezTo>
                <a:close/>
                <a:moveTo>
                  <a:pt x="122587" y="134371"/>
                </a:moveTo>
                <a:lnTo>
                  <a:pt x="254603" y="134371"/>
                </a:lnTo>
                <a:cubicBezTo>
                  <a:pt x="258009" y="134371"/>
                  <a:pt x="260764" y="133194"/>
                  <a:pt x="262856" y="130839"/>
                </a:cubicBezTo>
                <a:cubicBezTo>
                  <a:pt x="265210" y="128748"/>
                  <a:pt x="266388" y="125993"/>
                  <a:pt x="266388" y="122587"/>
                </a:cubicBezTo>
                <a:cubicBezTo>
                  <a:pt x="266388" y="119181"/>
                  <a:pt x="265210" y="116426"/>
                  <a:pt x="262856" y="114334"/>
                </a:cubicBezTo>
                <a:cubicBezTo>
                  <a:pt x="260764" y="111980"/>
                  <a:pt x="258009" y="110802"/>
                  <a:pt x="254603" y="110802"/>
                </a:cubicBezTo>
                <a:lnTo>
                  <a:pt x="122587" y="110802"/>
                </a:lnTo>
                <a:cubicBezTo>
                  <a:pt x="119181" y="110802"/>
                  <a:pt x="116426" y="111980"/>
                  <a:pt x="114334" y="114334"/>
                </a:cubicBezTo>
                <a:cubicBezTo>
                  <a:pt x="111980" y="116426"/>
                  <a:pt x="110802" y="119181"/>
                  <a:pt x="110802" y="122587"/>
                </a:cubicBezTo>
                <a:cubicBezTo>
                  <a:pt x="110802" y="125993"/>
                  <a:pt x="111980" y="128873"/>
                  <a:pt x="114334" y="131228"/>
                </a:cubicBezTo>
                <a:cubicBezTo>
                  <a:pt x="116426" y="133331"/>
                  <a:pt x="119181" y="134371"/>
                  <a:pt x="122587" y="134371"/>
                </a:cubicBezTo>
                <a:close/>
                <a:moveTo>
                  <a:pt x="198813" y="60510"/>
                </a:moveTo>
                <a:cubicBezTo>
                  <a:pt x="201431" y="57630"/>
                  <a:pt x="202745" y="54224"/>
                  <a:pt x="202745" y="50292"/>
                </a:cubicBezTo>
                <a:cubicBezTo>
                  <a:pt x="202745" y="46360"/>
                  <a:pt x="201431" y="42954"/>
                  <a:pt x="198813" y="40074"/>
                </a:cubicBezTo>
                <a:cubicBezTo>
                  <a:pt x="195933" y="37456"/>
                  <a:pt x="192527" y="36153"/>
                  <a:pt x="188595" y="36153"/>
                </a:cubicBezTo>
                <a:cubicBezTo>
                  <a:pt x="184663" y="36153"/>
                  <a:pt x="181257" y="37456"/>
                  <a:pt x="178377" y="40074"/>
                </a:cubicBezTo>
                <a:cubicBezTo>
                  <a:pt x="175759" y="42954"/>
                  <a:pt x="174456" y="46360"/>
                  <a:pt x="174456" y="50292"/>
                </a:cubicBezTo>
                <a:cubicBezTo>
                  <a:pt x="174456" y="54224"/>
                  <a:pt x="175759" y="57630"/>
                  <a:pt x="178377" y="60510"/>
                </a:cubicBezTo>
                <a:cubicBezTo>
                  <a:pt x="181257" y="63128"/>
                  <a:pt x="184663" y="64442"/>
                  <a:pt x="188595" y="64442"/>
                </a:cubicBezTo>
                <a:cubicBezTo>
                  <a:pt x="192527" y="64442"/>
                  <a:pt x="195933" y="63128"/>
                  <a:pt x="198813" y="60510"/>
                </a:cubicBezTo>
                <a:close/>
                <a:moveTo>
                  <a:pt x="71506" y="305684"/>
                </a:moveTo>
                <a:lnTo>
                  <a:pt x="71506" y="71506"/>
                </a:lnTo>
                <a:lnTo>
                  <a:pt x="71506" y="3056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6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2564"/>
                </a:moveTo>
                <a:lnTo>
                  <a:pt x="128485" y="175233"/>
                </a:lnTo>
                <a:cubicBezTo>
                  <a:pt x="125856" y="172616"/>
                  <a:pt x="122850" y="171313"/>
                  <a:pt x="119443" y="171313"/>
                </a:cubicBezTo>
                <a:cubicBezTo>
                  <a:pt x="115774" y="171313"/>
                  <a:pt x="112631" y="172616"/>
                  <a:pt x="110014" y="175233"/>
                </a:cubicBezTo>
                <a:cubicBezTo>
                  <a:pt x="107396" y="177851"/>
                  <a:pt x="106082" y="180868"/>
                  <a:pt x="106082" y="184274"/>
                </a:cubicBezTo>
                <a:cubicBezTo>
                  <a:pt x="106345" y="187943"/>
                  <a:pt x="107659" y="191087"/>
                  <a:pt x="110014" y="193704"/>
                </a:cubicBezTo>
                <a:lnTo>
                  <a:pt x="156374" y="240853"/>
                </a:lnTo>
                <a:cubicBezTo>
                  <a:pt x="159254" y="243470"/>
                  <a:pt x="162397" y="244785"/>
                  <a:pt x="165804" y="244785"/>
                </a:cubicBezTo>
                <a:cubicBezTo>
                  <a:pt x="169473" y="244785"/>
                  <a:pt x="172753" y="243470"/>
                  <a:pt x="175633" y="240853"/>
                </a:cubicBezTo>
                <a:lnTo>
                  <a:pt x="266788" y="149699"/>
                </a:lnTo>
                <a:cubicBezTo>
                  <a:pt x="269405" y="147081"/>
                  <a:pt x="270708" y="143938"/>
                  <a:pt x="270708" y="140269"/>
                </a:cubicBezTo>
                <a:cubicBezTo>
                  <a:pt x="270708" y="136600"/>
                  <a:pt x="269405" y="133457"/>
                  <a:pt x="266788" y="130839"/>
                </a:cubicBezTo>
                <a:cubicBezTo>
                  <a:pt x="264159" y="128222"/>
                  <a:pt x="261015" y="126907"/>
                  <a:pt x="257358" y="126907"/>
                </a:cubicBezTo>
                <a:cubicBezTo>
                  <a:pt x="253689" y="126907"/>
                  <a:pt x="250546" y="128222"/>
                  <a:pt x="247928" y="130839"/>
                </a:cubicBezTo>
                <a:lnTo>
                  <a:pt x="166204" y="212564"/>
                </a:lnTo>
                <a:close/>
                <a:moveTo>
                  <a:pt x="71506" y="332396"/>
                </a:moveTo>
                <a:cubicBezTo>
                  <a:pt x="64179" y="332396"/>
                  <a:pt x="57893" y="329778"/>
                  <a:pt x="52647" y="324543"/>
                </a:cubicBezTo>
                <a:cubicBezTo>
                  <a:pt x="47412" y="319297"/>
                  <a:pt x="44794" y="313011"/>
                  <a:pt x="44794" y="305684"/>
                </a:cubicBezTo>
                <a:lnTo>
                  <a:pt x="44794" y="71506"/>
                </a:lnTo>
                <a:cubicBezTo>
                  <a:pt x="44794" y="64179"/>
                  <a:pt x="47412" y="57893"/>
                  <a:pt x="52647" y="52647"/>
                </a:cubicBezTo>
                <a:cubicBezTo>
                  <a:pt x="57893" y="47412"/>
                  <a:pt x="64179" y="44794"/>
                  <a:pt x="71506" y="44794"/>
                </a:cubicBezTo>
                <a:lnTo>
                  <a:pt x="149699" y="44794"/>
                </a:lnTo>
                <a:cubicBezTo>
                  <a:pt x="151528" y="35627"/>
                  <a:pt x="155985" y="28026"/>
                  <a:pt x="163060" y="22003"/>
                </a:cubicBezTo>
                <a:cubicBezTo>
                  <a:pt x="170387" y="16242"/>
                  <a:pt x="178902" y="13362"/>
                  <a:pt x="188595" y="13362"/>
                </a:cubicBezTo>
                <a:cubicBezTo>
                  <a:pt x="198288" y="13362"/>
                  <a:pt x="206803" y="16242"/>
                  <a:pt x="214130" y="22003"/>
                </a:cubicBezTo>
                <a:cubicBezTo>
                  <a:pt x="221205" y="28026"/>
                  <a:pt x="225662" y="35627"/>
                  <a:pt x="227491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305684"/>
                </a:lnTo>
                <a:cubicBezTo>
                  <a:pt x="332396" y="313011"/>
                  <a:pt x="329778" y="319297"/>
                  <a:pt x="324543" y="324543"/>
                </a:cubicBezTo>
                <a:cubicBezTo>
                  <a:pt x="319297" y="329778"/>
                  <a:pt x="313011" y="332396"/>
                  <a:pt x="305684" y="332396"/>
                </a:cubicBezTo>
                <a:lnTo>
                  <a:pt x="71506" y="332396"/>
                </a:lnTo>
                <a:close/>
                <a:moveTo>
                  <a:pt x="71506" y="305684"/>
                </a:moveTo>
                <a:lnTo>
                  <a:pt x="305684" y="305684"/>
                </a:lnTo>
                <a:lnTo>
                  <a:pt x="305684" y="71506"/>
                </a:lnTo>
                <a:lnTo>
                  <a:pt x="71506" y="71506"/>
                </a:lnTo>
                <a:lnTo>
                  <a:pt x="71506" y="305684"/>
                </a:lnTo>
                <a:close/>
                <a:moveTo>
                  <a:pt x="198813" y="60510"/>
                </a:moveTo>
                <a:cubicBezTo>
                  <a:pt x="201431" y="57630"/>
                  <a:pt x="202745" y="54224"/>
                  <a:pt x="202745" y="50292"/>
                </a:cubicBezTo>
                <a:cubicBezTo>
                  <a:pt x="202745" y="46360"/>
                  <a:pt x="201431" y="42954"/>
                  <a:pt x="198813" y="40074"/>
                </a:cubicBezTo>
                <a:cubicBezTo>
                  <a:pt x="195933" y="37456"/>
                  <a:pt x="192527" y="36153"/>
                  <a:pt x="188595" y="36153"/>
                </a:cubicBezTo>
                <a:cubicBezTo>
                  <a:pt x="184663" y="36153"/>
                  <a:pt x="181257" y="37456"/>
                  <a:pt x="178377" y="40074"/>
                </a:cubicBezTo>
                <a:cubicBezTo>
                  <a:pt x="175759" y="42954"/>
                  <a:pt x="174456" y="46360"/>
                  <a:pt x="174456" y="50292"/>
                </a:cubicBezTo>
                <a:cubicBezTo>
                  <a:pt x="174456" y="54224"/>
                  <a:pt x="175759" y="57630"/>
                  <a:pt x="178377" y="60510"/>
                </a:cubicBezTo>
                <a:cubicBezTo>
                  <a:pt x="181257" y="63128"/>
                  <a:pt x="184663" y="64442"/>
                  <a:pt x="188595" y="64442"/>
                </a:cubicBezTo>
                <a:cubicBezTo>
                  <a:pt x="192527" y="64442"/>
                  <a:pt x="195933" y="63128"/>
                  <a:pt x="198813" y="60510"/>
                </a:cubicBezTo>
                <a:close/>
                <a:moveTo>
                  <a:pt x="71506" y="305684"/>
                </a:moveTo>
                <a:lnTo>
                  <a:pt x="71506" y="71506"/>
                </a:lnTo>
                <a:lnTo>
                  <a:pt x="71506" y="3056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8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411" y="282504"/>
                </a:moveTo>
                <a:lnTo>
                  <a:pt x="176411" y="291534"/>
                </a:lnTo>
                <a:cubicBezTo>
                  <a:pt x="176411" y="293374"/>
                  <a:pt x="177074" y="294940"/>
                  <a:pt x="178377" y="296254"/>
                </a:cubicBezTo>
                <a:cubicBezTo>
                  <a:pt x="179691" y="297557"/>
                  <a:pt x="181257" y="298220"/>
                  <a:pt x="183097" y="298220"/>
                </a:cubicBezTo>
                <a:lnTo>
                  <a:pt x="194493" y="298220"/>
                </a:lnTo>
                <a:cubicBezTo>
                  <a:pt x="196059" y="298220"/>
                  <a:pt x="197499" y="297557"/>
                  <a:pt x="198813" y="296254"/>
                </a:cubicBezTo>
                <a:cubicBezTo>
                  <a:pt x="200116" y="294940"/>
                  <a:pt x="200779" y="293374"/>
                  <a:pt x="200779" y="291534"/>
                </a:cubicBezTo>
                <a:lnTo>
                  <a:pt x="200779" y="282504"/>
                </a:lnTo>
                <a:lnTo>
                  <a:pt x="223959" y="282504"/>
                </a:lnTo>
                <a:cubicBezTo>
                  <a:pt x="227628" y="282504"/>
                  <a:pt x="230635" y="281327"/>
                  <a:pt x="232989" y="278961"/>
                </a:cubicBezTo>
                <a:cubicBezTo>
                  <a:pt x="235092" y="276869"/>
                  <a:pt x="236132" y="273989"/>
                  <a:pt x="236132" y="270320"/>
                </a:cubicBezTo>
                <a:lnTo>
                  <a:pt x="236132" y="218850"/>
                </a:lnTo>
                <a:cubicBezTo>
                  <a:pt x="236132" y="215181"/>
                  <a:pt x="235092" y="212175"/>
                  <a:pt x="232989" y="209809"/>
                </a:cubicBezTo>
                <a:cubicBezTo>
                  <a:pt x="230635" y="207455"/>
                  <a:pt x="227628" y="206277"/>
                  <a:pt x="223959" y="206277"/>
                </a:cubicBezTo>
                <a:lnTo>
                  <a:pt x="165415" y="206277"/>
                </a:lnTo>
                <a:lnTo>
                  <a:pt x="165415" y="179554"/>
                </a:lnTo>
                <a:lnTo>
                  <a:pt x="223959" y="179554"/>
                </a:lnTo>
                <a:cubicBezTo>
                  <a:pt x="227628" y="179554"/>
                  <a:pt x="230509" y="178251"/>
                  <a:pt x="232600" y="175633"/>
                </a:cubicBezTo>
                <a:cubicBezTo>
                  <a:pt x="234955" y="173267"/>
                  <a:pt x="236132" y="170387"/>
                  <a:pt x="236132" y="166981"/>
                </a:cubicBezTo>
                <a:cubicBezTo>
                  <a:pt x="236132" y="163575"/>
                  <a:pt x="234955" y="160694"/>
                  <a:pt x="232600" y="158340"/>
                </a:cubicBezTo>
                <a:cubicBezTo>
                  <a:pt x="230509" y="155985"/>
                  <a:pt x="227628" y="154808"/>
                  <a:pt x="223959" y="154808"/>
                </a:cubicBezTo>
                <a:lnTo>
                  <a:pt x="200779" y="154808"/>
                </a:lnTo>
                <a:lnTo>
                  <a:pt x="200779" y="145767"/>
                </a:lnTo>
                <a:cubicBezTo>
                  <a:pt x="200779" y="143938"/>
                  <a:pt x="200116" y="142361"/>
                  <a:pt x="198813" y="141058"/>
                </a:cubicBezTo>
                <a:cubicBezTo>
                  <a:pt x="197499" y="139743"/>
                  <a:pt x="195933" y="139092"/>
                  <a:pt x="194093" y="139092"/>
                </a:cubicBezTo>
                <a:lnTo>
                  <a:pt x="182697" y="139092"/>
                </a:lnTo>
                <a:cubicBezTo>
                  <a:pt x="181131" y="139092"/>
                  <a:pt x="179691" y="139743"/>
                  <a:pt x="178377" y="141058"/>
                </a:cubicBezTo>
                <a:cubicBezTo>
                  <a:pt x="177074" y="142361"/>
                  <a:pt x="176411" y="143938"/>
                  <a:pt x="176411" y="145767"/>
                </a:cubicBezTo>
                <a:lnTo>
                  <a:pt x="176411" y="154808"/>
                </a:lnTo>
                <a:lnTo>
                  <a:pt x="153231" y="154808"/>
                </a:lnTo>
                <a:cubicBezTo>
                  <a:pt x="149562" y="154808"/>
                  <a:pt x="146681" y="155985"/>
                  <a:pt x="144590" y="158340"/>
                </a:cubicBezTo>
                <a:cubicBezTo>
                  <a:pt x="142235" y="160694"/>
                  <a:pt x="141058" y="163575"/>
                  <a:pt x="141058" y="166981"/>
                </a:cubicBezTo>
                <a:lnTo>
                  <a:pt x="141058" y="218850"/>
                </a:lnTo>
                <a:cubicBezTo>
                  <a:pt x="141058" y="222256"/>
                  <a:pt x="142235" y="225137"/>
                  <a:pt x="144590" y="227491"/>
                </a:cubicBezTo>
                <a:cubicBezTo>
                  <a:pt x="146681" y="229846"/>
                  <a:pt x="149562" y="231035"/>
                  <a:pt x="153231" y="231035"/>
                </a:cubicBezTo>
                <a:lnTo>
                  <a:pt x="211775" y="231035"/>
                </a:lnTo>
                <a:lnTo>
                  <a:pt x="211775" y="258135"/>
                </a:lnTo>
                <a:lnTo>
                  <a:pt x="153231" y="258135"/>
                </a:lnTo>
                <a:cubicBezTo>
                  <a:pt x="149824" y="258135"/>
                  <a:pt x="146944" y="259324"/>
                  <a:pt x="144590" y="261678"/>
                </a:cubicBezTo>
                <a:cubicBezTo>
                  <a:pt x="142235" y="264033"/>
                  <a:pt x="141058" y="266913"/>
                  <a:pt x="141058" y="270320"/>
                </a:cubicBezTo>
                <a:cubicBezTo>
                  <a:pt x="141058" y="273989"/>
                  <a:pt x="142235" y="276869"/>
                  <a:pt x="144590" y="278961"/>
                </a:cubicBezTo>
                <a:cubicBezTo>
                  <a:pt x="146944" y="281327"/>
                  <a:pt x="149824" y="282504"/>
                  <a:pt x="153231" y="282504"/>
                </a:cubicBezTo>
                <a:lnTo>
                  <a:pt x="176411" y="282504"/>
                </a:lnTo>
                <a:close/>
                <a:moveTo>
                  <a:pt x="87222" y="348112"/>
                </a:moveTo>
                <a:cubicBezTo>
                  <a:pt x="80159" y="348112"/>
                  <a:pt x="73872" y="345495"/>
                  <a:pt x="68363" y="340260"/>
                </a:cubicBezTo>
                <a:cubicBezTo>
                  <a:pt x="63128" y="334762"/>
                  <a:pt x="60510" y="328475"/>
                  <a:pt x="60510" y="321400"/>
                </a:cubicBezTo>
                <a:lnTo>
                  <a:pt x="60510" y="55790"/>
                </a:lnTo>
                <a:cubicBezTo>
                  <a:pt x="60510" y="48463"/>
                  <a:pt x="63128" y="42177"/>
                  <a:pt x="68363" y="36930"/>
                </a:cubicBezTo>
                <a:cubicBezTo>
                  <a:pt x="73872" y="31695"/>
                  <a:pt x="80159" y="29078"/>
                  <a:pt x="87222" y="29078"/>
                </a:cubicBezTo>
                <a:lnTo>
                  <a:pt x="227891" y="29078"/>
                </a:lnTo>
                <a:lnTo>
                  <a:pt x="316680" y="117878"/>
                </a:lnTo>
                <a:lnTo>
                  <a:pt x="316680" y="321400"/>
                </a:lnTo>
                <a:cubicBezTo>
                  <a:pt x="316680" y="328475"/>
                  <a:pt x="314062" y="334762"/>
                  <a:pt x="308827" y="340260"/>
                </a:cubicBezTo>
                <a:cubicBezTo>
                  <a:pt x="303581" y="345495"/>
                  <a:pt x="297294" y="348112"/>
                  <a:pt x="289968" y="348112"/>
                </a:cubicBezTo>
                <a:lnTo>
                  <a:pt x="87222" y="348112"/>
                </a:lnTo>
                <a:close/>
                <a:moveTo>
                  <a:pt x="87222" y="321400"/>
                </a:moveTo>
                <a:lnTo>
                  <a:pt x="289968" y="321400"/>
                </a:lnTo>
                <a:lnTo>
                  <a:pt x="289968" y="128085"/>
                </a:lnTo>
                <a:lnTo>
                  <a:pt x="231035" y="128085"/>
                </a:lnTo>
                <a:cubicBezTo>
                  <a:pt x="227366" y="128085"/>
                  <a:pt x="224222" y="126782"/>
                  <a:pt x="221605" y="124164"/>
                </a:cubicBezTo>
                <a:cubicBezTo>
                  <a:pt x="218976" y="121535"/>
                  <a:pt x="217673" y="118392"/>
                  <a:pt x="217673" y="114734"/>
                </a:cubicBezTo>
                <a:lnTo>
                  <a:pt x="217673" y="55790"/>
                </a:lnTo>
                <a:lnTo>
                  <a:pt x="87222" y="55790"/>
                </a:lnTo>
                <a:lnTo>
                  <a:pt x="87222" y="321400"/>
                </a:lnTo>
                <a:close/>
                <a:moveTo>
                  <a:pt x="87222" y="55790"/>
                </a:moveTo>
                <a:lnTo>
                  <a:pt x="87222" y="128085"/>
                </a:lnTo>
                <a:lnTo>
                  <a:pt x="87222" y="55790"/>
                </a:lnTo>
                <a:lnTo>
                  <a:pt x="87222" y="321400"/>
                </a:lnTo>
                <a:lnTo>
                  <a:pt x="87222" y="557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60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790" y="316680"/>
                </a:moveTo>
                <a:cubicBezTo>
                  <a:pt x="48726" y="316680"/>
                  <a:pt x="42440" y="313936"/>
                  <a:pt x="36930" y="308427"/>
                </a:cubicBezTo>
                <a:cubicBezTo>
                  <a:pt x="31695" y="302929"/>
                  <a:pt x="29078" y="296780"/>
                  <a:pt x="29078" y="289968"/>
                </a:cubicBezTo>
                <a:lnTo>
                  <a:pt x="29078" y="87222"/>
                </a:lnTo>
                <a:cubicBezTo>
                  <a:pt x="29078" y="80159"/>
                  <a:pt x="31695" y="73998"/>
                  <a:pt x="36930" y="68763"/>
                </a:cubicBezTo>
                <a:cubicBezTo>
                  <a:pt x="42440" y="63254"/>
                  <a:pt x="48726" y="60510"/>
                  <a:pt x="55790" y="60510"/>
                </a:cubicBezTo>
                <a:lnTo>
                  <a:pt x="153231" y="60510"/>
                </a:lnTo>
                <a:cubicBezTo>
                  <a:pt x="156900" y="60510"/>
                  <a:pt x="160431" y="61162"/>
                  <a:pt x="163838" y="62476"/>
                </a:cubicBezTo>
                <a:cubicBezTo>
                  <a:pt x="167244" y="64042"/>
                  <a:pt x="170124" y="66008"/>
                  <a:pt x="172490" y="68363"/>
                </a:cubicBezTo>
                <a:lnTo>
                  <a:pt x="188984" y="85256"/>
                </a:lnTo>
                <a:lnTo>
                  <a:pt x="321400" y="85256"/>
                </a:lnTo>
                <a:cubicBezTo>
                  <a:pt x="328475" y="85256"/>
                  <a:pt x="334625" y="87885"/>
                  <a:pt x="339860" y="93120"/>
                </a:cubicBezTo>
                <a:cubicBezTo>
                  <a:pt x="345369" y="98618"/>
                  <a:pt x="348112" y="104905"/>
                  <a:pt x="348112" y="111980"/>
                </a:cubicBezTo>
                <a:lnTo>
                  <a:pt x="348112" y="289968"/>
                </a:lnTo>
                <a:cubicBezTo>
                  <a:pt x="348112" y="296780"/>
                  <a:pt x="345369" y="302929"/>
                  <a:pt x="339860" y="308427"/>
                </a:cubicBezTo>
                <a:cubicBezTo>
                  <a:pt x="334625" y="313936"/>
                  <a:pt x="328475" y="316680"/>
                  <a:pt x="321400" y="316680"/>
                </a:cubicBezTo>
                <a:lnTo>
                  <a:pt x="55790" y="316680"/>
                </a:lnTo>
                <a:close/>
                <a:moveTo>
                  <a:pt x="55790" y="289968"/>
                </a:moveTo>
                <a:lnTo>
                  <a:pt x="321400" y="289968"/>
                </a:lnTo>
                <a:lnTo>
                  <a:pt x="321400" y="111980"/>
                </a:lnTo>
                <a:lnTo>
                  <a:pt x="177988" y="111980"/>
                </a:lnTo>
                <a:lnTo>
                  <a:pt x="153231" y="87222"/>
                </a:lnTo>
                <a:lnTo>
                  <a:pt x="55790" y="87222"/>
                </a:lnTo>
                <a:lnTo>
                  <a:pt x="55790" y="289968"/>
                </a:lnTo>
                <a:close/>
                <a:moveTo>
                  <a:pt x="55790" y="289968"/>
                </a:moveTo>
                <a:lnTo>
                  <a:pt x="55790" y="87222"/>
                </a:lnTo>
                <a:lnTo>
                  <a:pt x="55790" y="28996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2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62067"/>
                </a:moveTo>
                <a:cubicBezTo>
                  <a:pt x="111591" y="262067"/>
                  <a:pt x="125204" y="263644"/>
                  <a:pt x="138303" y="266788"/>
                </a:cubicBezTo>
                <a:cubicBezTo>
                  <a:pt x="151665" y="270194"/>
                  <a:pt x="164763" y="275166"/>
                  <a:pt x="177599" y="281715"/>
                </a:cubicBezTo>
                <a:lnTo>
                  <a:pt x="177599" y="113946"/>
                </a:lnTo>
                <a:cubicBezTo>
                  <a:pt x="165804" y="106082"/>
                  <a:pt x="152968" y="99932"/>
                  <a:pt x="139092" y="95475"/>
                </a:cubicBezTo>
                <a:cubicBezTo>
                  <a:pt x="125467" y="91280"/>
                  <a:pt x="111591" y="89188"/>
                  <a:pt x="97441" y="89188"/>
                </a:cubicBezTo>
                <a:cubicBezTo>
                  <a:pt x="87485" y="89188"/>
                  <a:pt x="77793" y="90366"/>
                  <a:pt x="68363" y="92732"/>
                </a:cubicBezTo>
                <a:cubicBezTo>
                  <a:pt x="58670" y="95349"/>
                  <a:pt x="48978" y="98492"/>
                  <a:pt x="39296" y="102161"/>
                </a:cubicBezTo>
                <a:lnTo>
                  <a:pt x="39296" y="272674"/>
                </a:lnTo>
                <a:cubicBezTo>
                  <a:pt x="47412" y="269005"/>
                  <a:pt x="56704" y="266262"/>
                  <a:pt x="67186" y="264422"/>
                </a:cubicBezTo>
                <a:cubicBezTo>
                  <a:pt x="77404" y="262856"/>
                  <a:pt x="87485" y="262067"/>
                  <a:pt x="97441" y="262067"/>
                </a:cubicBezTo>
                <a:close/>
                <a:moveTo>
                  <a:pt x="201168" y="281715"/>
                </a:moveTo>
                <a:cubicBezTo>
                  <a:pt x="214267" y="275166"/>
                  <a:pt x="227103" y="270194"/>
                  <a:pt x="239676" y="266788"/>
                </a:cubicBezTo>
                <a:cubicBezTo>
                  <a:pt x="252249" y="263644"/>
                  <a:pt x="265610" y="262067"/>
                  <a:pt x="279749" y="262067"/>
                </a:cubicBezTo>
                <a:cubicBezTo>
                  <a:pt x="289705" y="262067"/>
                  <a:pt x="300049" y="262856"/>
                  <a:pt x="310793" y="264422"/>
                </a:cubicBezTo>
                <a:cubicBezTo>
                  <a:pt x="321263" y="265999"/>
                  <a:pt x="330304" y="268091"/>
                  <a:pt x="337905" y="270708"/>
                </a:cubicBezTo>
                <a:lnTo>
                  <a:pt x="337905" y="102161"/>
                </a:lnTo>
                <a:cubicBezTo>
                  <a:pt x="328990" y="97441"/>
                  <a:pt x="319560" y="94172"/>
                  <a:pt x="309616" y="92332"/>
                </a:cubicBezTo>
                <a:cubicBezTo>
                  <a:pt x="299660" y="90240"/>
                  <a:pt x="289705" y="89188"/>
                  <a:pt x="279749" y="89188"/>
                </a:cubicBezTo>
                <a:cubicBezTo>
                  <a:pt x="265610" y="89188"/>
                  <a:pt x="251986" y="91280"/>
                  <a:pt x="238887" y="95475"/>
                </a:cubicBezTo>
                <a:cubicBezTo>
                  <a:pt x="225525" y="99932"/>
                  <a:pt x="212952" y="106082"/>
                  <a:pt x="201168" y="113946"/>
                </a:cubicBezTo>
                <a:lnTo>
                  <a:pt x="201168" y="281715"/>
                </a:lnTo>
                <a:close/>
                <a:moveTo>
                  <a:pt x="183886" y="314325"/>
                </a:moveTo>
                <a:cubicBezTo>
                  <a:pt x="182046" y="314062"/>
                  <a:pt x="180343" y="313273"/>
                  <a:pt x="178777" y="311970"/>
                </a:cubicBezTo>
                <a:cubicBezTo>
                  <a:pt x="166467" y="304369"/>
                  <a:pt x="153493" y="298483"/>
                  <a:pt x="139880" y="294288"/>
                </a:cubicBezTo>
                <a:cubicBezTo>
                  <a:pt x="125993" y="290093"/>
                  <a:pt x="111843" y="288002"/>
                  <a:pt x="97441" y="288002"/>
                </a:cubicBezTo>
                <a:cubicBezTo>
                  <a:pt x="88011" y="288002"/>
                  <a:pt x="78707" y="289179"/>
                  <a:pt x="69540" y="291534"/>
                </a:cubicBezTo>
                <a:cubicBezTo>
                  <a:pt x="60636" y="293900"/>
                  <a:pt x="51606" y="296780"/>
                  <a:pt x="42440" y="300186"/>
                </a:cubicBezTo>
                <a:cubicBezTo>
                  <a:pt x="35890" y="303329"/>
                  <a:pt x="29467" y="302929"/>
                  <a:pt x="23180" y="298997"/>
                </a:cubicBezTo>
                <a:cubicBezTo>
                  <a:pt x="16631" y="295077"/>
                  <a:pt x="13362" y="289305"/>
                  <a:pt x="13362" y="281715"/>
                </a:cubicBezTo>
                <a:lnTo>
                  <a:pt x="13362" y="99795"/>
                </a:lnTo>
                <a:cubicBezTo>
                  <a:pt x="13362" y="95349"/>
                  <a:pt x="14402" y="91154"/>
                  <a:pt x="16505" y="87222"/>
                </a:cubicBezTo>
                <a:cubicBezTo>
                  <a:pt x="18597" y="83302"/>
                  <a:pt x="21740" y="80284"/>
                  <a:pt x="25935" y="78193"/>
                </a:cubicBezTo>
                <a:cubicBezTo>
                  <a:pt x="37193" y="72946"/>
                  <a:pt x="48726" y="69152"/>
                  <a:pt x="60510" y="66797"/>
                </a:cubicBezTo>
                <a:cubicBezTo>
                  <a:pt x="72558" y="64442"/>
                  <a:pt x="84868" y="63254"/>
                  <a:pt x="97441" y="63254"/>
                </a:cubicBezTo>
                <a:cubicBezTo>
                  <a:pt x="113946" y="63254"/>
                  <a:pt x="129925" y="65482"/>
                  <a:pt x="145378" y="69940"/>
                </a:cubicBezTo>
                <a:cubicBezTo>
                  <a:pt x="161094" y="74386"/>
                  <a:pt x="175759" y="81336"/>
                  <a:pt x="189384" y="90766"/>
                </a:cubicBezTo>
                <a:cubicBezTo>
                  <a:pt x="202745" y="81336"/>
                  <a:pt x="217147" y="74386"/>
                  <a:pt x="232600" y="69940"/>
                </a:cubicBezTo>
                <a:cubicBezTo>
                  <a:pt x="247791" y="65482"/>
                  <a:pt x="263507" y="63254"/>
                  <a:pt x="279749" y="63254"/>
                </a:cubicBezTo>
                <a:cubicBezTo>
                  <a:pt x="292322" y="63254"/>
                  <a:pt x="304507" y="64442"/>
                  <a:pt x="316291" y="66797"/>
                </a:cubicBezTo>
                <a:cubicBezTo>
                  <a:pt x="328075" y="69414"/>
                  <a:pt x="339597" y="73209"/>
                  <a:pt x="350867" y="78193"/>
                </a:cubicBezTo>
                <a:cubicBezTo>
                  <a:pt x="355062" y="80284"/>
                  <a:pt x="358205" y="83302"/>
                  <a:pt x="360296" y="87222"/>
                </a:cubicBezTo>
                <a:cubicBezTo>
                  <a:pt x="362651" y="90891"/>
                  <a:pt x="363828" y="95086"/>
                  <a:pt x="363828" y="99795"/>
                </a:cubicBezTo>
                <a:lnTo>
                  <a:pt x="363828" y="282504"/>
                </a:lnTo>
                <a:cubicBezTo>
                  <a:pt x="363828" y="290356"/>
                  <a:pt x="360422" y="296254"/>
                  <a:pt x="353621" y="300186"/>
                </a:cubicBezTo>
                <a:cubicBezTo>
                  <a:pt x="347072" y="304107"/>
                  <a:pt x="340648" y="304107"/>
                  <a:pt x="334362" y="300186"/>
                </a:cubicBezTo>
                <a:cubicBezTo>
                  <a:pt x="325458" y="296517"/>
                  <a:pt x="316554" y="293637"/>
                  <a:pt x="307650" y="291534"/>
                </a:cubicBezTo>
                <a:cubicBezTo>
                  <a:pt x="298483" y="289179"/>
                  <a:pt x="289179" y="288002"/>
                  <a:pt x="279749" y="288002"/>
                </a:cubicBezTo>
                <a:cubicBezTo>
                  <a:pt x="265610" y="288002"/>
                  <a:pt x="251849" y="290093"/>
                  <a:pt x="238498" y="294288"/>
                </a:cubicBezTo>
                <a:cubicBezTo>
                  <a:pt x="225137" y="298734"/>
                  <a:pt x="212427" y="304632"/>
                  <a:pt x="200379" y="311970"/>
                </a:cubicBezTo>
                <a:cubicBezTo>
                  <a:pt x="199076" y="313273"/>
                  <a:pt x="197499" y="314062"/>
                  <a:pt x="195670" y="314325"/>
                </a:cubicBezTo>
                <a:cubicBezTo>
                  <a:pt x="193830" y="314851"/>
                  <a:pt x="191864" y="315114"/>
                  <a:pt x="189772" y="315114"/>
                </a:cubicBezTo>
                <a:cubicBezTo>
                  <a:pt x="187681" y="315114"/>
                  <a:pt x="185715" y="314851"/>
                  <a:pt x="183886" y="314325"/>
                </a:cubicBezTo>
                <a:close/>
                <a:moveTo>
                  <a:pt x="108448" y="187806"/>
                </a:moveTo>
                <a:close/>
                <a:moveTo>
                  <a:pt x="220028" y="140658"/>
                </a:moveTo>
                <a:cubicBezTo>
                  <a:pt x="220028" y="139355"/>
                  <a:pt x="220553" y="137914"/>
                  <a:pt x="221605" y="136337"/>
                </a:cubicBezTo>
                <a:cubicBezTo>
                  <a:pt x="222645" y="135034"/>
                  <a:pt x="223822" y="134108"/>
                  <a:pt x="225137" y="133594"/>
                </a:cubicBezTo>
                <a:cubicBezTo>
                  <a:pt x="232989" y="130702"/>
                  <a:pt x="240979" y="128485"/>
                  <a:pt x="249105" y="126907"/>
                </a:cubicBezTo>
                <a:cubicBezTo>
                  <a:pt x="257221" y="125341"/>
                  <a:pt x="265862" y="124553"/>
                  <a:pt x="275040" y="124553"/>
                </a:cubicBezTo>
                <a:cubicBezTo>
                  <a:pt x="280801" y="124553"/>
                  <a:pt x="286424" y="124816"/>
                  <a:pt x="291934" y="125341"/>
                </a:cubicBezTo>
                <a:cubicBezTo>
                  <a:pt x="297431" y="126119"/>
                  <a:pt x="302804" y="127170"/>
                  <a:pt x="308039" y="128485"/>
                </a:cubicBezTo>
                <a:cubicBezTo>
                  <a:pt x="309616" y="128999"/>
                  <a:pt x="311056" y="129925"/>
                  <a:pt x="312359" y="131228"/>
                </a:cubicBezTo>
                <a:cubicBezTo>
                  <a:pt x="313673" y="132805"/>
                  <a:pt x="314325" y="134371"/>
                  <a:pt x="314325" y="135948"/>
                </a:cubicBezTo>
                <a:cubicBezTo>
                  <a:pt x="314325" y="139092"/>
                  <a:pt x="313411" y="141446"/>
                  <a:pt x="311570" y="143024"/>
                </a:cubicBezTo>
                <a:cubicBezTo>
                  <a:pt x="309479" y="144590"/>
                  <a:pt x="306987" y="144978"/>
                  <a:pt x="304107" y="144201"/>
                </a:cubicBezTo>
                <a:cubicBezTo>
                  <a:pt x="299660" y="142886"/>
                  <a:pt x="294940" y="141835"/>
                  <a:pt x="289968" y="141058"/>
                </a:cubicBezTo>
                <a:cubicBezTo>
                  <a:pt x="285247" y="140532"/>
                  <a:pt x="280275" y="140269"/>
                  <a:pt x="275040" y="140269"/>
                </a:cubicBezTo>
                <a:cubicBezTo>
                  <a:pt x="267439" y="140269"/>
                  <a:pt x="260101" y="140920"/>
                  <a:pt x="253037" y="142235"/>
                </a:cubicBezTo>
                <a:cubicBezTo>
                  <a:pt x="245962" y="143538"/>
                  <a:pt x="239013" y="145641"/>
                  <a:pt x="232212" y="148521"/>
                </a:cubicBezTo>
                <a:cubicBezTo>
                  <a:pt x="228543" y="149824"/>
                  <a:pt x="225662" y="149824"/>
                  <a:pt x="223559" y="148521"/>
                </a:cubicBezTo>
                <a:cubicBezTo>
                  <a:pt x="221205" y="146944"/>
                  <a:pt x="220028" y="144327"/>
                  <a:pt x="220028" y="140658"/>
                </a:cubicBezTo>
                <a:close/>
                <a:moveTo>
                  <a:pt x="220028" y="227103"/>
                </a:moveTo>
                <a:cubicBezTo>
                  <a:pt x="220028" y="225788"/>
                  <a:pt x="220553" y="224348"/>
                  <a:pt x="221605" y="222782"/>
                </a:cubicBezTo>
                <a:cubicBezTo>
                  <a:pt x="222645" y="221205"/>
                  <a:pt x="223822" y="220153"/>
                  <a:pt x="225137" y="219639"/>
                </a:cubicBezTo>
                <a:cubicBezTo>
                  <a:pt x="232989" y="216759"/>
                  <a:pt x="240979" y="214530"/>
                  <a:pt x="249105" y="212952"/>
                </a:cubicBezTo>
                <a:cubicBezTo>
                  <a:pt x="257221" y="211649"/>
                  <a:pt x="265862" y="210986"/>
                  <a:pt x="275040" y="210986"/>
                </a:cubicBezTo>
                <a:cubicBezTo>
                  <a:pt x="280801" y="210986"/>
                  <a:pt x="286424" y="211249"/>
                  <a:pt x="291934" y="211775"/>
                </a:cubicBezTo>
                <a:cubicBezTo>
                  <a:pt x="297431" y="212564"/>
                  <a:pt x="302804" y="213615"/>
                  <a:pt x="308039" y="214918"/>
                </a:cubicBezTo>
                <a:cubicBezTo>
                  <a:pt x="309616" y="215444"/>
                  <a:pt x="311056" y="216358"/>
                  <a:pt x="312359" y="217673"/>
                </a:cubicBezTo>
                <a:cubicBezTo>
                  <a:pt x="313673" y="219239"/>
                  <a:pt x="314325" y="220816"/>
                  <a:pt x="314325" y="222382"/>
                </a:cubicBezTo>
                <a:cubicBezTo>
                  <a:pt x="314325" y="225525"/>
                  <a:pt x="313411" y="227891"/>
                  <a:pt x="311570" y="229457"/>
                </a:cubicBezTo>
                <a:cubicBezTo>
                  <a:pt x="309479" y="231035"/>
                  <a:pt x="306987" y="231423"/>
                  <a:pt x="304107" y="230635"/>
                </a:cubicBezTo>
                <a:cubicBezTo>
                  <a:pt x="299660" y="229332"/>
                  <a:pt x="294940" y="228280"/>
                  <a:pt x="289968" y="227491"/>
                </a:cubicBezTo>
                <a:cubicBezTo>
                  <a:pt x="285247" y="226966"/>
                  <a:pt x="280275" y="226703"/>
                  <a:pt x="275040" y="226703"/>
                </a:cubicBezTo>
                <a:cubicBezTo>
                  <a:pt x="267439" y="226703"/>
                  <a:pt x="260101" y="227366"/>
                  <a:pt x="253037" y="228669"/>
                </a:cubicBezTo>
                <a:cubicBezTo>
                  <a:pt x="245962" y="229720"/>
                  <a:pt x="239013" y="231686"/>
                  <a:pt x="232212" y="234566"/>
                </a:cubicBezTo>
                <a:cubicBezTo>
                  <a:pt x="228543" y="235869"/>
                  <a:pt x="225662" y="235869"/>
                  <a:pt x="223559" y="234566"/>
                </a:cubicBezTo>
                <a:cubicBezTo>
                  <a:pt x="221205" y="233252"/>
                  <a:pt x="220028" y="230772"/>
                  <a:pt x="220028" y="227103"/>
                </a:cubicBezTo>
                <a:close/>
                <a:moveTo>
                  <a:pt x="220028" y="183886"/>
                </a:moveTo>
                <a:cubicBezTo>
                  <a:pt x="220028" y="182571"/>
                  <a:pt x="220553" y="181131"/>
                  <a:pt x="221605" y="179554"/>
                </a:cubicBezTo>
                <a:cubicBezTo>
                  <a:pt x="222645" y="178251"/>
                  <a:pt x="223822" y="177336"/>
                  <a:pt x="225137" y="176811"/>
                </a:cubicBezTo>
                <a:cubicBezTo>
                  <a:pt x="232989" y="173930"/>
                  <a:pt x="240979" y="171701"/>
                  <a:pt x="249105" y="170124"/>
                </a:cubicBezTo>
                <a:cubicBezTo>
                  <a:pt x="257221" y="168558"/>
                  <a:pt x="265862" y="167770"/>
                  <a:pt x="275040" y="167770"/>
                </a:cubicBezTo>
                <a:cubicBezTo>
                  <a:pt x="280801" y="167770"/>
                  <a:pt x="286424" y="168032"/>
                  <a:pt x="291934" y="168558"/>
                </a:cubicBezTo>
                <a:cubicBezTo>
                  <a:pt x="297431" y="169347"/>
                  <a:pt x="302804" y="170387"/>
                  <a:pt x="308039" y="171701"/>
                </a:cubicBezTo>
                <a:cubicBezTo>
                  <a:pt x="309616" y="172227"/>
                  <a:pt x="311056" y="173142"/>
                  <a:pt x="312359" y="174456"/>
                </a:cubicBezTo>
                <a:cubicBezTo>
                  <a:pt x="313673" y="176022"/>
                  <a:pt x="314325" y="177599"/>
                  <a:pt x="314325" y="179165"/>
                </a:cubicBezTo>
                <a:cubicBezTo>
                  <a:pt x="314325" y="182309"/>
                  <a:pt x="313411" y="184663"/>
                  <a:pt x="311570" y="186240"/>
                </a:cubicBezTo>
                <a:cubicBezTo>
                  <a:pt x="309479" y="187806"/>
                  <a:pt x="306987" y="188206"/>
                  <a:pt x="304107" y="187418"/>
                </a:cubicBezTo>
                <a:cubicBezTo>
                  <a:pt x="299660" y="186103"/>
                  <a:pt x="294940" y="185063"/>
                  <a:pt x="289968" y="184274"/>
                </a:cubicBezTo>
                <a:cubicBezTo>
                  <a:pt x="285247" y="183749"/>
                  <a:pt x="280275" y="183486"/>
                  <a:pt x="275040" y="183486"/>
                </a:cubicBezTo>
                <a:cubicBezTo>
                  <a:pt x="267439" y="183486"/>
                  <a:pt x="260101" y="184137"/>
                  <a:pt x="253037" y="185452"/>
                </a:cubicBezTo>
                <a:cubicBezTo>
                  <a:pt x="245962" y="186766"/>
                  <a:pt x="239013" y="188858"/>
                  <a:pt x="232212" y="191738"/>
                </a:cubicBezTo>
                <a:cubicBezTo>
                  <a:pt x="228543" y="193053"/>
                  <a:pt x="225662" y="193053"/>
                  <a:pt x="223559" y="191738"/>
                </a:cubicBezTo>
                <a:cubicBezTo>
                  <a:pt x="221205" y="190172"/>
                  <a:pt x="220028" y="187543"/>
                  <a:pt x="220028" y="18388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4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274" y="346146"/>
                </a:moveTo>
                <a:cubicBezTo>
                  <a:pt x="182697" y="345883"/>
                  <a:pt x="181257" y="345495"/>
                  <a:pt x="179954" y="344969"/>
                </a:cubicBezTo>
                <a:cubicBezTo>
                  <a:pt x="143275" y="332659"/>
                  <a:pt x="114209" y="310393"/>
                  <a:pt x="92732" y="278183"/>
                </a:cubicBezTo>
                <a:cubicBezTo>
                  <a:pt x="71243" y="245699"/>
                  <a:pt x="60510" y="210335"/>
                  <a:pt x="60510" y="172090"/>
                </a:cubicBezTo>
                <a:lnTo>
                  <a:pt x="60510" y="95875"/>
                </a:lnTo>
                <a:cubicBezTo>
                  <a:pt x="60510" y="90103"/>
                  <a:pt x="62076" y="84868"/>
                  <a:pt x="65220" y="80159"/>
                </a:cubicBezTo>
                <a:cubicBezTo>
                  <a:pt x="68363" y="75438"/>
                  <a:pt x="72558" y="72169"/>
                  <a:pt x="77793" y="70329"/>
                </a:cubicBezTo>
                <a:lnTo>
                  <a:pt x="179165" y="32221"/>
                </a:lnTo>
                <a:cubicBezTo>
                  <a:pt x="182309" y="31170"/>
                  <a:pt x="185452" y="30644"/>
                  <a:pt x="188595" y="30644"/>
                </a:cubicBezTo>
                <a:cubicBezTo>
                  <a:pt x="191738" y="30644"/>
                  <a:pt x="194882" y="31170"/>
                  <a:pt x="198025" y="32221"/>
                </a:cubicBezTo>
                <a:lnTo>
                  <a:pt x="299397" y="70329"/>
                </a:lnTo>
                <a:cubicBezTo>
                  <a:pt x="304632" y="72169"/>
                  <a:pt x="308827" y="75438"/>
                  <a:pt x="311970" y="80159"/>
                </a:cubicBezTo>
                <a:cubicBezTo>
                  <a:pt x="315114" y="84868"/>
                  <a:pt x="316680" y="90103"/>
                  <a:pt x="316680" y="95875"/>
                </a:cubicBezTo>
                <a:lnTo>
                  <a:pt x="316680" y="172090"/>
                </a:lnTo>
                <a:cubicBezTo>
                  <a:pt x="316680" y="190950"/>
                  <a:pt x="314325" y="209683"/>
                  <a:pt x="309616" y="228280"/>
                </a:cubicBezTo>
                <a:cubicBezTo>
                  <a:pt x="304895" y="246614"/>
                  <a:pt x="296906" y="263770"/>
                  <a:pt x="285647" y="279749"/>
                </a:cubicBezTo>
                <a:cubicBezTo>
                  <a:pt x="283544" y="282630"/>
                  <a:pt x="280801" y="284333"/>
                  <a:pt x="277395" y="284858"/>
                </a:cubicBezTo>
                <a:cubicBezTo>
                  <a:pt x="273726" y="285121"/>
                  <a:pt x="270582" y="284070"/>
                  <a:pt x="267965" y="281715"/>
                </a:cubicBezTo>
                <a:lnTo>
                  <a:pt x="220816" y="236532"/>
                </a:lnTo>
                <a:cubicBezTo>
                  <a:pt x="215833" y="239150"/>
                  <a:pt x="210598" y="241379"/>
                  <a:pt x="205100" y="243208"/>
                </a:cubicBezTo>
                <a:cubicBezTo>
                  <a:pt x="199602" y="245048"/>
                  <a:pt x="194093" y="245962"/>
                  <a:pt x="188595" y="245962"/>
                </a:cubicBezTo>
                <a:cubicBezTo>
                  <a:pt x="172353" y="245962"/>
                  <a:pt x="158603" y="240327"/>
                  <a:pt x="147344" y="229069"/>
                </a:cubicBezTo>
                <a:cubicBezTo>
                  <a:pt x="135811" y="217799"/>
                  <a:pt x="130051" y="204048"/>
                  <a:pt x="130051" y="187806"/>
                </a:cubicBezTo>
                <a:cubicBezTo>
                  <a:pt x="130051" y="171313"/>
                  <a:pt x="135811" y="157425"/>
                  <a:pt x="147344" y="146167"/>
                </a:cubicBezTo>
                <a:cubicBezTo>
                  <a:pt x="158603" y="134634"/>
                  <a:pt x="172353" y="128873"/>
                  <a:pt x="188595" y="128873"/>
                </a:cubicBezTo>
                <a:cubicBezTo>
                  <a:pt x="204837" y="128873"/>
                  <a:pt x="218713" y="134634"/>
                  <a:pt x="230246" y="146167"/>
                </a:cubicBezTo>
                <a:cubicBezTo>
                  <a:pt x="241504" y="157425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470" y="209546"/>
                  <a:pt x="241116" y="214393"/>
                  <a:pt x="237710" y="218850"/>
                </a:cubicBezTo>
                <a:lnTo>
                  <a:pt x="271497" y="251071"/>
                </a:lnTo>
                <a:cubicBezTo>
                  <a:pt x="277783" y="239801"/>
                  <a:pt x="282367" y="227366"/>
                  <a:pt x="285247" y="213741"/>
                </a:cubicBezTo>
                <a:cubicBezTo>
                  <a:pt x="288390" y="200116"/>
                  <a:pt x="289968" y="186240"/>
                  <a:pt x="289968" y="172090"/>
                </a:cubicBezTo>
                <a:lnTo>
                  <a:pt x="289968" y="94686"/>
                </a:lnTo>
                <a:lnTo>
                  <a:pt x="188595" y="57756"/>
                </a:lnTo>
                <a:lnTo>
                  <a:pt x="87222" y="94686"/>
                </a:lnTo>
                <a:lnTo>
                  <a:pt x="87222" y="172090"/>
                </a:lnTo>
                <a:cubicBezTo>
                  <a:pt x="87222" y="206140"/>
                  <a:pt x="96652" y="236795"/>
                  <a:pt x="115512" y="264033"/>
                </a:cubicBezTo>
                <a:cubicBezTo>
                  <a:pt x="134371" y="291534"/>
                  <a:pt x="158740" y="310393"/>
                  <a:pt x="188595" y="320612"/>
                </a:cubicBezTo>
                <a:cubicBezTo>
                  <a:pt x="194093" y="319297"/>
                  <a:pt x="200642" y="316417"/>
                  <a:pt x="208243" y="311970"/>
                </a:cubicBezTo>
                <a:cubicBezTo>
                  <a:pt x="215833" y="307776"/>
                  <a:pt x="222782" y="303192"/>
                  <a:pt x="229069" y="298220"/>
                </a:cubicBezTo>
                <a:cubicBezTo>
                  <a:pt x="232212" y="296117"/>
                  <a:pt x="235618" y="295340"/>
                  <a:pt x="239276" y="295854"/>
                </a:cubicBezTo>
                <a:cubicBezTo>
                  <a:pt x="242682" y="296117"/>
                  <a:pt x="245562" y="297820"/>
                  <a:pt x="247928" y="300963"/>
                </a:cubicBezTo>
                <a:cubicBezTo>
                  <a:pt x="250283" y="304107"/>
                  <a:pt x="251071" y="307650"/>
                  <a:pt x="250283" y="311570"/>
                </a:cubicBezTo>
                <a:cubicBezTo>
                  <a:pt x="249757" y="315239"/>
                  <a:pt x="247791" y="318257"/>
                  <a:pt x="244385" y="320612"/>
                </a:cubicBezTo>
                <a:cubicBezTo>
                  <a:pt x="237321" y="325846"/>
                  <a:pt x="229846" y="330430"/>
                  <a:pt x="221993" y="334362"/>
                </a:cubicBezTo>
                <a:cubicBezTo>
                  <a:pt x="214130" y="338294"/>
                  <a:pt x="206014" y="341963"/>
                  <a:pt x="197636" y="345369"/>
                </a:cubicBezTo>
                <a:cubicBezTo>
                  <a:pt x="196059" y="345632"/>
                  <a:pt x="194493" y="345883"/>
                  <a:pt x="192916" y="346146"/>
                </a:cubicBezTo>
                <a:cubicBezTo>
                  <a:pt x="191613" y="346409"/>
                  <a:pt x="190172" y="346546"/>
                  <a:pt x="188595" y="346546"/>
                </a:cubicBezTo>
                <a:cubicBezTo>
                  <a:pt x="187029" y="346546"/>
                  <a:pt x="185577" y="346409"/>
                  <a:pt x="184274" y="346146"/>
                </a:cubicBezTo>
                <a:close/>
                <a:moveTo>
                  <a:pt x="212564" y="211775"/>
                </a:moveTo>
                <a:cubicBezTo>
                  <a:pt x="219113" y="205226"/>
                  <a:pt x="222382" y="197110"/>
                  <a:pt x="222382" y="187418"/>
                </a:cubicBezTo>
                <a:cubicBezTo>
                  <a:pt x="222382" y="177988"/>
                  <a:pt x="219113" y="169998"/>
                  <a:pt x="212564" y="163449"/>
                </a:cubicBezTo>
                <a:cubicBezTo>
                  <a:pt x="205751" y="156900"/>
                  <a:pt x="197762" y="153631"/>
                  <a:pt x="188595" y="153631"/>
                </a:cubicBezTo>
                <a:cubicBezTo>
                  <a:pt x="179165" y="153631"/>
                  <a:pt x="171176" y="156900"/>
                  <a:pt x="164626" y="163449"/>
                </a:cubicBezTo>
                <a:cubicBezTo>
                  <a:pt x="158077" y="169998"/>
                  <a:pt x="154808" y="178114"/>
                  <a:pt x="154808" y="187806"/>
                </a:cubicBezTo>
                <a:cubicBezTo>
                  <a:pt x="154808" y="197236"/>
                  <a:pt x="158077" y="205226"/>
                  <a:pt x="164626" y="211775"/>
                </a:cubicBezTo>
                <a:cubicBezTo>
                  <a:pt x="171439" y="218062"/>
                  <a:pt x="179428" y="221205"/>
                  <a:pt x="188595" y="221205"/>
                </a:cubicBezTo>
                <a:cubicBezTo>
                  <a:pt x="198025" y="221205"/>
                  <a:pt x="206014" y="218062"/>
                  <a:pt x="212564" y="211775"/>
                </a:cubicBezTo>
                <a:close/>
                <a:moveTo>
                  <a:pt x="190172" y="19095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6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939" y="210986"/>
                </a:moveTo>
                <a:lnTo>
                  <a:pt x="102939" y="319046"/>
                </a:lnTo>
                <a:cubicBezTo>
                  <a:pt x="102939" y="322703"/>
                  <a:pt x="101636" y="325846"/>
                  <a:pt x="99018" y="328475"/>
                </a:cubicBezTo>
                <a:cubicBezTo>
                  <a:pt x="96389" y="331093"/>
                  <a:pt x="93246" y="332396"/>
                  <a:pt x="89588" y="332396"/>
                </a:cubicBezTo>
                <a:cubicBezTo>
                  <a:pt x="85656" y="332396"/>
                  <a:pt x="82513" y="331093"/>
                  <a:pt x="80159" y="328475"/>
                </a:cubicBezTo>
                <a:cubicBezTo>
                  <a:pt x="77530" y="325846"/>
                  <a:pt x="76227" y="322703"/>
                  <a:pt x="76227" y="319046"/>
                </a:cubicBezTo>
                <a:lnTo>
                  <a:pt x="76227" y="73872"/>
                </a:lnTo>
                <a:cubicBezTo>
                  <a:pt x="76227" y="70203"/>
                  <a:pt x="77530" y="67060"/>
                  <a:pt x="80159" y="64442"/>
                </a:cubicBezTo>
                <a:cubicBezTo>
                  <a:pt x="82776" y="61813"/>
                  <a:pt x="85919" y="60510"/>
                  <a:pt x="89588" y="60510"/>
                </a:cubicBezTo>
                <a:lnTo>
                  <a:pt x="204700" y="60510"/>
                </a:lnTo>
                <a:cubicBezTo>
                  <a:pt x="207843" y="60510"/>
                  <a:pt x="210598" y="61425"/>
                  <a:pt x="212952" y="63254"/>
                </a:cubicBezTo>
                <a:cubicBezTo>
                  <a:pt x="215570" y="65357"/>
                  <a:pt x="217147" y="67974"/>
                  <a:pt x="217673" y="71117"/>
                </a:cubicBezTo>
                <a:lnTo>
                  <a:pt x="222782" y="94298"/>
                </a:lnTo>
                <a:lnTo>
                  <a:pt x="303329" y="94298"/>
                </a:lnTo>
                <a:cubicBezTo>
                  <a:pt x="306987" y="94298"/>
                  <a:pt x="310130" y="95612"/>
                  <a:pt x="312759" y="98229"/>
                </a:cubicBezTo>
                <a:cubicBezTo>
                  <a:pt x="315377" y="100847"/>
                  <a:pt x="316680" y="103990"/>
                  <a:pt x="316680" y="107659"/>
                </a:cubicBezTo>
                <a:lnTo>
                  <a:pt x="316680" y="231035"/>
                </a:lnTo>
                <a:cubicBezTo>
                  <a:pt x="316680" y="234692"/>
                  <a:pt x="315377" y="237835"/>
                  <a:pt x="312759" y="240464"/>
                </a:cubicBezTo>
                <a:cubicBezTo>
                  <a:pt x="310130" y="243082"/>
                  <a:pt x="306987" y="244385"/>
                  <a:pt x="303329" y="244385"/>
                </a:cubicBezTo>
                <a:lnTo>
                  <a:pt x="222382" y="244385"/>
                </a:lnTo>
                <a:cubicBezTo>
                  <a:pt x="219239" y="244385"/>
                  <a:pt x="216496" y="243470"/>
                  <a:pt x="214130" y="241642"/>
                </a:cubicBezTo>
                <a:cubicBezTo>
                  <a:pt x="211775" y="239801"/>
                  <a:pt x="210209" y="237321"/>
                  <a:pt x="209420" y="234178"/>
                </a:cubicBezTo>
                <a:lnTo>
                  <a:pt x="204311" y="210986"/>
                </a:lnTo>
                <a:lnTo>
                  <a:pt x="102939" y="210986"/>
                </a:lnTo>
                <a:close/>
                <a:moveTo>
                  <a:pt x="234566" y="217673"/>
                </a:moveTo>
                <a:lnTo>
                  <a:pt x="289968" y="217673"/>
                </a:lnTo>
                <a:lnTo>
                  <a:pt x="289968" y="121021"/>
                </a:lnTo>
                <a:lnTo>
                  <a:pt x="210598" y="121021"/>
                </a:lnTo>
                <a:cubicBezTo>
                  <a:pt x="207717" y="121021"/>
                  <a:pt x="204963" y="120095"/>
                  <a:pt x="202345" y="118266"/>
                </a:cubicBezTo>
                <a:cubicBezTo>
                  <a:pt x="199991" y="116175"/>
                  <a:pt x="198413" y="113546"/>
                  <a:pt x="197636" y="110402"/>
                </a:cubicBezTo>
                <a:lnTo>
                  <a:pt x="192527" y="87222"/>
                </a:lnTo>
                <a:lnTo>
                  <a:pt x="102939" y="87222"/>
                </a:lnTo>
                <a:lnTo>
                  <a:pt x="102939" y="184274"/>
                </a:lnTo>
                <a:lnTo>
                  <a:pt x="216496" y="184274"/>
                </a:lnTo>
                <a:cubicBezTo>
                  <a:pt x="219376" y="184274"/>
                  <a:pt x="222119" y="185189"/>
                  <a:pt x="224748" y="187029"/>
                </a:cubicBezTo>
                <a:cubicBezTo>
                  <a:pt x="227103" y="188858"/>
                  <a:pt x="228669" y="191350"/>
                  <a:pt x="229457" y="194493"/>
                </a:cubicBezTo>
                <a:lnTo>
                  <a:pt x="234566" y="217673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8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011" y="189384"/>
                </a:moveTo>
                <a:cubicBezTo>
                  <a:pt x="88011" y="194356"/>
                  <a:pt x="88400" y="199339"/>
                  <a:pt x="89188" y="204311"/>
                </a:cubicBezTo>
                <a:cubicBezTo>
                  <a:pt x="89714" y="209032"/>
                  <a:pt x="90628" y="213615"/>
                  <a:pt x="91943" y="218062"/>
                </a:cubicBezTo>
                <a:cubicBezTo>
                  <a:pt x="92732" y="221731"/>
                  <a:pt x="92469" y="225262"/>
                  <a:pt x="91154" y="228669"/>
                </a:cubicBezTo>
                <a:cubicBezTo>
                  <a:pt x="90103" y="232338"/>
                  <a:pt x="87885" y="234955"/>
                  <a:pt x="84479" y="236532"/>
                </a:cubicBezTo>
                <a:cubicBezTo>
                  <a:pt x="81336" y="238098"/>
                  <a:pt x="78055" y="238235"/>
                  <a:pt x="74649" y="236921"/>
                </a:cubicBezTo>
                <a:cubicBezTo>
                  <a:pt x="70980" y="235618"/>
                  <a:pt x="68626" y="233252"/>
                  <a:pt x="67586" y="229846"/>
                </a:cubicBezTo>
                <a:cubicBezTo>
                  <a:pt x="65220" y="223296"/>
                  <a:pt x="63654" y="216621"/>
                  <a:pt x="62865" y="209809"/>
                </a:cubicBezTo>
                <a:cubicBezTo>
                  <a:pt x="61813" y="203260"/>
                  <a:pt x="61299" y="196459"/>
                  <a:pt x="61299" y="189384"/>
                </a:cubicBezTo>
                <a:cubicBezTo>
                  <a:pt x="61299" y="154808"/>
                  <a:pt x="73735" y="124941"/>
                  <a:pt x="98618" y="99795"/>
                </a:cubicBezTo>
                <a:cubicBezTo>
                  <a:pt x="123764" y="74649"/>
                  <a:pt x="153493" y="62076"/>
                  <a:pt x="187806" y="62076"/>
                </a:cubicBezTo>
                <a:lnTo>
                  <a:pt x="204700" y="62076"/>
                </a:lnTo>
                <a:lnTo>
                  <a:pt x="182309" y="39685"/>
                </a:lnTo>
                <a:cubicBezTo>
                  <a:pt x="179954" y="37330"/>
                  <a:pt x="178777" y="34701"/>
                  <a:pt x="178777" y="31821"/>
                </a:cubicBezTo>
                <a:cubicBezTo>
                  <a:pt x="178777" y="28678"/>
                  <a:pt x="179954" y="26060"/>
                  <a:pt x="182309" y="23969"/>
                </a:cubicBezTo>
                <a:cubicBezTo>
                  <a:pt x="184663" y="21614"/>
                  <a:pt x="187418" y="20437"/>
                  <a:pt x="190561" y="20437"/>
                </a:cubicBezTo>
                <a:cubicBezTo>
                  <a:pt x="193704" y="20437"/>
                  <a:pt x="196322" y="21614"/>
                  <a:pt x="198413" y="23969"/>
                </a:cubicBezTo>
                <a:lnTo>
                  <a:pt x="240853" y="66008"/>
                </a:lnTo>
                <a:cubicBezTo>
                  <a:pt x="243733" y="68626"/>
                  <a:pt x="245174" y="71769"/>
                  <a:pt x="245174" y="75438"/>
                </a:cubicBezTo>
                <a:cubicBezTo>
                  <a:pt x="245174" y="79107"/>
                  <a:pt x="243733" y="82250"/>
                  <a:pt x="240853" y="84868"/>
                </a:cubicBezTo>
                <a:lnTo>
                  <a:pt x="198813" y="126907"/>
                </a:lnTo>
                <a:cubicBezTo>
                  <a:pt x="196710" y="129262"/>
                  <a:pt x="193967" y="130451"/>
                  <a:pt x="190561" y="130451"/>
                </a:cubicBezTo>
                <a:cubicBezTo>
                  <a:pt x="187418" y="130451"/>
                  <a:pt x="184663" y="129262"/>
                  <a:pt x="182309" y="126907"/>
                </a:cubicBezTo>
                <a:cubicBezTo>
                  <a:pt x="179954" y="124816"/>
                  <a:pt x="178902" y="122061"/>
                  <a:pt x="179165" y="118655"/>
                </a:cubicBezTo>
                <a:cubicBezTo>
                  <a:pt x="179165" y="115512"/>
                  <a:pt x="180217" y="112768"/>
                  <a:pt x="182309" y="110402"/>
                </a:cubicBezTo>
                <a:lnTo>
                  <a:pt x="203923" y="88800"/>
                </a:lnTo>
                <a:lnTo>
                  <a:pt x="188206" y="88800"/>
                </a:lnTo>
                <a:cubicBezTo>
                  <a:pt x="160694" y="88800"/>
                  <a:pt x="137126" y="98618"/>
                  <a:pt x="117478" y="118266"/>
                </a:cubicBezTo>
                <a:cubicBezTo>
                  <a:pt x="97829" y="138177"/>
                  <a:pt x="88011" y="161883"/>
                  <a:pt x="88011" y="189384"/>
                </a:cubicBezTo>
                <a:close/>
                <a:moveTo>
                  <a:pt x="289179" y="188984"/>
                </a:moveTo>
                <a:cubicBezTo>
                  <a:pt x="289179" y="184012"/>
                  <a:pt x="288916" y="179040"/>
                  <a:pt x="288390" y="174056"/>
                </a:cubicBezTo>
                <a:cubicBezTo>
                  <a:pt x="287613" y="169347"/>
                  <a:pt x="286562" y="164626"/>
                  <a:pt x="285247" y="159917"/>
                </a:cubicBezTo>
                <a:cubicBezTo>
                  <a:pt x="284207" y="156248"/>
                  <a:pt x="284333" y="152705"/>
                  <a:pt x="285647" y="149310"/>
                </a:cubicBezTo>
                <a:cubicBezTo>
                  <a:pt x="286687" y="145641"/>
                  <a:pt x="288916" y="143024"/>
                  <a:pt x="292322" y="141446"/>
                </a:cubicBezTo>
                <a:cubicBezTo>
                  <a:pt x="295466" y="139880"/>
                  <a:pt x="298734" y="139743"/>
                  <a:pt x="302141" y="141058"/>
                </a:cubicBezTo>
                <a:cubicBezTo>
                  <a:pt x="305284" y="142361"/>
                  <a:pt x="307513" y="144590"/>
                  <a:pt x="308827" y="147733"/>
                </a:cubicBezTo>
                <a:cubicBezTo>
                  <a:pt x="311445" y="154545"/>
                  <a:pt x="313273" y="161357"/>
                  <a:pt x="314325" y="168170"/>
                </a:cubicBezTo>
                <a:cubicBezTo>
                  <a:pt x="315377" y="174970"/>
                  <a:pt x="315902" y="181920"/>
                  <a:pt x="315902" y="188984"/>
                </a:cubicBezTo>
                <a:cubicBezTo>
                  <a:pt x="315902" y="223559"/>
                  <a:pt x="303455" y="253426"/>
                  <a:pt x="278572" y="278572"/>
                </a:cubicBezTo>
                <a:cubicBezTo>
                  <a:pt x="253426" y="303718"/>
                  <a:pt x="223697" y="316291"/>
                  <a:pt x="189384" y="316291"/>
                </a:cubicBezTo>
                <a:lnTo>
                  <a:pt x="171701" y="316291"/>
                </a:lnTo>
                <a:lnTo>
                  <a:pt x="194093" y="338682"/>
                </a:lnTo>
                <a:cubicBezTo>
                  <a:pt x="196459" y="341048"/>
                  <a:pt x="197499" y="343666"/>
                  <a:pt x="197236" y="346546"/>
                </a:cubicBezTo>
                <a:cubicBezTo>
                  <a:pt x="197236" y="349689"/>
                  <a:pt x="196196" y="352307"/>
                  <a:pt x="194093" y="354399"/>
                </a:cubicBezTo>
                <a:cubicBezTo>
                  <a:pt x="191738" y="356765"/>
                  <a:pt x="188984" y="357942"/>
                  <a:pt x="185840" y="357942"/>
                </a:cubicBezTo>
                <a:cubicBezTo>
                  <a:pt x="182697" y="357942"/>
                  <a:pt x="180080" y="356765"/>
                  <a:pt x="177988" y="354399"/>
                </a:cubicBezTo>
                <a:lnTo>
                  <a:pt x="135548" y="312359"/>
                </a:lnTo>
                <a:cubicBezTo>
                  <a:pt x="132668" y="309742"/>
                  <a:pt x="131228" y="306598"/>
                  <a:pt x="131228" y="302929"/>
                </a:cubicBezTo>
                <a:cubicBezTo>
                  <a:pt x="131228" y="299260"/>
                  <a:pt x="132668" y="296117"/>
                  <a:pt x="135548" y="293500"/>
                </a:cubicBezTo>
                <a:lnTo>
                  <a:pt x="177988" y="251071"/>
                </a:lnTo>
                <a:cubicBezTo>
                  <a:pt x="180080" y="248705"/>
                  <a:pt x="182697" y="247528"/>
                  <a:pt x="185840" y="247528"/>
                </a:cubicBezTo>
                <a:cubicBezTo>
                  <a:pt x="188984" y="247528"/>
                  <a:pt x="191738" y="248705"/>
                  <a:pt x="194093" y="251071"/>
                </a:cubicBezTo>
                <a:cubicBezTo>
                  <a:pt x="196459" y="253163"/>
                  <a:pt x="197636" y="255781"/>
                  <a:pt x="197636" y="258924"/>
                </a:cubicBezTo>
                <a:cubicBezTo>
                  <a:pt x="197636" y="262067"/>
                  <a:pt x="196459" y="264822"/>
                  <a:pt x="194093" y="267176"/>
                </a:cubicBezTo>
                <a:lnTo>
                  <a:pt x="171701" y="289568"/>
                </a:lnTo>
                <a:lnTo>
                  <a:pt x="188984" y="289568"/>
                </a:lnTo>
                <a:cubicBezTo>
                  <a:pt x="216496" y="289568"/>
                  <a:pt x="240064" y="279749"/>
                  <a:pt x="259712" y="260101"/>
                </a:cubicBezTo>
                <a:cubicBezTo>
                  <a:pt x="279361" y="240201"/>
                  <a:pt x="289179" y="216496"/>
                  <a:pt x="289179" y="1889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70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5730" y="337505"/>
                </a:moveTo>
                <a:cubicBezTo>
                  <a:pt x="106082" y="329127"/>
                  <a:pt x="88925" y="317594"/>
                  <a:pt x="74261" y="302929"/>
                </a:cubicBezTo>
                <a:cubicBezTo>
                  <a:pt x="59847" y="288265"/>
                  <a:pt x="48326" y="271108"/>
                  <a:pt x="39685" y="251460"/>
                </a:cubicBezTo>
                <a:cubicBezTo>
                  <a:pt x="31307" y="231812"/>
                  <a:pt x="27112" y="210861"/>
                  <a:pt x="27112" y="188595"/>
                </a:cubicBezTo>
                <a:cubicBezTo>
                  <a:pt x="27112" y="166329"/>
                  <a:pt x="31307" y="145378"/>
                  <a:pt x="39685" y="125730"/>
                </a:cubicBezTo>
                <a:cubicBezTo>
                  <a:pt x="48326" y="106082"/>
                  <a:pt x="59847" y="88925"/>
                  <a:pt x="74261" y="74261"/>
                </a:cubicBezTo>
                <a:cubicBezTo>
                  <a:pt x="88925" y="59847"/>
                  <a:pt x="106082" y="48326"/>
                  <a:pt x="125730" y="39685"/>
                </a:cubicBezTo>
                <a:cubicBezTo>
                  <a:pt x="145378" y="31307"/>
                  <a:pt x="166329" y="27112"/>
                  <a:pt x="188595" y="27112"/>
                </a:cubicBezTo>
                <a:cubicBezTo>
                  <a:pt x="210861" y="27112"/>
                  <a:pt x="231812" y="31307"/>
                  <a:pt x="251460" y="39685"/>
                </a:cubicBezTo>
                <a:cubicBezTo>
                  <a:pt x="271108" y="48326"/>
                  <a:pt x="288265" y="59847"/>
                  <a:pt x="302929" y="74261"/>
                </a:cubicBezTo>
                <a:cubicBezTo>
                  <a:pt x="317343" y="88925"/>
                  <a:pt x="328864" y="106082"/>
                  <a:pt x="337505" y="125730"/>
                </a:cubicBezTo>
                <a:cubicBezTo>
                  <a:pt x="345883" y="145378"/>
                  <a:pt x="350078" y="166329"/>
                  <a:pt x="350078" y="188595"/>
                </a:cubicBezTo>
                <a:cubicBezTo>
                  <a:pt x="350078" y="210861"/>
                  <a:pt x="345883" y="231812"/>
                  <a:pt x="337505" y="251460"/>
                </a:cubicBezTo>
                <a:cubicBezTo>
                  <a:pt x="328864" y="271108"/>
                  <a:pt x="317343" y="288265"/>
                  <a:pt x="302929" y="302929"/>
                </a:cubicBezTo>
                <a:cubicBezTo>
                  <a:pt x="288265" y="317594"/>
                  <a:pt x="271108" y="329127"/>
                  <a:pt x="251460" y="337505"/>
                </a:cubicBezTo>
                <a:cubicBezTo>
                  <a:pt x="231812" y="345883"/>
                  <a:pt x="210861" y="350078"/>
                  <a:pt x="188595" y="350078"/>
                </a:cubicBezTo>
                <a:cubicBezTo>
                  <a:pt x="166329" y="350078"/>
                  <a:pt x="145378" y="345883"/>
                  <a:pt x="125730" y="337505"/>
                </a:cubicBezTo>
                <a:close/>
                <a:moveTo>
                  <a:pt x="284858" y="284858"/>
                </a:moveTo>
                <a:cubicBezTo>
                  <a:pt x="311307" y="258398"/>
                  <a:pt x="324543" y="226314"/>
                  <a:pt x="324543" y="188595"/>
                </a:cubicBezTo>
                <a:cubicBezTo>
                  <a:pt x="324543" y="150876"/>
                  <a:pt x="311307" y="118792"/>
                  <a:pt x="284858" y="92332"/>
                </a:cubicBezTo>
                <a:cubicBezTo>
                  <a:pt x="258398" y="66134"/>
                  <a:pt x="226314" y="53047"/>
                  <a:pt x="188595" y="53047"/>
                </a:cubicBezTo>
                <a:cubicBezTo>
                  <a:pt x="150876" y="53047"/>
                  <a:pt x="118792" y="66134"/>
                  <a:pt x="92332" y="92332"/>
                </a:cubicBezTo>
                <a:cubicBezTo>
                  <a:pt x="66134" y="118792"/>
                  <a:pt x="53047" y="150876"/>
                  <a:pt x="53047" y="188595"/>
                </a:cubicBezTo>
                <a:cubicBezTo>
                  <a:pt x="53047" y="226314"/>
                  <a:pt x="66134" y="258398"/>
                  <a:pt x="92332" y="284858"/>
                </a:cubicBezTo>
                <a:cubicBezTo>
                  <a:pt x="118792" y="311307"/>
                  <a:pt x="150876" y="324543"/>
                  <a:pt x="188595" y="324543"/>
                </a:cubicBezTo>
                <a:cubicBezTo>
                  <a:pt x="226314" y="324543"/>
                  <a:pt x="258398" y="311307"/>
                  <a:pt x="284858" y="284858"/>
                </a:cubicBezTo>
                <a:close/>
                <a:moveTo>
                  <a:pt x="119443" y="257747"/>
                </a:moveTo>
                <a:cubicBezTo>
                  <a:pt x="100584" y="238887"/>
                  <a:pt x="91154" y="215833"/>
                  <a:pt x="91154" y="188595"/>
                </a:cubicBezTo>
                <a:cubicBezTo>
                  <a:pt x="91154" y="161620"/>
                  <a:pt x="100584" y="138566"/>
                  <a:pt x="119443" y="119443"/>
                </a:cubicBezTo>
                <a:cubicBezTo>
                  <a:pt x="138303" y="100584"/>
                  <a:pt x="161357" y="91154"/>
                  <a:pt x="188595" y="91154"/>
                </a:cubicBezTo>
                <a:cubicBezTo>
                  <a:pt x="215833" y="91154"/>
                  <a:pt x="238887" y="100584"/>
                  <a:pt x="257747" y="119443"/>
                </a:cubicBezTo>
                <a:cubicBezTo>
                  <a:pt x="276606" y="138566"/>
                  <a:pt x="286036" y="161620"/>
                  <a:pt x="286036" y="188595"/>
                </a:cubicBezTo>
                <a:cubicBezTo>
                  <a:pt x="286036" y="215833"/>
                  <a:pt x="276606" y="238887"/>
                  <a:pt x="257747" y="257747"/>
                </a:cubicBezTo>
                <a:cubicBezTo>
                  <a:pt x="238887" y="276606"/>
                  <a:pt x="215833" y="286036"/>
                  <a:pt x="188595" y="286036"/>
                </a:cubicBezTo>
                <a:cubicBezTo>
                  <a:pt x="161357" y="286036"/>
                  <a:pt x="138303" y="276606"/>
                  <a:pt x="119443" y="257747"/>
                </a:cubicBezTo>
                <a:close/>
                <a:moveTo>
                  <a:pt x="239276" y="239676"/>
                </a:moveTo>
                <a:cubicBezTo>
                  <a:pt x="253426" y="225788"/>
                  <a:pt x="260501" y="208769"/>
                  <a:pt x="260501" y="188595"/>
                </a:cubicBezTo>
                <a:cubicBezTo>
                  <a:pt x="260501" y="168684"/>
                  <a:pt x="253426" y="151790"/>
                  <a:pt x="239276" y="137914"/>
                </a:cubicBezTo>
                <a:cubicBezTo>
                  <a:pt x="225400" y="123764"/>
                  <a:pt x="208506" y="116689"/>
                  <a:pt x="188595" y="116689"/>
                </a:cubicBezTo>
                <a:cubicBezTo>
                  <a:pt x="168684" y="116689"/>
                  <a:pt x="151790" y="123764"/>
                  <a:pt x="137914" y="137914"/>
                </a:cubicBezTo>
                <a:cubicBezTo>
                  <a:pt x="123764" y="151790"/>
                  <a:pt x="116689" y="168684"/>
                  <a:pt x="116689" y="188595"/>
                </a:cubicBezTo>
                <a:cubicBezTo>
                  <a:pt x="116689" y="208769"/>
                  <a:pt x="123764" y="225788"/>
                  <a:pt x="137914" y="239676"/>
                </a:cubicBezTo>
                <a:cubicBezTo>
                  <a:pt x="151790" y="253552"/>
                  <a:pt x="168684" y="260501"/>
                  <a:pt x="188595" y="260501"/>
                </a:cubicBezTo>
                <a:cubicBezTo>
                  <a:pt x="208506" y="260501"/>
                  <a:pt x="225400" y="253552"/>
                  <a:pt x="239276" y="239676"/>
                </a:cubicBezTo>
                <a:close/>
                <a:moveTo>
                  <a:pt x="165026" y="212564"/>
                </a:moveTo>
                <a:cubicBezTo>
                  <a:pt x="158214" y="206014"/>
                  <a:pt x="154808" y="198025"/>
                  <a:pt x="154808" y="188595"/>
                </a:cubicBezTo>
                <a:cubicBezTo>
                  <a:pt x="154808" y="179428"/>
                  <a:pt x="158214" y="171564"/>
                  <a:pt x="165026" y="165026"/>
                </a:cubicBezTo>
                <a:cubicBezTo>
                  <a:pt x="171564" y="158214"/>
                  <a:pt x="179428" y="154808"/>
                  <a:pt x="188595" y="154808"/>
                </a:cubicBezTo>
                <a:cubicBezTo>
                  <a:pt x="197762" y="154808"/>
                  <a:pt x="205626" y="158214"/>
                  <a:pt x="212175" y="165026"/>
                </a:cubicBezTo>
                <a:cubicBezTo>
                  <a:pt x="218713" y="171564"/>
                  <a:pt x="221993" y="179428"/>
                  <a:pt x="221993" y="188595"/>
                </a:cubicBezTo>
                <a:cubicBezTo>
                  <a:pt x="221993" y="198025"/>
                  <a:pt x="218713" y="206014"/>
                  <a:pt x="212175" y="212564"/>
                </a:cubicBezTo>
                <a:cubicBezTo>
                  <a:pt x="205626" y="218850"/>
                  <a:pt x="197762" y="221993"/>
                  <a:pt x="188595" y="221993"/>
                </a:cubicBezTo>
                <a:cubicBezTo>
                  <a:pt x="179428" y="221993"/>
                  <a:pt x="171564" y="218850"/>
                  <a:pt x="165026" y="21256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2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0260"/>
                </a:moveTo>
                <a:cubicBezTo>
                  <a:pt x="159128" y="333973"/>
                  <a:pt x="155985" y="326109"/>
                  <a:pt x="155985" y="316680"/>
                </a:cubicBezTo>
                <a:lnTo>
                  <a:pt x="221205" y="316680"/>
                </a:lnTo>
                <a:cubicBezTo>
                  <a:pt x="221205" y="326109"/>
                  <a:pt x="218062" y="333973"/>
                  <a:pt x="211775" y="340260"/>
                </a:cubicBezTo>
                <a:cubicBezTo>
                  <a:pt x="205489" y="346809"/>
                  <a:pt x="197762" y="350078"/>
                  <a:pt x="188595" y="350078"/>
                </a:cubicBezTo>
                <a:cubicBezTo>
                  <a:pt x="179428" y="350078"/>
                  <a:pt x="171701" y="346809"/>
                  <a:pt x="165415" y="340260"/>
                </a:cubicBezTo>
                <a:close/>
                <a:moveTo>
                  <a:pt x="136737" y="291534"/>
                </a:moveTo>
                <a:cubicBezTo>
                  <a:pt x="133068" y="291534"/>
                  <a:pt x="130051" y="290356"/>
                  <a:pt x="127696" y="288002"/>
                </a:cubicBezTo>
                <a:cubicBezTo>
                  <a:pt x="125341" y="285647"/>
                  <a:pt x="124164" y="282767"/>
                  <a:pt x="124164" y="279361"/>
                </a:cubicBezTo>
                <a:cubicBezTo>
                  <a:pt x="124164" y="275692"/>
                  <a:pt x="125341" y="272674"/>
                  <a:pt x="127696" y="270320"/>
                </a:cubicBezTo>
                <a:cubicBezTo>
                  <a:pt x="130051" y="267965"/>
                  <a:pt x="133068" y="266788"/>
                  <a:pt x="136737" y="266788"/>
                </a:cubicBezTo>
                <a:lnTo>
                  <a:pt x="240464" y="266788"/>
                </a:lnTo>
                <a:cubicBezTo>
                  <a:pt x="244122" y="266788"/>
                  <a:pt x="247139" y="267965"/>
                  <a:pt x="249494" y="270320"/>
                </a:cubicBezTo>
                <a:cubicBezTo>
                  <a:pt x="251849" y="272674"/>
                  <a:pt x="253037" y="275692"/>
                  <a:pt x="253037" y="279361"/>
                </a:cubicBezTo>
                <a:cubicBezTo>
                  <a:pt x="253037" y="282767"/>
                  <a:pt x="251849" y="285647"/>
                  <a:pt x="249494" y="288002"/>
                </a:cubicBezTo>
                <a:cubicBezTo>
                  <a:pt x="247139" y="290356"/>
                  <a:pt x="244122" y="291534"/>
                  <a:pt x="240464" y="291534"/>
                </a:cubicBezTo>
                <a:lnTo>
                  <a:pt x="136737" y="291534"/>
                </a:lnTo>
                <a:close/>
                <a:moveTo>
                  <a:pt x="126119" y="242419"/>
                </a:moveTo>
                <a:cubicBezTo>
                  <a:pt x="108574" y="230897"/>
                  <a:pt x="94560" y="216496"/>
                  <a:pt x="84079" y="199202"/>
                </a:cubicBezTo>
                <a:cubicBezTo>
                  <a:pt x="73609" y="181920"/>
                  <a:pt x="68363" y="162397"/>
                  <a:pt x="68363" y="140658"/>
                </a:cubicBezTo>
                <a:cubicBezTo>
                  <a:pt x="68363" y="108185"/>
                  <a:pt x="80284" y="80021"/>
                  <a:pt x="104116" y="56190"/>
                </a:cubicBezTo>
                <a:cubicBezTo>
                  <a:pt x="127696" y="32347"/>
                  <a:pt x="155848" y="20437"/>
                  <a:pt x="188595" y="20437"/>
                </a:cubicBezTo>
                <a:cubicBezTo>
                  <a:pt x="221079" y="20437"/>
                  <a:pt x="249231" y="32347"/>
                  <a:pt x="273074" y="56190"/>
                </a:cubicBezTo>
                <a:cubicBezTo>
                  <a:pt x="296906" y="80021"/>
                  <a:pt x="308827" y="108185"/>
                  <a:pt x="308827" y="140658"/>
                </a:cubicBezTo>
                <a:cubicBezTo>
                  <a:pt x="308827" y="162397"/>
                  <a:pt x="303718" y="181920"/>
                  <a:pt x="293500" y="199202"/>
                </a:cubicBezTo>
                <a:cubicBezTo>
                  <a:pt x="283018" y="216496"/>
                  <a:pt x="268879" y="230897"/>
                  <a:pt x="251071" y="242419"/>
                </a:cubicBezTo>
                <a:lnTo>
                  <a:pt x="126119" y="242419"/>
                </a:lnTo>
                <a:close/>
                <a:moveTo>
                  <a:pt x="135948" y="215707"/>
                </a:moveTo>
                <a:lnTo>
                  <a:pt x="241642" y="215707"/>
                </a:lnTo>
                <a:cubicBezTo>
                  <a:pt x="254215" y="207329"/>
                  <a:pt x="264033" y="196585"/>
                  <a:pt x="271108" y="183486"/>
                </a:cubicBezTo>
                <a:cubicBezTo>
                  <a:pt x="278435" y="170387"/>
                  <a:pt x="282104" y="156111"/>
                  <a:pt x="282104" y="140658"/>
                </a:cubicBezTo>
                <a:cubicBezTo>
                  <a:pt x="282104" y="114986"/>
                  <a:pt x="272937" y="92983"/>
                  <a:pt x="254603" y="74649"/>
                </a:cubicBezTo>
                <a:cubicBezTo>
                  <a:pt x="236270" y="56316"/>
                  <a:pt x="214267" y="47149"/>
                  <a:pt x="188595" y="47149"/>
                </a:cubicBezTo>
                <a:cubicBezTo>
                  <a:pt x="162923" y="47149"/>
                  <a:pt x="140920" y="56316"/>
                  <a:pt x="122587" y="74649"/>
                </a:cubicBezTo>
                <a:cubicBezTo>
                  <a:pt x="104253" y="92983"/>
                  <a:pt x="95086" y="114986"/>
                  <a:pt x="95086" y="140658"/>
                </a:cubicBezTo>
                <a:cubicBezTo>
                  <a:pt x="95086" y="156111"/>
                  <a:pt x="98755" y="170387"/>
                  <a:pt x="106082" y="183486"/>
                </a:cubicBezTo>
                <a:cubicBezTo>
                  <a:pt x="113420" y="196585"/>
                  <a:pt x="123375" y="207329"/>
                  <a:pt x="135948" y="215707"/>
                </a:cubicBezTo>
                <a:close/>
                <a:moveTo>
                  <a:pt x="188595" y="21570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4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4456"/>
                </a:moveTo>
                <a:cubicBezTo>
                  <a:pt x="119443" y="165541"/>
                  <a:pt x="124290" y="156774"/>
                  <a:pt x="129262" y="148121"/>
                </a:cubicBezTo>
                <a:cubicBezTo>
                  <a:pt x="134245" y="139217"/>
                  <a:pt x="139617" y="130839"/>
                  <a:pt x="145378" y="122975"/>
                </a:cubicBezTo>
                <a:lnTo>
                  <a:pt x="115512" y="116689"/>
                </a:lnTo>
                <a:lnTo>
                  <a:pt x="75049" y="157551"/>
                </a:lnTo>
                <a:lnTo>
                  <a:pt x="114734" y="174456"/>
                </a:lnTo>
                <a:close/>
                <a:moveTo>
                  <a:pt x="317468" y="54613"/>
                </a:moveTo>
                <a:cubicBezTo>
                  <a:pt x="290756" y="56190"/>
                  <a:pt x="266913" y="61951"/>
                  <a:pt x="245962" y="71906"/>
                </a:cubicBezTo>
                <a:cubicBezTo>
                  <a:pt x="225262" y="81850"/>
                  <a:pt x="204837" y="96789"/>
                  <a:pt x="184663" y="116689"/>
                </a:cubicBezTo>
                <a:cubicBezTo>
                  <a:pt x="176548" y="124816"/>
                  <a:pt x="168295" y="135285"/>
                  <a:pt x="159917" y="148121"/>
                </a:cubicBezTo>
                <a:cubicBezTo>
                  <a:pt x="151265" y="160957"/>
                  <a:pt x="143412" y="175108"/>
                  <a:pt x="136337" y="190561"/>
                </a:cubicBezTo>
                <a:lnTo>
                  <a:pt x="188206" y="242030"/>
                </a:lnTo>
                <a:cubicBezTo>
                  <a:pt x="203397" y="234955"/>
                  <a:pt x="217410" y="227228"/>
                  <a:pt x="230246" y="218850"/>
                </a:cubicBezTo>
                <a:cubicBezTo>
                  <a:pt x="243082" y="210472"/>
                  <a:pt x="253552" y="202220"/>
                  <a:pt x="261678" y="194093"/>
                </a:cubicBezTo>
                <a:cubicBezTo>
                  <a:pt x="281578" y="173930"/>
                  <a:pt x="296517" y="153368"/>
                  <a:pt x="306473" y="132405"/>
                </a:cubicBezTo>
                <a:cubicBezTo>
                  <a:pt x="316417" y="111717"/>
                  <a:pt x="322189" y="88011"/>
                  <a:pt x="323755" y="61299"/>
                </a:cubicBezTo>
                <a:cubicBezTo>
                  <a:pt x="324018" y="60248"/>
                  <a:pt x="323880" y="59333"/>
                  <a:pt x="323366" y="58544"/>
                </a:cubicBezTo>
                <a:cubicBezTo>
                  <a:pt x="323103" y="57493"/>
                  <a:pt x="322703" y="56704"/>
                  <a:pt x="322189" y="56190"/>
                </a:cubicBezTo>
                <a:cubicBezTo>
                  <a:pt x="321663" y="55664"/>
                  <a:pt x="321000" y="55264"/>
                  <a:pt x="320223" y="55013"/>
                </a:cubicBezTo>
                <a:cubicBezTo>
                  <a:pt x="319434" y="54487"/>
                  <a:pt x="318520" y="54350"/>
                  <a:pt x="317468" y="54613"/>
                </a:cubicBezTo>
                <a:close/>
                <a:moveTo>
                  <a:pt x="218850" y="133194"/>
                </a:moveTo>
                <a:cubicBezTo>
                  <a:pt x="218850" y="125604"/>
                  <a:pt x="221342" y="119318"/>
                  <a:pt x="226314" y="114334"/>
                </a:cubicBezTo>
                <a:cubicBezTo>
                  <a:pt x="231549" y="109099"/>
                  <a:pt x="237973" y="106482"/>
                  <a:pt x="245562" y="106482"/>
                </a:cubicBezTo>
                <a:cubicBezTo>
                  <a:pt x="253163" y="106482"/>
                  <a:pt x="259450" y="109099"/>
                  <a:pt x="264422" y="114334"/>
                </a:cubicBezTo>
                <a:cubicBezTo>
                  <a:pt x="269668" y="119318"/>
                  <a:pt x="272285" y="125604"/>
                  <a:pt x="272285" y="133194"/>
                </a:cubicBezTo>
                <a:cubicBezTo>
                  <a:pt x="272285" y="140795"/>
                  <a:pt x="269668" y="147207"/>
                  <a:pt x="264422" y="152453"/>
                </a:cubicBezTo>
                <a:cubicBezTo>
                  <a:pt x="259450" y="157425"/>
                  <a:pt x="253163" y="159917"/>
                  <a:pt x="245562" y="159917"/>
                </a:cubicBezTo>
                <a:cubicBezTo>
                  <a:pt x="237973" y="159917"/>
                  <a:pt x="231549" y="157425"/>
                  <a:pt x="226314" y="152453"/>
                </a:cubicBezTo>
                <a:cubicBezTo>
                  <a:pt x="221342" y="147207"/>
                  <a:pt x="218850" y="140795"/>
                  <a:pt x="218850" y="133194"/>
                </a:cubicBezTo>
                <a:close/>
                <a:moveTo>
                  <a:pt x="203923" y="264033"/>
                </a:moveTo>
                <a:lnTo>
                  <a:pt x="220816" y="303329"/>
                </a:lnTo>
                <a:lnTo>
                  <a:pt x="261678" y="262856"/>
                </a:lnTo>
                <a:lnTo>
                  <a:pt x="255781" y="232989"/>
                </a:lnTo>
                <a:cubicBezTo>
                  <a:pt x="247928" y="238498"/>
                  <a:pt x="239539" y="243859"/>
                  <a:pt x="230635" y="249105"/>
                </a:cubicBezTo>
                <a:cubicBezTo>
                  <a:pt x="221731" y="254340"/>
                  <a:pt x="212827" y="259324"/>
                  <a:pt x="203923" y="264033"/>
                </a:cubicBezTo>
                <a:close/>
                <a:moveTo>
                  <a:pt x="351655" y="40862"/>
                </a:moveTo>
                <a:cubicBezTo>
                  <a:pt x="352433" y="74912"/>
                  <a:pt x="347072" y="105819"/>
                  <a:pt x="335539" y="133594"/>
                </a:cubicBezTo>
                <a:cubicBezTo>
                  <a:pt x="323755" y="161620"/>
                  <a:pt x="305684" y="187806"/>
                  <a:pt x="281327" y="212175"/>
                </a:cubicBezTo>
                <a:cubicBezTo>
                  <a:pt x="281064" y="212689"/>
                  <a:pt x="280664" y="213089"/>
                  <a:pt x="280138" y="213352"/>
                </a:cubicBezTo>
                <a:cubicBezTo>
                  <a:pt x="279875" y="213615"/>
                  <a:pt x="279624" y="213867"/>
                  <a:pt x="279361" y="214130"/>
                </a:cubicBezTo>
                <a:lnTo>
                  <a:pt x="288002" y="257747"/>
                </a:lnTo>
                <a:cubicBezTo>
                  <a:pt x="288790" y="262204"/>
                  <a:pt x="288527" y="266525"/>
                  <a:pt x="287213" y="270708"/>
                </a:cubicBezTo>
                <a:cubicBezTo>
                  <a:pt x="286161" y="274903"/>
                  <a:pt x="283944" y="278572"/>
                  <a:pt x="280538" y="281715"/>
                </a:cubicBezTo>
                <a:lnTo>
                  <a:pt x="225925" y="336716"/>
                </a:lnTo>
                <a:cubicBezTo>
                  <a:pt x="222519" y="339860"/>
                  <a:pt x="218587" y="341048"/>
                  <a:pt x="214130" y="340260"/>
                </a:cubicBezTo>
                <a:cubicBezTo>
                  <a:pt x="209420" y="339208"/>
                  <a:pt x="206140" y="336453"/>
                  <a:pt x="204311" y="332007"/>
                </a:cubicBezTo>
                <a:lnTo>
                  <a:pt x="177199" y="269142"/>
                </a:lnTo>
                <a:lnTo>
                  <a:pt x="109625" y="201168"/>
                </a:lnTo>
                <a:lnTo>
                  <a:pt x="46360" y="174456"/>
                </a:lnTo>
                <a:cubicBezTo>
                  <a:pt x="41914" y="172616"/>
                  <a:pt x="39296" y="169347"/>
                  <a:pt x="38508" y="164626"/>
                </a:cubicBezTo>
                <a:cubicBezTo>
                  <a:pt x="37719" y="159917"/>
                  <a:pt x="38896" y="155848"/>
                  <a:pt x="42040" y="152453"/>
                </a:cubicBezTo>
                <a:lnTo>
                  <a:pt x="96652" y="98229"/>
                </a:lnTo>
                <a:cubicBezTo>
                  <a:pt x="99795" y="94823"/>
                  <a:pt x="103464" y="92469"/>
                  <a:pt x="107659" y="91154"/>
                </a:cubicBezTo>
                <a:cubicBezTo>
                  <a:pt x="111843" y="89840"/>
                  <a:pt x="116175" y="89588"/>
                  <a:pt x="120621" y="90366"/>
                </a:cubicBezTo>
                <a:lnTo>
                  <a:pt x="164238" y="99018"/>
                </a:lnTo>
                <a:cubicBezTo>
                  <a:pt x="164501" y="98755"/>
                  <a:pt x="164889" y="98492"/>
                  <a:pt x="165415" y="98229"/>
                </a:cubicBezTo>
                <a:cubicBezTo>
                  <a:pt x="165678" y="97967"/>
                  <a:pt x="165941" y="97704"/>
                  <a:pt x="166204" y="97441"/>
                </a:cubicBezTo>
                <a:cubicBezTo>
                  <a:pt x="190824" y="73083"/>
                  <a:pt x="217010" y="55138"/>
                  <a:pt x="244785" y="43617"/>
                </a:cubicBezTo>
                <a:cubicBezTo>
                  <a:pt x="272548" y="32084"/>
                  <a:pt x="303455" y="26586"/>
                  <a:pt x="337505" y="27112"/>
                </a:cubicBezTo>
                <a:cubicBezTo>
                  <a:pt x="339345" y="27112"/>
                  <a:pt x="341048" y="27375"/>
                  <a:pt x="342614" y="27901"/>
                </a:cubicBezTo>
                <a:cubicBezTo>
                  <a:pt x="344192" y="28678"/>
                  <a:pt x="345758" y="29867"/>
                  <a:pt x="347335" y="31433"/>
                </a:cubicBezTo>
                <a:cubicBezTo>
                  <a:pt x="348901" y="32747"/>
                  <a:pt x="350078" y="34187"/>
                  <a:pt x="350867" y="35753"/>
                </a:cubicBezTo>
                <a:cubicBezTo>
                  <a:pt x="351392" y="37330"/>
                  <a:pt x="351655" y="39033"/>
                  <a:pt x="351655" y="40862"/>
                </a:cubicBezTo>
                <a:close/>
                <a:moveTo>
                  <a:pt x="55790" y="249894"/>
                </a:moveTo>
                <a:cubicBezTo>
                  <a:pt x="65482" y="240201"/>
                  <a:pt x="77141" y="235355"/>
                  <a:pt x="90766" y="235355"/>
                </a:cubicBezTo>
                <a:cubicBezTo>
                  <a:pt x="104642" y="235092"/>
                  <a:pt x="116300" y="239801"/>
                  <a:pt x="125730" y="249494"/>
                </a:cubicBezTo>
                <a:cubicBezTo>
                  <a:pt x="135423" y="259187"/>
                  <a:pt x="140269" y="270845"/>
                  <a:pt x="140269" y="284470"/>
                </a:cubicBezTo>
                <a:cubicBezTo>
                  <a:pt x="140006" y="298346"/>
                  <a:pt x="135034" y="310130"/>
                  <a:pt x="125341" y="319823"/>
                </a:cubicBezTo>
                <a:cubicBezTo>
                  <a:pt x="112768" y="332659"/>
                  <a:pt x="97441" y="340385"/>
                  <a:pt x="79370" y="343003"/>
                </a:cubicBezTo>
                <a:cubicBezTo>
                  <a:pt x="61551" y="345632"/>
                  <a:pt x="43617" y="347986"/>
                  <a:pt x="25535" y="350078"/>
                </a:cubicBezTo>
                <a:cubicBezTo>
                  <a:pt x="27901" y="332007"/>
                  <a:pt x="30255" y="313936"/>
                  <a:pt x="32610" y="295854"/>
                </a:cubicBezTo>
                <a:cubicBezTo>
                  <a:pt x="35227" y="278046"/>
                  <a:pt x="42954" y="262719"/>
                  <a:pt x="55790" y="249894"/>
                </a:cubicBezTo>
                <a:close/>
                <a:moveTo>
                  <a:pt x="74649" y="269142"/>
                </a:moveTo>
                <a:cubicBezTo>
                  <a:pt x="68626" y="275692"/>
                  <a:pt x="64694" y="283155"/>
                  <a:pt x="62865" y="291534"/>
                </a:cubicBezTo>
                <a:cubicBezTo>
                  <a:pt x="61036" y="300186"/>
                  <a:pt x="59333" y="308827"/>
                  <a:pt x="57756" y="317468"/>
                </a:cubicBezTo>
                <a:cubicBezTo>
                  <a:pt x="66660" y="315902"/>
                  <a:pt x="75312" y="314325"/>
                  <a:pt x="83690" y="312759"/>
                </a:cubicBezTo>
                <a:cubicBezTo>
                  <a:pt x="92332" y="310919"/>
                  <a:pt x="99932" y="306987"/>
                  <a:pt x="106482" y="300963"/>
                </a:cubicBezTo>
                <a:cubicBezTo>
                  <a:pt x="111454" y="296780"/>
                  <a:pt x="113946" y="291408"/>
                  <a:pt x="113946" y="284858"/>
                </a:cubicBezTo>
                <a:cubicBezTo>
                  <a:pt x="113946" y="278572"/>
                  <a:pt x="111717" y="273074"/>
                  <a:pt x="107259" y="268354"/>
                </a:cubicBezTo>
                <a:cubicBezTo>
                  <a:pt x="102287" y="263907"/>
                  <a:pt x="96652" y="261678"/>
                  <a:pt x="90366" y="261678"/>
                </a:cubicBezTo>
                <a:cubicBezTo>
                  <a:pt x="84079" y="261678"/>
                  <a:pt x="78844" y="264159"/>
                  <a:pt x="74649" y="26914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6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5597" y="310793"/>
                </a:moveTo>
                <a:lnTo>
                  <a:pt x="263644" y="180743"/>
                </a:lnTo>
                <a:lnTo>
                  <a:pt x="193704" y="180743"/>
                </a:lnTo>
                <a:lnTo>
                  <a:pt x="207455" y="70329"/>
                </a:lnTo>
                <a:lnTo>
                  <a:pt x="109225" y="212175"/>
                </a:lnTo>
                <a:lnTo>
                  <a:pt x="169347" y="212175"/>
                </a:lnTo>
                <a:lnTo>
                  <a:pt x="155597" y="310793"/>
                </a:lnTo>
                <a:close/>
                <a:moveTo>
                  <a:pt x="139480" y="238498"/>
                </a:moveTo>
                <a:lnTo>
                  <a:pt x="84868" y="238498"/>
                </a:lnTo>
                <a:cubicBezTo>
                  <a:pt x="79370" y="238498"/>
                  <a:pt x="75438" y="236132"/>
                  <a:pt x="73083" y="231423"/>
                </a:cubicBezTo>
                <a:cubicBezTo>
                  <a:pt x="70466" y="226440"/>
                  <a:pt x="70729" y="221731"/>
                  <a:pt x="73872" y="217273"/>
                </a:cubicBezTo>
                <a:lnTo>
                  <a:pt x="210598" y="20437"/>
                </a:lnTo>
                <a:cubicBezTo>
                  <a:pt x="212689" y="17545"/>
                  <a:pt x="215444" y="15453"/>
                  <a:pt x="218850" y="14150"/>
                </a:cubicBezTo>
                <a:cubicBezTo>
                  <a:pt x="221993" y="13099"/>
                  <a:pt x="225262" y="13225"/>
                  <a:pt x="228669" y="14539"/>
                </a:cubicBezTo>
                <a:cubicBezTo>
                  <a:pt x="232075" y="16105"/>
                  <a:pt x="234692" y="18334"/>
                  <a:pt x="236532" y="21214"/>
                </a:cubicBezTo>
                <a:cubicBezTo>
                  <a:pt x="238624" y="24357"/>
                  <a:pt x="239413" y="27763"/>
                  <a:pt x="238887" y="31433"/>
                </a:cubicBezTo>
                <a:lnTo>
                  <a:pt x="223171" y="154408"/>
                </a:lnTo>
                <a:lnTo>
                  <a:pt x="290756" y="154408"/>
                </a:lnTo>
                <a:cubicBezTo>
                  <a:pt x="296517" y="154408"/>
                  <a:pt x="300575" y="156900"/>
                  <a:pt x="302929" y="161883"/>
                </a:cubicBezTo>
                <a:cubicBezTo>
                  <a:pt x="305284" y="167118"/>
                  <a:pt x="304770" y="171964"/>
                  <a:pt x="301363" y="176411"/>
                </a:cubicBezTo>
                <a:lnTo>
                  <a:pt x="151665" y="355576"/>
                </a:lnTo>
                <a:cubicBezTo>
                  <a:pt x="149562" y="358456"/>
                  <a:pt x="146818" y="360296"/>
                  <a:pt x="143412" y="361085"/>
                </a:cubicBezTo>
                <a:cubicBezTo>
                  <a:pt x="139743" y="361862"/>
                  <a:pt x="136474" y="361599"/>
                  <a:pt x="133594" y="360296"/>
                </a:cubicBezTo>
                <a:cubicBezTo>
                  <a:pt x="130451" y="358982"/>
                  <a:pt x="127959" y="356765"/>
                  <a:pt x="126119" y="353621"/>
                </a:cubicBezTo>
                <a:cubicBezTo>
                  <a:pt x="124290" y="350730"/>
                  <a:pt x="123638" y="347461"/>
                  <a:pt x="124164" y="343792"/>
                </a:cubicBezTo>
                <a:lnTo>
                  <a:pt x="139480" y="238498"/>
                </a:lnTo>
                <a:close/>
                <a:moveTo>
                  <a:pt x="186240" y="19095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8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4238" y="348112"/>
                </a:moveTo>
                <a:cubicBezTo>
                  <a:pt x="160306" y="348112"/>
                  <a:pt x="156774" y="346935"/>
                  <a:pt x="153631" y="344580"/>
                </a:cubicBezTo>
                <a:cubicBezTo>
                  <a:pt x="150487" y="341963"/>
                  <a:pt x="148647" y="338682"/>
                  <a:pt x="148121" y="334762"/>
                </a:cubicBezTo>
                <a:lnTo>
                  <a:pt x="142235" y="297820"/>
                </a:lnTo>
                <a:cubicBezTo>
                  <a:pt x="137777" y="296254"/>
                  <a:pt x="132931" y="293900"/>
                  <a:pt x="127696" y="290756"/>
                </a:cubicBezTo>
                <a:cubicBezTo>
                  <a:pt x="122461" y="287865"/>
                  <a:pt x="117878" y="284858"/>
                  <a:pt x="113946" y="281715"/>
                </a:cubicBezTo>
                <a:lnTo>
                  <a:pt x="80547" y="297431"/>
                </a:lnTo>
                <a:cubicBezTo>
                  <a:pt x="76615" y="298997"/>
                  <a:pt x="72683" y="299260"/>
                  <a:pt x="68763" y="298220"/>
                </a:cubicBezTo>
                <a:cubicBezTo>
                  <a:pt x="64831" y="296906"/>
                  <a:pt x="61813" y="294414"/>
                  <a:pt x="59722" y="290756"/>
                </a:cubicBezTo>
                <a:lnTo>
                  <a:pt x="35364" y="247528"/>
                </a:lnTo>
                <a:cubicBezTo>
                  <a:pt x="33261" y="243859"/>
                  <a:pt x="32610" y="240064"/>
                  <a:pt x="33398" y="236132"/>
                </a:cubicBezTo>
                <a:cubicBezTo>
                  <a:pt x="34450" y="232475"/>
                  <a:pt x="36667" y="229332"/>
                  <a:pt x="40074" y="226703"/>
                </a:cubicBezTo>
                <a:lnTo>
                  <a:pt x="71506" y="203523"/>
                </a:lnTo>
                <a:cubicBezTo>
                  <a:pt x="70980" y="201431"/>
                  <a:pt x="70592" y="198939"/>
                  <a:pt x="70329" y="196059"/>
                </a:cubicBezTo>
                <a:cubicBezTo>
                  <a:pt x="70329" y="193178"/>
                  <a:pt x="70329" y="190687"/>
                  <a:pt x="70329" y="188595"/>
                </a:cubicBezTo>
                <a:cubicBezTo>
                  <a:pt x="70329" y="186503"/>
                  <a:pt x="70329" y="184012"/>
                  <a:pt x="70329" y="181131"/>
                </a:cubicBezTo>
                <a:cubicBezTo>
                  <a:pt x="70592" y="178251"/>
                  <a:pt x="70980" y="175759"/>
                  <a:pt x="71506" y="173667"/>
                </a:cubicBezTo>
                <a:lnTo>
                  <a:pt x="40074" y="150487"/>
                </a:lnTo>
                <a:cubicBezTo>
                  <a:pt x="36667" y="148121"/>
                  <a:pt x="34450" y="144978"/>
                  <a:pt x="33398" y="141058"/>
                </a:cubicBezTo>
                <a:cubicBezTo>
                  <a:pt x="32610" y="137126"/>
                  <a:pt x="33261" y="133331"/>
                  <a:pt x="35364" y="129662"/>
                </a:cubicBezTo>
                <a:lnTo>
                  <a:pt x="59722" y="86445"/>
                </a:lnTo>
                <a:cubicBezTo>
                  <a:pt x="61813" y="83039"/>
                  <a:pt x="64831" y="80673"/>
                  <a:pt x="68763" y="79370"/>
                </a:cubicBezTo>
                <a:cubicBezTo>
                  <a:pt x="72683" y="78055"/>
                  <a:pt x="76490" y="78193"/>
                  <a:pt x="80159" y="79759"/>
                </a:cubicBezTo>
                <a:lnTo>
                  <a:pt x="114334" y="95475"/>
                </a:lnTo>
                <a:cubicBezTo>
                  <a:pt x="118003" y="92332"/>
                  <a:pt x="122461" y="89325"/>
                  <a:pt x="127696" y="86445"/>
                </a:cubicBezTo>
                <a:cubicBezTo>
                  <a:pt x="132931" y="83553"/>
                  <a:pt x="137914" y="81336"/>
                  <a:pt x="142624" y="79759"/>
                </a:cubicBezTo>
                <a:lnTo>
                  <a:pt x="148521" y="42440"/>
                </a:lnTo>
                <a:cubicBezTo>
                  <a:pt x="149047" y="38508"/>
                  <a:pt x="150750" y="35227"/>
                  <a:pt x="153631" y="32610"/>
                </a:cubicBezTo>
                <a:cubicBezTo>
                  <a:pt x="156774" y="30255"/>
                  <a:pt x="160306" y="29078"/>
                  <a:pt x="164238" y="29078"/>
                </a:cubicBezTo>
                <a:lnTo>
                  <a:pt x="212952" y="29078"/>
                </a:lnTo>
                <a:cubicBezTo>
                  <a:pt x="216884" y="29078"/>
                  <a:pt x="220416" y="30255"/>
                  <a:pt x="223559" y="32610"/>
                </a:cubicBezTo>
                <a:cubicBezTo>
                  <a:pt x="226703" y="35227"/>
                  <a:pt x="228543" y="38508"/>
                  <a:pt x="229069" y="42440"/>
                </a:cubicBezTo>
                <a:lnTo>
                  <a:pt x="234955" y="79370"/>
                </a:lnTo>
                <a:cubicBezTo>
                  <a:pt x="239413" y="81199"/>
                  <a:pt x="244259" y="83428"/>
                  <a:pt x="249494" y="86045"/>
                </a:cubicBezTo>
                <a:cubicBezTo>
                  <a:pt x="254992" y="88925"/>
                  <a:pt x="259575" y="92069"/>
                  <a:pt x="263244" y="95475"/>
                </a:cubicBezTo>
                <a:lnTo>
                  <a:pt x="296643" y="79759"/>
                </a:lnTo>
                <a:cubicBezTo>
                  <a:pt x="300575" y="78193"/>
                  <a:pt x="304507" y="78055"/>
                  <a:pt x="308427" y="79370"/>
                </a:cubicBezTo>
                <a:cubicBezTo>
                  <a:pt x="312096" y="80673"/>
                  <a:pt x="314977" y="83039"/>
                  <a:pt x="317080" y="86445"/>
                </a:cubicBezTo>
                <a:lnTo>
                  <a:pt x="341826" y="129662"/>
                </a:lnTo>
                <a:cubicBezTo>
                  <a:pt x="343929" y="133331"/>
                  <a:pt x="344580" y="137126"/>
                  <a:pt x="343792" y="141058"/>
                </a:cubicBezTo>
                <a:cubicBezTo>
                  <a:pt x="342740" y="145241"/>
                  <a:pt x="340523" y="148384"/>
                  <a:pt x="337116" y="150487"/>
                </a:cubicBezTo>
                <a:lnTo>
                  <a:pt x="305684" y="172879"/>
                </a:lnTo>
                <a:cubicBezTo>
                  <a:pt x="306210" y="175233"/>
                  <a:pt x="306598" y="177851"/>
                  <a:pt x="306861" y="180743"/>
                </a:cubicBezTo>
                <a:cubicBezTo>
                  <a:pt x="306861" y="183623"/>
                  <a:pt x="306861" y="186240"/>
                  <a:pt x="306861" y="188595"/>
                </a:cubicBezTo>
                <a:cubicBezTo>
                  <a:pt x="306861" y="190950"/>
                  <a:pt x="306861" y="193567"/>
                  <a:pt x="306861" y="196459"/>
                </a:cubicBezTo>
                <a:cubicBezTo>
                  <a:pt x="306598" y="199076"/>
                  <a:pt x="306210" y="201557"/>
                  <a:pt x="305684" y="203923"/>
                </a:cubicBezTo>
                <a:lnTo>
                  <a:pt x="337116" y="226703"/>
                </a:lnTo>
                <a:cubicBezTo>
                  <a:pt x="340523" y="228806"/>
                  <a:pt x="342740" y="231949"/>
                  <a:pt x="343792" y="236132"/>
                </a:cubicBezTo>
                <a:cubicBezTo>
                  <a:pt x="344580" y="240064"/>
                  <a:pt x="343929" y="243859"/>
                  <a:pt x="341826" y="247528"/>
                </a:cubicBezTo>
                <a:lnTo>
                  <a:pt x="317468" y="290756"/>
                </a:lnTo>
                <a:cubicBezTo>
                  <a:pt x="315377" y="294414"/>
                  <a:pt x="312359" y="296780"/>
                  <a:pt x="308427" y="297820"/>
                </a:cubicBezTo>
                <a:cubicBezTo>
                  <a:pt x="304507" y="299135"/>
                  <a:pt x="300700" y="298997"/>
                  <a:pt x="297043" y="297431"/>
                </a:cubicBezTo>
                <a:lnTo>
                  <a:pt x="262856" y="281715"/>
                </a:lnTo>
                <a:cubicBezTo>
                  <a:pt x="259187" y="284858"/>
                  <a:pt x="254729" y="288002"/>
                  <a:pt x="249494" y="291145"/>
                </a:cubicBezTo>
                <a:cubicBezTo>
                  <a:pt x="244522" y="294288"/>
                  <a:pt x="239676" y="296517"/>
                  <a:pt x="234955" y="297820"/>
                </a:cubicBezTo>
                <a:lnTo>
                  <a:pt x="229069" y="334762"/>
                </a:lnTo>
                <a:cubicBezTo>
                  <a:pt x="228543" y="338682"/>
                  <a:pt x="226703" y="341963"/>
                  <a:pt x="223559" y="344580"/>
                </a:cubicBezTo>
                <a:cubicBezTo>
                  <a:pt x="220416" y="346935"/>
                  <a:pt x="216884" y="348112"/>
                  <a:pt x="212952" y="348112"/>
                </a:cubicBezTo>
                <a:lnTo>
                  <a:pt x="164238" y="348112"/>
                </a:lnTo>
                <a:close/>
                <a:moveTo>
                  <a:pt x="172090" y="321400"/>
                </a:moveTo>
                <a:lnTo>
                  <a:pt x="205100" y="321400"/>
                </a:lnTo>
                <a:lnTo>
                  <a:pt x="210598" y="277395"/>
                </a:lnTo>
                <a:cubicBezTo>
                  <a:pt x="219239" y="275292"/>
                  <a:pt x="227491" y="272023"/>
                  <a:pt x="235355" y="267565"/>
                </a:cubicBezTo>
                <a:cubicBezTo>
                  <a:pt x="243208" y="263119"/>
                  <a:pt x="250283" y="257621"/>
                  <a:pt x="256569" y="251071"/>
                </a:cubicBezTo>
                <a:lnTo>
                  <a:pt x="298220" y="269142"/>
                </a:lnTo>
                <a:lnTo>
                  <a:pt x="313148" y="242030"/>
                </a:lnTo>
                <a:lnTo>
                  <a:pt x="276217" y="215318"/>
                </a:lnTo>
                <a:cubicBezTo>
                  <a:pt x="277258" y="210861"/>
                  <a:pt x="278183" y="206403"/>
                  <a:pt x="278961" y="201957"/>
                </a:cubicBezTo>
                <a:cubicBezTo>
                  <a:pt x="279749" y="197499"/>
                  <a:pt x="280138" y="193053"/>
                  <a:pt x="280138" y="188595"/>
                </a:cubicBezTo>
                <a:cubicBezTo>
                  <a:pt x="280138" y="184137"/>
                  <a:pt x="279749" y="179691"/>
                  <a:pt x="278961" y="175233"/>
                </a:cubicBezTo>
                <a:cubicBezTo>
                  <a:pt x="278435" y="170787"/>
                  <a:pt x="277520" y="166329"/>
                  <a:pt x="276217" y="161883"/>
                </a:cubicBezTo>
                <a:lnTo>
                  <a:pt x="313148" y="135160"/>
                </a:lnTo>
                <a:lnTo>
                  <a:pt x="298220" y="108048"/>
                </a:lnTo>
                <a:lnTo>
                  <a:pt x="256569" y="126119"/>
                </a:lnTo>
                <a:cubicBezTo>
                  <a:pt x="250546" y="119055"/>
                  <a:pt x="243733" y="113157"/>
                  <a:pt x="236132" y="108448"/>
                </a:cubicBezTo>
                <a:cubicBezTo>
                  <a:pt x="228280" y="103727"/>
                  <a:pt x="219765" y="100847"/>
                  <a:pt x="210598" y="99795"/>
                </a:cubicBezTo>
                <a:lnTo>
                  <a:pt x="205100" y="55790"/>
                </a:lnTo>
                <a:lnTo>
                  <a:pt x="172090" y="55790"/>
                </a:lnTo>
                <a:lnTo>
                  <a:pt x="166592" y="99795"/>
                </a:lnTo>
                <a:cubicBezTo>
                  <a:pt x="157688" y="101373"/>
                  <a:pt x="149310" y="104516"/>
                  <a:pt x="141446" y="109225"/>
                </a:cubicBezTo>
                <a:cubicBezTo>
                  <a:pt x="133594" y="113683"/>
                  <a:pt x="126519" y="119318"/>
                  <a:pt x="120232" y="126119"/>
                </a:cubicBezTo>
                <a:lnTo>
                  <a:pt x="78970" y="108048"/>
                </a:lnTo>
                <a:lnTo>
                  <a:pt x="64042" y="135160"/>
                </a:lnTo>
                <a:lnTo>
                  <a:pt x="100584" y="161883"/>
                </a:lnTo>
                <a:cubicBezTo>
                  <a:pt x="99532" y="166329"/>
                  <a:pt x="98755" y="170787"/>
                  <a:pt x="98229" y="175233"/>
                </a:cubicBezTo>
                <a:cubicBezTo>
                  <a:pt x="97441" y="179691"/>
                  <a:pt x="97052" y="184137"/>
                  <a:pt x="97052" y="188595"/>
                </a:cubicBezTo>
                <a:cubicBezTo>
                  <a:pt x="97052" y="193053"/>
                  <a:pt x="97441" y="197499"/>
                  <a:pt x="98229" y="201957"/>
                </a:cubicBezTo>
                <a:cubicBezTo>
                  <a:pt x="98755" y="206403"/>
                  <a:pt x="99532" y="210861"/>
                  <a:pt x="100584" y="215318"/>
                </a:cubicBezTo>
                <a:lnTo>
                  <a:pt x="64042" y="242030"/>
                </a:lnTo>
                <a:lnTo>
                  <a:pt x="78970" y="269142"/>
                </a:lnTo>
                <a:lnTo>
                  <a:pt x="120232" y="251071"/>
                </a:lnTo>
                <a:cubicBezTo>
                  <a:pt x="126782" y="257621"/>
                  <a:pt x="133982" y="263119"/>
                  <a:pt x="141835" y="267565"/>
                </a:cubicBezTo>
                <a:cubicBezTo>
                  <a:pt x="149699" y="272023"/>
                  <a:pt x="157951" y="275292"/>
                  <a:pt x="166592" y="277395"/>
                </a:cubicBezTo>
                <a:lnTo>
                  <a:pt x="172090" y="321400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80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913" y="328475"/>
                </a:moveTo>
                <a:cubicBezTo>
                  <a:pt x="168558" y="326109"/>
                  <a:pt x="167381" y="323103"/>
                  <a:pt x="167381" y="319434"/>
                </a:cubicBezTo>
                <a:lnTo>
                  <a:pt x="167381" y="254603"/>
                </a:lnTo>
                <a:cubicBezTo>
                  <a:pt x="167381" y="250934"/>
                  <a:pt x="168558" y="247791"/>
                  <a:pt x="170913" y="245174"/>
                </a:cubicBezTo>
                <a:cubicBezTo>
                  <a:pt x="173530" y="242819"/>
                  <a:pt x="176674" y="241642"/>
                  <a:pt x="180343" y="241642"/>
                </a:cubicBezTo>
                <a:cubicBezTo>
                  <a:pt x="184012" y="241642"/>
                  <a:pt x="187029" y="242819"/>
                  <a:pt x="189384" y="245174"/>
                </a:cubicBezTo>
                <a:cubicBezTo>
                  <a:pt x="191738" y="247791"/>
                  <a:pt x="192916" y="250934"/>
                  <a:pt x="192916" y="254603"/>
                </a:cubicBezTo>
                <a:lnTo>
                  <a:pt x="192916" y="274251"/>
                </a:lnTo>
                <a:lnTo>
                  <a:pt x="318646" y="274251"/>
                </a:lnTo>
                <a:cubicBezTo>
                  <a:pt x="322315" y="274251"/>
                  <a:pt x="325458" y="275429"/>
                  <a:pt x="328075" y="277783"/>
                </a:cubicBezTo>
                <a:cubicBezTo>
                  <a:pt x="330430" y="280401"/>
                  <a:pt x="331619" y="283544"/>
                  <a:pt x="331619" y="287213"/>
                </a:cubicBezTo>
                <a:cubicBezTo>
                  <a:pt x="331619" y="290882"/>
                  <a:pt x="330430" y="293900"/>
                  <a:pt x="328075" y="296254"/>
                </a:cubicBezTo>
                <a:cubicBezTo>
                  <a:pt x="325458" y="298872"/>
                  <a:pt x="322315" y="300186"/>
                  <a:pt x="318646" y="300186"/>
                </a:cubicBezTo>
                <a:lnTo>
                  <a:pt x="192916" y="300186"/>
                </a:lnTo>
                <a:lnTo>
                  <a:pt x="192916" y="319434"/>
                </a:lnTo>
                <a:cubicBezTo>
                  <a:pt x="192916" y="323103"/>
                  <a:pt x="191738" y="326109"/>
                  <a:pt x="189384" y="328475"/>
                </a:cubicBezTo>
                <a:cubicBezTo>
                  <a:pt x="186766" y="331093"/>
                  <a:pt x="183623" y="332396"/>
                  <a:pt x="179954" y="332396"/>
                </a:cubicBezTo>
                <a:cubicBezTo>
                  <a:pt x="176285" y="332396"/>
                  <a:pt x="173267" y="331093"/>
                  <a:pt x="170913" y="328475"/>
                </a:cubicBezTo>
                <a:close/>
                <a:moveTo>
                  <a:pt x="58544" y="300186"/>
                </a:moveTo>
                <a:cubicBezTo>
                  <a:pt x="54875" y="300186"/>
                  <a:pt x="51732" y="298872"/>
                  <a:pt x="49115" y="296254"/>
                </a:cubicBezTo>
                <a:cubicBezTo>
                  <a:pt x="46760" y="293637"/>
                  <a:pt x="45583" y="290493"/>
                  <a:pt x="45583" y="286824"/>
                </a:cubicBezTo>
                <a:cubicBezTo>
                  <a:pt x="45583" y="283155"/>
                  <a:pt x="46760" y="280138"/>
                  <a:pt x="49115" y="277783"/>
                </a:cubicBezTo>
                <a:cubicBezTo>
                  <a:pt x="51732" y="275429"/>
                  <a:pt x="54875" y="274251"/>
                  <a:pt x="58544" y="274251"/>
                </a:cubicBezTo>
                <a:lnTo>
                  <a:pt x="132017" y="274251"/>
                </a:lnTo>
                <a:cubicBezTo>
                  <a:pt x="135686" y="274251"/>
                  <a:pt x="138692" y="275429"/>
                  <a:pt x="141058" y="277783"/>
                </a:cubicBezTo>
                <a:cubicBezTo>
                  <a:pt x="143412" y="280401"/>
                  <a:pt x="144590" y="283544"/>
                  <a:pt x="144590" y="287213"/>
                </a:cubicBezTo>
                <a:cubicBezTo>
                  <a:pt x="144590" y="290882"/>
                  <a:pt x="143412" y="293900"/>
                  <a:pt x="141058" y="296254"/>
                </a:cubicBezTo>
                <a:cubicBezTo>
                  <a:pt x="138692" y="298872"/>
                  <a:pt x="135686" y="300186"/>
                  <a:pt x="132017" y="300186"/>
                </a:cubicBezTo>
                <a:lnTo>
                  <a:pt x="58544" y="300186"/>
                </a:lnTo>
                <a:close/>
                <a:moveTo>
                  <a:pt x="122587" y="229846"/>
                </a:moveTo>
                <a:cubicBezTo>
                  <a:pt x="120232" y="227491"/>
                  <a:pt x="119055" y="224485"/>
                  <a:pt x="119055" y="220816"/>
                </a:cubicBezTo>
                <a:lnTo>
                  <a:pt x="119055" y="201557"/>
                </a:lnTo>
                <a:lnTo>
                  <a:pt x="58544" y="201557"/>
                </a:lnTo>
                <a:cubicBezTo>
                  <a:pt x="54875" y="201557"/>
                  <a:pt x="51732" y="200254"/>
                  <a:pt x="49115" y="197636"/>
                </a:cubicBezTo>
                <a:cubicBezTo>
                  <a:pt x="46760" y="195270"/>
                  <a:pt x="45583" y="192264"/>
                  <a:pt x="45583" y="188595"/>
                </a:cubicBezTo>
                <a:cubicBezTo>
                  <a:pt x="45583" y="184926"/>
                  <a:pt x="46760" y="181920"/>
                  <a:pt x="49115" y="179554"/>
                </a:cubicBezTo>
                <a:cubicBezTo>
                  <a:pt x="51732" y="176936"/>
                  <a:pt x="54875" y="175633"/>
                  <a:pt x="58544" y="175633"/>
                </a:cubicBezTo>
                <a:lnTo>
                  <a:pt x="119055" y="175633"/>
                </a:lnTo>
                <a:lnTo>
                  <a:pt x="119055" y="155597"/>
                </a:lnTo>
                <a:cubicBezTo>
                  <a:pt x="119055" y="151928"/>
                  <a:pt x="120232" y="148910"/>
                  <a:pt x="122587" y="146555"/>
                </a:cubicBezTo>
                <a:cubicBezTo>
                  <a:pt x="125204" y="143938"/>
                  <a:pt x="128347" y="142624"/>
                  <a:pt x="132017" y="142624"/>
                </a:cubicBezTo>
                <a:cubicBezTo>
                  <a:pt x="135686" y="142624"/>
                  <a:pt x="138692" y="143938"/>
                  <a:pt x="141058" y="146555"/>
                </a:cubicBezTo>
                <a:cubicBezTo>
                  <a:pt x="143412" y="148910"/>
                  <a:pt x="144590" y="151928"/>
                  <a:pt x="144590" y="155597"/>
                </a:cubicBezTo>
                <a:lnTo>
                  <a:pt x="144590" y="220816"/>
                </a:lnTo>
                <a:cubicBezTo>
                  <a:pt x="144590" y="224485"/>
                  <a:pt x="143412" y="227491"/>
                  <a:pt x="141058" y="229846"/>
                </a:cubicBezTo>
                <a:cubicBezTo>
                  <a:pt x="138692" y="232475"/>
                  <a:pt x="135686" y="233778"/>
                  <a:pt x="132017" y="233778"/>
                </a:cubicBezTo>
                <a:cubicBezTo>
                  <a:pt x="128347" y="233778"/>
                  <a:pt x="125204" y="232475"/>
                  <a:pt x="122587" y="229846"/>
                </a:cubicBezTo>
                <a:close/>
                <a:moveTo>
                  <a:pt x="179954" y="201557"/>
                </a:moveTo>
                <a:cubicBezTo>
                  <a:pt x="176285" y="201557"/>
                  <a:pt x="173267" y="200254"/>
                  <a:pt x="170913" y="197636"/>
                </a:cubicBezTo>
                <a:cubicBezTo>
                  <a:pt x="168558" y="195270"/>
                  <a:pt x="167381" y="192264"/>
                  <a:pt x="167381" y="188595"/>
                </a:cubicBezTo>
                <a:cubicBezTo>
                  <a:pt x="167381" y="184926"/>
                  <a:pt x="168558" y="181920"/>
                  <a:pt x="170913" y="179554"/>
                </a:cubicBezTo>
                <a:cubicBezTo>
                  <a:pt x="173267" y="176936"/>
                  <a:pt x="176285" y="175633"/>
                  <a:pt x="179954" y="175633"/>
                </a:cubicBezTo>
                <a:lnTo>
                  <a:pt x="318646" y="175633"/>
                </a:lnTo>
                <a:cubicBezTo>
                  <a:pt x="322315" y="175633"/>
                  <a:pt x="325458" y="176936"/>
                  <a:pt x="328075" y="179554"/>
                </a:cubicBezTo>
                <a:cubicBezTo>
                  <a:pt x="330430" y="181920"/>
                  <a:pt x="331619" y="184926"/>
                  <a:pt x="331619" y="188595"/>
                </a:cubicBezTo>
                <a:cubicBezTo>
                  <a:pt x="331619" y="192264"/>
                  <a:pt x="330430" y="195270"/>
                  <a:pt x="328075" y="197636"/>
                </a:cubicBezTo>
                <a:cubicBezTo>
                  <a:pt x="325458" y="200254"/>
                  <a:pt x="322315" y="201557"/>
                  <a:pt x="318646" y="201557"/>
                </a:cubicBezTo>
                <a:lnTo>
                  <a:pt x="179954" y="201557"/>
                </a:lnTo>
                <a:close/>
                <a:moveTo>
                  <a:pt x="236132" y="132017"/>
                </a:moveTo>
                <a:cubicBezTo>
                  <a:pt x="233778" y="129399"/>
                  <a:pt x="232600" y="126256"/>
                  <a:pt x="232600" y="122587"/>
                </a:cubicBezTo>
                <a:lnTo>
                  <a:pt x="232600" y="57756"/>
                </a:lnTo>
                <a:cubicBezTo>
                  <a:pt x="232600" y="54087"/>
                  <a:pt x="233778" y="51081"/>
                  <a:pt x="236132" y="48726"/>
                </a:cubicBezTo>
                <a:cubicBezTo>
                  <a:pt x="238761" y="46360"/>
                  <a:pt x="241905" y="45183"/>
                  <a:pt x="245562" y="45183"/>
                </a:cubicBezTo>
                <a:cubicBezTo>
                  <a:pt x="249231" y="45183"/>
                  <a:pt x="252249" y="46360"/>
                  <a:pt x="254603" y="48726"/>
                </a:cubicBezTo>
                <a:cubicBezTo>
                  <a:pt x="256958" y="51081"/>
                  <a:pt x="258135" y="54087"/>
                  <a:pt x="258135" y="57756"/>
                </a:cubicBezTo>
                <a:lnTo>
                  <a:pt x="258135" y="77404"/>
                </a:lnTo>
                <a:lnTo>
                  <a:pt x="318646" y="77404"/>
                </a:lnTo>
                <a:cubicBezTo>
                  <a:pt x="322315" y="77404"/>
                  <a:pt x="325458" y="78581"/>
                  <a:pt x="328075" y="80936"/>
                </a:cubicBezTo>
                <a:cubicBezTo>
                  <a:pt x="330430" y="83302"/>
                  <a:pt x="331619" y="86308"/>
                  <a:pt x="331619" y="89977"/>
                </a:cubicBezTo>
                <a:cubicBezTo>
                  <a:pt x="331619" y="93646"/>
                  <a:pt x="330430" y="96789"/>
                  <a:pt x="328075" y="99407"/>
                </a:cubicBezTo>
                <a:cubicBezTo>
                  <a:pt x="325458" y="101761"/>
                  <a:pt x="322315" y="102939"/>
                  <a:pt x="318646" y="102939"/>
                </a:cubicBezTo>
                <a:lnTo>
                  <a:pt x="258135" y="102939"/>
                </a:lnTo>
                <a:lnTo>
                  <a:pt x="258135" y="122587"/>
                </a:lnTo>
                <a:cubicBezTo>
                  <a:pt x="258135" y="126256"/>
                  <a:pt x="256958" y="129399"/>
                  <a:pt x="254603" y="132017"/>
                </a:cubicBezTo>
                <a:cubicBezTo>
                  <a:pt x="251986" y="134371"/>
                  <a:pt x="248843" y="135548"/>
                  <a:pt x="245174" y="135548"/>
                </a:cubicBezTo>
                <a:cubicBezTo>
                  <a:pt x="241504" y="135548"/>
                  <a:pt x="238498" y="134371"/>
                  <a:pt x="236132" y="132017"/>
                </a:cubicBezTo>
                <a:close/>
                <a:moveTo>
                  <a:pt x="58544" y="102939"/>
                </a:moveTo>
                <a:cubicBezTo>
                  <a:pt x="54875" y="102939"/>
                  <a:pt x="51732" y="101636"/>
                  <a:pt x="49115" y="99018"/>
                </a:cubicBezTo>
                <a:cubicBezTo>
                  <a:pt x="46760" y="96652"/>
                  <a:pt x="45583" y="93646"/>
                  <a:pt x="45583" y="89977"/>
                </a:cubicBezTo>
                <a:cubicBezTo>
                  <a:pt x="45583" y="86308"/>
                  <a:pt x="46760" y="83302"/>
                  <a:pt x="49115" y="80936"/>
                </a:cubicBezTo>
                <a:cubicBezTo>
                  <a:pt x="51732" y="78581"/>
                  <a:pt x="54875" y="77404"/>
                  <a:pt x="58544" y="77404"/>
                </a:cubicBezTo>
                <a:lnTo>
                  <a:pt x="197236" y="77404"/>
                </a:lnTo>
                <a:cubicBezTo>
                  <a:pt x="200905" y="77404"/>
                  <a:pt x="203923" y="78581"/>
                  <a:pt x="206277" y="80936"/>
                </a:cubicBezTo>
                <a:cubicBezTo>
                  <a:pt x="208632" y="83302"/>
                  <a:pt x="209809" y="86308"/>
                  <a:pt x="209809" y="89977"/>
                </a:cubicBezTo>
                <a:cubicBezTo>
                  <a:pt x="209809" y="93646"/>
                  <a:pt x="208632" y="96789"/>
                  <a:pt x="206277" y="99407"/>
                </a:cubicBezTo>
                <a:cubicBezTo>
                  <a:pt x="203923" y="101761"/>
                  <a:pt x="200905" y="102939"/>
                  <a:pt x="197236" y="102939"/>
                </a:cubicBezTo>
                <a:lnTo>
                  <a:pt x="58544" y="10293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2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6680"/>
                </a:moveTo>
                <a:cubicBezTo>
                  <a:pt x="167907" y="316680"/>
                  <a:pt x="163575" y="314977"/>
                  <a:pt x="159917" y="311570"/>
                </a:cubicBezTo>
                <a:cubicBezTo>
                  <a:pt x="156511" y="307913"/>
                  <a:pt x="154808" y="303581"/>
                  <a:pt x="154808" y="298609"/>
                </a:cubicBezTo>
                <a:lnTo>
                  <a:pt x="154808" y="205100"/>
                </a:lnTo>
                <a:lnTo>
                  <a:pt x="61299" y="86045"/>
                </a:lnTo>
                <a:cubicBezTo>
                  <a:pt x="57104" y="80547"/>
                  <a:pt x="56579" y="74912"/>
                  <a:pt x="59722" y="69152"/>
                </a:cubicBezTo>
                <a:cubicBezTo>
                  <a:pt x="62602" y="63391"/>
                  <a:pt x="67323" y="60510"/>
                  <a:pt x="73872" y="60510"/>
                </a:cubicBezTo>
                <a:lnTo>
                  <a:pt x="303329" y="60510"/>
                </a:lnTo>
                <a:cubicBezTo>
                  <a:pt x="309867" y="60510"/>
                  <a:pt x="314588" y="63391"/>
                  <a:pt x="317468" y="69152"/>
                </a:cubicBezTo>
                <a:cubicBezTo>
                  <a:pt x="320612" y="74912"/>
                  <a:pt x="320086" y="80547"/>
                  <a:pt x="315902" y="86045"/>
                </a:cubicBezTo>
                <a:lnTo>
                  <a:pt x="222382" y="205100"/>
                </a:lnTo>
                <a:lnTo>
                  <a:pt x="222382" y="299397"/>
                </a:lnTo>
                <a:cubicBezTo>
                  <a:pt x="222382" y="304369"/>
                  <a:pt x="220816" y="308427"/>
                  <a:pt x="217673" y="311570"/>
                </a:cubicBezTo>
                <a:cubicBezTo>
                  <a:pt x="214267" y="314977"/>
                  <a:pt x="210072" y="316680"/>
                  <a:pt x="205100" y="316680"/>
                </a:cubicBezTo>
                <a:lnTo>
                  <a:pt x="172879" y="316680"/>
                </a:lnTo>
                <a:close/>
                <a:moveTo>
                  <a:pt x="188595" y="204311"/>
                </a:moveTo>
                <a:lnTo>
                  <a:pt x="280927" y="87222"/>
                </a:lnTo>
                <a:lnTo>
                  <a:pt x="96263" y="87222"/>
                </a:lnTo>
                <a:lnTo>
                  <a:pt x="188595" y="204311"/>
                </a:ln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4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49494"/>
                </a:moveTo>
                <a:cubicBezTo>
                  <a:pt x="119318" y="249494"/>
                  <a:pt x="94949" y="239539"/>
                  <a:pt x="75049" y="219639"/>
                </a:cubicBezTo>
                <a:cubicBezTo>
                  <a:pt x="55138" y="199728"/>
                  <a:pt x="45183" y="175633"/>
                  <a:pt x="45183" y="147344"/>
                </a:cubicBezTo>
                <a:cubicBezTo>
                  <a:pt x="45183" y="119055"/>
                  <a:pt x="55138" y="94949"/>
                  <a:pt x="75049" y="75049"/>
                </a:cubicBezTo>
                <a:cubicBezTo>
                  <a:pt x="94949" y="55138"/>
                  <a:pt x="119055" y="45183"/>
                  <a:pt x="147344" y="45183"/>
                </a:cubicBezTo>
                <a:cubicBezTo>
                  <a:pt x="175633" y="45183"/>
                  <a:pt x="199728" y="55138"/>
                  <a:pt x="219639" y="75049"/>
                </a:cubicBezTo>
                <a:cubicBezTo>
                  <a:pt x="239539" y="94949"/>
                  <a:pt x="249494" y="119055"/>
                  <a:pt x="249494" y="147344"/>
                </a:cubicBezTo>
                <a:cubicBezTo>
                  <a:pt x="249494" y="158603"/>
                  <a:pt x="247665" y="169473"/>
                  <a:pt x="243996" y="179954"/>
                </a:cubicBezTo>
                <a:cubicBezTo>
                  <a:pt x="240327" y="190424"/>
                  <a:pt x="234955" y="200254"/>
                  <a:pt x="227891" y="209420"/>
                </a:cubicBezTo>
                <a:lnTo>
                  <a:pt x="322577" y="302929"/>
                </a:lnTo>
                <a:cubicBezTo>
                  <a:pt x="325195" y="305547"/>
                  <a:pt x="326509" y="308827"/>
                  <a:pt x="326509" y="312759"/>
                </a:cubicBezTo>
                <a:cubicBezTo>
                  <a:pt x="326509" y="316680"/>
                  <a:pt x="325195" y="319960"/>
                  <a:pt x="322577" y="322577"/>
                </a:cubicBezTo>
                <a:cubicBezTo>
                  <a:pt x="319697" y="325195"/>
                  <a:pt x="316291" y="326509"/>
                  <a:pt x="312359" y="326509"/>
                </a:cubicBezTo>
                <a:cubicBezTo>
                  <a:pt x="308690" y="326509"/>
                  <a:pt x="305547" y="325195"/>
                  <a:pt x="302929" y="322577"/>
                </a:cubicBezTo>
                <a:lnTo>
                  <a:pt x="208632" y="228669"/>
                </a:lnTo>
                <a:cubicBezTo>
                  <a:pt x="201042" y="235218"/>
                  <a:pt x="192001" y="240327"/>
                  <a:pt x="181520" y="243996"/>
                </a:cubicBezTo>
                <a:cubicBezTo>
                  <a:pt x="171050" y="247665"/>
                  <a:pt x="159917" y="249494"/>
                  <a:pt x="148121" y="249494"/>
                </a:cubicBezTo>
                <a:close/>
                <a:moveTo>
                  <a:pt x="147733" y="222782"/>
                </a:moveTo>
                <a:cubicBezTo>
                  <a:pt x="168421" y="222782"/>
                  <a:pt x="186103" y="215444"/>
                  <a:pt x="200779" y="200779"/>
                </a:cubicBezTo>
                <a:cubicBezTo>
                  <a:pt x="215444" y="186103"/>
                  <a:pt x="222782" y="168295"/>
                  <a:pt x="222782" y="147344"/>
                </a:cubicBezTo>
                <a:cubicBezTo>
                  <a:pt x="222782" y="126382"/>
                  <a:pt x="215444" y="108574"/>
                  <a:pt x="200779" y="93909"/>
                </a:cubicBezTo>
                <a:cubicBezTo>
                  <a:pt x="186103" y="79233"/>
                  <a:pt x="168421" y="71906"/>
                  <a:pt x="147733" y="71906"/>
                </a:cubicBezTo>
                <a:cubicBezTo>
                  <a:pt x="126519" y="71906"/>
                  <a:pt x="108574" y="79233"/>
                  <a:pt x="93909" y="93909"/>
                </a:cubicBezTo>
                <a:cubicBezTo>
                  <a:pt x="79233" y="108574"/>
                  <a:pt x="71906" y="126382"/>
                  <a:pt x="71906" y="147344"/>
                </a:cubicBezTo>
                <a:cubicBezTo>
                  <a:pt x="71906" y="168295"/>
                  <a:pt x="79233" y="186103"/>
                  <a:pt x="93909" y="200779"/>
                </a:cubicBezTo>
                <a:cubicBezTo>
                  <a:pt x="108574" y="215444"/>
                  <a:pt x="126519" y="222782"/>
                  <a:pt x="147733" y="22278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6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348112"/>
                </a:moveTo>
                <a:cubicBezTo>
                  <a:pt x="79896" y="348112"/>
                  <a:pt x="73609" y="345369"/>
                  <a:pt x="68363" y="339860"/>
                </a:cubicBezTo>
                <a:cubicBezTo>
                  <a:pt x="63128" y="334625"/>
                  <a:pt x="60510" y="328338"/>
                  <a:pt x="60510" y="321000"/>
                </a:cubicBezTo>
                <a:lnTo>
                  <a:pt x="60510" y="152453"/>
                </a:lnTo>
                <a:cubicBezTo>
                  <a:pt x="60510" y="144852"/>
                  <a:pt x="63128" y="138429"/>
                  <a:pt x="68363" y="133194"/>
                </a:cubicBezTo>
                <a:cubicBezTo>
                  <a:pt x="73609" y="127959"/>
                  <a:pt x="79896" y="125341"/>
                  <a:pt x="87222" y="125341"/>
                </a:cubicBezTo>
                <a:lnTo>
                  <a:pt x="112768" y="125341"/>
                </a:lnTo>
                <a:lnTo>
                  <a:pt x="112768" y="89977"/>
                </a:lnTo>
                <a:cubicBezTo>
                  <a:pt x="112768" y="68763"/>
                  <a:pt x="120232" y="50818"/>
                  <a:pt x="135160" y="36153"/>
                </a:cubicBezTo>
                <a:cubicBezTo>
                  <a:pt x="149824" y="21214"/>
                  <a:pt x="167644" y="13750"/>
                  <a:pt x="188595" y="13750"/>
                </a:cubicBezTo>
                <a:cubicBezTo>
                  <a:pt x="209546" y="13750"/>
                  <a:pt x="227366" y="21214"/>
                  <a:pt x="242030" y="36153"/>
                </a:cubicBezTo>
                <a:cubicBezTo>
                  <a:pt x="256958" y="50818"/>
                  <a:pt x="264422" y="68763"/>
                  <a:pt x="264422" y="89977"/>
                </a:cubicBezTo>
                <a:lnTo>
                  <a:pt x="264422" y="125341"/>
                </a:lnTo>
                <a:lnTo>
                  <a:pt x="289968" y="125341"/>
                </a:lnTo>
                <a:cubicBezTo>
                  <a:pt x="297294" y="125341"/>
                  <a:pt x="303581" y="127959"/>
                  <a:pt x="308827" y="133194"/>
                </a:cubicBezTo>
                <a:cubicBezTo>
                  <a:pt x="314062" y="138429"/>
                  <a:pt x="316680" y="144852"/>
                  <a:pt x="316680" y="152453"/>
                </a:cubicBezTo>
                <a:lnTo>
                  <a:pt x="316680" y="321000"/>
                </a:lnTo>
                <a:cubicBezTo>
                  <a:pt x="316680" y="328338"/>
                  <a:pt x="314062" y="334625"/>
                  <a:pt x="308827" y="339860"/>
                </a:cubicBezTo>
                <a:cubicBezTo>
                  <a:pt x="303581" y="345369"/>
                  <a:pt x="297294" y="348112"/>
                  <a:pt x="289968" y="348112"/>
                </a:cubicBezTo>
                <a:lnTo>
                  <a:pt x="87222" y="348112"/>
                </a:lnTo>
                <a:close/>
                <a:moveTo>
                  <a:pt x="87222" y="321000"/>
                </a:moveTo>
                <a:lnTo>
                  <a:pt x="289968" y="321000"/>
                </a:lnTo>
                <a:lnTo>
                  <a:pt x="289968" y="152453"/>
                </a:lnTo>
                <a:lnTo>
                  <a:pt x="87222" y="152453"/>
                </a:lnTo>
                <a:lnTo>
                  <a:pt x="87222" y="321000"/>
                </a:lnTo>
                <a:close/>
                <a:moveTo>
                  <a:pt x="210209" y="258135"/>
                </a:moveTo>
                <a:cubicBezTo>
                  <a:pt x="215970" y="252374"/>
                  <a:pt x="218850" y="245562"/>
                  <a:pt x="218850" y="237710"/>
                </a:cubicBezTo>
                <a:cubicBezTo>
                  <a:pt x="218850" y="229846"/>
                  <a:pt x="215833" y="222645"/>
                  <a:pt x="209809" y="216096"/>
                </a:cubicBezTo>
                <a:cubicBezTo>
                  <a:pt x="204048" y="209809"/>
                  <a:pt x="196973" y="206666"/>
                  <a:pt x="188595" y="206666"/>
                </a:cubicBezTo>
                <a:cubicBezTo>
                  <a:pt x="180217" y="206666"/>
                  <a:pt x="173142" y="209809"/>
                  <a:pt x="167381" y="216096"/>
                </a:cubicBezTo>
                <a:cubicBezTo>
                  <a:pt x="161357" y="222645"/>
                  <a:pt x="158340" y="229846"/>
                  <a:pt x="158340" y="237710"/>
                </a:cubicBezTo>
                <a:cubicBezTo>
                  <a:pt x="158340" y="245825"/>
                  <a:pt x="161357" y="252774"/>
                  <a:pt x="167381" y="258535"/>
                </a:cubicBezTo>
                <a:cubicBezTo>
                  <a:pt x="173142" y="264296"/>
                  <a:pt x="180217" y="267176"/>
                  <a:pt x="188595" y="267176"/>
                </a:cubicBezTo>
                <a:cubicBezTo>
                  <a:pt x="196973" y="267176"/>
                  <a:pt x="204186" y="264159"/>
                  <a:pt x="210209" y="258135"/>
                </a:cubicBezTo>
                <a:close/>
                <a:moveTo>
                  <a:pt x="139880" y="125341"/>
                </a:moveTo>
                <a:lnTo>
                  <a:pt x="237710" y="125341"/>
                </a:lnTo>
                <a:lnTo>
                  <a:pt x="237710" y="89977"/>
                </a:lnTo>
                <a:cubicBezTo>
                  <a:pt x="237710" y="76090"/>
                  <a:pt x="232863" y="64442"/>
                  <a:pt x="223171" y="55013"/>
                </a:cubicBezTo>
                <a:cubicBezTo>
                  <a:pt x="213741" y="45583"/>
                  <a:pt x="202220" y="40862"/>
                  <a:pt x="188595" y="40862"/>
                </a:cubicBezTo>
                <a:cubicBezTo>
                  <a:pt x="174970" y="40862"/>
                  <a:pt x="163449" y="45583"/>
                  <a:pt x="154019" y="55013"/>
                </a:cubicBezTo>
                <a:cubicBezTo>
                  <a:pt x="144590" y="64442"/>
                  <a:pt x="139880" y="76090"/>
                  <a:pt x="139880" y="89977"/>
                </a:cubicBezTo>
                <a:lnTo>
                  <a:pt x="139880" y="125341"/>
                </a:lnTo>
                <a:close/>
                <a:moveTo>
                  <a:pt x="87222" y="321000"/>
                </a:moveTo>
                <a:lnTo>
                  <a:pt x="87222" y="152453"/>
                </a:lnTo>
                <a:lnTo>
                  <a:pt x="87222" y="32100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8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0612"/>
                </a:moveTo>
                <a:cubicBezTo>
                  <a:pt x="216096" y="311182"/>
                  <a:pt x="238887" y="294414"/>
                  <a:pt x="256958" y="270320"/>
                </a:cubicBezTo>
                <a:cubicBezTo>
                  <a:pt x="275040" y="245962"/>
                  <a:pt x="285647" y="218713"/>
                  <a:pt x="288790" y="188595"/>
                </a:cubicBezTo>
                <a:lnTo>
                  <a:pt x="188595" y="188595"/>
                </a:lnTo>
                <a:lnTo>
                  <a:pt x="188595" y="57756"/>
                </a:lnTo>
                <a:lnTo>
                  <a:pt x="87222" y="95875"/>
                </a:lnTo>
                <a:lnTo>
                  <a:pt x="87222" y="172090"/>
                </a:lnTo>
                <a:cubicBezTo>
                  <a:pt x="87222" y="175233"/>
                  <a:pt x="87359" y="177988"/>
                  <a:pt x="87622" y="180343"/>
                </a:cubicBezTo>
                <a:cubicBezTo>
                  <a:pt x="87622" y="182434"/>
                  <a:pt x="87885" y="185189"/>
                  <a:pt x="88400" y="188595"/>
                </a:cubicBezTo>
                <a:lnTo>
                  <a:pt x="188595" y="188595"/>
                </a:lnTo>
                <a:lnTo>
                  <a:pt x="188595" y="320612"/>
                </a:lnTo>
                <a:close/>
                <a:moveTo>
                  <a:pt x="184274" y="346146"/>
                </a:moveTo>
                <a:cubicBezTo>
                  <a:pt x="182960" y="345883"/>
                  <a:pt x="181520" y="345369"/>
                  <a:pt x="179954" y="344580"/>
                </a:cubicBezTo>
                <a:cubicBezTo>
                  <a:pt x="143275" y="332270"/>
                  <a:pt x="114209" y="310004"/>
                  <a:pt x="92732" y="277783"/>
                </a:cubicBezTo>
                <a:cubicBezTo>
                  <a:pt x="71243" y="245299"/>
                  <a:pt x="60510" y="209946"/>
                  <a:pt x="60510" y="171701"/>
                </a:cubicBezTo>
                <a:lnTo>
                  <a:pt x="60510" y="95475"/>
                </a:lnTo>
                <a:cubicBezTo>
                  <a:pt x="60510" y="89714"/>
                  <a:pt x="62076" y="84479"/>
                  <a:pt x="65220" y="79759"/>
                </a:cubicBezTo>
                <a:cubicBezTo>
                  <a:pt x="68626" y="75312"/>
                  <a:pt x="72821" y="72032"/>
                  <a:pt x="77793" y="69940"/>
                </a:cubicBezTo>
                <a:lnTo>
                  <a:pt x="179165" y="32221"/>
                </a:lnTo>
                <a:cubicBezTo>
                  <a:pt x="182309" y="30907"/>
                  <a:pt x="185452" y="30255"/>
                  <a:pt x="188595" y="30255"/>
                </a:cubicBezTo>
                <a:cubicBezTo>
                  <a:pt x="191738" y="30255"/>
                  <a:pt x="194882" y="30907"/>
                  <a:pt x="198025" y="32221"/>
                </a:cubicBezTo>
                <a:lnTo>
                  <a:pt x="299397" y="69940"/>
                </a:lnTo>
                <a:cubicBezTo>
                  <a:pt x="304369" y="72032"/>
                  <a:pt x="308564" y="75312"/>
                  <a:pt x="311970" y="79759"/>
                </a:cubicBezTo>
                <a:cubicBezTo>
                  <a:pt x="315114" y="84479"/>
                  <a:pt x="316680" y="89714"/>
                  <a:pt x="316680" y="95475"/>
                </a:cubicBezTo>
                <a:lnTo>
                  <a:pt x="316680" y="171701"/>
                </a:lnTo>
                <a:cubicBezTo>
                  <a:pt x="316680" y="209946"/>
                  <a:pt x="305947" y="245299"/>
                  <a:pt x="284470" y="277783"/>
                </a:cubicBezTo>
                <a:cubicBezTo>
                  <a:pt x="262981" y="310004"/>
                  <a:pt x="233915" y="332270"/>
                  <a:pt x="197236" y="344580"/>
                </a:cubicBezTo>
                <a:cubicBezTo>
                  <a:pt x="195670" y="345369"/>
                  <a:pt x="194230" y="345883"/>
                  <a:pt x="192916" y="346146"/>
                </a:cubicBezTo>
                <a:cubicBezTo>
                  <a:pt x="191613" y="346409"/>
                  <a:pt x="190172" y="346546"/>
                  <a:pt x="188595" y="346546"/>
                </a:cubicBezTo>
                <a:cubicBezTo>
                  <a:pt x="187029" y="346546"/>
                  <a:pt x="185577" y="346409"/>
                  <a:pt x="184274" y="34614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90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6277"/>
                </a:moveTo>
                <a:lnTo>
                  <a:pt x="141835" y="175633"/>
                </a:lnTo>
                <a:cubicBezTo>
                  <a:pt x="139217" y="173267"/>
                  <a:pt x="136211" y="172090"/>
                  <a:pt x="132805" y="172090"/>
                </a:cubicBezTo>
                <a:cubicBezTo>
                  <a:pt x="129136" y="172090"/>
                  <a:pt x="126119" y="173267"/>
                  <a:pt x="123764" y="175633"/>
                </a:cubicBezTo>
                <a:cubicBezTo>
                  <a:pt x="121409" y="177988"/>
                  <a:pt x="120232" y="180994"/>
                  <a:pt x="120232" y="184663"/>
                </a:cubicBezTo>
                <a:cubicBezTo>
                  <a:pt x="120232" y="188069"/>
                  <a:pt x="121409" y="191087"/>
                  <a:pt x="123764" y="193704"/>
                </a:cubicBezTo>
                <a:lnTo>
                  <a:pt x="161883" y="232212"/>
                </a:lnTo>
                <a:cubicBezTo>
                  <a:pt x="164501" y="234829"/>
                  <a:pt x="167644" y="236132"/>
                  <a:pt x="171313" y="236132"/>
                </a:cubicBezTo>
                <a:cubicBezTo>
                  <a:pt x="174970" y="236132"/>
                  <a:pt x="178114" y="234829"/>
                  <a:pt x="180743" y="232212"/>
                </a:cubicBezTo>
                <a:lnTo>
                  <a:pt x="253037" y="159917"/>
                </a:lnTo>
                <a:cubicBezTo>
                  <a:pt x="255392" y="157551"/>
                  <a:pt x="256569" y="154671"/>
                  <a:pt x="256569" y="151265"/>
                </a:cubicBezTo>
                <a:cubicBezTo>
                  <a:pt x="256569" y="147858"/>
                  <a:pt x="255392" y="144978"/>
                  <a:pt x="253037" y="142624"/>
                </a:cubicBezTo>
                <a:cubicBezTo>
                  <a:pt x="250671" y="140532"/>
                  <a:pt x="247791" y="139480"/>
                  <a:pt x="244385" y="139480"/>
                </a:cubicBezTo>
                <a:cubicBezTo>
                  <a:pt x="240716" y="139743"/>
                  <a:pt x="237835" y="140920"/>
                  <a:pt x="235744" y="143024"/>
                </a:cubicBezTo>
                <a:lnTo>
                  <a:pt x="172490" y="206277"/>
                </a:lnTo>
                <a:close/>
                <a:moveTo>
                  <a:pt x="184274" y="346146"/>
                </a:moveTo>
                <a:cubicBezTo>
                  <a:pt x="182697" y="345632"/>
                  <a:pt x="181257" y="345106"/>
                  <a:pt x="179954" y="344580"/>
                </a:cubicBezTo>
                <a:cubicBezTo>
                  <a:pt x="143275" y="332270"/>
                  <a:pt x="114209" y="310004"/>
                  <a:pt x="92732" y="277783"/>
                </a:cubicBezTo>
                <a:cubicBezTo>
                  <a:pt x="71243" y="245299"/>
                  <a:pt x="60510" y="209946"/>
                  <a:pt x="60510" y="171701"/>
                </a:cubicBezTo>
                <a:lnTo>
                  <a:pt x="60510" y="95475"/>
                </a:lnTo>
                <a:cubicBezTo>
                  <a:pt x="60510" y="89714"/>
                  <a:pt x="62076" y="84479"/>
                  <a:pt x="65220" y="79759"/>
                </a:cubicBezTo>
                <a:cubicBezTo>
                  <a:pt x="68363" y="75049"/>
                  <a:pt x="72558" y="71769"/>
                  <a:pt x="77793" y="69940"/>
                </a:cubicBezTo>
                <a:lnTo>
                  <a:pt x="179165" y="31821"/>
                </a:lnTo>
                <a:cubicBezTo>
                  <a:pt x="182309" y="30781"/>
                  <a:pt x="185452" y="30255"/>
                  <a:pt x="188595" y="30255"/>
                </a:cubicBezTo>
                <a:cubicBezTo>
                  <a:pt x="191738" y="30255"/>
                  <a:pt x="194882" y="30781"/>
                  <a:pt x="198025" y="31821"/>
                </a:cubicBezTo>
                <a:lnTo>
                  <a:pt x="299397" y="69940"/>
                </a:lnTo>
                <a:cubicBezTo>
                  <a:pt x="304632" y="71769"/>
                  <a:pt x="308827" y="75049"/>
                  <a:pt x="311970" y="79759"/>
                </a:cubicBezTo>
                <a:cubicBezTo>
                  <a:pt x="315114" y="84479"/>
                  <a:pt x="316680" y="89714"/>
                  <a:pt x="316680" y="95475"/>
                </a:cubicBezTo>
                <a:lnTo>
                  <a:pt x="316680" y="171701"/>
                </a:lnTo>
                <a:cubicBezTo>
                  <a:pt x="316680" y="209946"/>
                  <a:pt x="305947" y="245299"/>
                  <a:pt x="284470" y="277783"/>
                </a:cubicBezTo>
                <a:cubicBezTo>
                  <a:pt x="262981" y="310004"/>
                  <a:pt x="233915" y="332270"/>
                  <a:pt x="197236" y="344580"/>
                </a:cubicBezTo>
                <a:cubicBezTo>
                  <a:pt x="195933" y="345106"/>
                  <a:pt x="194493" y="345632"/>
                  <a:pt x="192916" y="346146"/>
                </a:cubicBezTo>
                <a:cubicBezTo>
                  <a:pt x="191613" y="346409"/>
                  <a:pt x="190172" y="346546"/>
                  <a:pt x="188595" y="346546"/>
                </a:cubicBezTo>
                <a:cubicBezTo>
                  <a:pt x="187029" y="346546"/>
                  <a:pt x="185577" y="346409"/>
                  <a:pt x="184274" y="346146"/>
                </a:cubicBezTo>
                <a:close/>
                <a:moveTo>
                  <a:pt x="188595" y="320223"/>
                </a:moveTo>
                <a:cubicBezTo>
                  <a:pt x="218462" y="310004"/>
                  <a:pt x="242819" y="291145"/>
                  <a:pt x="261678" y="263644"/>
                </a:cubicBezTo>
                <a:cubicBezTo>
                  <a:pt x="280538" y="236395"/>
                  <a:pt x="289968" y="205751"/>
                  <a:pt x="289968" y="171701"/>
                </a:cubicBezTo>
                <a:lnTo>
                  <a:pt x="289968" y="95475"/>
                </a:lnTo>
                <a:lnTo>
                  <a:pt x="188595" y="56967"/>
                </a:lnTo>
                <a:lnTo>
                  <a:pt x="87222" y="95475"/>
                </a:lnTo>
                <a:lnTo>
                  <a:pt x="87222" y="171701"/>
                </a:lnTo>
                <a:cubicBezTo>
                  <a:pt x="87222" y="205751"/>
                  <a:pt x="96652" y="236395"/>
                  <a:pt x="115512" y="263644"/>
                </a:cubicBezTo>
                <a:cubicBezTo>
                  <a:pt x="134371" y="291145"/>
                  <a:pt x="158740" y="310004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2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208243"/>
                </a:moveTo>
                <a:cubicBezTo>
                  <a:pt x="84868" y="202745"/>
                  <a:pt x="82113" y="196196"/>
                  <a:pt x="82113" y="188595"/>
                </a:cubicBezTo>
                <a:cubicBezTo>
                  <a:pt x="82113" y="180994"/>
                  <a:pt x="84868" y="174456"/>
                  <a:pt x="90366" y="168947"/>
                </a:cubicBezTo>
                <a:cubicBezTo>
                  <a:pt x="95875" y="163449"/>
                  <a:pt x="102413" y="160694"/>
                  <a:pt x="110014" y="160694"/>
                </a:cubicBezTo>
                <a:cubicBezTo>
                  <a:pt x="117615" y="160694"/>
                  <a:pt x="124164" y="163449"/>
                  <a:pt x="129662" y="168947"/>
                </a:cubicBezTo>
                <a:cubicBezTo>
                  <a:pt x="135160" y="174456"/>
                  <a:pt x="137914" y="180994"/>
                  <a:pt x="137914" y="188595"/>
                </a:cubicBezTo>
                <a:cubicBezTo>
                  <a:pt x="137914" y="196196"/>
                  <a:pt x="135160" y="202745"/>
                  <a:pt x="129662" y="208243"/>
                </a:cubicBezTo>
                <a:cubicBezTo>
                  <a:pt x="124164" y="213741"/>
                  <a:pt x="117615" y="216496"/>
                  <a:pt x="110014" y="216496"/>
                </a:cubicBezTo>
                <a:cubicBezTo>
                  <a:pt x="102413" y="216496"/>
                  <a:pt x="95875" y="213741"/>
                  <a:pt x="90366" y="208243"/>
                </a:cubicBezTo>
                <a:close/>
                <a:moveTo>
                  <a:pt x="110014" y="285247"/>
                </a:moveTo>
                <a:cubicBezTo>
                  <a:pt x="83302" y="285247"/>
                  <a:pt x="60510" y="275817"/>
                  <a:pt x="41651" y="256958"/>
                </a:cubicBezTo>
                <a:cubicBezTo>
                  <a:pt x="23054" y="238098"/>
                  <a:pt x="13750" y="215318"/>
                  <a:pt x="13750" y="188595"/>
                </a:cubicBezTo>
                <a:cubicBezTo>
                  <a:pt x="13750" y="161883"/>
                  <a:pt x="23054" y="139092"/>
                  <a:pt x="41651" y="120232"/>
                </a:cubicBezTo>
                <a:cubicBezTo>
                  <a:pt x="60510" y="101636"/>
                  <a:pt x="83302" y="92332"/>
                  <a:pt x="110014" y="92332"/>
                </a:cubicBezTo>
                <a:cubicBezTo>
                  <a:pt x="129399" y="92332"/>
                  <a:pt x="146293" y="96789"/>
                  <a:pt x="160694" y="105693"/>
                </a:cubicBezTo>
                <a:cubicBezTo>
                  <a:pt x="175370" y="114860"/>
                  <a:pt x="186766" y="128610"/>
                  <a:pt x="194882" y="146944"/>
                </a:cubicBezTo>
                <a:lnTo>
                  <a:pt x="328864" y="146944"/>
                </a:lnTo>
                <a:cubicBezTo>
                  <a:pt x="330693" y="146944"/>
                  <a:pt x="332396" y="147344"/>
                  <a:pt x="333973" y="148121"/>
                </a:cubicBezTo>
                <a:cubicBezTo>
                  <a:pt x="335276" y="148647"/>
                  <a:pt x="336716" y="149699"/>
                  <a:pt x="338294" y="151265"/>
                </a:cubicBezTo>
                <a:lnTo>
                  <a:pt x="370115" y="182697"/>
                </a:lnTo>
                <a:cubicBezTo>
                  <a:pt x="371429" y="184274"/>
                  <a:pt x="372481" y="185840"/>
                  <a:pt x="373258" y="187418"/>
                </a:cubicBezTo>
                <a:cubicBezTo>
                  <a:pt x="373784" y="188984"/>
                  <a:pt x="374047" y="190687"/>
                  <a:pt x="374047" y="192527"/>
                </a:cubicBezTo>
                <a:cubicBezTo>
                  <a:pt x="374047" y="194356"/>
                  <a:pt x="373658" y="196059"/>
                  <a:pt x="372869" y="197636"/>
                </a:cubicBezTo>
                <a:cubicBezTo>
                  <a:pt x="372081" y="198939"/>
                  <a:pt x="371029" y="200379"/>
                  <a:pt x="369726" y="201957"/>
                </a:cubicBezTo>
                <a:lnTo>
                  <a:pt x="321400" y="246351"/>
                </a:lnTo>
                <a:cubicBezTo>
                  <a:pt x="320086" y="247665"/>
                  <a:pt x="318646" y="248580"/>
                  <a:pt x="317080" y="249105"/>
                </a:cubicBezTo>
                <a:cubicBezTo>
                  <a:pt x="315765" y="249631"/>
                  <a:pt x="314325" y="249894"/>
                  <a:pt x="312759" y="249894"/>
                </a:cubicBezTo>
                <a:cubicBezTo>
                  <a:pt x="311182" y="249894"/>
                  <a:pt x="309742" y="249757"/>
                  <a:pt x="308427" y="249494"/>
                </a:cubicBezTo>
                <a:cubicBezTo>
                  <a:pt x="307124" y="249231"/>
                  <a:pt x="305684" y="248580"/>
                  <a:pt x="304107" y="247528"/>
                </a:cubicBezTo>
                <a:lnTo>
                  <a:pt x="278183" y="228669"/>
                </a:lnTo>
                <a:lnTo>
                  <a:pt x="251460" y="247928"/>
                </a:lnTo>
                <a:cubicBezTo>
                  <a:pt x="250408" y="248968"/>
                  <a:pt x="249231" y="249631"/>
                  <a:pt x="247928" y="249894"/>
                </a:cubicBezTo>
                <a:cubicBezTo>
                  <a:pt x="246351" y="250146"/>
                  <a:pt x="244911" y="250283"/>
                  <a:pt x="243608" y="250283"/>
                </a:cubicBezTo>
                <a:cubicBezTo>
                  <a:pt x="242030" y="250283"/>
                  <a:pt x="240590" y="250146"/>
                  <a:pt x="239276" y="249894"/>
                </a:cubicBezTo>
                <a:cubicBezTo>
                  <a:pt x="237973" y="249368"/>
                  <a:pt x="236658" y="248705"/>
                  <a:pt x="235355" y="247928"/>
                </a:cubicBezTo>
                <a:lnTo>
                  <a:pt x="213741" y="230246"/>
                </a:lnTo>
                <a:lnTo>
                  <a:pt x="194882" y="230246"/>
                </a:lnTo>
                <a:cubicBezTo>
                  <a:pt x="188332" y="245962"/>
                  <a:pt x="177851" y="259061"/>
                  <a:pt x="163449" y="269531"/>
                </a:cubicBezTo>
                <a:cubicBezTo>
                  <a:pt x="149047" y="280012"/>
                  <a:pt x="131228" y="285247"/>
                  <a:pt x="110014" y="285247"/>
                </a:cubicBezTo>
                <a:close/>
                <a:moveTo>
                  <a:pt x="110014" y="259324"/>
                </a:moveTo>
                <a:cubicBezTo>
                  <a:pt x="125467" y="259324"/>
                  <a:pt x="139617" y="254215"/>
                  <a:pt x="152453" y="243996"/>
                </a:cubicBezTo>
                <a:cubicBezTo>
                  <a:pt x="165278" y="233778"/>
                  <a:pt x="173405" y="220553"/>
                  <a:pt x="176811" y="204311"/>
                </a:cubicBezTo>
                <a:lnTo>
                  <a:pt x="223171" y="204311"/>
                </a:lnTo>
                <a:lnTo>
                  <a:pt x="243996" y="221993"/>
                </a:lnTo>
                <a:cubicBezTo>
                  <a:pt x="243733" y="221993"/>
                  <a:pt x="243733" y="221993"/>
                  <a:pt x="243996" y="221993"/>
                </a:cubicBezTo>
                <a:cubicBezTo>
                  <a:pt x="244259" y="221731"/>
                  <a:pt x="244259" y="221731"/>
                  <a:pt x="243996" y="221993"/>
                </a:cubicBezTo>
                <a:lnTo>
                  <a:pt x="278572" y="197236"/>
                </a:lnTo>
                <a:lnTo>
                  <a:pt x="310793" y="221205"/>
                </a:lnTo>
                <a:lnTo>
                  <a:pt x="310393" y="221205"/>
                </a:lnTo>
                <a:lnTo>
                  <a:pt x="310793" y="221205"/>
                </a:lnTo>
                <a:lnTo>
                  <a:pt x="343003" y="192127"/>
                </a:lnTo>
                <a:lnTo>
                  <a:pt x="323755" y="172879"/>
                </a:lnTo>
                <a:lnTo>
                  <a:pt x="176811" y="172879"/>
                </a:lnTo>
                <a:cubicBezTo>
                  <a:pt x="173930" y="157951"/>
                  <a:pt x="166204" y="144978"/>
                  <a:pt x="153631" y="133982"/>
                </a:cubicBezTo>
                <a:cubicBezTo>
                  <a:pt x="140795" y="123238"/>
                  <a:pt x="126256" y="117878"/>
                  <a:pt x="110014" y="117878"/>
                </a:cubicBezTo>
                <a:cubicBezTo>
                  <a:pt x="90366" y="117878"/>
                  <a:pt x="73735" y="124816"/>
                  <a:pt x="60110" y="138692"/>
                </a:cubicBezTo>
                <a:cubicBezTo>
                  <a:pt x="46234" y="152316"/>
                  <a:pt x="39296" y="168947"/>
                  <a:pt x="39296" y="188595"/>
                </a:cubicBezTo>
                <a:cubicBezTo>
                  <a:pt x="39296" y="208243"/>
                  <a:pt x="46234" y="225000"/>
                  <a:pt x="60110" y="238887"/>
                </a:cubicBezTo>
                <a:cubicBezTo>
                  <a:pt x="73735" y="252512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4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0159" y="252249"/>
                </a:moveTo>
                <a:lnTo>
                  <a:pt x="116689" y="288390"/>
                </a:lnTo>
                <a:cubicBezTo>
                  <a:pt x="119318" y="291271"/>
                  <a:pt x="120621" y="294414"/>
                  <a:pt x="120621" y="297820"/>
                </a:cubicBezTo>
                <a:cubicBezTo>
                  <a:pt x="120621" y="301489"/>
                  <a:pt x="119318" y="304632"/>
                  <a:pt x="116689" y="307250"/>
                </a:cubicBezTo>
                <a:cubicBezTo>
                  <a:pt x="114071" y="310130"/>
                  <a:pt x="110928" y="311570"/>
                  <a:pt x="107259" y="311570"/>
                </a:cubicBezTo>
                <a:cubicBezTo>
                  <a:pt x="103602" y="311570"/>
                  <a:pt x="100458" y="310130"/>
                  <a:pt x="97829" y="307250"/>
                </a:cubicBezTo>
                <a:lnTo>
                  <a:pt x="38508" y="247928"/>
                </a:lnTo>
                <a:cubicBezTo>
                  <a:pt x="36930" y="246614"/>
                  <a:pt x="35890" y="245174"/>
                  <a:pt x="35364" y="243608"/>
                </a:cubicBezTo>
                <a:cubicBezTo>
                  <a:pt x="34576" y="242030"/>
                  <a:pt x="34187" y="240327"/>
                  <a:pt x="34187" y="238498"/>
                </a:cubicBezTo>
                <a:cubicBezTo>
                  <a:pt x="34187" y="236921"/>
                  <a:pt x="34576" y="235355"/>
                  <a:pt x="35364" y="233778"/>
                </a:cubicBezTo>
                <a:cubicBezTo>
                  <a:pt x="35890" y="232212"/>
                  <a:pt x="36930" y="230635"/>
                  <a:pt x="38508" y="229069"/>
                </a:cubicBezTo>
                <a:lnTo>
                  <a:pt x="97829" y="169736"/>
                </a:lnTo>
                <a:cubicBezTo>
                  <a:pt x="100458" y="167118"/>
                  <a:pt x="103602" y="165804"/>
                  <a:pt x="107259" y="165804"/>
                </a:cubicBezTo>
                <a:cubicBezTo>
                  <a:pt x="110928" y="165804"/>
                  <a:pt x="114071" y="167118"/>
                  <a:pt x="116689" y="169736"/>
                </a:cubicBezTo>
                <a:cubicBezTo>
                  <a:pt x="119318" y="172616"/>
                  <a:pt x="120621" y="175759"/>
                  <a:pt x="120621" y="179165"/>
                </a:cubicBezTo>
                <a:cubicBezTo>
                  <a:pt x="120621" y="182834"/>
                  <a:pt x="119318" y="185978"/>
                  <a:pt x="116689" y="188595"/>
                </a:cubicBezTo>
                <a:lnTo>
                  <a:pt x="80159" y="225137"/>
                </a:lnTo>
                <a:lnTo>
                  <a:pt x="187029" y="225137"/>
                </a:lnTo>
                <a:cubicBezTo>
                  <a:pt x="190950" y="225137"/>
                  <a:pt x="194230" y="226440"/>
                  <a:pt x="196847" y="229069"/>
                </a:cubicBezTo>
                <a:cubicBezTo>
                  <a:pt x="199202" y="231686"/>
                  <a:pt x="200379" y="234829"/>
                  <a:pt x="200379" y="238498"/>
                </a:cubicBezTo>
                <a:cubicBezTo>
                  <a:pt x="200379" y="242419"/>
                  <a:pt x="199202" y="245699"/>
                  <a:pt x="196847" y="248317"/>
                </a:cubicBezTo>
                <a:cubicBezTo>
                  <a:pt x="194230" y="250934"/>
                  <a:pt x="190950" y="252249"/>
                  <a:pt x="187029" y="252249"/>
                </a:cubicBezTo>
                <a:lnTo>
                  <a:pt x="80159" y="252249"/>
                </a:lnTo>
                <a:close/>
                <a:moveTo>
                  <a:pt x="297043" y="152053"/>
                </a:moveTo>
                <a:lnTo>
                  <a:pt x="190172" y="152053"/>
                </a:lnTo>
                <a:cubicBezTo>
                  <a:pt x="186240" y="152053"/>
                  <a:pt x="182960" y="150750"/>
                  <a:pt x="180343" y="148121"/>
                </a:cubicBezTo>
                <a:cubicBezTo>
                  <a:pt x="177988" y="145504"/>
                  <a:pt x="176811" y="142361"/>
                  <a:pt x="176811" y="138692"/>
                </a:cubicBezTo>
                <a:cubicBezTo>
                  <a:pt x="176811" y="134771"/>
                  <a:pt x="177988" y="131491"/>
                  <a:pt x="180343" y="128873"/>
                </a:cubicBezTo>
                <a:cubicBezTo>
                  <a:pt x="182960" y="126256"/>
                  <a:pt x="186240" y="124941"/>
                  <a:pt x="190172" y="124941"/>
                </a:cubicBezTo>
                <a:lnTo>
                  <a:pt x="297043" y="124941"/>
                </a:lnTo>
                <a:lnTo>
                  <a:pt x="260501" y="88400"/>
                </a:lnTo>
                <a:cubicBezTo>
                  <a:pt x="257872" y="85782"/>
                  <a:pt x="256569" y="82776"/>
                  <a:pt x="256569" y="79370"/>
                </a:cubicBezTo>
                <a:cubicBezTo>
                  <a:pt x="256569" y="75701"/>
                  <a:pt x="257872" y="72558"/>
                  <a:pt x="260501" y="69940"/>
                </a:cubicBezTo>
                <a:cubicBezTo>
                  <a:pt x="263119" y="67060"/>
                  <a:pt x="266262" y="65620"/>
                  <a:pt x="269931" y="65620"/>
                </a:cubicBezTo>
                <a:cubicBezTo>
                  <a:pt x="273588" y="65620"/>
                  <a:pt x="276732" y="67060"/>
                  <a:pt x="279361" y="69940"/>
                </a:cubicBezTo>
                <a:lnTo>
                  <a:pt x="338682" y="129262"/>
                </a:lnTo>
                <a:cubicBezTo>
                  <a:pt x="340260" y="130576"/>
                  <a:pt x="341300" y="132017"/>
                  <a:pt x="341826" y="133594"/>
                </a:cubicBezTo>
                <a:cubicBezTo>
                  <a:pt x="342614" y="135160"/>
                  <a:pt x="343003" y="136863"/>
                  <a:pt x="343003" y="138692"/>
                </a:cubicBezTo>
                <a:cubicBezTo>
                  <a:pt x="343003" y="140269"/>
                  <a:pt x="342614" y="141835"/>
                  <a:pt x="341826" y="143412"/>
                </a:cubicBezTo>
                <a:cubicBezTo>
                  <a:pt x="341300" y="144978"/>
                  <a:pt x="340260" y="146555"/>
                  <a:pt x="338682" y="148121"/>
                </a:cubicBezTo>
                <a:lnTo>
                  <a:pt x="279361" y="207066"/>
                </a:lnTo>
                <a:cubicBezTo>
                  <a:pt x="276732" y="209946"/>
                  <a:pt x="273588" y="211386"/>
                  <a:pt x="269931" y="211386"/>
                </a:cubicBezTo>
                <a:cubicBezTo>
                  <a:pt x="266262" y="211386"/>
                  <a:pt x="263119" y="209946"/>
                  <a:pt x="260501" y="207066"/>
                </a:cubicBezTo>
                <a:cubicBezTo>
                  <a:pt x="257872" y="204437"/>
                  <a:pt x="256569" y="201431"/>
                  <a:pt x="256569" y="198025"/>
                </a:cubicBezTo>
                <a:cubicBezTo>
                  <a:pt x="256569" y="194356"/>
                  <a:pt x="257872" y="191212"/>
                  <a:pt x="260501" y="188595"/>
                </a:cubicBezTo>
                <a:lnTo>
                  <a:pt x="297043" y="15205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6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334762"/>
                </a:moveTo>
                <a:lnTo>
                  <a:pt x="175233" y="271897"/>
                </a:lnTo>
                <a:cubicBezTo>
                  <a:pt x="175233" y="259575"/>
                  <a:pt x="173267" y="249231"/>
                  <a:pt x="169347" y="240853"/>
                </a:cubicBezTo>
                <a:cubicBezTo>
                  <a:pt x="165415" y="232475"/>
                  <a:pt x="158991" y="223959"/>
                  <a:pt x="150087" y="215318"/>
                </a:cubicBezTo>
                <a:lnTo>
                  <a:pt x="169347" y="196059"/>
                </a:lnTo>
                <a:cubicBezTo>
                  <a:pt x="172490" y="198676"/>
                  <a:pt x="175896" y="202482"/>
                  <a:pt x="179554" y="207455"/>
                </a:cubicBezTo>
                <a:cubicBezTo>
                  <a:pt x="183223" y="212175"/>
                  <a:pt x="186240" y="216496"/>
                  <a:pt x="188595" y="220416"/>
                </a:cubicBezTo>
                <a:cubicBezTo>
                  <a:pt x="193053" y="213867"/>
                  <a:pt x="197373" y="208106"/>
                  <a:pt x="201557" y="203134"/>
                </a:cubicBezTo>
                <a:cubicBezTo>
                  <a:pt x="205751" y="198150"/>
                  <a:pt x="209809" y="193967"/>
                  <a:pt x="213741" y="190561"/>
                </a:cubicBezTo>
                <a:cubicBezTo>
                  <a:pt x="229720" y="178251"/>
                  <a:pt x="240979" y="163323"/>
                  <a:pt x="247528" y="145767"/>
                </a:cubicBezTo>
                <a:cubicBezTo>
                  <a:pt x="254077" y="128222"/>
                  <a:pt x="256569" y="106345"/>
                  <a:pt x="254992" y="80159"/>
                </a:cubicBezTo>
                <a:lnTo>
                  <a:pt x="229069" y="106082"/>
                </a:lnTo>
                <a:cubicBezTo>
                  <a:pt x="226440" y="108699"/>
                  <a:pt x="223296" y="110014"/>
                  <a:pt x="219639" y="110014"/>
                </a:cubicBezTo>
                <a:cubicBezTo>
                  <a:pt x="216233" y="110014"/>
                  <a:pt x="213089" y="108699"/>
                  <a:pt x="210209" y="106082"/>
                </a:cubicBezTo>
                <a:cubicBezTo>
                  <a:pt x="207580" y="103201"/>
                  <a:pt x="206277" y="100058"/>
                  <a:pt x="206277" y="96652"/>
                </a:cubicBezTo>
                <a:cubicBezTo>
                  <a:pt x="206277" y="92983"/>
                  <a:pt x="207580" y="89840"/>
                  <a:pt x="210209" y="87222"/>
                </a:cubicBezTo>
                <a:lnTo>
                  <a:pt x="259324" y="38508"/>
                </a:lnTo>
                <a:cubicBezTo>
                  <a:pt x="260627" y="36930"/>
                  <a:pt x="262067" y="35890"/>
                  <a:pt x="263644" y="35364"/>
                </a:cubicBezTo>
                <a:cubicBezTo>
                  <a:pt x="265210" y="34576"/>
                  <a:pt x="266913" y="34187"/>
                  <a:pt x="268754" y="34187"/>
                </a:cubicBezTo>
                <a:cubicBezTo>
                  <a:pt x="270320" y="34187"/>
                  <a:pt x="271897" y="34576"/>
                  <a:pt x="273463" y="35364"/>
                </a:cubicBezTo>
                <a:cubicBezTo>
                  <a:pt x="275040" y="35890"/>
                  <a:pt x="276480" y="36930"/>
                  <a:pt x="277783" y="38508"/>
                </a:cubicBezTo>
                <a:lnTo>
                  <a:pt x="326898" y="87222"/>
                </a:lnTo>
                <a:cubicBezTo>
                  <a:pt x="329515" y="89840"/>
                  <a:pt x="330830" y="92983"/>
                  <a:pt x="330830" y="96652"/>
                </a:cubicBezTo>
                <a:cubicBezTo>
                  <a:pt x="330830" y="100058"/>
                  <a:pt x="329515" y="103201"/>
                  <a:pt x="326898" y="106082"/>
                </a:cubicBezTo>
                <a:cubicBezTo>
                  <a:pt x="324018" y="108699"/>
                  <a:pt x="320874" y="110014"/>
                  <a:pt x="317468" y="110014"/>
                </a:cubicBezTo>
                <a:cubicBezTo>
                  <a:pt x="313799" y="110014"/>
                  <a:pt x="310656" y="108699"/>
                  <a:pt x="308039" y="106082"/>
                </a:cubicBezTo>
                <a:lnTo>
                  <a:pt x="282104" y="80159"/>
                </a:lnTo>
                <a:cubicBezTo>
                  <a:pt x="283155" y="111843"/>
                  <a:pt x="279875" y="137251"/>
                  <a:pt x="272285" y="156374"/>
                </a:cubicBezTo>
                <a:cubicBezTo>
                  <a:pt x="264685" y="175496"/>
                  <a:pt x="251071" y="193830"/>
                  <a:pt x="231423" y="211386"/>
                </a:cubicBezTo>
                <a:cubicBezTo>
                  <a:pt x="219376" y="222119"/>
                  <a:pt x="211512" y="231949"/>
                  <a:pt x="207843" y="240853"/>
                </a:cubicBezTo>
                <a:cubicBezTo>
                  <a:pt x="203923" y="249494"/>
                  <a:pt x="201957" y="259838"/>
                  <a:pt x="201957" y="271897"/>
                </a:cubicBezTo>
                <a:lnTo>
                  <a:pt x="201957" y="334762"/>
                </a:lnTo>
                <a:cubicBezTo>
                  <a:pt x="201957" y="338682"/>
                  <a:pt x="200642" y="341826"/>
                  <a:pt x="198025" y="344192"/>
                </a:cubicBezTo>
                <a:cubicBezTo>
                  <a:pt x="195670" y="346809"/>
                  <a:pt x="192527" y="348112"/>
                  <a:pt x="188595" y="348112"/>
                </a:cubicBezTo>
                <a:cubicBezTo>
                  <a:pt x="184663" y="348112"/>
                  <a:pt x="181520" y="346809"/>
                  <a:pt x="179165" y="344192"/>
                </a:cubicBezTo>
                <a:cubicBezTo>
                  <a:pt x="176548" y="341826"/>
                  <a:pt x="175233" y="338682"/>
                  <a:pt x="175233" y="334762"/>
                </a:cubicBezTo>
                <a:close/>
                <a:moveTo>
                  <a:pt x="97829" y="130451"/>
                </a:moveTo>
                <a:cubicBezTo>
                  <a:pt x="96789" y="125993"/>
                  <a:pt x="95875" y="119181"/>
                  <a:pt x="95086" y="110014"/>
                </a:cubicBezTo>
                <a:cubicBezTo>
                  <a:pt x="94298" y="100847"/>
                  <a:pt x="94172" y="91029"/>
                  <a:pt x="94686" y="80547"/>
                </a:cubicBezTo>
                <a:lnTo>
                  <a:pt x="69152" y="105693"/>
                </a:lnTo>
                <a:cubicBezTo>
                  <a:pt x="66534" y="108574"/>
                  <a:pt x="63391" y="110014"/>
                  <a:pt x="59722" y="110014"/>
                </a:cubicBezTo>
                <a:cubicBezTo>
                  <a:pt x="56316" y="110014"/>
                  <a:pt x="53310" y="108699"/>
                  <a:pt x="50681" y="106082"/>
                </a:cubicBezTo>
                <a:cubicBezTo>
                  <a:pt x="47800" y="103464"/>
                  <a:pt x="46360" y="100321"/>
                  <a:pt x="46360" y="96652"/>
                </a:cubicBezTo>
                <a:cubicBezTo>
                  <a:pt x="46360" y="92983"/>
                  <a:pt x="47800" y="89840"/>
                  <a:pt x="50681" y="87222"/>
                </a:cubicBezTo>
                <a:lnTo>
                  <a:pt x="99018" y="38508"/>
                </a:lnTo>
                <a:cubicBezTo>
                  <a:pt x="100584" y="36930"/>
                  <a:pt x="102161" y="35890"/>
                  <a:pt x="103727" y="35364"/>
                </a:cubicBezTo>
                <a:cubicBezTo>
                  <a:pt x="105305" y="34576"/>
                  <a:pt x="106871" y="34187"/>
                  <a:pt x="108448" y="34187"/>
                </a:cubicBezTo>
                <a:cubicBezTo>
                  <a:pt x="110277" y="34187"/>
                  <a:pt x="111980" y="34576"/>
                  <a:pt x="113546" y="35364"/>
                </a:cubicBezTo>
                <a:cubicBezTo>
                  <a:pt x="115123" y="35890"/>
                  <a:pt x="116563" y="36930"/>
                  <a:pt x="117878" y="38508"/>
                </a:cubicBezTo>
                <a:lnTo>
                  <a:pt x="166592" y="87222"/>
                </a:lnTo>
                <a:cubicBezTo>
                  <a:pt x="169473" y="89840"/>
                  <a:pt x="170913" y="92983"/>
                  <a:pt x="170913" y="96652"/>
                </a:cubicBezTo>
                <a:cubicBezTo>
                  <a:pt x="170913" y="100321"/>
                  <a:pt x="169473" y="103464"/>
                  <a:pt x="166592" y="106082"/>
                </a:cubicBezTo>
                <a:cubicBezTo>
                  <a:pt x="163975" y="108699"/>
                  <a:pt x="160957" y="110014"/>
                  <a:pt x="157551" y="110014"/>
                </a:cubicBezTo>
                <a:cubicBezTo>
                  <a:pt x="153894" y="110014"/>
                  <a:pt x="150750" y="108699"/>
                  <a:pt x="148121" y="106082"/>
                </a:cubicBezTo>
                <a:lnTo>
                  <a:pt x="122198" y="80159"/>
                </a:lnTo>
                <a:cubicBezTo>
                  <a:pt x="121672" y="89588"/>
                  <a:pt x="121535" y="97967"/>
                  <a:pt x="121798" y="105305"/>
                </a:cubicBezTo>
                <a:cubicBezTo>
                  <a:pt x="122061" y="112631"/>
                  <a:pt x="122712" y="118918"/>
                  <a:pt x="123764" y="124164"/>
                </a:cubicBezTo>
                <a:lnTo>
                  <a:pt x="97829" y="130451"/>
                </a:lnTo>
                <a:close/>
                <a:moveTo>
                  <a:pt x="132405" y="198025"/>
                </a:moveTo>
                <a:cubicBezTo>
                  <a:pt x="127696" y="193316"/>
                  <a:pt x="122587" y="187029"/>
                  <a:pt x="117089" y="179165"/>
                </a:cubicBezTo>
                <a:cubicBezTo>
                  <a:pt x="111591" y="171564"/>
                  <a:pt x="107259" y="163449"/>
                  <a:pt x="104116" y="154808"/>
                </a:cubicBezTo>
                <a:lnTo>
                  <a:pt x="130839" y="147733"/>
                </a:lnTo>
                <a:cubicBezTo>
                  <a:pt x="133194" y="153756"/>
                  <a:pt x="136337" y="159654"/>
                  <a:pt x="140269" y="165415"/>
                </a:cubicBezTo>
                <a:cubicBezTo>
                  <a:pt x="143938" y="171176"/>
                  <a:pt x="147470" y="175759"/>
                  <a:pt x="150876" y="179165"/>
                </a:cubicBezTo>
                <a:lnTo>
                  <a:pt x="132405" y="19802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8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106082"/>
                </a:moveTo>
                <a:lnTo>
                  <a:pt x="87222" y="138692"/>
                </a:lnTo>
                <a:cubicBezTo>
                  <a:pt x="87222" y="142624"/>
                  <a:pt x="85919" y="145767"/>
                  <a:pt x="83302" y="148121"/>
                </a:cubicBezTo>
                <a:cubicBezTo>
                  <a:pt x="80673" y="150750"/>
                  <a:pt x="77530" y="152053"/>
                  <a:pt x="73872" y="152053"/>
                </a:cubicBezTo>
                <a:cubicBezTo>
                  <a:pt x="69940" y="152053"/>
                  <a:pt x="66797" y="150750"/>
                  <a:pt x="64442" y="148121"/>
                </a:cubicBezTo>
                <a:cubicBezTo>
                  <a:pt x="61813" y="145767"/>
                  <a:pt x="60510" y="142624"/>
                  <a:pt x="60510" y="138692"/>
                </a:cubicBezTo>
                <a:lnTo>
                  <a:pt x="60510" y="73872"/>
                </a:lnTo>
                <a:cubicBezTo>
                  <a:pt x="60510" y="70203"/>
                  <a:pt x="61813" y="67060"/>
                  <a:pt x="64442" y="64442"/>
                </a:cubicBezTo>
                <a:cubicBezTo>
                  <a:pt x="67060" y="61813"/>
                  <a:pt x="70203" y="60510"/>
                  <a:pt x="73872" y="60510"/>
                </a:cubicBezTo>
                <a:lnTo>
                  <a:pt x="138692" y="60510"/>
                </a:lnTo>
                <a:cubicBezTo>
                  <a:pt x="142624" y="60510"/>
                  <a:pt x="145767" y="61813"/>
                  <a:pt x="148121" y="64442"/>
                </a:cubicBezTo>
                <a:cubicBezTo>
                  <a:pt x="150750" y="67060"/>
                  <a:pt x="152053" y="70203"/>
                  <a:pt x="152053" y="73872"/>
                </a:cubicBezTo>
                <a:cubicBezTo>
                  <a:pt x="152053" y="77793"/>
                  <a:pt x="150750" y="80936"/>
                  <a:pt x="148121" y="83302"/>
                </a:cubicBezTo>
                <a:cubicBezTo>
                  <a:pt x="145767" y="85919"/>
                  <a:pt x="142624" y="87222"/>
                  <a:pt x="138692" y="87222"/>
                </a:cubicBezTo>
                <a:lnTo>
                  <a:pt x="106482" y="87222"/>
                </a:lnTo>
                <a:lnTo>
                  <a:pt x="194882" y="175633"/>
                </a:lnTo>
                <a:cubicBezTo>
                  <a:pt x="197236" y="177988"/>
                  <a:pt x="199076" y="180868"/>
                  <a:pt x="200379" y="184274"/>
                </a:cubicBezTo>
                <a:cubicBezTo>
                  <a:pt x="201957" y="187681"/>
                  <a:pt x="202745" y="191212"/>
                  <a:pt x="202745" y="194882"/>
                </a:cubicBezTo>
                <a:lnTo>
                  <a:pt x="202745" y="303329"/>
                </a:lnTo>
                <a:cubicBezTo>
                  <a:pt x="202745" y="306987"/>
                  <a:pt x="201431" y="310130"/>
                  <a:pt x="198813" y="312759"/>
                </a:cubicBezTo>
                <a:cubicBezTo>
                  <a:pt x="196196" y="315377"/>
                  <a:pt x="193053" y="316680"/>
                  <a:pt x="189384" y="316680"/>
                </a:cubicBezTo>
                <a:cubicBezTo>
                  <a:pt x="185452" y="316680"/>
                  <a:pt x="182309" y="315377"/>
                  <a:pt x="179954" y="312759"/>
                </a:cubicBezTo>
                <a:cubicBezTo>
                  <a:pt x="177336" y="310130"/>
                  <a:pt x="176022" y="306987"/>
                  <a:pt x="176022" y="303329"/>
                </a:cubicBezTo>
                <a:lnTo>
                  <a:pt x="176022" y="194882"/>
                </a:lnTo>
                <a:lnTo>
                  <a:pt x="87222" y="106082"/>
                </a:lnTo>
                <a:close/>
                <a:moveTo>
                  <a:pt x="289968" y="106082"/>
                </a:moveTo>
                <a:lnTo>
                  <a:pt x="233778" y="161883"/>
                </a:lnTo>
                <a:cubicBezTo>
                  <a:pt x="231160" y="164763"/>
                  <a:pt x="228017" y="166204"/>
                  <a:pt x="224348" y="166204"/>
                </a:cubicBezTo>
                <a:cubicBezTo>
                  <a:pt x="220679" y="166204"/>
                  <a:pt x="217536" y="164763"/>
                  <a:pt x="214918" y="161883"/>
                </a:cubicBezTo>
                <a:cubicBezTo>
                  <a:pt x="212301" y="159254"/>
                  <a:pt x="210986" y="156111"/>
                  <a:pt x="210986" y="152453"/>
                </a:cubicBezTo>
                <a:cubicBezTo>
                  <a:pt x="210723" y="148784"/>
                  <a:pt x="212038" y="145767"/>
                  <a:pt x="214918" y="143412"/>
                </a:cubicBezTo>
                <a:lnTo>
                  <a:pt x="270708" y="87222"/>
                </a:lnTo>
                <a:lnTo>
                  <a:pt x="238498" y="87222"/>
                </a:lnTo>
                <a:cubicBezTo>
                  <a:pt x="234566" y="87222"/>
                  <a:pt x="231423" y="85919"/>
                  <a:pt x="229069" y="83302"/>
                </a:cubicBezTo>
                <a:cubicBezTo>
                  <a:pt x="226440" y="80673"/>
                  <a:pt x="225137" y="77530"/>
                  <a:pt x="225137" y="73872"/>
                </a:cubicBezTo>
                <a:cubicBezTo>
                  <a:pt x="225137" y="69940"/>
                  <a:pt x="226440" y="66797"/>
                  <a:pt x="229069" y="64442"/>
                </a:cubicBezTo>
                <a:cubicBezTo>
                  <a:pt x="231423" y="61813"/>
                  <a:pt x="234566" y="60510"/>
                  <a:pt x="238498" y="60510"/>
                </a:cubicBezTo>
                <a:lnTo>
                  <a:pt x="303329" y="60510"/>
                </a:lnTo>
                <a:cubicBezTo>
                  <a:pt x="306987" y="60510"/>
                  <a:pt x="310130" y="61813"/>
                  <a:pt x="312759" y="64442"/>
                </a:cubicBezTo>
                <a:cubicBezTo>
                  <a:pt x="315377" y="67060"/>
                  <a:pt x="316680" y="70203"/>
                  <a:pt x="316680" y="73872"/>
                </a:cubicBezTo>
                <a:lnTo>
                  <a:pt x="316680" y="138692"/>
                </a:lnTo>
                <a:cubicBezTo>
                  <a:pt x="316680" y="142624"/>
                  <a:pt x="315377" y="145767"/>
                  <a:pt x="312759" y="148121"/>
                </a:cubicBezTo>
                <a:cubicBezTo>
                  <a:pt x="310130" y="150750"/>
                  <a:pt x="306987" y="152053"/>
                  <a:pt x="303329" y="152053"/>
                </a:cubicBezTo>
                <a:cubicBezTo>
                  <a:pt x="299397" y="152053"/>
                  <a:pt x="296254" y="150750"/>
                  <a:pt x="293900" y="148121"/>
                </a:cubicBezTo>
                <a:cubicBezTo>
                  <a:pt x="291271" y="145767"/>
                  <a:pt x="289968" y="142624"/>
                  <a:pt x="289968" y="138692"/>
                </a:cubicBezTo>
                <a:lnTo>
                  <a:pt x="289968" y="10608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200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819"/>
                </a:moveTo>
                <a:lnTo>
                  <a:pt x="108448" y="322966"/>
                </a:lnTo>
                <a:cubicBezTo>
                  <a:pt x="105819" y="325846"/>
                  <a:pt x="102676" y="327161"/>
                  <a:pt x="99018" y="326898"/>
                </a:cubicBezTo>
                <a:cubicBezTo>
                  <a:pt x="95612" y="326898"/>
                  <a:pt x="92594" y="325584"/>
                  <a:pt x="89977" y="322966"/>
                </a:cubicBezTo>
                <a:cubicBezTo>
                  <a:pt x="87097" y="320349"/>
                  <a:pt x="85656" y="317205"/>
                  <a:pt x="85656" y="313536"/>
                </a:cubicBezTo>
                <a:cubicBezTo>
                  <a:pt x="85656" y="310130"/>
                  <a:pt x="87097" y="306987"/>
                  <a:pt x="89977" y="304107"/>
                </a:cubicBezTo>
                <a:lnTo>
                  <a:pt x="159917" y="234178"/>
                </a:lnTo>
                <a:cubicBezTo>
                  <a:pt x="165941" y="228143"/>
                  <a:pt x="169998" y="222519"/>
                  <a:pt x="172090" y="217273"/>
                </a:cubicBezTo>
                <a:cubicBezTo>
                  <a:pt x="174193" y="212301"/>
                  <a:pt x="175233" y="204837"/>
                  <a:pt x="175233" y="194882"/>
                </a:cubicBezTo>
                <a:lnTo>
                  <a:pt x="175233" y="95875"/>
                </a:lnTo>
                <a:lnTo>
                  <a:pt x="149310" y="121798"/>
                </a:lnTo>
                <a:cubicBezTo>
                  <a:pt x="146681" y="124416"/>
                  <a:pt x="143538" y="125730"/>
                  <a:pt x="139880" y="125730"/>
                </a:cubicBezTo>
                <a:cubicBezTo>
                  <a:pt x="136211" y="125730"/>
                  <a:pt x="133068" y="124416"/>
                  <a:pt x="130451" y="121798"/>
                </a:cubicBezTo>
                <a:cubicBezTo>
                  <a:pt x="127822" y="119181"/>
                  <a:pt x="126519" y="116037"/>
                  <a:pt x="126519" y="112368"/>
                </a:cubicBezTo>
                <a:cubicBezTo>
                  <a:pt x="126519" y="108699"/>
                  <a:pt x="127822" y="105556"/>
                  <a:pt x="130451" y="102939"/>
                </a:cubicBezTo>
                <a:lnTo>
                  <a:pt x="179165" y="54224"/>
                </a:lnTo>
                <a:cubicBezTo>
                  <a:pt x="181783" y="51606"/>
                  <a:pt x="184926" y="50292"/>
                  <a:pt x="188595" y="50292"/>
                </a:cubicBezTo>
                <a:cubicBezTo>
                  <a:pt x="192264" y="50292"/>
                  <a:pt x="195407" y="51606"/>
                  <a:pt x="198025" y="54224"/>
                </a:cubicBezTo>
                <a:lnTo>
                  <a:pt x="246751" y="102939"/>
                </a:lnTo>
                <a:cubicBezTo>
                  <a:pt x="249368" y="105556"/>
                  <a:pt x="250671" y="108699"/>
                  <a:pt x="250671" y="112368"/>
                </a:cubicBezTo>
                <a:cubicBezTo>
                  <a:pt x="250671" y="116037"/>
                  <a:pt x="249368" y="119181"/>
                  <a:pt x="246751" y="121798"/>
                </a:cubicBezTo>
                <a:cubicBezTo>
                  <a:pt x="244122" y="124416"/>
                  <a:pt x="240979" y="125730"/>
                  <a:pt x="237321" y="125730"/>
                </a:cubicBezTo>
                <a:cubicBezTo>
                  <a:pt x="233652" y="125730"/>
                  <a:pt x="230509" y="124416"/>
                  <a:pt x="227891" y="121798"/>
                </a:cubicBezTo>
                <a:lnTo>
                  <a:pt x="201957" y="95875"/>
                </a:lnTo>
                <a:lnTo>
                  <a:pt x="201957" y="194882"/>
                </a:lnTo>
                <a:cubicBezTo>
                  <a:pt x="201957" y="204837"/>
                  <a:pt x="202997" y="212301"/>
                  <a:pt x="205100" y="217273"/>
                </a:cubicBezTo>
                <a:cubicBezTo>
                  <a:pt x="207192" y="222519"/>
                  <a:pt x="211249" y="228143"/>
                  <a:pt x="217273" y="234178"/>
                </a:cubicBezTo>
                <a:lnTo>
                  <a:pt x="287213" y="304107"/>
                </a:lnTo>
                <a:cubicBezTo>
                  <a:pt x="290093" y="306987"/>
                  <a:pt x="291534" y="310130"/>
                  <a:pt x="291534" y="313536"/>
                </a:cubicBezTo>
                <a:cubicBezTo>
                  <a:pt x="291534" y="317205"/>
                  <a:pt x="290093" y="320349"/>
                  <a:pt x="287213" y="322966"/>
                </a:cubicBezTo>
                <a:cubicBezTo>
                  <a:pt x="284596" y="325846"/>
                  <a:pt x="281578" y="327287"/>
                  <a:pt x="278183" y="327287"/>
                </a:cubicBezTo>
                <a:cubicBezTo>
                  <a:pt x="274514" y="327287"/>
                  <a:pt x="271371" y="325846"/>
                  <a:pt x="268754" y="322966"/>
                </a:cubicBezTo>
                <a:lnTo>
                  <a:pt x="188595" y="24281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2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120" y="313148"/>
                </a:moveTo>
                <a:cubicBezTo>
                  <a:pt x="80810" y="300575"/>
                  <a:pt x="74649" y="285510"/>
                  <a:pt x="74649" y="267965"/>
                </a:cubicBezTo>
                <a:lnTo>
                  <a:pt x="74649" y="133194"/>
                </a:lnTo>
                <a:cubicBezTo>
                  <a:pt x="65482" y="129525"/>
                  <a:pt x="58019" y="123901"/>
                  <a:pt x="52258" y="116300"/>
                </a:cubicBezTo>
                <a:cubicBezTo>
                  <a:pt x="46234" y="108699"/>
                  <a:pt x="43217" y="100058"/>
                  <a:pt x="43217" y="90366"/>
                </a:cubicBezTo>
                <a:cubicBezTo>
                  <a:pt x="43217" y="77793"/>
                  <a:pt x="47675" y="67186"/>
                  <a:pt x="56579" y="58544"/>
                </a:cubicBezTo>
                <a:cubicBezTo>
                  <a:pt x="65482" y="49903"/>
                  <a:pt x="76090" y="45583"/>
                  <a:pt x="88400" y="45583"/>
                </a:cubicBezTo>
                <a:cubicBezTo>
                  <a:pt x="100710" y="45583"/>
                  <a:pt x="111191" y="49903"/>
                  <a:pt x="119832" y="58544"/>
                </a:cubicBezTo>
                <a:cubicBezTo>
                  <a:pt x="128748" y="67448"/>
                  <a:pt x="133194" y="78055"/>
                  <a:pt x="133194" y="90366"/>
                </a:cubicBezTo>
                <a:cubicBezTo>
                  <a:pt x="133194" y="100058"/>
                  <a:pt x="130188" y="108699"/>
                  <a:pt x="124164" y="116300"/>
                </a:cubicBezTo>
                <a:cubicBezTo>
                  <a:pt x="118392" y="123901"/>
                  <a:pt x="110928" y="129525"/>
                  <a:pt x="101761" y="133194"/>
                </a:cubicBezTo>
                <a:lnTo>
                  <a:pt x="101761" y="267965"/>
                </a:lnTo>
                <a:cubicBezTo>
                  <a:pt x="101761" y="278183"/>
                  <a:pt x="105305" y="286824"/>
                  <a:pt x="112368" y="293900"/>
                </a:cubicBezTo>
                <a:cubicBezTo>
                  <a:pt x="119443" y="301226"/>
                  <a:pt x="128222" y="304895"/>
                  <a:pt x="138692" y="304895"/>
                </a:cubicBezTo>
                <a:cubicBezTo>
                  <a:pt x="149173" y="304895"/>
                  <a:pt x="157814" y="301226"/>
                  <a:pt x="164626" y="293900"/>
                </a:cubicBezTo>
                <a:cubicBezTo>
                  <a:pt x="171701" y="286824"/>
                  <a:pt x="175233" y="278183"/>
                  <a:pt x="175233" y="267965"/>
                </a:cubicBezTo>
                <a:lnTo>
                  <a:pt x="175233" y="109225"/>
                </a:lnTo>
                <a:cubicBezTo>
                  <a:pt x="175233" y="91417"/>
                  <a:pt x="181394" y="76352"/>
                  <a:pt x="193704" y="64042"/>
                </a:cubicBezTo>
                <a:cubicBezTo>
                  <a:pt x="206014" y="51732"/>
                  <a:pt x="221079" y="45583"/>
                  <a:pt x="238887" y="45583"/>
                </a:cubicBezTo>
                <a:cubicBezTo>
                  <a:pt x="256695" y="45583"/>
                  <a:pt x="271760" y="51732"/>
                  <a:pt x="284070" y="64042"/>
                </a:cubicBezTo>
                <a:cubicBezTo>
                  <a:pt x="296380" y="76352"/>
                  <a:pt x="302541" y="91417"/>
                  <a:pt x="302541" y="109225"/>
                </a:cubicBezTo>
                <a:lnTo>
                  <a:pt x="302541" y="243996"/>
                </a:lnTo>
                <a:cubicBezTo>
                  <a:pt x="311708" y="247665"/>
                  <a:pt x="319171" y="253289"/>
                  <a:pt x="324932" y="260890"/>
                </a:cubicBezTo>
                <a:cubicBezTo>
                  <a:pt x="330956" y="268491"/>
                  <a:pt x="333973" y="277132"/>
                  <a:pt x="333973" y="286824"/>
                </a:cubicBezTo>
                <a:cubicBezTo>
                  <a:pt x="333973" y="299135"/>
                  <a:pt x="329515" y="309616"/>
                  <a:pt x="320612" y="318257"/>
                </a:cubicBezTo>
                <a:cubicBezTo>
                  <a:pt x="311970" y="327161"/>
                  <a:pt x="301489" y="331619"/>
                  <a:pt x="289179" y="331619"/>
                </a:cubicBezTo>
                <a:cubicBezTo>
                  <a:pt x="276869" y="331619"/>
                  <a:pt x="266262" y="327161"/>
                  <a:pt x="257358" y="318257"/>
                </a:cubicBezTo>
                <a:cubicBezTo>
                  <a:pt x="248442" y="309616"/>
                  <a:pt x="243996" y="299135"/>
                  <a:pt x="243996" y="286824"/>
                </a:cubicBezTo>
                <a:cubicBezTo>
                  <a:pt x="243996" y="277132"/>
                  <a:pt x="247002" y="268491"/>
                  <a:pt x="253037" y="260890"/>
                </a:cubicBezTo>
                <a:cubicBezTo>
                  <a:pt x="258798" y="253037"/>
                  <a:pt x="266262" y="247402"/>
                  <a:pt x="275429" y="243996"/>
                </a:cubicBezTo>
                <a:lnTo>
                  <a:pt x="275429" y="109225"/>
                </a:lnTo>
                <a:cubicBezTo>
                  <a:pt x="275429" y="98755"/>
                  <a:pt x="271897" y="89977"/>
                  <a:pt x="264822" y="82902"/>
                </a:cubicBezTo>
                <a:cubicBezTo>
                  <a:pt x="257747" y="75827"/>
                  <a:pt x="249105" y="72295"/>
                  <a:pt x="238887" y="72295"/>
                </a:cubicBezTo>
                <a:cubicBezTo>
                  <a:pt x="228406" y="72295"/>
                  <a:pt x="219639" y="75827"/>
                  <a:pt x="212564" y="82902"/>
                </a:cubicBezTo>
                <a:cubicBezTo>
                  <a:pt x="205489" y="89977"/>
                  <a:pt x="201957" y="98755"/>
                  <a:pt x="201957" y="109225"/>
                </a:cubicBezTo>
                <a:lnTo>
                  <a:pt x="201957" y="267965"/>
                </a:lnTo>
                <a:cubicBezTo>
                  <a:pt x="201957" y="285510"/>
                  <a:pt x="195796" y="300575"/>
                  <a:pt x="183486" y="313148"/>
                </a:cubicBezTo>
                <a:cubicBezTo>
                  <a:pt x="171176" y="325458"/>
                  <a:pt x="156111" y="331619"/>
                  <a:pt x="138303" y="331619"/>
                </a:cubicBezTo>
                <a:cubicBezTo>
                  <a:pt x="120495" y="331619"/>
                  <a:pt x="105430" y="325458"/>
                  <a:pt x="93120" y="313148"/>
                </a:cubicBezTo>
                <a:close/>
                <a:moveTo>
                  <a:pt x="88400" y="109625"/>
                </a:moveTo>
                <a:cubicBezTo>
                  <a:pt x="93646" y="109625"/>
                  <a:pt x="98092" y="107659"/>
                  <a:pt x="101761" y="103727"/>
                </a:cubicBezTo>
                <a:cubicBezTo>
                  <a:pt x="105430" y="100058"/>
                  <a:pt x="107259" y="95612"/>
                  <a:pt x="107259" y="90366"/>
                </a:cubicBezTo>
                <a:cubicBezTo>
                  <a:pt x="107259" y="84868"/>
                  <a:pt x="105430" y="80284"/>
                  <a:pt x="101761" y="76615"/>
                </a:cubicBezTo>
                <a:cubicBezTo>
                  <a:pt x="98092" y="72946"/>
                  <a:pt x="93646" y="71117"/>
                  <a:pt x="88400" y="71117"/>
                </a:cubicBezTo>
                <a:cubicBezTo>
                  <a:pt x="83165" y="71117"/>
                  <a:pt x="78581" y="72946"/>
                  <a:pt x="74649" y="76615"/>
                </a:cubicBezTo>
                <a:cubicBezTo>
                  <a:pt x="70980" y="80284"/>
                  <a:pt x="69152" y="84868"/>
                  <a:pt x="69152" y="90366"/>
                </a:cubicBezTo>
                <a:cubicBezTo>
                  <a:pt x="69152" y="95612"/>
                  <a:pt x="70980" y="100058"/>
                  <a:pt x="74649" y="103727"/>
                </a:cubicBezTo>
                <a:cubicBezTo>
                  <a:pt x="78581" y="107659"/>
                  <a:pt x="83165" y="109625"/>
                  <a:pt x="88400" y="109625"/>
                </a:cubicBezTo>
                <a:close/>
                <a:moveTo>
                  <a:pt x="289179" y="306073"/>
                </a:moveTo>
                <a:cubicBezTo>
                  <a:pt x="294414" y="306073"/>
                  <a:pt x="298872" y="304107"/>
                  <a:pt x="302541" y="300186"/>
                </a:cubicBezTo>
                <a:cubicBezTo>
                  <a:pt x="306210" y="296517"/>
                  <a:pt x="308039" y="292059"/>
                  <a:pt x="308039" y="286824"/>
                </a:cubicBezTo>
                <a:cubicBezTo>
                  <a:pt x="308039" y="281327"/>
                  <a:pt x="306210" y="276732"/>
                  <a:pt x="302541" y="273074"/>
                </a:cubicBezTo>
                <a:cubicBezTo>
                  <a:pt x="298872" y="269405"/>
                  <a:pt x="294414" y="267565"/>
                  <a:pt x="289179" y="267565"/>
                </a:cubicBezTo>
                <a:cubicBezTo>
                  <a:pt x="283944" y="267565"/>
                  <a:pt x="279486" y="269405"/>
                  <a:pt x="275817" y="273074"/>
                </a:cubicBezTo>
                <a:cubicBezTo>
                  <a:pt x="271897" y="276732"/>
                  <a:pt x="269931" y="281327"/>
                  <a:pt x="269931" y="286824"/>
                </a:cubicBezTo>
                <a:cubicBezTo>
                  <a:pt x="269931" y="292059"/>
                  <a:pt x="271897" y="296517"/>
                  <a:pt x="275817" y="300186"/>
                </a:cubicBezTo>
                <a:cubicBezTo>
                  <a:pt x="279486" y="304107"/>
                  <a:pt x="283944" y="306073"/>
                  <a:pt x="289179" y="306073"/>
                </a:cubicBezTo>
                <a:close/>
                <a:moveTo>
                  <a:pt x="88400" y="90366"/>
                </a:moveTo>
                <a:close/>
                <a:moveTo>
                  <a:pt x="289179" y="28682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4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3352" y="210209"/>
                </a:moveTo>
                <a:cubicBezTo>
                  <a:pt x="200254" y="210209"/>
                  <a:pt x="189121" y="205626"/>
                  <a:pt x="179954" y="196459"/>
                </a:cubicBezTo>
                <a:cubicBezTo>
                  <a:pt x="170787" y="187281"/>
                  <a:pt x="166204" y="176148"/>
                  <a:pt x="166204" y="163060"/>
                </a:cubicBezTo>
                <a:cubicBezTo>
                  <a:pt x="166204" y="149962"/>
                  <a:pt x="170787" y="138829"/>
                  <a:pt x="179954" y="129662"/>
                </a:cubicBezTo>
                <a:cubicBezTo>
                  <a:pt x="189121" y="120495"/>
                  <a:pt x="200254" y="115912"/>
                  <a:pt x="213352" y="115912"/>
                </a:cubicBezTo>
                <a:cubicBezTo>
                  <a:pt x="226440" y="115912"/>
                  <a:pt x="237573" y="120495"/>
                  <a:pt x="246751" y="129662"/>
                </a:cubicBezTo>
                <a:cubicBezTo>
                  <a:pt x="255918" y="138829"/>
                  <a:pt x="260501" y="149962"/>
                  <a:pt x="260501" y="163060"/>
                </a:cubicBezTo>
                <a:cubicBezTo>
                  <a:pt x="260501" y="176148"/>
                  <a:pt x="255918" y="187281"/>
                  <a:pt x="246751" y="196459"/>
                </a:cubicBezTo>
                <a:cubicBezTo>
                  <a:pt x="237573" y="205626"/>
                  <a:pt x="226440" y="210209"/>
                  <a:pt x="213352" y="210209"/>
                </a:cubicBezTo>
                <a:close/>
                <a:moveTo>
                  <a:pt x="89588" y="267176"/>
                </a:moveTo>
                <a:cubicBezTo>
                  <a:pt x="82250" y="267176"/>
                  <a:pt x="75964" y="264559"/>
                  <a:pt x="70729" y="259324"/>
                </a:cubicBezTo>
                <a:cubicBezTo>
                  <a:pt x="65482" y="254077"/>
                  <a:pt x="62865" y="247791"/>
                  <a:pt x="62865" y="240464"/>
                </a:cubicBezTo>
                <a:lnTo>
                  <a:pt x="62865" y="85256"/>
                </a:lnTo>
                <a:cubicBezTo>
                  <a:pt x="62865" y="77930"/>
                  <a:pt x="65482" y="71643"/>
                  <a:pt x="70729" y="66397"/>
                </a:cubicBezTo>
                <a:cubicBezTo>
                  <a:pt x="75964" y="61162"/>
                  <a:pt x="82250" y="58544"/>
                  <a:pt x="89588" y="58544"/>
                </a:cubicBezTo>
                <a:lnTo>
                  <a:pt x="336716" y="58544"/>
                </a:lnTo>
                <a:cubicBezTo>
                  <a:pt x="344054" y="58544"/>
                  <a:pt x="350341" y="61162"/>
                  <a:pt x="355576" y="66397"/>
                </a:cubicBezTo>
                <a:cubicBezTo>
                  <a:pt x="361085" y="71643"/>
                  <a:pt x="363828" y="77930"/>
                  <a:pt x="363828" y="85256"/>
                </a:cubicBezTo>
                <a:lnTo>
                  <a:pt x="363828" y="240464"/>
                </a:lnTo>
                <a:cubicBezTo>
                  <a:pt x="363828" y="247791"/>
                  <a:pt x="361085" y="254077"/>
                  <a:pt x="355576" y="259324"/>
                </a:cubicBezTo>
                <a:cubicBezTo>
                  <a:pt x="350341" y="264559"/>
                  <a:pt x="344054" y="267176"/>
                  <a:pt x="336716" y="267176"/>
                </a:cubicBezTo>
                <a:lnTo>
                  <a:pt x="89588" y="267176"/>
                </a:lnTo>
                <a:close/>
                <a:moveTo>
                  <a:pt x="128085" y="241642"/>
                </a:moveTo>
                <a:lnTo>
                  <a:pt x="298609" y="241642"/>
                </a:lnTo>
                <a:cubicBezTo>
                  <a:pt x="298609" y="230635"/>
                  <a:pt x="302404" y="221342"/>
                  <a:pt x="310004" y="213741"/>
                </a:cubicBezTo>
                <a:cubicBezTo>
                  <a:pt x="317594" y="206140"/>
                  <a:pt x="326898" y="202345"/>
                  <a:pt x="337905" y="202345"/>
                </a:cubicBezTo>
                <a:lnTo>
                  <a:pt x="337905" y="123764"/>
                </a:lnTo>
                <a:cubicBezTo>
                  <a:pt x="326898" y="123764"/>
                  <a:pt x="317594" y="119832"/>
                  <a:pt x="310004" y="111980"/>
                </a:cubicBezTo>
                <a:cubicBezTo>
                  <a:pt x="302404" y="104379"/>
                  <a:pt x="298609" y="95212"/>
                  <a:pt x="298609" y="84479"/>
                </a:cubicBezTo>
                <a:lnTo>
                  <a:pt x="128085" y="84479"/>
                </a:lnTo>
                <a:cubicBezTo>
                  <a:pt x="128085" y="95212"/>
                  <a:pt x="124290" y="104379"/>
                  <a:pt x="116689" y="111980"/>
                </a:cubicBezTo>
                <a:cubicBezTo>
                  <a:pt x="109099" y="119832"/>
                  <a:pt x="99795" y="123764"/>
                  <a:pt x="88800" y="123764"/>
                </a:cubicBezTo>
                <a:lnTo>
                  <a:pt x="88800" y="202345"/>
                </a:lnTo>
                <a:cubicBezTo>
                  <a:pt x="99795" y="202345"/>
                  <a:pt x="109099" y="206140"/>
                  <a:pt x="116689" y="213741"/>
                </a:cubicBezTo>
                <a:cubicBezTo>
                  <a:pt x="124290" y="221342"/>
                  <a:pt x="128085" y="230635"/>
                  <a:pt x="128085" y="241642"/>
                </a:cubicBezTo>
                <a:close/>
                <a:moveTo>
                  <a:pt x="300963" y="316680"/>
                </a:moveTo>
                <a:lnTo>
                  <a:pt x="40474" y="316680"/>
                </a:lnTo>
                <a:cubicBezTo>
                  <a:pt x="33136" y="316680"/>
                  <a:pt x="26849" y="313936"/>
                  <a:pt x="21614" y="308427"/>
                </a:cubicBezTo>
                <a:cubicBezTo>
                  <a:pt x="16368" y="303192"/>
                  <a:pt x="13750" y="296906"/>
                  <a:pt x="13750" y="289568"/>
                </a:cubicBezTo>
                <a:lnTo>
                  <a:pt x="13750" y="123375"/>
                </a:lnTo>
                <a:cubicBezTo>
                  <a:pt x="13750" y="119706"/>
                  <a:pt x="14928" y="116563"/>
                  <a:pt x="17294" y="113946"/>
                </a:cubicBezTo>
                <a:cubicBezTo>
                  <a:pt x="19911" y="111328"/>
                  <a:pt x="23180" y="110014"/>
                  <a:pt x="27112" y="110014"/>
                </a:cubicBezTo>
                <a:cubicBezTo>
                  <a:pt x="30781" y="110014"/>
                  <a:pt x="33924" y="111328"/>
                  <a:pt x="36542" y="113946"/>
                </a:cubicBezTo>
                <a:cubicBezTo>
                  <a:pt x="39159" y="116563"/>
                  <a:pt x="40474" y="119706"/>
                  <a:pt x="40474" y="123375"/>
                </a:cubicBezTo>
                <a:lnTo>
                  <a:pt x="40474" y="289568"/>
                </a:lnTo>
                <a:lnTo>
                  <a:pt x="300963" y="289568"/>
                </a:lnTo>
                <a:cubicBezTo>
                  <a:pt x="304632" y="289568"/>
                  <a:pt x="307776" y="290882"/>
                  <a:pt x="310393" y="293500"/>
                </a:cubicBezTo>
                <a:cubicBezTo>
                  <a:pt x="313011" y="296117"/>
                  <a:pt x="314325" y="299397"/>
                  <a:pt x="314325" y="303329"/>
                </a:cubicBezTo>
                <a:cubicBezTo>
                  <a:pt x="314325" y="306987"/>
                  <a:pt x="313011" y="310130"/>
                  <a:pt x="310393" y="312759"/>
                </a:cubicBezTo>
                <a:cubicBezTo>
                  <a:pt x="307776" y="315377"/>
                  <a:pt x="304632" y="316680"/>
                  <a:pt x="300963" y="316680"/>
                </a:cubicBezTo>
                <a:close/>
                <a:moveTo>
                  <a:pt x="88800" y="241642"/>
                </a:moveTo>
                <a:lnTo>
                  <a:pt x="88800" y="84479"/>
                </a:lnTo>
                <a:lnTo>
                  <a:pt x="88800" y="24164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6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1219"/>
                </a:moveTo>
                <a:cubicBezTo>
                  <a:pt x="185577" y="331219"/>
                  <a:pt x="182697" y="330041"/>
                  <a:pt x="180343" y="327687"/>
                </a:cubicBezTo>
                <a:cubicBezTo>
                  <a:pt x="177988" y="325332"/>
                  <a:pt x="176811" y="322315"/>
                  <a:pt x="176811" y="318646"/>
                </a:cubicBezTo>
                <a:lnTo>
                  <a:pt x="176811" y="297820"/>
                </a:lnTo>
                <a:cubicBezTo>
                  <a:pt x="163975" y="295728"/>
                  <a:pt x="153105" y="291271"/>
                  <a:pt x="144201" y="284470"/>
                </a:cubicBezTo>
                <a:cubicBezTo>
                  <a:pt x="135285" y="277395"/>
                  <a:pt x="128347" y="268616"/>
                  <a:pt x="123375" y="258135"/>
                </a:cubicBezTo>
                <a:cubicBezTo>
                  <a:pt x="121798" y="254992"/>
                  <a:pt x="121798" y="251723"/>
                  <a:pt x="123375" y="248317"/>
                </a:cubicBezTo>
                <a:cubicBezTo>
                  <a:pt x="124941" y="244911"/>
                  <a:pt x="127433" y="242419"/>
                  <a:pt x="130839" y="240853"/>
                </a:cubicBezTo>
                <a:cubicBezTo>
                  <a:pt x="133720" y="239539"/>
                  <a:pt x="136863" y="239676"/>
                  <a:pt x="140269" y="241242"/>
                </a:cubicBezTo>
                <a:cubicBezTo>
                  <a:pt x="143412" y="242556"/>
                  <a:pt x="145904" y="244785"/>
                  <a:pt x="147733" y="247928"/>
                </a:cubicBezTo>
                <a:cubicBezTo>
                  <a:pt x="152453" y="256569"/>
                  <a:pt x="158603" y="262981"/>
                  <a:pt x="166204" y="267176"/>
                </a:cubicBezTo>
                <a:cubicBezTo>
                  <a:pt x="173530" y="271634"/>
                  <a:pt x="181920" y="273851"/>
                  <a:pt x="191350" y="273851"/>
                </a:cubicBezTo>
                <a:cubicBezTo>
                  <a:pt x="203923" y="273851"/>
                  <a:pt x="214130" y="270708"/>
                  <a:pt x="221993" y="264422"/>
                </a:cubicBezTo>
                <a:cubicBezTo>
                  <a:pt x="229846" y="258398"/>
                  <a:pt x="233778" y="250146"/>
                  <a:pt x="233778" y="239676"/>
                </a:cubicBezTo>
                <a:cubicBezTo>
                  <a:pt x="233778" y="228406"/>
                  <a:pt x="230109" y="219639"/>
                  <a:pt x="222782" y="213352"/>
                </a:cubicBezTo>
                <a:cubicBezTo>
                  <a:pt x="215444" y="207066"/>
                  <a:pt x="201957" y="200779"/>
                  <a:pt x="182309" y="194493"/>
                </a:cubicBezTo>
                <a:cubicBezTo>
                  <a:pt x="163449" y="188469"/>
                  <a:pt x="149310" y="180480"/>
                  <a:pt x="139880" y="170524"/>
                </a:cubicBezTo>
                <a:cubicBezTo>
                  <a:pt x="130702" y="160306"/>
                  <a:pt x="126119" y="147607"/>
                  <a:pt x="126119" y="132405"/>
                </a:cubicBezTo>
                <a:cubicBezTo>
                  <a:pt x="126119" y="118266"/>
                  <a:pt x="130702" y="106219"/>
                  <a:pt x="139880" y="96263"/>
                </a:cubicBezTo>
                <a:cubicBezTo>
                  <a:pt x="148784" y="86308"/>
                  <a:pt x="161094" y="80547"/>
                  <a:pt x="176811" y="78970"/>
                </a:cubicBezTo>
                <a:lnTo>
                  <a:pt x="176811" y="58544"/>
                </a:lnTo>
                <a:cubicBezTo>
                  <a:pt x="176811" y="54875"/>
                  <a:pt x="177988" y="51869"/>
                  <a:pt x="180343" y="49503"/>
                </a:cubicBezTo>
                <a:cubicBezTo>
                  <a:pt x="182697" y="47149"/>
                  <a:pt x="185577" y="45971"/>
                  <a:pt x="188984" y="45971"/>
                </a:cubicBezTo>
                <a:cubicBezTo>
                  <a:pt x="192653" y="45971"/>
                  <a:pt x="195670" y="47149"/>
                  <a:pt x="198025" y="49503"/>
                </a:cubicBezTo>
                <a:cubicBezTo>
                  <a:pt x="200379" y="51869"/>
                  <a:pt x="201557" y="54875"/>
                  <a:pt x="201557" y="58544"/>
                </a:cubicBezTo>
                <a:lnTo>
                  <a:pt x="201557" y="78970"/>
                </a:lnTo>
                <a:cubicBezTo>
                  <a:pt x="210723" y="80284"/>
                  <a:pt x="219113" y="83165"/>
                  <a:pt x="226703" y="87622"/>
                </a:cubicBezTo>
                <a:cubicBezTo>
                  <a:pt x="234304" y="92069"/>
                  <a:pt x="240716" y="97967"/>
                  <a:pt x="245962" y="105305"/>
                </a:cubicBezTo>
                <a:cubicBezTo>
                  <a:pt x="247791" y="108185"/>
                  <a:pt x="248191" y="111191"/>
                  <a:pt x="247139" y="114334"/>
                </a:cubicBezTo>
                <a:cubicBezTo>
                  <a:pt x="245825" y="117740"/>
                  <a:pt x="243470" y="120095"/>
                  <a:pt x="240064" y="121409"/>
                </a:cubicBezTo>
                <a:cubicBezTo>
                  <a:pt x="236921" y="122975"/>
                  <a:pt x="233778" y="123238"/>
                  <a:pt x="230635" y="122198"/>
                </a:cubicBezTo>
                <a:cubicBezTo>
                  <a:pt x="227228" y="120884"/>
                  <a:pt x="224222" y="118792"/>
                  <a:pt x="221605" y="115912"/>
                </a:cubicBezTo>
                <a:cubicBezTo>
                  <a:pt x="218199" y="111454"/>
                  <a:pt x="213741" y="108048"/>
                  <a:pt x="208243" y="105693"/>
                </a:cubicBezTo>
                <a:cubicBezTo>
                  <a:pt x="202997" y="103602"/>
                  <a:pt x="196847" y="102550"/>
                  <a:pt x="189772" y="102550"/>
                </a:cubicBezTo>
                <a:cubicBezTo>
                  <a:pt x="177988" y="102550"/>
                  <a:pt x="168684" y="105167"/>
                  <a:pt x="161883" y="110402"/>
                </a:cubicBezTo>
                <a:cubicBezTo>
                  <a:pt x="155071" y="115649"/>
                  <a:pt x="151665" y="122850"/>
                  <a:pt x="151665" y="132017"/>
                </a:cubicBezTo>
                <a:cubicBezTo>
                  <a:pt x="151665" y="141446"/>
                  <a:pt x="155459" y="149173"/>
                  <a:pt x="163060" y="155197"/>
                </a:cubicBezTo>
                <a:cubicBezTo>
                  <a:pt x="170387" y="161220"/>
                  <a:pt x="184800" y="167507"/>
                  <a:pt x="206277" y="174056"/>
                </a:cubicBezTo>
                <a:cubicBezTo>
                  <a:pt x="224348" y="179817"/>
                  <a:pt x="237710" y="187943"/>
                  <a:pt x="246351" y="198413"/>
                </a:cubicBezTo>
                <a:cubicBezTo>
                  <a:pt x="254992" y="208895"/>
                  <a:pt x="259324" y="222119"/>
                  <a:pt x="259324" y="238098"/>
                </a:cubicBezTo>
                <a:cubicBezTo>
                  <a:pt x="259324" y="254866"/>
                  <a:pt x="254478" y="268354"/>
                  <a:pt x="244785" y="278572"/>
                </a:cubicBezTo>
                <a:cubicBezTo>
                  <a:pt x="234829" y="288790"/>
                  <a:pt x="220416" y="295340"/>
                  <a:pt x="201557" y="298220"/>
                </a:cubicBezTo>
                <a:lnTo>
                  <a:pt x="201557" y="318646"/>
                </a:lnTo>
                <a:cubicBezTo>
                  <a:pt x="201557" y="322315"/>
                  <a:pt x="200379" y="325332"/>
                  <a:pt x="198025" y="327687"/>
                </a:cubicBezTo>
                <a:cubicBezTo>
                  <a:pt x="195670" y="330041"/>
                  <a:pt x="192653" y="331219"/>
                  <a:pt x="188984" y="33121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8112"/>
                </a:moveTo>
                <a:cubicBezTo>
                  <a:pt x="166855" y="348112"/>
                  <a:pt x="146167" y="343929"/>
                  <a:pt x="126519" y="335539"/>
                </a:cubicBez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592"/>
                  <a:pt x="33261" y="145767"/>
                  <a:pt x="41651" y="126119"/>
                </a:cubicBezTo>
                <a:cubicBezTo>
                  <a:pt x="50029" y="106745"/>
                  <a:pt x="61425" y="89977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598" y="29078"/>
                  <a:pt x="231423" y="33261"/>
                  <a:pt x="251071" y="41651"/>
                </a:cubicBezTo>
                <a:cubicBezTo>
                  <a:pt x="270445" y="50029"/>
                  <a:pt x="287213" y="61299"/>
                  <a:pt x="301363" y="75438"/>
                </a:cubicBezTo>
                <a:cubicBezTo>
                  <a:pt x="315765" y="89840"/>
                  <a:pt x="327161" y="106745"/>
                  <a:pt x="335539" y="126119"/>
                </a:cubicBezTo>
                <a:cubicBezTo>
                  <a:pt x="343929" y="145504"/>
                  <a:pt x="348112" y="166329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7213" y="315765"/>
                  <a:pt x="270445" y="327161"/>
                  <a:pt x="251071" y="335539"/>
                </a:cubicBezTo>
                <a:cubicBezTo>
                  <a:pt x="231686" y="343929"/>
                  <a:pt x="210861" y="348112"/>
                  <a:pt x="188595" y="348112"/>
                </a:cubicBezTo>
                <a:close/>
                <a:moveTo>
                  <a:pt x="188595" y="321400"/>
                </a:moveTo>
                <a:cubicBezTo>
                  <a:pt x="225525" y="321400"/>
                  <a:pt x="256832" y="308427"/>
                  <a:pt x="282504" y="282504"/>
                </a:cubicBezTo>
                <a:cubicBezTo>
                  <a:pt x="308427" y="256569"/>
                  <a:pt x="321400" y="225262"/>
                  <a:pt x="321400" y="188595"/>
                </a:cubicBezTo>
                <a:cubicBezTo>
                  <a:pt x="321400" y="151665"/>
                  <a:pt x="308427" y="120358"/>
                  <a:pt x="282504" y="94686"/>
                </a:cubicBezTo>
                <a:cubicBezTo>
                  <a:pt x="256832" y="68763"/>
                  <a:pt x="225525" y="55790"/>
                  <a:pt x="188595" y="55790"/>
                </a:cubicBezTo>
                <a:cubicBezTo>
                  <a:pt x="151928" y="55790"/>
                  <a:pt x="120621" y="68763"/>
                  <a:pt x="94686" y="94686"/>
                </a:cubicBezTo>
                <a:cubicBezTo>
                  <a:pt x="68763" y="120358"/>
                  <a:pt x="55790" y="151665"/>
                  <a:pt x="55790" y="188595"/>
                </a:cubicBezTo>
                <a:cubicBezTo>
                  <a:pt x="55790" y="225262"/>
                  <a:pt x="68763" y="256569"/>
                  <a:pt x="94686" y="282504"/>
                </a:cubicBezTo>
                <a:cubicBezTo>
                  <a:pt x="120621" y="308427"/>
                  <a:pt x="151928" y="321400"/>
                  <a:pt x="188595" y="321400"/>
                </a:cubicBezTo>
                <a:close/>
                <a:moveTo>
                  <a:pt x="188595" y="188595"/>
                </a:moveTo>
                <a:close/>
                <a:moveTo>
                  <a:pt x="196059" y="298220"/>
                </a:moveTo>
                <a:cubicBezTo>
                  <a:pt x="198150" y="295854"/>
                  <a:pt x="199202" y="293111"/>
                  <a:pt x="199202" y="289968"/>
                </a:cubicBezTo>
                <a:lnTo>
                  <a:pt x="199202" y="281327"/>
                </a:lnTo>
                <a:cubicBezTo>
                  <a:pt x="214918" y="279486"/>
                  <a:pt x="227366" y="274251"/>
                  <a:pt x="236532" y="265610"/>
                </a:cubicBezTo>
                <a:cubicBezTo>
                  <a:pt x="245436" y="256695"/>
                  <a:pt x="249894" y="245299"/>
                  <a:pt x="249894" y="231423"/>
                </a:cubicBezTo>
                <a:cubicBezTo>
                  <a:pt x="249894" y="217536"/>
                  <a:pt x="246225" y="206540"/>
                  <a:pt x="238887" y="198413"/>
                </a:cubicBezTo>
                <a:cubicBezTo>
                  <a:pt x="231286" y="190298"/>
                  <a:pt x="218199" y="183223"/>
                  <a:pt x="199602" y="177199"/>
                </a:cubicBezTo>
                <a:cubicBezTo>
                  <a:pt x="183360" y="171701"/>
                  <a:pt x="172227" y="166204"/>
                  <a:pt x="166204" y="160694"/>
                </a:cubicBezTo>
                <a:cubicBezTo>
                  <a:pt x="159917" y="155459"/>
                  <a:pt x="156774" y="148521"/>
                  <a:pt x="156774" y="139880"/>
                </a:cubicBezTo>
                <a:cubicBezTo>
                  <a:pt x="156774" y="132017"/>
                  <a:pt x="159654" y="125856"/>
                  <a:pt x="165415" y="121409"/>
                </a:cubicBezTo>
                <a:cubicBezTo>
                  <a:pt x="171176" y="116952"/>
                  <a:pt x="179040" y="114734"/>
                  <a:pt x="188984" y="114734"/>
                </a:cubicBezTo>
                <a:cubicBezTo>
                  <a:pt x="195270" y="114734"/>
                  <a:pt x="200905" y="115912"/>
                  <a:pt x="205889" y="118266"/>
                </a:cubicBezTo>
                <a:cubicBezTo>
                  <a:pt x="210861" y="120621"/>
                  <a:pt x="215181" y="124164"/>
                  <a:pt x="218850" y="128873"/>
                </a:cubicBezTo>
                <a:cubicBezTo>
                  <a:pt x="220942" y="131228"/>
                  <a:pt x="223296" y="132805"/>
                  <a:pt x="225925" y="133594"/>
                </a:cubicBezTo>
                <a:cubicBezTo>
                  <a:pt x="228806" y="134108"/>
                  <a:pt x="231423" y="133720"/>
                  <a:pt x="233778" y="132405"/>
                </a:cubicBezTo>
                <a:cubicBezTo>
                  <a:pt x="236921" y="130839"/>
                  <a:pt x="238887" y="128610"/>
                  <a:pt x="239676" y="125730"/>
                </a:cubicBezTo>
                <a:cubicBezTo>
                  <a:pt x="240464" y="122850"/>
                  <a:pt x="239939" y="120095"/>
                  <a:pt x="238098" y="117478"/>
                </a:cubicBezTo>
                <a:cubicBezTo>
                  <a:pt x="233652" y="111191"/>
                  <a:pt x="228280" y="106219"/>
                  <a:pt x="221993" y="102550"/>
                </a:cubicBezTo>
                <a:cubicBezTo>
                  <a:pt x="215707" y="98881"/>
                  <a:pt x="208369" y="96652"/>
                  <a:pt x="199991" y="95875"/>
                </a:cubicBezTo>
                <a:lnTo>
                  <a:pt x="199991" y="87222"/>
                </a:lnTo>
                <a:cubicBezTo>
                  <a:pt x="199991" y="84079"/>
                  <a:pt x="198939" y="81462"/>
                  <a:pt x="196847" y="79370"/>
                </a:cubicBezTo>
                <a:cubicBezTo>
                  <a:pt x="194493" y="77267"/>
                  <a:pt x="191864" y="76227"/>
                  <a:pt x="188984" y="76227"/>
                </a:cubicBezTo>
                <a:cubicBezTo>
                  <a:pt x="186103" y="76227"/>
                  <a:pt x="183486" y="77267"/>
                  <a:pt x="181131" y="79370"/>
                </a:cubicBezTo>
                <a:cubicBezTo>
                  <a:pt x="178777" y="81462"/>
                  <a:pt x="177599" y="84079"/>
                  <a:pt x="177599" y="87222"/>
                </a:cubicBezTo>
                <a:lnTo>
                  <a:pt x="177599" y="95875"/>
                </a:lnTo>
                <a:cubicBezTo>
                  <a:pt x="163975" y="97704"/>
                  <a:pt x="153368" y="102676"/>
                  <a:pt x="145767" y="110802"/>
                </a:cubicBezTo>
                <a:cubicBezTo>
                  <a:pt x="138177" y="118655"/>
                  <a:pt x="134371" y="128485"/>
                  <a:pt x="134371" y="140269"/>
                </a:cubicBezTo>
                <a:cubicBezTo>
                  <a:pt x="134371" y="153368"/>
                  <a:pt x="137777" y="163712"/>
                  <a:pt x="144590" y="171313"/>
                </a:cubicBezTo>
                <a:cubicBezTo>
                  <a:pt x="151402" y="179165"/>
                  <a:pt x="164101" y="186503"/>
                  <a:pt x="182697" y="193316"/>
                </a:cubicBezTo>
                <a:cubicBezTo>
                  <a:pt x="200779" y="200116"/>
                  <a:pt x="212689" y="206140"/>
                  <a:pt x="218462" y="211386"/>
                </a:cubicBezTo>
                <a:cubicBezTo>
                  <a:pt x="224485" y="216358"/>
                  <a:pt x="227491" y="223045"/>
                  <a:pt x="227491" y="231423"/>
                </a:cubicBezTo>
                <a:cubicBezTo>
                  <a:pt x="227491" y="239801"/>
                  <a:pt x="223959" y="246877"/>
                  <a:pt x="216884" y="252637"/>
                </a:cubicBezTo>
                <a:cubicBezTo>
                  <a:pt x="210072" y="258661"/>
                  <a:pt x="201557" y="261678"/>
                  <a:pt x="191350" y="261678"/>
                </a:cubicBezTo>
                <a:cubicBezTo>
                  <a:pt x="182697" y="261678"/>
                  <a:pt x="174845" y="259575"/>
                  <a:pt x="167770" y="255392"/>
                </a:cubicBezTo>
                <a:cubicBezTo>
                  <a:pt x="160694" y="251197"/>
                  <a:pt x="155197" y="245436"/>
                  <a:pt x="151265" y="238098"/>
                </a:cubicBezTo>
                <a:cubicBezTo>
                  <a:pt x="149962" y="235744"/>
                  <a:pt x="148121" y="233915"/>
                  <a:pt x="145767" y="232600"/>
                </a:cubicBezTo>
                <a:cubicBezTo>
                  <a:pt x="143412" y="231549"/>
                  <a:pt x="140920" y="231423"/>
                  <a:pt x="138303" y="232212"/>
                </a:cubicBezTo>
                <a:cubicBezTo>
                  <a:pt x="134634" y="233515"/>
                  <a:pt x="132279" y="235618"/>
                  <a:pt x="131228" y="238498"/>
                </a:cubicBezTo>
                <a:cubicBezTo>
                  <a:pt x="130188" y="241379"/>
                  <a:pt x="130576" y="244385"/>
                  <a:pt x="132405" y="247528"/>
                </a:cubicBezTo>
                <a:cubicBezTo>
                  <a:pt x="137651" y="256181"/>
                  <a:pt x="143938" y="263244"/>
                  <a:pt x="151265" y="268754"/>
                </a:cubicBezTo>
                <a:cubicBezTo>
                  <a:pt x="158603" y="273989"/>
                  <a:pt x="167118" y="277920"/>
                  <a:pt x="176811" y="280538"/>
                </a:cubicBezTo>
                <a:lnTo>
                  <a:pt x="176811" y="290356"/>
                </a:lnTo>
                <a:cubicBezTo>
                  <a:pt x="176811" y="293500"/>
                  <a:pt x="177988" y="296117"/>
                  <a:pt x="180343" y="298220"/>
                </a:cubicBezTo>
                <a:cubicBezTo>
                  <a:pt x="182434" y="300312"/>
                  <a:pt x="185063" y="301363"/>
                  <a:pt x="188206" y="301363"/>
                </a:cubicBezTo>
                <a:cubicBezTo>
                  <a:pt x="191350" y="301363"/>
                  <a:pt x="193967" y="300312"/>
                  <a:pt x="196059" y="2982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977" y="332396"/>
                </a:moveTo>
                <a:cubicBezTo>
                  <a:pt x="83428" y="332396"/>
                  <a:pt x="77267" y="330304"/>
                  <a:pt x="71506" y="326109"/>
                </a:cubicBezTo>
                <a:cubicBezTo>
                  <a:pt x="66008" y="321926"/>
                  <a:pt x="62339" y="316680"/>
                  <a:pt x="60510" y="310393"/>
                </a:cubicBezTo>
                <a:cubicBezTo>
                  <a:pt x="53961" y="288127"/>
                  <a:pt x="48589" y="268754"/>
                  <a:pt x="44394" y="252249"/>
                </a:cubicBezTo>
                <a:cubicBezTo>
                  <a:pt x="39948" y="236007"/>
                  <a:pt x="36542" y="221731"/>
                  <a:pt x="34187" y="209420"/>
                </a:cubicBezTo>
                <a:cubicBezTo>
                  <a:pt x="31558" y="197110"/>
                  <a:pt x="29729" y="186240"/>
                  <a:pt x="28678" y="176811"/>
                </a:cubicBezTo>
                <a:cubicBezTo>
                  <a:pt x="27638" y="167381"/>
                  <a:pt x="27112" y="158214"/>
                  <a:pt x="27112" y="149310"/>
                </a:cubicBezTo>
                <a:cubicBezTo>
                  <a:pt x="27112" y="124678"/>
                  <a:pt x="35753" y="103727"/>
                  <a:pt x="53047" y="86445"/>
                </a:cubicBezTo>
                <a:cubicBezTo>
                  <a:pt x="70329" y="69152"/>
                  <a:pt x="91280" y="60510"/>
                  <a:pt x="115912" y="60510"/>
                </a:cubicBezTo>
                <a:lnTo>
                  <a:pt x="196847" y="60510"/>
                </a:lnTo>
                <a:cubicBezTo>
                  <a:pt x="204186" y="51081"/>
                  <a:pt x="213352" y="43480"/>
                  <a:pt x="224348" y="37719"/>
                </a:cubicBezTo>
                <a:cubicBezTo>
                  <a:pt x="235355" y="31958"/>
                  <a:pt x="247528" y="29078"/>
                  <a:pt x="260890" y="29078"/>
                </a:cubicBezTo>
                <a:cubicBezTo>
                  <a:pt x="268228" y="29078"/>
                  <a:pt x="274377" y="31558"/>
                  <a:pt x="279361" y="36542"/>
                </a:cubicBezTo>
                <a:cubicBezTo>
                  <a:pt x="284333" y="41514"/>
                  <a:pt x="286824" y="47675"/>
                  <a:pt x="286824" y="55013"/>
                </a:cubicBezTo>
                <a:cubicBezTo>
                  <a:pt x="286824" y="56579"/>
                  <a:pt x="286562" y="58156"/>
                  <a:pt x="286036" y="59722"/>
                </a:cubicBezTo>
                <a:cubicBezTo>
                  <a:pt x="285773" y="61551"/>
                  <a:pt x="285384" y="63128"/>
                  <a:pt x="284858" y="64442"/>
                </a:cubicBezTo>
                <a:cubicBezTo>
                  <a:pt x="283807" y="67060"/>
                  <a:pt x="282893" y="69677"/>
                  <a:pt x="282104" y="72295"/>
                </a:cubicBezTo>
                <a:cubicBezTo>
                  <a:pt x="281327" y="75175"/>
                  <a:pt x="280664" y="78193"/>
                  <a:pt x="280138" y="81336"/>
                </a:cubicBezTo>
                <a:lnTo>
                  <a:pt x="313936" y="115512"/>
                </a:lnTo>
                <a:lnTo>
                  <a:pt x="336716" y="115512"/>
                </a:lnTo>
                <a:cubicBezTo>
                  <a:pt x="340385" y="115512"/>
                  <a:pt x="343529" y="116826"/>
                  <a:pt x="346146" y="119443"/>
                </a:cubicBezTo>
                <a:cubicBezTo>
                  <a:pt x="348775" y="122061"/>
                  <a:pt x="350078" y="125204"/>
                  <a:pt x="350078" y="128873"/>
                </a:cubicBezTo>
                <a:lnTo>
                  <a:pt x="350078" y="219239"/>
                </a:lnTo>
                <a:cubicBezTo>
                  <a:pt x="350078" y="222382"/>
                  <a:pt x="349289" y="225137"/>
                  <a:pt x="347723" y="227491"/>
                </a:cubicBezTo>
                <a:cubicBezTo>
                  <a:pt x="345883" y="229846"/>
                  <a:pt x="343529" y="231423"/>
                  <a:pt x="340648" y="232212"/>
                </a:cubicBezTo>
                <a:lnTo>
                  <a:pt x="304895" y="243996"/>
                </a:lnTo>
                <a:lnTo>
                  <a:pt x="284070" y="313148"/>
                </a:lnTo>
                <a:cubicBezTo>
                  <a:pt x="282241" y="318908"/>
                  <a:pt x="278961" y="323629"/>
                  <a:pt x="274251" y="327287"/>
                </a:cubicBezTo>
                <a:cubicBezTo>
                  <a:pt x="269531" y="330693"/>
                  <a:pt x="264159" y="332396"/>
                  <a:pt x="258135" y="332396"/>
                </a:cubicBezTo>
                <a:lnTo>
                  <a:pt x="214530" y="332396"/>
                </a:lnTo>
                <a:cubicBezTo>
                  <a:pt x="207455" y="332396"/>
                  <a:pt x="201431" y="330041"/>
                  <a:pt x="196459" y="325332"/>
                </a:cubicBezTo>
                <a:cubicBezTo>
                  <a:pt x="191212" y="320874"/>
                  <a:pt x="188332" y="315377"/>
                  <a:pt x="187806" y="308827"/>
                </a:cubicBezTo>
                <a:lnTo>
                  <a:pt x="187806" y="300963"/>
                </a:lnTo>
                <a:lnTo>
                  <a:pt x="157551" y="300963"/>
                </a:lnTo>
                <a:lnTo>
                  <a:pt x="157551" y="308827"/>
                </a:lnTo>
                <a:cubicBezTo>
                  <a:pt x="157037" y="315377"/>
                  <a:pt x="154145" y="320874"/>
                  <a:pt x="148910" y="325332"/>
                </a:cubicBezTo>
                <a:cubicBezTo>
                  <a:pt x="143675" y="330041"/>
                  <a:pt x="137651" y="332396"/>
                  <a:pt x="130839" y="332396"/>
                </a:cubicBezTo>
                <a:lnTo>
                  <a:pt x="89977" y="332396"/>
                </a:lnTo>
                <a:close/>
                <a:moveTo>
                  <a:pt x="87222" y="305684"/>
                </a:moveTo>
                <a:lnTo>
                  <a:pt x="131228" y="305684"/>
                </a:lnTo>
                <a:lnTo>
                  <a:pt x="131228" y="274251"/>
                </a:lnTo>
                <a:lnTo>
                  <a:pt x="214130" y="274251"/>
                </a:lnTo>
                <a:lnTo>
                  <a:pt x="214130" y="305684"/>
                </a:lnTo>
                <a:lnTo>
                  <a:pt x="258135" y="305684"/>
                </a:lnTo>
                <a:lnTo>
                  <a:pt x="282893" y="223171"/>
                </a:lnTo>
                <a:lnTo>
                  <a:pt x="323366" y="209809"/>
                </a:lnTo>
                <a:lnTo>
                  <a:pt x="323366" y="142235"/>
                </a:lnTo>
                <a:lnTo>
                  <a:pt x="302929" y="142235"/>
                </a:lnTo>
                <a:lnTo>
                  <a:pt x="252637" y="91943"/>
                </a:lnTo>
                <a:cubicBezTo>
                  <a:pt x="252900" y="87748"/>
                  <a:pt x="253552" y="82376"/>
                  <a:pt x="254603" y="75827"/>
                </a:cubicBezTo>
                <a:cubicBezTo>
                  <a:pt x="255918" y="69540"/>
                  <a:pt x="257621" y="62339"/>
                  <a:pt x="259712" y="54224"/>
                </a:cubicBezTo>
                <a:cubicBezTo>
                  <a:pt x="248442" y="57367"/>
                  <a:pt x="238624" y="61813"/>
                  <a:pt x="230246" y="67586"/>
                </a:cubicBezTo>
                <a:cubicBezTo>
                  <a:pt x="221605" y="73346"/>
                  <a:pt x="215318" y="79896"/>
                  <a:pt x="211386" y="87222"/>
                </a:cubicBezTo>
                <a:lnTo>
                  <a:pt x="115912" y="87222"/>
                </a:lnTo>
                <a:cubicBezTo>
                  <a:pt x="98881" y="87222"/>
                  <a:pt x="84216" y="93246"/>
                  <a:pt x="71906" y="105305"/>
                </a:cubicBezTo>
                <a:cubicBezTo>
                  <a:pt x="59847" y="117615"/>
                  <a:pt x="53824" y="132279"/>
                  <a:pt x="53824" y="149310"/>
                </a:cubicBezTo>
                <a:cubicBezTo>
                  <a:pt x="53824" y="160306"/>
                  <a:pt x="56704" y="179428"/>
                  <a:pt x="62476" y="206666"/>
                </a:cubicBezTo>
                <a:cubicBezTo>
                  <a:pt x="68237" y="233915"/>
                  <a:pt x="76490" y="266913"/>
                  <a:pt x="87222" y="305684"/>
                </a:cubicBezTo>
                <a:close/>
                <a:moveTo>
                  <a:pt x="263644" y="170524"/>
                </a:moveTo>
                <a:cubicBezTo>
                  <a:pt x="267051" y="167118"/>
                  <a:pt x="268754" y="163060"/>
                  <a:pt x="268754" y="158340"/>
                </a:cubicBezTo>
                <a:cubicBezTo>
                  <a:pt x="268754" y="153368"/>
                  <a:pt x="267051" y="149173"/>
                  <a:pt x="263644" y="145767"/>
                </a:cubicBezTo>
                <a:cubicBezTo>
                  <a:pt x="260238" y="142624"/>
                  <a:pt x="256181" y="141058"/>
                  <a:pt x="251460" y="141058"/>
                </a:cubicBezTo>
                <a:cubicBezTo>
                  <a:pt x="246488" y="141058"/>
                  <a:pt x="242293" y="142624"/>
                  <a:pt x="238887" y="145767"/>
                </a:cubicBezTo>
                <a:cubicBezTo>
                  <a:pt x="235481" y="149173"/>
                  <a:pt x="233778" y="153368"/>
                  <a:pt x="233778" y="158340"/>
                </a:cubicBezTo>
                <a:cubicBezTo>
                  <a:pt x="233778" y="163060"/>
                  <a:pt x="235481" y="167118"/>
                  <a:pt x="238887" y="170524"/>
                </a:cubicBezTo>
                <a:cubicBezTo>
                  <a:pt x="242293" y="173930"/>
                  <a:pt x="246488" y="175633"/>
                  <a:pt x="251460" y="175633"/>
                </a:cubicBezTo>
                <a:cubicBezTo>
                  <a:pt x="256181" y="175633"/>
                  <a:pt x="260238" y="173930"/>
                  <a:pt x="263644" y="170524"/>
                </a:cubicBezTo>
                <a:close/>
                <a:moveTo>
                  <a:pt x="191350" y="137126"/>
                </a:moveTo>
                <a:cubicBezTo>
                  <a:pt x="195007" y="137126"/>
                  <a:pt x="198025" y="135811"/>
                  <a:pt x="200379" y="133194"/>
                </a:cubicBezTo>
                <a:cubicBezTo>
                  <a:pt x="202997" y="130839"/>
                  <a:pt x="204311" y="127822"/>
                  <a:pt x="204311" y="124164"/>
                </a:cubicBezTo>
                <a:cubicBezTo>
                  <a:pt x="204311" y="120495"/>
                  <a:pt x="202997" y="117352"/>
                  <a:pt x="200379" y="114734"/>
                </a:cubicBezTo>
                <a:cubicBezTo>
                  <a:pt x="198025" y="112368"/>
                  <a:pt x="195007" y="111191"/>
                  <a:pt x="191350" y="111191"/>
                </a:cubicBezTo>
                <a:lnTo>
                  <a:pt x="135548" y="111191"/>
                </a:lnTo>
                <a:cubicBezTo>
                  <a:pt x="131891" y="111191"/>
                  <a:pt x="128748" y="112505"/>
                  <a:pt x="126119" y="115123"/>
                </a:cubicBezTo>
                <a:cubicBezTo>
                  <a:pt x="123764" y="117478"/>
                  <a:pt x="122587" y="120495"/>
                  <a:pt x="122587" y="124164"/>
                </a:cubicBezTo>
                <a:cubicBezTo>
                  <a:pt x="122587" y="127822"/>
                  <a:pt x="123901" y="130965"/>
                  <a:pt x="126519" y="133594"/>
                </a:cubicBezTo>
                <a:cubicBezTo>
                  <a:pt x="128873" y="135948"/>
                  <a:pt x="131891" y="137126"/>
                  <a:pt x="135548" y="137126"/>
                </a:cubicBezTo>
                <a:lnTo>
                  <a:pt x="191350" y="137126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2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1336" y="270320"/>
                </a:moveTo>
                <a:lnTo>
                  <a:pt x="81336" y="163060"/>
                </a:lnTo>
                <a:cubicBezTo>
                  <a:pt x="81336" y="159391"/>
                  <a:pt x="82513" y="156248"/>
                  <a:pt x="84868" y="153631"/>
                </a:cubicBezTo>
                <a:cubicBezTo>
                  <a:pt x="87485" y="151265"/>
                  <a:pt x="90628" y="150087"/>
                  <a:pt x="94298" y="150087"/>
                </a:cubicBezTo>
                <a:cubicBezTo>
                  <a:pt x="97967" y="150087"/>
                  <a:pt x="100973" y="151265"/>
                  <a:pt x="103339" y="153631"/>
                </a:cubicBezTo>
                <a:cubicBezTo>
                  <a:pt x="105693" y="156248"/>
                  <a:pt x="106871" y="159391"/>
                  <a:pt x="106871" y="163060"/>
                </a:cubicBezTo>
                <a:lnTo>
                  <a:pt x="106871" y="270320"/>
                </a:lnTo>
                <a:cubicBezTo>
                  <a:pt x="106871" y="273989"/>
                  <a:pt x="105693" y="277132"/>
                  <a:pt x="103339" y="279749"/>
                </a:cubicBezTo>
                <a:cubicBezTo>
                  <a:pt x="100710" y="282104"/>
                  <a:pt x="97566" y="283281"/>
                  <a:pt x="93909" y="283281"/>
                </a:cubicBezTo>
                <a:cubicBezTo>
                  <a:pt x="90240" y="283281"/>
                  <a:pt x="87222" y="281978"/>
                  <a:pt x="84868" y="279361"/>
                </a:cubicBezTo>
                <a:cubicBezTo>
                  <a:pt x="82513" y="276995"/>
                  <a:pt x="81336" y="273989"/>
                  <a:pt x="81336" y="270320"/>
                </a:cubicBezTo>
                <a:close/>
                <a:moveTo>
                  <a:pt x="177199" y="270320"/>
                </a:moveTo>
                <a:lnTo>
                  <a:pt x="177199" y="163060"/>
                </a:lnTo>
                <a:cubicBezTo>
                  <a:pt x="177199" y="159391"/>
                  <a:pt x="178514" y="156248"/>
                  <a:pt x="181131" y="153631"/>
                </a:cubicBezTo>
                <a:cubicBezTo>
                  <a:pt x="183486" y="151265"/>
                  <a:pt x="186503" y="150087"/>
                  <a:pt x="190172" y="150087"/>
                </a:cubicBezTo>
                <a:cubicBezTo>
                  <a:pt x="193830" y="150087"/>
                  <a:pt x="196847" y="151265"/>
                  <a:pt x="199202" y="153631"/>
                </a:cubicBezTo>
                <a:cubicBezTo>
                  <a:pt x="201820" y="156248"/>
                  <a:pt x="203134" y="159391"/>
                  <a:pt x="203134" y="163060"/>
                </a:cubicBezTo>
                <a:lnTo>
                  <a:pt x="203134" y="270320"/>
                </a:lnTo>
                <a:cubicBezTo>
                  <a:pt x="203134" y="273989"/>
                  <a:pt x="201820" y="276995"/>
                  <a:pt x="199202" y="279361"/>
                </a:cubicBezTo>
                <a:cubicBezTo>
                  <a:pt x="196847" y="281978"/>
                  <a:pt x="193830" y="283281"/>
                  <a:pt x="190172" y="283281"/>
                </a:cubicBezTo>
                <a:cubicBezTo>
                  <a:pt x="186503" y="283281"/>
                  <a:pt x="183486" y="281978"/>
                  <a:pt x="181131" y="279361"/>
                </a:cubicBezTo>
                <a:cubicBezTo>
                  <a:pt x="178514" y="276995"/>
                  <a:pt x="177199" y="273989"/>
                  <a:pt x="177199" y="270320"/>
                </a:cubicBezTo>
                <a:close/>
                <a:moveTo>
                  <a:pt x="42440" y="331619"/>
                </a:moveTo>
                <a:cubicBezTo>
                  <a:pt x="38771" y="331619"/>
                  <a:pt x="35627" y="330304"/>
                  <a:pt x="33010" y="327687"/>
                </a:cubicBezTo>
                <a:cubicBezTo>
                  <a:pt x="30381" y="325069"/>
                  <a:pt x="29078" y="321789"/>
                  <a:pt x="29078" y="317857"/>
                </a:cubicBezTo>
                <a:cubicBezTo>
                  <a:pt x="29078" y="314199"/>
                  <a:pt x="30381" y="311056"/>
                  <a:pt x="33010" y="308427"/>
                </a:cubicBezTo>
                <a:cubicBezTo>
                  <a:pt x="35627" y="305810"/>
                  <a:pt x="38771" y="304507"/>
                  <a:pt x="42440" y="304507"/>
                </a:cubicBezTo>
                <a:lnTo>
                  <a:pt x="334762" y="304507"/>
                </a:lnTo>
                <a:cubicBezTo>
                  <a:pt x="338419" y="304507"/>
                  <a:pt x="341563" y="305810"/>
                  <a:pt x="344192" y="308427"/>
                </a:cubicBezTo>
                <a:cubicBezTo>
                  <a:pt x="346809" y="311056"/>
                  <a:pt x="348112" y="314325"/>
                  <a:pt x="348112" y="318257"/>
                </a:cubicBezTo>
                <a:cubicBezTo>
                  <a:pt x="348112" y="321926"/>
                  <a:pt x="346809" y="325069"/>
                  <a:pt x="344192" y="327687"/>
                </a:cubicBezTo>
                <a:cubicBezTo>
                  <a:pt x="341563" y="330304"/>
                  <a:pt x="338419" y="331619"/>
                  <a:pt x="334762" y="331619"/>
                </a:cubicBezTo>
                <a:lnTo>
                  <a:pt x="42440" y="331619"/>
                </a:lnTo>
                <a:close/>
                <a:moveTo>
                  <a:pt x="270320" y="270320"/>
                </a:moveTo>
                <a:lnTo>
                  <a:pt x="270320" y="163060"/>
                </a:lnTo>
                <a:cubicBezTo>
                  <a:pt x="270320" y="159391"/>
                  <a:pt x="271634" y="156248"/>
                  <a:pt x="274251" y="153631"/>
                </a:cubicBezTo>
                <a:cubicBezTo>
                  <a:pt x="276606" y="151265"/>
                  <a:pt x="279624" y="150087"/>
                  <a:pt x="283281" y="150087"/>
                </a:cubicBezTo>
                <a:cubicBezTo>
                  <a:pt x="286950" y="150087"/>
                  <a:pt x="289968" y="151265"/>
                  <a:pt x="292322" y="153631"/>
                </a:cubicBezTo>
                <a:cubicBezTo>
                  <a:pt x="294940" y="156248"/>
                  <a:pt x="296254" y="159391"/>
                  <a:pt x="296254" y="163060"/>
                </a:cubicBezTo>
                <a:lnTo>
                  <a:pt x="296254" y="270320"/>
                </a:lnTo>
                <a:cubicBezTo>
                  <a:pt x="296254" y="273989"/>
                  <a:pt x="294940" y="277132"/>
                  <a:pt x="292322" y="279749"/>
                </a:cubicBezTo>
                <a:cubicBezTo>
                  <a:pt x="289968" y="282104"/>
                  <a:pt x="286950" y="283281"/>
                  <a:pt x="283281" y="283281"/>
                </a:cubicBezTo>
                <a:cubicBezTo>
                  <a:pt x="279624" y="283281"/>
                  <a:pt x="276480" y="281978"/>
                  <a:pt x="273851" y="279361"/>
                </a:cubicBezTo>
                <a:cubicBezTo>
                  <a:pt x="271497" y="276995"/>
                  <a:pt x="270320" y="273989"/>
                  <a:pt x="270320" y="270320"/>
                </a:cubicBezTo>
                <a:close/>
                <a:moveTo>
                  <a:pt x="335939" y="128485"/>
                </a:moveTo>
                <a:lnTo>
                  <a:pt x="39685" y="128485"/>
                </a:lnTo>
                <a:cubicBezTo>
                  <a:pt x="36805" y="128485"/>
                  <a:pt x="34313" y="127433"/>
                  <a:pt x="32221" y="125341"/>
                </a:cubicBezTo>
                <a:cubicBezTo>
                  <a:pt x="30118" y="123238"/>
                  <a:pt x="29078" y="120758"/>
                  <a:pt x="29078" y="117878"/>
                </a:cubicBezTo>
                <a:lnTo>
                  <a:pt x="29078" y="110014"/>
                </a:lnTo>
                <a:cubicBezTo>
                  <a:pt x="29078" y="108185"/>
                  <a:pt x="29604" y="106345"/>
                  <a:pt x="30644" y="104516"/>
                </a:cubicBezTo>
                <a:cubicBezTo>
                  <a:pt x="31695" y="102939"/>
                  <a:pt x="33010" y="101636"/>
                  <a:pt x="34576" y="100584"/>
                </a:cubicBezTo>
                <a:lnTo>
                  <a:pt x="175233" y="20437"/>
                </a:lnTo>
                <a:cubicBezTo>
                  <a:pt x="179428" y="18071"/>
                  <a:pt x="183886" y="16894"/>
                  <a:pt x="188595" y="16894"/>
                </a:cubicBezTo>
                <a:cubicBezTo>
                  <a:pt x="193316" y="16894"/>
                  <a:pt x="197762" y="18071"/>
                  <a:pt x="201957" y="20437"/>
                </a:cubicBezTo>
                <a:lnTo>
                  <a:pt x="341826" y="100195"/>
                </a:lnTo>
                <a:cubicBezTo>
                  <a:pt x="343929" y="101498"/>
                  <a:pt x="345495" y="103076"/>
                  <a:pt x="346546" y="104905"/>
                </a:cubicBezTo>
                <a:cubicBezTo>
                  <a:pt x="347586" y="106745"/>
                  <a:pt x="348112" y="108836"/>
                  <a:pt x="348112" y="111191"/>
                </a:cubicBezTo>
                <a:lnTo>
                  <a:pt x="348112" y="115912"/>
                </a:lnTo>
                <a:cubicBezTo>
                  <a:pt x="348112" y="119569"/>
                  <a:pt x="346935" y="122587"/>
                  <a:pt x="344580" y="124941"/>
                </a:cubicBezTo>
                <a:cubicBezTo>
                  <a:pt x="342226" y="127307"/>
                  <a:pt x="339345" y="128485"/>
                  <a:pt x="335939" y="128485"/>
                </a:cubicBezTo>
                <a:close/>
                <a:moveTo>
                  <a:pt x="87622" y="101761"/>
                </a:moveTo>
                <a:lnTo>
                  <a:pt x="289568" y="101761"/>
                </a:lnTo>
                <a:lnTo>
                  <a:pt x="188595" y="44006"/>
                </a:lnTo>
                <a:lnTo>
                  <a:pt x="87622" y="10176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4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3185"/>
                </a:moveTo>
                <a:cubicBezTo>
                  <a:pt x="63391" y="333185"/>
                  <a:pt x="57104" y="330567"/>
                  <a:pt x="51869" y="325332"/>
                </a:cubicBezTo>
                <a:cubicBezTo>
                  <a:pt x="46623" y="320086"/>
                  <a:pt x="44006" y="313799"/>
                  <a:pt x="44006" y="306473"/>
                </a:cubicBezTo>
                <a:lnTo>
                  <a:pt x="44006" y="135548"/>
                </a:lnTo>
                <a:cubicBezTo>
                  <a:pt x="44006" y="128222"/>
                  <a:pt x="46623" y="121935"/>
                  <a:pt x="51869" y="116689"/>
                </a:cubicBezTo>
                <a:cubicBezTo>
                  <a:pt x="57104" y="111454"/>
                  <a:pt x="63391" y="108836"/>
                  <a:pt x="70729" y="108836"/>
                </a:cubicBezTo>
                <a:lnTo>
                  <a:pt x="108836" y="108836"/>
                </a:lnTo>
                <a:lnTo>
                  <a:pt x="108836" y="70729"/>
                </a:lnTo>
                <a:cubicBezTo>
                  <a:pt x="108836" y="63391"/>
                  <a:pt x="111454" y="57104"/>
                  <a:pt x="116689" y="51869"/>
                </a:cubicBezTo>
                <a:cubicBezTo>
                  <a:pt x="121935" y="46623"/>
                  <a:pt x="128222" y="44006"/>
                  <a:pt x="135548" y="44006"/>
                </a:cubicBezTo>
                <a:lnTo>
                  <a:pt x="241642" y="44006"/>
                </a:lnTo>
                <a:cubicBezTo>
                  <a:pt x="248968" y="44006"/>
                  <a:pt x="255255" y="46623"/>
                  <a:pt x="260501" y="51869"/>
                </a:cubicBezTo>
                <a:cubicBezTo>
                  <a:pt x="265736" y="57104"/>
                  <a:pt x="268354" y="63391"/>
                  <a:pt x="268354" y="70729"/>
                </a:cubicBezTo>
                <a:lnTo>
                  <a:pt x="268354" y="173667"/>
                </a:lnTo>
                <a:lnTo>
                  <a:pt x="306473" y="173667"/>
                </a:lnTo>
                <a:cubicBezTo>
                  <a:pt x="313799" y="173667"/>
                  <a:pt x="320086" y="176285"/>
                  <a:pt x="325332" y="181520"/>
                </a:cubicBezTo>
                <a:cubicBezTo>
                  <a:pt x="330567" y="186766"/>
                  <a:pt x="333185" y="193053"/>
                  <a:pt x="333185" y="200379"/>
                </a:cubicBezTo>
                <a:lnTo>
                  <a:pt x="333185" y="306473"/>
                </a:lnTo>
                <a:cubicBezTo>
                  <a:pt x="333185" y="313799"/>
                  <a:pt x="330567" y="320086"/>
                  <a:pt x="325332" y="325332"/>
                </a:cubicBezTo>
                <a:cubicBezTo>
                  <a:pt x="320086" y="330567"/>
                  <a:pt x="313799" y="333185"/>
                  <a:pt x="306473" y="333185"/>
                </a:cubicBezTo>
                <a:lnTo>
                  <a:pt x="209420" y="333185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3185"/>
                </a:lnTo>
                <a:lnTo>
                  <a:pt x="70729" y="333185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6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7116" y="201557"/>
                </a:moveTo>
                <a:lnTo>
                  <a:pt x="300963" y="201557"/>
                </a:lnTo>
                <a:cubicBezTo>
                  <a:pt x="297294" y="201557"/>
                  <a:pt x="294151" y="200254"/>
                  <a:pt x="291534" y="197636"/>
                </a:cubicBezTo>
                <a:cubicBezTo>
                  <a:pt x="289179" y="195270"/>
                  <a:pt x="288002" y="192264"/>
                  <a:pt x="288002" y="188595"/>
                </a:cubicBezTo>
                <a:cubicBezTo>
                  <a:pt x="288002" y="184926"/>
                  <a:pt x="289179" y="181920"/>
                  <a:pt x="291534" y="179554"/>
                </a:cubicBezTo>
                <a:cubicBezTo>
                  <a:pt x="294151" y="176936"/>
                  <a:pt x="297169" y="175633"/>
                  <a:pt x="300575" y="175633"/>
                </a:cubicBezTo>
                <a:lnTo>
                  <a:pt x="337116" y="175633"/>
                </a:lnTo>
                <a:cubicBezTo>
                  <a:pt x="340785" y="175633"/>
                  <a:pt x="343929" y="176936"/>
                  <a:pt x="346546" y="179554"/>
                </a:cubicBezTo>
                <a:cubicBezTo>
                  <a:pt x="348901" y="181920"/>
                  <a:pt x="350078" y="184926"/>
                  <a:pt x="350078" y="188595"/>
                </a:cubicBezTo>
                <a:cubicBezTo>
                  <a:pt x="350078" y="192264"/>
                  <a:pt x="348901" y="195270"/>
                  <a:pt x="346546" y="197636"/>
                </a:cubicBezTo>
                <a:cubicBezTo>
                  <a:pt x="343929" y="200254"/>
                  <a:pt x="340785" y="201557"/>
                  <a:pt x="337116" y="201557"/>
                </a:cubicBezTo>
                <a:close/>
                <a:moveTo>
                  <a:pt x="267176" y="268754"/>
                </a:moveTo>
                <a:cubicBezTo>
                  <a:pt x="269531" y="266125"/>
                  <a:pt x="272411" y="264422"/>
                  <a:pt x="275817" y="263644"/>
                </a:cubicBezTo>
                <a:cubicBezTo>
                  <a:pt x="279223" y="263119"/>
                  <a:pt x="282367" y="264033"/>
                  <a:pt x="285247" y="266388"/>
                </a:cubicBezTo>
                <a:lnTo>
                  <a:pt x="314714" y="288390"/>
                </a:lnTo>
                <a:cubicBezTo>
                  <a:pt x="317594" y="290493"/>
                  <a:pt x="319297" y="293237"/>
                  <a:pt x="319823" y="296643"/>
                </a:cubicBezTo>
                <a:cubicBezTo>
                  <a:pt x="320612" y="300049"/>
                  <a:pt x="319823" y="303192"/>
                  <a:pt x="317468" y="306073"/>
                </a:cubicBezTo>
                <a:cubicBezTo>
                  <a:pt x="315114" y="308953"/>
                  <a:pt x="312233" y="310656"/>
                  <a:pt x="308827" y="311182"/>
                </a:cubicBezTo>
                <a:cubicBezTo>
                  <a:pt x="305421" y="311970"/>
                  <a:pt x="302278" y="311182"/>
                  <a:pt x="299397" y="308827"/>
                </a:cubicBezTo>
                <a:lnTo>
                  <a:pt x="269931" y="286824"/>
                </a:lnTo>
                <a:cubicBezTo>
                  <a:pt x="267051" y="284721"/>
                  <a:pt x="265347" y="281978"/>
                  <a:pt x="264822" y="278572"/>
                </a:cubicBezTo>
                <a:cubicBezTo>
                  <a:pt x="264296" y="274903"/>
                  <a:pt x="265085" y="271634"/>
                  <a:pt x="267176" y="268754"/>
                </a:cubicBezTo>
                <a:close/>
                <a:moveTo>
                  <a:pt x="314714" y="88800"/>
                </a:moveTo>
                <a:lnTo>
                  <a:pt x="286424" y="110402"/>
                </a:lnTo>
                <a:cubicBezTo>
                  <a:pt x="283544" y="112768"/>
                  <a:pt x="280401" y="113683"/>
                  <a:pt x="276995" y="113157"/>
                </a:cubicBezTo>
                <a:cubicBezTo>
                  <a:pt x="273588" y="112368"/>
                  <a:pt x="270708" y="110665"/>
                  <a:pt x="268354" y="108048"/>
                </a:cubicBezTo>
                <a:cubicBezTo>
                  <a:pt x="266262" y="105167"/>
                  <a:pt x="265473" y="102024"/>
                  <a:pt x="265999" y="98618"/>
                </a:cubicBezTo>
                <a:cubicBezTo>
                  <a:pt x="266525" y="94949"/>
                  <a:pt x="268228" y="92069"/>
                  <a:pt x="271108" y="89977"/>
                </a:cubicBezTo>
                <a:lnTo>
                  <a:pt x="299397" y="68363"/>
                </a:lnTo>
                <a:cubicBezTo>
                  <a:pt x="302278" y="66008"/>
                  <a:pt x="305421" y="65220"/>
                  <a:pt x="308827" y="66008"/>
                </a:cubicBezTo>
                <a:cubicBezTo>
                  <a:pt x="312233" y="66534"/>
                  <a:pt x="315114" y="68237"/>
                  <a:pt x="317468" y="71117"/>
                </a:cubicBezTo>
                <a:cubicBezTo>
                  <a:pt x="319823" y="73998"/>
                  <a:pt x="320612" y="77141"/>
                  <a:pt x="319823" y="80547"/>
                </a:cubicBezTo>
                <a:cubicBezTo>
                  <a:pt x="319297" y="83953"/>
                  <a:pt x="317594" y="86697"/>
                  <a:pt x="314714" y="88800"/>
                </a:cubicBezTo>
                <a:close/>
                <a:moveTo>
                  <a:pt x="78193" y="238098"/>
                </a:moveTo>
                <a:lnTo>
                  <a:pt x="53047" y="238098"/>
                </a:lnTo>
                <a:cubicBezTo>
                  <a:pt x="45709" y="237835"/>
                  <a:pt x="39548" y="235092"/>
                  <a:pt x="34576" y="229846"/>
                </a:cubicBezTo>
                <a:cubicBezTo>
                  <a:pt x="29604" y="224611"/>
                  <a:pt x="27112" y="218462"/>
                  <a:pt x="27112" y="211386"/>
                </a:cubicBezTo>
                <a:lnTo>
                  <a:pt x="27112" y="165804"/>
                </a:lnTo>
                <a:cubicBezTo>
                  <a:pt x="27112" y="158477"/>
                  <a:pt x="29729" y="152190"/>
                  <a:pt x="34964" y="146944"/>
                </a:cubicBezTo>
                <a:cubicBezTo>
                  <a:pt x="40211" y="141709"/>
                  <a:pt x="46497" y="139092"/>
                  <a:pt x="53824" y="139092"/>
                </a:cubicBezTo>
                <a:lnTo>
                  <a:pt x="122975" y="139092"/>
                </a:lnTo>
                <a:lnTo>
                  <a:pt x="184663" y="102161"/>
                </a:lnTo>
                <a:cubicBezTo>
                  <a:pt x="189121" y="99532"/>
                  <a:pt x="193567" y="99532"/>
                  <a:pt x="198025" y="102161"/>
                </a:cubicBezTo>
                <a:cubicBezTo>
                  <a:pt x="202482" y="104779"/>
                  <a:pt x="204700" y="108574"/>
                  <a:pt x="204700" y="113546"/>
                </a:cubicBezTo>
                <a:lnTo>
                  <a:pt x="204700" y="263644"/>
                </a:lnTo>
                <a:cubicBezTo>
                  <a:pt x="204700" y="268616"/>
                  <a:pt x="202482" y="272411"/>
                  <a:pt x="198025" y="275040"/>
                </a:cubicBezTo>
                <a:cubicBezTo>
                  <a:pt x="193567" y="277658"/>
                  <a:pt x="189121" y="277658"/>
                  <a:pt x="184663" y="275040"/>
                </a:cubicBezTo>
                <a:lnTo>
                  <a:pt x="122975" y="238098"/>
                </a:lnTo>
                <a:lnTo>
                  <a:pt x="105305" y="238098"/>
                </a:lnTo>
                <a:lnTo>
                  <a:pt x="105305" y="287213"/>
                </a:lnTo>
                <a:cubicBezTo>
                  <a:pt x="105305" y="291145"/>
                  <a:pt x="103990" y="294414"/>
                  <a:pt x="101373" y="297043"/>
                </a:cubicBezTo>
                <a:cubicBezTo>
                  <a:pt x="98755" y="299660"/>
                  <a:pt x="95612" y="300963"/>
                  <a:pt x="91943" y="300963"/>
                </a:cubicBezTo>
                <a:cubicBezTo>
                  <a:pt x="88011" y="300963"/>
                  <a:pt x="84742" y="299660"/>
                  <a:pt x="82113" y="297043"/>
                </a:cubicBezTo>
                <a:cubicBezTo>
                  <a:pt x="79496" y="294414"/>
                  <a:pt x="78193" y="291145"/>
                  <a:pt x="78193" y="287213"/>
                </a:cubicBezTo>
                <a:lnTo>
                  <a:pt x="78193" y="238098"/>
                </a:lnTo>
                <a:close/>
                <a:moveTo>
                  <a:pt x="177988" y="239676"/>
                </a:moveTo>
                <a:lnTo>
                  <a:pt x="177988" y="137514"/>
                </a:lnTo>
                <a:lnTo>
                  <a:pt x="130051" y="165804"/>
                </a:lnTo>
                <a:lnTo>
                  <a:pt x="53824" y="165804"/>
                </a:lnTo>
                <a:lnTo>
                  <a:pt x="53824" y="211386"/>
                </a:lnTo>
                <a:lnTo>
                  <a:pt x="130051" y="211386"/>
                </a:lnTo>
                <a:lnTo>
                  <a:pt x="177988" y="239676"/>
                </a:lnTo>
                <a:close/>
                <a:moveTo>
                  <a:pt x="220416" y="243608"/>
                </a:moveTo>
                <a:lnTo>
                  <a:pt x="220416" y="133594"/>
                </a:lnTo>
                <a:cubicBezTo>
                  <a:pt x="228280" y="140132"/>
                  <a:pt x="234566" y="148121"/>
                  <a:pt x="239276" y="157551"/>
                </a:cubicBezTo>
                <a:cubicBezTo>
                  <a:pt x="243996" y="166981"/>
                  <a:pt x="246351" y="177336"/>
                  <a:pt x="246351" y="188595"/>
                </a:cubicBezTo>
                <a:cubicBezTo>
                  <a:pt x="246351" y="199854"/>
                  <a:pt x="243996" y="210209"/>
                  <a:pt x="239276" y="219639"/>
                </a:cubicBezTo>
                <a:cubicBezTo>
                  <a:pt x="234566" y="229069"/>
                  <a:pt x="228280" y="237058"/>
                  <a:pt x="220416" y="243608"/>
                </a:cubicBezTo>
                <a:close/>
                <a:moveTo>
                  <a:pt x="115912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8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790" y="316680"/>
                </a:moveTo>
                <a:cubicBezTo>
                  <a:pt x="48726" y="316680"/>
                  <a:pt x="42440" y="314062"/>
                  <a:pt x="36930" y="308827"/>
                </a:cubicBezTo>
                <a:cubicBezTo>
                  <a:pt x="31695" y="303329"/>
                  <a:pt x="29078" y="297043"/>
                  <a:pt x="29078" y="289968"/>
                </a:cubicBezTo>
                <a:lnTo>
                  <a:pt x="29078" y="87222"/>
                </a:lnTo>
                <a:cubicBezTo>
                  <a:pt x="29078" y="79896"/>
                  <a:pt x="31695" y="73609"/>
                  <a:pt x="36930" y="68363"/>
                </a:cubicBezTo>
                <a:cubicBezTo>
                  <a:pt x="42440" y="63128"/>
                  <a:pt x="48726" y="60510"/>
                  <a:pt x="55790" y="60510"/>
                </a:cubicBezTo>
                <a:lnTo>
                  <a:pt x="321400" y="60510"/>
                </a:lnTo>
                <a:cubicBezTo>
                  <a:pt x="328727" y="60510"/>
                  <a:pt x="335013" y="63128"/>
                  <a:pt x="340260" y="68363"/>
                </a:cubicBezTo>
                <a:cubicBezTo>
                  <a:pt x="345495" y="73609"/>
                  <a:pt x="348112" y="79896"/>
                  <a:pt x="348112" y="87222"/>
                </a:cubicBezTo>
                <a:lnTo>
                  <a:pt x="348112" y="289968"/>
                </a:lnTo>
                <a:cubicBezTo>
                  <a:pt x="348112" y="297043"/>
                  <a:pt x="345495" y="303329"/>
                  <a:pt x="340260" y="308827"/>
                </a:cubicBezTo>
                <a:cubicBezTo>
                  <a:pt x="335013" y="314062"/>
                  <a:pt x="328727" y="316680"/>
                  <a:pt x="321400" y="316680"/>
                </a:cubicBezTo>
                <a:lnTo>
                  <a:pt x="55790" y="316680"/>
                </a:lnTo>
                <a:close/>
                <a:moveTo>
                  <a:pt x="321400" y="111191"/>
                </a:moveTo>
                <a:lnTo>
                  <a:pt x="195670" y="193704"/>
                </a:lnTo>
                <a:cubicBezTo>
                  <a:pt x="194619" y="194230"/>
                  <a:pt x="193567" y="194756"/>
                  <a:pt x="192527" y="195270"/>
                </a:cubicBezTo>
                <a:cubicBezTo>
                  <a:pt x="191212" y="195796"/>
                  <a:pt x="189909" y="196059"/>
                  <a:pt x="188595" y="196059"/>
                </a:cubicBezTo>
                <a:cubicBezTo>
                  <a:pt x="187281" y="196059"/>
                  <a:pt x="185978" y="195796"/>
                  <a:pt x="184663" y="195270"/>
                </a:cubicBezTo>
                <a:cubicBezTo>
                  <a:pt x="183623" y="194756"/>
                  <a:pt x="182571" y="194230"/>
                  <a:pt x="181520" y="193704"/>
                </a:cubicBezTo>
                <a:lnTo>
                  <a:pt x="55790" y="111191"/>
                </a:lnTo>
                <a:lnTo>
                  <a:pt x="55790" y="289968"/>
                </a:lnTo>
                <a:lnTo>
                  <a:pt x="321400" y="289968"/>
                </a:lnTo>
                <a:lnTo>
                  <a:pt x="321400" y="111191"/>
                </a:lnTo>
                <a:close/>
                <a:moveTo>
                  <a:pt x="188595" y="172879"/>
                </a:moveTo>
                <a:lnTo>
                  <a:pt x="319823" y="87222"/>
                </a:lnTo>
                <a:lnTo>
                  <a:pt x="57756" y="87222"/>
                </a:lnTo>
                <a:lnTo>
                  <a:pt x="188595" y="172879"/>
                </a:lnTo>
                <a:close/>
                <a:moveTo>
                  <a:pt x="55790" y="111191"/>
                </a:moveTo>
                <a:lnTo>
                  <a:pt x="55790" y="113946"/>
                </a:lnTo>
                <a:lnTo>
                  <a:pt x="55790" y="97052"/>
                </a:lnTo>
                <a:lnTo>
                  <a:pt x="55790" y="97441"/>
                </a:lnTo>
                <a:lnTo>
                  <a:pt x="55790" y="87222"/>
                </a:lnTo>
                <a:lnTo>
                  <a:pt x="55790" y="97441"/>
                </a:lnTo>
                <a:lnTo>
                  <a:pt x="55790" y="97052"/>
                </a:lnTo>
                <a:lnTo>
                  <a:pt x="55790" y="113946"/>
                </a:lnTo>
                <a:lnTo>
                  <a:pt x="55790" y="111191"/>
                </a:lnTo>
                <a:lnTo>
                  <a:pt x="55790" y="289968"/>
                </a:lnTo>
                <a:lnTo>
                  <a:pt x="55790" y="11119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20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943" y="285247"/>
                </a:moveTo>
                <a:lnTo>
                  <a:pt x="51869" y="325332"/>
                </a:lnTo>
                <a:cubicBezTo>
                  <a:pt x="47675" y="329515"/>
                  <a:pt x="42828" y="330430"/>
                  <a:pt x="37330" y="328075"/>
                </a:cubicBezTo>
                <a:cubicBezTo>
                  <a:pt x="31821" y="325984"/>
                  <a:pt x="29078" y="321926"/>
                  <a:pt x="29078" y="315902"/>
                </a:cubicBezTo>
                <a:lnTo>
                  <a:pt x="29078" y="55790"/>
                </a:lnTo>
                <a:cubicBezTo>
                  <a:pt x="29078" y="48463"/>
                  <a:pt x="31695" y="42177"/>
                  <a:pt x="36930" y="36930"/>
                </a:cubicBezTo>
                <a:cubicBezTo>
                  <a:pt x="42440" y="31695"/>
                  <a:pt x="48726" y="29078"/>
                  <a:pt x="55790" y="29078"/>
                </a:cubicBezTo>
                <a:lnTo>
                  <a:pt x="321400" y="29078"/>
                </a:lnTo>
                <a:cubicBezTo>
                  <a:pt x="328727" y="29078"/>
                  <a:pt x="335013" y="31695"/>
                  <a:pt x="340260" y="36930"/>
                </a:cubicBezTo>
                <a:cubicBezTo>
                  <a:pt x="345495" y="42177"/>
                  <a:pt x="348112" y="48463"/>
                  <a:pt x="348112" y="55790"/>
                </a:cubicBezTo>
                <a:lnTo>
                  <a:pt x="348112" y="258535"/>
                </a:lnTo>
                <a:cubicBezTo>
                  <a:pt x="348112" y="265610"/>
                  <a:pt x="345495" y="271897"/>
                  <a:pt x="340260" y="277395"/>
                </a:cubicBezTo>
                <a:cubicBezTo>
                  <a:pt x="335013" y="282630"/>
                  <a:pt x="328727" y="285247"/>
                  <a:pt x="321400" y="285247"/>
                </a:cubicBezTo>
                <a:lnTo>
                  <a:pt x="91943" y="285247"/>
                </a:lnTo>
                <a:close/>
                <a:moveTo>
                  <a:pt x="81725" y="258535"/>
                </a:moveTo>
                <a:lnTo>
                  <a:pt x="321400" y="258535"/>
                </a:lnTo>
                <a:lnTo>
                  <a:pt x="321400" y="55790"/>
                </a:lnTo>
                <a:lnTo>
                  <a:pt x="55790" y="55790"/>
                </a:lnTo>
                <a:lnTo>
                  <a:pt x="55790" y="286824"/>
                </a:lnTo>
                <a:lnTo>
                  <a:pt x="81725" y="258535"/>
                </a:lnTo>
                <a:close/>
                <a:moveTo>
                  <a:pt x="55790" y="258535"/>
                </a:moveTo>
                <a:lnTo>
                  <a:pt x="55790" y="55790"/>
                </a:lnTo>
                <a:lnTo>
                  <a:pt x="55790" y="258535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95" y="220416"/>
                  <a:pt x="211649" y="219239"/>
                  <a:pt x="213741" y="216884"/>
                </a:cubicBezTo>
                <a:cubicBezTo>
                  <a:pt x="216096" y="214793"/>
                  <a:pt x="217273" y="212038"/>
                  <a:pt x="217273" y="208632"/>
                </a:cubicBezTo>
                <a:cubicBezTo>
                  <a:pt x="217273" y="205226"/>
                  <a:pt x="216096" y="202482"/>
                  <a:pt x="213741" y="200379"/>
                </a:cubicBezTo>
                <a:cubicBezTo>
                  <a:pt x="211649" y="198025"/>
                  <a:pt x="208895" y="196847"/>
                  <a:pt x="205489" y="196847"/>
                </a:cubicBezTo>
                <a:lnTo>
                  <a:pt x="106082" y="196847"/>
                </a:lnTo>
                <a:cubicBezTo>
                  <a:pt x="102676" y="196847"/>
                  <a:pt x="99932" y="198025"/>
                  <a:pt x="97829" y="200379"/>
                </a:cubicBezTo>
                <a:cubicBezTo>
                  <a:pt x="95475" y="202482"/>
                  <a:pt x="94298" y="205226"/>
                  <a:pt x="94298" y="208632"/>
                </a:cubicBezTo>
                <a:cubicBezTo>
                  <a:pt x="94298" y="212038"/>
                  <a:pt x="95475" y="214918"/>
                  <a:pt x="97829" y="217273"/>
                </a:cubicBezTo>
                <a:cubicBezTo>
                  <a:pt x="99932" y="219376"/>
                  <a:pt x="102676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514" y="169347"/>
                  <a:pt x="277258" y="168170"/>
                  <a:pt x="279361" y="165804"/>
                </a:cubicBezTo>
                <a:cubicBezTo>
                  <a:pt x="281715" y="163712"/>
                  <a:pt x="282893" y="160957"/>
                  <a:pt x="282893" y="157551"/>
                </a:cubicBezTo>
                <a:cubicBezTo>
                  <a:pt x="282893" y="154145"/>
                  <a:pt x="281715" y="151402"/>
                  <a:pt x="279361" y="149310"/>
                </a:cubicBezTo>
                <a:cubicBezTo>
                  <a:pt x="277258" y="146944"/>
                  <a:pt x="274514" y="145767"/>
                  <a:pt x="271108" y="145767"/>
                </a:cubicBezTo>
                <a:lnTo>
                  <a:pt x="106082" y="145767"/>
                </a:lnTo>
                <a:cubicBezTo>
                  <a:pt x="102676" y="145767"/>
                  <a:pt x="99932" y="146944"/>
                  <a:pt x="97829" y="149310"/>
                </a:cubicBezTo>
                <a:cubicBezTo>
                  <a:pt x="95475" y="151402"/>
                  <a:pt x="94298" y="154145"/>
                  <a:pt x="94298" y="157551"/>
                </a:cubicBezTo>
                <a:cubicBezTo>
                  <a:pt x="94298" y="160957"/>
                  <a:pt x="95475" y="163838"/>
                  <a:pt x="97829" y="166204"/>
                </a:cubicBezTo>
                <a:cubicBezTo>
                  <a:pt x="99932" y="168295"/>
                  <a:pt x="102676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514" y="118266"/>
                  <a:pt x="277258" y="117089"/>
                  <a:pt x="279361" y="114734"/>
                </a:cubicBezTo>
                <a:cubicBezTo>
                  <a:pt x="281715" y="112631"/>
                  <a:pt x="282893" y="109888"/>
                  <a:pt x="282893" y="106482"/>
                </a:cubicBezTo>
                <a:cubicBezTo>
                  <a:pt x="282893" y="103076"/>
                  <a:pt x="281715" y="100321"/>
                  <a:pt x="279361" y="98229"/>
                </a:cubicBezTo>
                <a:cubicBezTo>
                  <a:pt x="277258" y="95875"/>
                  <a:pt x="274514" y="94686"/>
                  <a:pt x="271108" y="94686"/>
                </a:cubicBezTo>
                <a:lnTo>
                  <a:pt x="106082" y="94686"/>
                </a:lnTo>
                <a:cubicBezTo>
                  <a:pt x="102676" y="94686"/>
                  <a:pt x="99932" y="95875"/>
                  <a:pt x="97829" y="98229"/>
                </a:cubicBezTo>
                <a:cubicBezTo>
                  <a:pt x="95475" y="100321"/>
                  <a:pt x="94298" y="103076"/>
                  <a:pt x="94298" y="106482"/>
                </a:cubicBezTo>
                <a:cubicBezTo>
                  <a:pt x="94298" y="109888"/>
                  <a:pt x="95475" y="112768"/>
                  <a:pt x="97829" y="115123"/>
                </a:cubicBezTo>
                <a:cubicBezTo>
                  <a:pt x="99932" y="117215"/>
                  <a:pt x="102676" y="118266"/>
                  <a:pt x="106082" y="11826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2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6716" y="330830"/>
                </a:moveTo>
                <a:cubicBezTo>
                  <a:pt x="334888" y="330830"/>
                  <a:pt x="333185" y="330567"/>
                  <a:pt x="331619" y="330041"/>
                </a:cubicBezTo>
                <a:cubicBezTo>
                  <a:pt x="330041" y="329253"/>
                  <a:pt x="328475" y="328212"/>
                  <a:pt x="326898" y="326898"/>
                </a:cubicBezTo>
                <a:lnTo>
                  <a:pt x="286824" y="286424"/>
                </a:lnTo>
                <a:lnTo>
                  <a:pt x="119832" y="286424"/>
                </a:lnTo>
                <a:cubicBezTo>
                  <a:pt x="112505" y="286424"/>
                  <a:pt x="106219" y="283807"/>
                  <a:pt x="100973" y="278572"/>
                </a:cubicBezTo>
                <a:cubicBezTo>
                  <a:pt x="95738" y="273337"/>
                  <a:pt x="93120" y="267051"/>
                  <a:pt x="93120" y="259712"/>
                </a:cubicBezTo>
                <a:lnTo>
                  <a:pt x="93120" y="228280"/>
                </a:lnTo>
                <a:lnTo>
                  <a:pt x="264822" y="228280"/>
                </a:lnTo>
                <a:cubicBezTo>
                  <a:pt x="272148" y="228280"/>
                  <a:pt x="278435" y="225662"/>
                  <a:pt x="283681" y="220416"/>
                </a:cubicBezTo>
                <a:cubicBezTo>
                  <a:pt x="288916" y="215181"/>
                  <a:pt x="291534" y="208895"/>
                  <a:pt x="291534" y="201557"/>
                </a:cubicBezTo>
                <a:lnTo>
                  <a:pt x="291534" y="92732"/>
                </a:lnTo>
                <a:lnTo>
                  <a:pt x="322966" y="92732"/>
                </a:lnTo>
                <a:cubicBezTo>
                  <a:pt x="330304" y="92732"/>
                  <a:pt x="336591" y="95349"/>
                  <a:pt x="341826" y="100584"/>
                </a:cubicBezTo>
                <a:cubicBezTo>
                  <a:pt x="347072" y="105819"/>
                  <a:pt x="349689" y="112243"/>
                  <a:pt x="349689" y="119832"/>
                </a:cubicBezTo>
                <a:lnTo>
                  <a:pt x="349689" y="317468"/>
                </a:lnTo>
                <a:cubicBezTo>
                  <a:pt x="349689" y="321663"/>
                  <a:pt x="348249" y="324932"/>
                  <a:pt x="345369" y="327287"/>
                </a:cubicBezTo>
                <a:cubicBezTo>
                  <a:pt x="342740" y="329653"/>
                  <a:pt x="339860" y="330830"/>
                  <a:pt x="336716" y="330830"/>
                </a:cubicBezTo>
                <a:close/>
                <a:moveTo>
                  <a:pt x="54224" y="203923"/>
                </a:moveTo>
                <a:lnTo>
                  <a:pt x="80547" y="177988"/>
                </a:lnTo>
                <a:lnTo>
                  <a:pt x="241242" y="177988"/>
                </a:lnTo>
                <a:lnTo>
                  <a:pt x="241242" y="53824"/>
                </a:lnTo>
                <a:lnTo>
                  <a:pt x="54224" y="53824"/>
                </a:lnTo>
                <a:lnTo>
                  <a:pt x="54224" y="203923"/>
                </a:lnTo>
                <a:close/>
                <a:moveTo>
                  <a:pt x="40862" y="249894"/>
                </a:moveTo>
                <a:cubicBezTo>
                  <a:pt x="37456" y="249894"/>
                  <a:pt x="34450" y="248705"/>
                  <a:pt x="31821" y="246351"/>
                </a:cubicBezTo>
                <a:cubicBezTo>
                  <a:pt x="28941" y="243996"/>
                  <a:pt x="27501" y="240716"/>
                  <a:pt x="27501" y="236532"/>
                </a:cubicBezTo>
                <a:lnTo>
                  <a:pt x="27501" y="53824"/>
                </a:lnTo>
                <a:cubicBezTo>
                  <a:pt x="27501" y="46497"/>
                  <a:pt x="30118" y="40211"/>
                  <a:pt x="35364" y="34964"/>
                </a:cubicBezTo>
                <a:cubicBezTo>
                  <a:pt x="40599" y="29729"/>
                  <a:pt x="46886" y="27112"/>
                  <a:pt x="54224" y="27112"/>
                </a:cubicBezTo>
                <a:lnTo>
                  <a:pt x="241242" y="27112"/>
                </a:lnTo>
                <a:cubicBezTo>
                  <a:pt x="248580" y="27112"/>
                  <a:pt x="254866" y="29729"/>
                  <a:pt x="260101" y="34964"/>
                </a:cubicBezTo>
                <a:cubicBezTo>
                  <a:pt x="265347" y="40211"/>
                  <a:pt x="267965" y="46497"/>
                  <a:pt x="267965" y="53824"/>
                </a:cubicBezTo>
                <a:lnTo>
                  <a:pt x="267965" y="177988"/>
                </a:lnTo>
                <a:cubicBezTo>
                  <a:pt x="267965" y="185326"/>
                  <a:pt x="265347" y="191613"/>
                  <a:pt x="260101" y="196847"/>
                </a:cubicBezTo>
                <a:cubicBezTo>
                  <a:pt x="254866" y="202082"/>
                  <a:pt x="248580" y="204700"/>
                  <a:pt x="241242" y="204700"/>
                </a:cubicBezTo>
                <a:lnTo>
                  <a:pt x="91543" y="204700"/>
                </a:lnTo>
                <a:lnTo>
                  <a:pt x="50292" y="245962"/>
                </a:lnTo>
                <a:cubicBezTo>
                  <a:pt x="48726" y="247265"/>
                  <a:pt x="47149" y="248317"/>
                  <a:pt x="45583" y="249105"/>
                </a:cubicBezTo>
                <a:cubicBezTo>
                  <a:pt x="44006" y="249631"/>
                  <a:pt x="42440" y="249894"/>
                  <a:pt x="40862" y="249894"/>
                </a:cubicBezTo>
                <a:close/>
                <a:moveTo>
                  <a:pt x="54224" y="177988"/>
                </a:moveTo>
                <a:lnTo>
                  <a:pt x="54224" y="53824"/>
                </a:lnTo>
                <a:lnTo>
                  <a:pt x="54224" y="17798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4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2396"/>
                </a:moveTo>
                <a:cubicBezTo>
                  <a:pt x="281715" y="332396"/>
                  <a:pt x="250408" y="325069"/>
                  <a:pt x="218462" y="310393"/>
                </a:cubicBezTo>
                <a:cubicBezTo>
                  <a:pt x="186766" y="295466"/>
                  <a:pt x="157288" y="274377"/>
                  <a:pt x="130051" y="247139"/>
                </a:cubicBezTo>
                <a:cubicBezTo>
                  <a:pt x="102813" y="219902"/>
                  <a:pt x="81850" y="190424"/>
                  <a:pt x="67186" y="158740"/>
                </a:cubicBezTo>
                <a:cubicBezTo>
                  <a:pt x="52258" y="126782"/>
                  <a:pt x="44794" y="95475"/>
                  <a:pt x="44794" y="64831"/>
                </a:cubicBezTo>
                <a:cubicBezTo>
                  <a:pt x="44794" y="59070"/>
                  <a:pt x="46760" y="54224"/>
                  <a:pt x="50681" y="50292"/>
                </a:cubicBezTo>
                <a:cubicBezTo>
                  <a:pt x="54350" y="46623"/>
                  <a:pt x="59070" y="44794"/>
                  <a:pt x="64831" y="44794"/>
                </a:cubicBezTo>
                <a:lnTo>
                  <a:pt x="119832" y="44794"/>
                </a:lnTo>
                <a:cubicBezTo>
                  <a:pt x="124553" y="44794"/>
                  <a:pt x="128485" y="46234"/>
                  <a:pt x="131628" y="49115"/>
                </a:cubicBezTo>
                <a:cubicBezTo>
                  <a:pt x="134771" y="52258"/>
                  <a:pt x="136989" y="56316"/>
                  <a:pt x="138303" y="61299"/>
                </a:cubicBezTo>
                <a:lnTo>
                  <a:pt x="148910" y="109225"/>
                </a:lnTo>
                <a:cubicBezTo>
                  <a:pt x="149699" y="113683"/>
                  <a:pt x="149562" y="117615"/>
                  <a:pt x="148521" y="121021"/>
                </a:cubicBezTo>
                <a:cubicBezTo>
                  <a:pt x="147733" y="124678"/>
                  <a:pt x="146030" y="127696"/>
                  <a:pt x="143412" y="130051"/>
                </a:cubicBezTo>
                <a:lnTo>
                  <a:pt x="103727" y="169347"/>
                </a:lnTo>
                <a:cubicBezTo>
                  <a:pt x="110277" y="180343"/>
                  <a:pt x="117215" y="190561"/>
                  <a:pt x="124553" y="199991"/>
                </a:cubicBezTo>
                <a:cubicBezTo>
                  <a:pt x="131891" y="209683"/>
                  <a:pt x="140132" y="218850"/>
                  <a:pt x="149310" y="227491"/>
                </a:cubicBezTo>
                <a:cubicBezTo>
                  <a:pt x="158740" y="237184"/>
                  <a:pt x="168558" y="246088"/>
                  <a:pt x="178777" y="254215"/>
                </a:cubicBezTo>
                <a:cubicBezTo>
                  <a:pt x="188984" y="262067"/>
                  <a:pt x="199728" y="268879"/>
                  <a:pt x="210986" y="274640"/>
                </a:cubicBezTo>
                <a:lnTo>
                  <a:pt x="248705" y="236132"/>
                </a:lnTo>
                <a:cubicBezTo>
                  <a:pt x="251849" y="232726"/>
                  <a:pt x="255392" y="230372"/>
                  <a:pt x="259324" y="229069"/>
                </a:cubicBezTo>
                <a:cubicBezTo>
                  <a:pt x="263244" y="228017"/>
                  <a:pt x="267176" y="227891"/>
                  <a:pt x="271108" y="228669"/>
                </a:cubicBezTo>
                <a:lnTo>
                  <a:pt x="315902" y="238498"/>
                </a:lnTo>
                <a:cubicBezTo>
                  <a:pt x="320874" y="239801"/>
                  <a:pt x="324932" y="242293"/>
                  <a:pt x="328075" y="245962"/>
                </a:cubicBezTo>
                <a:cubicBezTo>
                  <a:pt x="330956" y="249631"/>
                  <a:pt x="332396" y="253952"/>
                  <a:pt x="332396" y="258924"/>
                </a:cubicBezTo>
                <a:lnTo>
                  <a:pt x="332396" y="312359"/>
                </a:lnTo>
                <a:cubicBezTo>
                  <a:pt x="332396" y="318120"/>
                  <a:pt x="330567" y="322840"/>
                  <a:pt x="326898" y="326509"/>
                </a:cubicBezTo>
                <a:cubicBezTo>
                  <a:pt x="322966" y="330430"/>
                  <a:pt x="318120" y="332396"/>
                  <a:pt x="312359" y="332396"/>
                </a:cubicBezTo>
                <a:close/>
                <a:moveTo>
                  <a:pt x="90366" y="144978"/>
                </a:moveTo>
                <a:lnTo>
                  <a:pt x="122198" y="113546"/>
                </a:lnTo>
                <a:lnTo>
                  <a:pt x="113157" y="71506"/>
                </a:lnTo>
                <a:lnTo>
                  <a:pt x="71906" y="71506"/>
                </a:lnTo>
                <a:cubicBezTo>
                  <a:pt x="72169" y="82250"/>
                  <a:pt x="73735" y="93509"/>
                  <a:pt x="76615" y="105305"/>
                </a:cubicBezTo>
                <a:cubicBezTo>
                  <a:pt x="79496" y="117089"/>
                  <a:pt x="84079" y="130313"/>
                  <a:pt x="90366" y="144978"/>
                </a:cubicBezTo>
                <a:close/>
                <a:moveTo>
                  <a:pt x="235744" y="288002"/>
                </a:moveTo>
                <a:cubicBezTo>
                  <a:pt x="246225" y="292974"/>
                  <a:pt x="257621" y="296906"/>
                  <a:pt x="269931" y="299786"/>
                </a:cubicBezTo>
                <a:cubicBezTo>
                  <a:pt x="282241" y="302929"/>
                  <a:pt x="294151" y="304770"/>
                  <a:pt x="305684" y="305284"/>
                </a:cubicBezTo>
                <a:lnTo>
                  <a:pt x="305684" y="263644"/>
                </a:lnTo>
                <a:lnTo>
                  <a:pt x="266388" y="255781"/>
                </a:lnTo>
                <a:lnTo>
                  <a:pt x="235744" y="288002"/>
                </a:lnTo>
                <a:close/>
                <a:moveTo>
                  <a:pt x="90366" y="144978"/>
                </a:moveTo>
                <a:close/>
                <a:moveTo>
                  <a:pt x="235744" y="28800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6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790" y="316680"/>
                </a:moveTo>
                <a:cubicBezTo>
                  <a:pt x="48726" y="316680"/>
                  <a:pt x="42440" y="314062"/>
                  <a:pt x="36930" y="308827"/>
                </a:cubicBezTo>
                <a:cubicBezTo>
                  <a:pt x="31695" y="303329"/>
                  <a:pt x="29078" y="297043"/>
                  <a:pt x="29078" y="289968"/>
                </a:cubicBezTo>
                <a:lnTo>
                  <a:pt x="29078" y="87222"/>
                </a:lnTo>
                <a:cubicBezTo>
                  <a:pt x="29078" y="79896"/>
                  <a:pt x="31695" y="73609"/>
                  <a:pt x="36930" y="68363"/>
                </a:cubicBezTo>
                <a:cubicBezTo>
                  <a:pt x="42440" y="63128"/>
                  <a:pt x="48726" y="60510"/>
                  <a:pt x="55790" y="60510"/>
                </a:cubicBezTo>
                <a:lnTo>
                  <a:pt x="258535" y="60510"/>
                </a:lnTo>
                <a:cubicBezTo>
                  <a:pt x="265862" y="60510"/>
                  <a:pt x="272148" y="63128"/>
                  <a:pt x="277395" y="68363"/>
                </a:cubicBezTo>
                <a:cubicBezTo>
                  <a:pt x="282630" y="73609"/>
                  <a:pt x="285247" y="79896"/>
                  <a:pt x="285247" y="87222"/>
                </a:cubicBezTo>
                <a:lnTo>
                  <a:pt x="285247" y="170913"/>
                </a:lnTo>
                <a:lnTo>
                  <a:pt x="336716" y="119832"/>
                </a:lnTo>
                <a:cubicBezTo>
                  <a:pt x="338557" y="117740"/>
                  <a:pt x="340911" y="117215"/>
                  <a:pt x="343792" y="118266"/>
                </a:cubicBezTo>
                <a:cubicBezTo>
                  <a:pt x="346672" y="119318"/>
                  <a:pt x="348112" y="121272"/>
                  <a:pt x="348112" y="124164"/>
                </a:cubicBezTo>
                <a:lnTo>
                  <a:pt x="348112" y="253037"/>
                </a:lnTo>
                <a:cubicBezTo>
                  <a:pt x="348112" y="255918"/>
                  <a:pt x="346672" y="257872"/>
                  <a:pt x="343792" y="258924"/>
                </a:cubicBezTo>
                <a:cubicBezTo>
                  <a:pt x="340911" y="259975"/>
                  <a:pt x="338557" y="259450"/>
                  <a:pt x="336716" y="257358"/>
                </a:cubicBezTo>
                <a:lnTo>
                  <a:pt x="285247" y="206277"/>
                </a:lnTo>
                <a:lnTo>
                  <a:pt x="285247" y="289968"/>
                </a:lnTo>
                <a:cubicBezTo>
                  <a:pt x="285247" y="297043"/>
                  <a:pt x="282630" y="303329"/>
                  <a:pt x="277395" y="308827"/>
                </a:cubicBezTo>
                <a:cubicBezTo>
                  <a:pt x="272148" y="314062"/>
                  <a:pt x="265862" y="316680"/>
                  <a:pt x="258535" y="316680"/>
                </a:cubicBezTo>
                <a:lnTo>
                  <a:pt x="55790" y="316680"/>
                </a:lnTo>
                <a:close/>
                <a:moveTo>
                  <a:pt x="55790" y="289968"/>
                </a:moveTo>
                <a:lnTo>
                  <a:pt x="258535" y="289968"/>
                </a:lnTo>
                <a:lnTo>
                  <a:pt x="258535" y="87222"/>
                </a:lnTo>
                <a:lnTo>
                  <a:pt x="55790" y="87222"/>
                </a:lnTo>
                <a:lnTo>
                  <a:pt x="55790" y="289968"/>
                </a:lnTo>
                <a:close/>
                <a:moveTo>
                  <a:pt x="55790" y="289968"/>
                </a:moveTo>
                <a:lnTo>
                  <a:pt x="55790" y="87222"/>
                </a:lnTo>
                <a:lnTo>
                  <a:pt x="55790" y="28996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8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401" y="302541"/>
                </a:moveTo>
                <a:cubicBezTo>
                  <a:pt x="46234" y="293637"/>
                  <a:pt x="41514" y="282767"/>
                  <a:pt x="41251" y="269931"/>
                </a:cubicBezTo>
                <a:lnTo>
                  <a:pt x="27112" y="269931"/>
                </a:lnTo>
                <a:cubicBezTo>
                  <a:pt x="23180" y="269931"/>
                  <a:pt x="19911" y="268616"/>
                  <a:pt x="17294" y="265999"/>
                </a:cubicBezTo>
                <a:cubicBezTo>
                  <a:pt x="14665" y="263381"/>
                  <a:pt x="13362" y="260101"/>
                  <a:pt x="13362" y="256181"/>
                </a:cubicBezTo>
                <a:lnTo>
                  <a:pt x="13362" y="87622"/>
                </a:lnTo>
                <a:cubicBezTo>
                  <a:pt x="13362" y="80284"/>
                  <a:pt x="16105" y="73998"/>
                  <a:pt x="21614" y="68763"/>
                </a:cubicBezTo>
                <a:cubicBezTo>
                  <a:pt x="26849" y="63517"/>
                  <a:pt x="33136" y="60899"/>
                  <a:pt x="40474" y="60899"/>
                </a:cubicBezTo>
                <a:lnTo>
                  <a:pt x="241242" y="60899"/>
                </a:lnTo>
                <a:cubicBezTo>
                  <a:pt x="248580" y="60899"/>
                  <a:pt x="254866" y="63517"/>
                  <a:pt x="260101" y="68763"/>
                </a:cubicBezTo>
                <a:cubicBezTo>
                  <a:pt x="265347" y="73998"/>
                  <a:pt x="267965" y="80284"/>
                  <a:pt x="267965" y="87622"/>
                </a:cubicBezTo>
                <a:lnTo>
                  <a:pt x="267965" y="125341"/>
                </a:lnTo>
                <a:lnTo>
                  <a:pt x="295077" y="125341"/>
                </a:lnTo>
                <a:cubicBezTo>
                  <a:pt x="299260" y="125341"/>
                  <a:pt x="303192" y="126256"/>
                  <a:pt x="306861" y="128085"/>
                </a:cubicBezTo>
                <a:cubicBezTo>
                  <a:pt x="310793" y="129925"/>
                  <a:pt x="313936" y="132542"/>
                  <a:pt x="316291" y="135948"/>
                </a:cubicBezTo>
                <a:lnTo>
                  <a:pt x="361085" y="195270"/>
                </a:lnTo>
                <a:cubicBezTo>
                  <a:pt x="361862" y="196322"/>
                  <a:pt x="362525" y="197499"/>
                  <a:pt x="363051" y="198813"/>
                </a:cubicBezTo>
                <a:cubicBezTo>
                  <a:pt x="363565" y="200379"/>
                  <a:pt x="363828" y="201957"/>
                  <a:pt x="363828" y="203523"/>
                </a:cubicBezTo>
                <a:lnTo>
                  <a:pt x="363828" y="256181"/>
                </a:lnTo>
                <a:cubicBezTo>
                  <a:pt x="363828" y="260101"/>
                  <a:pt x="362525" y="263381"/>
                  <a:pt x="359908" y="265999"/>
                </a:cubicBezTo>
                <a:cubicBezTo>
                  <a:pt x="357279" y="268616"/>
                  <a:pt x="354010" y="269931"/>
                  <a:pt x="350078" y="269931"/>
                </a:cubicBezTo>
                <a:lnTo>
                  <a:pt x="334762" y="269931"/>
                </a:lnTo>
                <a:cubicBezTo>
                  <a:pt x="334499" y="282767"/>
                  <a:pt x="329778" y="293637"/>
                  <a:pt x="320612" y="302541"/>
                </a:cubicBezTo>
                <a:cubicBezTo>
                  <a:pt x="311445" y="311708"/>
                  <a:pt x="300312" y="316291"/>
                  <a:pt x="287213" y="316291"/>
                </a:cubicBezTo>
                <a:cubicBezTo>
                  <a:pt x="274377" y="316291"/>
                  <a:pt x="263244" y="311708"/>
                  <a:pt x="253815" y="302541"/>
                </a:cubicBezTo>
                <a:cubicBezTo>
                  <a:pt x="244648" y="293637"/>
                  <a:pt x="240064" y="282767"/>
                  <a:pt x="240064" y="269931"/>
                </a:cubicBezTo>
                <a:lnTo>
                  <a:pt x="135948" y="269931"/>
                </a:lnTo>
                <a:cubicBezTo>
                  <a:pt x="135686" y="282767"/>
                  <a:pt x="130965" y="293637"/>
                  <a:pt x="121798" y="302541"/>
                </a:cubicBezTo>
                <a:cubicBezTo>
                  <a:pt x="112631" y="311708"/>
                  <a:pt x="101636" y="316291"/>
                  <a:pt x="88800" y="316291"/>
                </a:cubicBezTo>
                <a:cubicBezTo>
                  <a:pt x="75701" y="316291"/>
                  <a:pt x="64568" y="311708"/>
                  <a:pt x="55401" y="302541"/>
                </a:cubicBezTo>
                <a:close/>
                <a:moveTo>
                  <a:pt x="104516" y="284858"/>
                </a:moveTo>
                <a:cubicBezTo>
                  <a:pt x="108962" y="280401"/>
                  <a:pt x="111191" y="275040"/>
                  <a:pt x="111191" y="268754"/>
                </a:cubicBezTo>
                <a:cubicBezTo>
                  <a:pt x="111191" y="262467"/>
                  <a:pt x="108962" y="257095"/>
                  <a:pt x="104516" y="252637"/>
                </a:cubicBezTo>
                <a:cubicBezTo>
                  <a:pt x="100058" y="248191"/>
                  <a:pt x="94686" y="245962"/>
                  <a:pt x="88400" y="245962"/>
                </a:cubicBezTo>
                <a:cubicBezTo>
                  <a:pt x="82113" y="245962"/>
                  <a:pt x="76752" y="248191"/>
                  <a:pt x="72295" y="252637"/>
                </a:cubicBezTo>
                <a:cubicBezTo>
                  <a:pt x="67837" y="257095"/>
                  <a:pt x="65620" y="262467"/>
                  <a:pt x="65620" y="268754"/>
                </a:cubicBezTo>
                <a:cubicBezTo>
                  <a:pt x="65620" y="275040"/>
                  <a:pt x="67837" y="280401"/>
                  <a:pt x="72295" y="284858"/>
                </a:cubicBezTo>
                <a:cubicBezTo>
                  <a:pt x="76752" y="289305"/>
                  <a:pt x="82113" y="291534"/>
                  <a:pt x="88400" y="291534"/>
                </a:cubicBezTo>
                <a:cubicBezTo>
                  <a:pt x="94686" y="291534"/>
                  <a:pt x="100058" y="289305"/>
                  <a:pt x="104516" y="284858"/>
                </a:cubicBezTo>
                <a:close/>
                <a:moveTo>
                  <a:pt x="40474" y="242819"/>
                </a:moveTo>
                <a:lnTo>
                  <a:pt x="49503" y="242819"/>
                </a:lnTo>
                <a:cubicBezTo>
                  <a:pt x="53961" y="236270"/>
                  <a:pt x="59459" y="230897"/>
                  <a:pt x="66008" y="226703"/>
                </a:cubicBezTo>
                <a:cubicBezTo>
                  <a:pt x="72821" y="222782"/>
                  <a:pt x="80159" y="220816"/>
                  <a:pt x="88011" y="220816"/>
                </a:cubicBezTo>
                <a:cubicBezTo>
                  <a:pt x="96126" y="220816"/>
                  <a:pt x="103602" y="222908"/>
                  <a:pt x="110402" y="227103"/>
                </a:cubicBezTo>
                <a:cubicBezTo>
                  <a:pt x="117215" y="231035"/>
                  <a:pt x="122850" y="236270"/>
                  <a:pt x="127307" y="242819"/>
                </a:cubicBezTo>
                <a:lnTo>
                  <a:pt x="241242" y="242819"/>
                </a:lnTo>
                <a:lnTo>
                  <a:pt x="241242" y="87622"/>
                </a:lnTo>
                <a:lnTo>
                  <a:pt x="40474" y="87622"/>
                </a:lnTo>
                <a:lnTo>
                  <a:pt x="40474" y="242819"/>
                </a:lnTo>
                <a:close/>
                <a:moveTo>
                  <a:pt x="303329" y="284858"/>
                </a:moveTo>
                <a:cubicBezTo>
                  <a:pt x="307776" y="280401"/>
                  <a:pt x="310004" y="275040"/>
                  <a:pt x="310004" y="268754"/>
                </a:cubicBezTo>
                <a:cubicBezTo>
                  <a:pt x="310004" y="262467"/>
                  <a:pt x="307776" y="257095"/>
                  <a:pt x="303329" y="252637"/>
                </a:cubicBezTo>
                <a:cubicBezTo>
                  <a:pt x="298872" y="248191"/>
                  <a:pt x="293500" y="245962"/>
                  <a:pt x="287213" y="245962"/>
                </a:cubicBezTo>
                <a:cubicBezTo>
                  <a:pt x="280927" y="245962"/>
                  <a:pt x="275554" y="248191"/>
                  <a:pt x="271108" y="252637"/>
                </a:cubicBezTo>
                <a:cubicBezTo>
                  <a:pt x="266650" y="257095"/>
                  <a:pt x="264422" y="262467"/>
                  <a:pt x="264422" y="268754"/>
                </a:cubicBezTo>
                <a:cubicBezTo>
                  <a:pt x="264422" y="275040"/>
                  <a:pt x="266650" y="280401"/>
                  <a:pt x="271108" y="284858"/>
                </a:cubicBezTo>
                <a:cubicBezTo>
                  <a:pt x="275554" y="289305"/>
                  <a:pt x="280927" y="291534"/>
                  <a:pt x="287213" y="291534"/>
                </a:cubicBezTo>
                <a:cubicBezTo>
                  <a:pt x="293500" y="291534"/>
                  <a:pt x="298872" y="289305"/>
                  <a:pt x="303329" y="284858"/>
                </a:cubicBezTo>
                <a:close/>
                <a:moveTo>
                  <a:pt x="267965" y="210209"/>
                </a:moveTo>
                <a:lnTo>
                  <a:pt x="338682" y="210209"/>
                </a:lnTo>
                <a:lnTo>
                  <a:pt x="295077" y="152053"/>
                </a:lnTo>
                <a:lnTo>
                  <a:pt x="267965" y="152053"/>
                </a:lnTo>
                <a:lnTo>
                  <a:pt x="267965" y="210209"/>
                </a:lnTo>
                <a:close/>
                <a:moveTo>
                  <a:pt x="141058" y="16502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30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3472"/>
                </a:moveTo>
                <a:lnTo>
                  <a:pt x="56190" y="126519"/>
                </a:lnTo>
                <a:lnTo>
                  <a:pt x="56190" y="305284"/>
                </a:lnTo>
                <a:lnTo>
                  <a:pt x="100973" y="305284"/>
                </a:lnTo>
                <a:lnTo>
                  <a:pt x="100973" y="209809"/>
                </a:lnTo>
                <a:cubicBezTo>
                  <a:pt x="100973" y="202220"/>
                  <a:pt x="103602" y="195796"/>
                  <a:pt x="108836" y="190561"/>
                </a:cubicBezTo>
                <a:cubicBezTo>
                  <a:pt x="114071" y="185577"/>
                  <a:pt x="120495" y="183097"/>
                  <a:pt x="128085" y="183097"/>
                </a:cubicBezTo>
                <a:lnTo>
                  <a:pt x="249494" y="183097"/>
                </a:lnTo>
                <a:cubicBezTo>
                  <a:pt x="256832" y="183097"/>
                  <a:pt x="263119" y="185577"/>
                  <a:pt x="268354" y="190561"/>
                </a:cubicBezTo>
                <a:cubicBezTo>
                  <a:pt x="273588" y="195796"/>
                  <a:pt x="276217" y="202220"/>
                  <a:pt x="276217" y="209809"/>
                </a:cubicBezTo>
                <a:lnTo>
                  <a:pt x="276217" y="305284"/>
                </a:lnTo>
                <a:lnTo>
                  <a:pt x="321000" y="305284"/>
                </a:lnTo>
                <a:lnTo>
                  <a:pt x="321000" y="126519"/>
                </a:lnTo>
                <a:lnTo>
                  <a:pt x="188595" y="73472"/>
                </a:lnTo>
                <a:close/>
                <a:moveTo>
                  <a:pt x="29467" y="305284"/>
                </a:moveTo>
                <a:lnTo>
                  <a:pt x="29467" y="126907"/>
                </a:lnTo>
                <a:cubicBezTo>
                  <a:pt x="29467" y="121147"/>
                  <a:pt x="30907" y="116037"/>
                  <a:pt x="33787" y="111591"/>
                </a:cubicBezTo>
                <a:cubicBezTo>
                  <a:pt x="36930" y="107133"/>
                  <a:pt x="41125" y="103853"/>
                  <a:pt x="46360" y="101761"/>
                </a:cubicBezTo>
                <a:lnTo>
                  <a:pt x="178777" y="48726"/>
                </a:lnTo>
                <a:cubicBezTo>
                  <a:pt x="181920" y="47412"/>
                  <a:pt x="185189" y="46760"/>
                  <a:pt x="188595" y="46760"/>
                </a:cubicBezTo>
                <a:cubicBezTo>
                  <a:pt x="192001" y="46760"/>
                  <a:pt x="195270" y="47412"/>
                  <a:pt x="198413" y="48726"/>
                </a:cubicBezTo>
                <a:lnTo>
                  <a:pt x="330830" y="101761"/>
                </a:lnTo>
                <a:cubicBezTo>
                  <a:pt x="336065" y="103853"/>
                  <a:pt x="340260" y="107133"/>
                  <a:pt x="343403" y="111591"/>
                </a:cubicBezTo>
                <a:cubicBezTo>
                  <a:pt x="346546" y="116037"/>
                  <a:pt x="348112" y="121147"/>
                  <a:pt x="348112" y="126907"/>
                </a:cubicBezTo>
                <a:lnTo>
                  <a:pt x="348112" y="305284"/>
                </a:lnTo>
                <a:cubicBezTo>
                  <a:pt x="348112" y="312622"/>
                  <a:pt x="345369" y="318908"/>
                  <a:pt x="339860" y="324143"/>
                </a:cubicBezTo>
                <a:cubicBezTo>
                  <a:pt x="334625" y="329653"/>
                  <a:pt x="328338" y="332396"/>
                  <a:pt x="321000" y="332396"/>
                </a:cubicBezTo>
                <a:lnTo>
                  <a:pt x="250283" y="332396"/>
                </a:lnTo>
                <a:lnTo>
                  <a:pt x="250283" y="208632"/>
                </a:lnTo>
                <a:lnTo>
                  <a:pt x="126907" y="208632"/>
                </a:lnTo>
                <a:lnTo>
                  <a:pt x="126907" y="332396"/>
                </a:lnTo>
                <a:lnTo>
                  <a:pt x="56190" y="332396"/>
                </a:lnTo>
                <a:cubicBezTo>
                  <a:pt x="48852" y="332396"/>
                  <a:pt x="42565" y="329653"/>
                  <a:pt x="37330" y="324143"/>
                </a:cubicBezTo>
                <a:cubicBezTo>
                  <a:pt x="32084" y="318908"/>
                  <a:pt x="29467" y="312622"/>
                  <a:pt x="29467" y="305284"/>
                </a:cubicBezTo>
                <a:close/>
                <a:moveTo>
                  <a:pt x="146555" y="332396"/>
                </a:moveTo>
                <a:lnTo>
                  <a:pt x="146555" y="308827"/>
                </a:lnTo>
                <a:lnTo>
                  <a:pt x="170124" y="308827"/>
                </a:lnTo>
                <a:lnTo>
                  <a:pt x="170124" y="332396"/>
                </a:lnTo>
                <a:lnTo>
                  <a:pt x="146555" y="332396"/>
                </a:lnTo>
                <a:close/>
                <a:moveTo>
                  <a:pt x="176811" y="285247"/>
                </a:moveTo>
                <a:lnTo>
                  <a:pt x="176811" y="261678"/>
                </a:lnTo>
                <a:lnTo>
                  <a:pt x="200379" y="261678"/>
                </a:lnTo>
                <a:lnTo>
                  <a:pt x="200379" y="285247"/>
                </a:lnTo>
                <a:lnTo>
                  <a:pt x="176811" y="285247"/>
                </a:lnTo>
                <a:close/>
                <a:moveTo>
                  <a:pt x="207066" y="332396"/>
                </a:moveTo>
                <a:lnTo>
                  <a:pt x="207066" y="308827"/>
                </a:lnTo>
                <a:lnTo>
                  <a:pt x="230635" y="308827"/>
                </a:lnTo>
                <a:lnTo>
                  <a:pt x="230635" y="332396"/>
                </a:lnTo>
                <a:lnTo>
                  <a:pt x="207066" y="33239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2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519" y="335539"/>
                </a:moveTo>
                <a:cubicBezTo>
                  <a:pt x="107133" y="327161"/>
                  <a:pt x="90240" y="315765"/>
                  <a:pt x="75827" y="301363"/>
                </a:cubicBezTo>
                <a:cubicBezTo>
                  <a:pt x="61425" y="286950"/>
                  <a:pt x="50029" y="270057"/>
                  <a:pt x="41651" y="250671"/>
                </a:cubicBezTo>
                <a:cubicBezTo>
                  <a:pt x="33261" y="231286"/>
                  <a:pt x="29078" y="210598"/>
                  <a:pt x="29078" y="188595"/>
                </a:cubicBezTo>
                <a:cubicBezTo>
                  <a:pt x="29078" y="166592"/>
                  <a:pt x="33261" y="145904"/>
                  <a:pt x="41651" y="126519"/>
                </a:cubicBezTo>
                <a:cubicBezTo>
                  <a:pt x="50029" y="107133"/>
                  <a:pt x="61425" y="90240"/>
                  <a:pt x="75827" y="75827"/>
                </a:cubicBezTo>
                <a:cubicBezTo>
                  <a:pt x="90240" y="61425"/>
                  <a:pt x="107133" y="50029"/>
                  <a:pt x="126519" y="41651"/>
                </a:cubicBezTo>
                <a:cubicBezTo>
                  <a:pt x="145904" y="33261"/>
                  <a:pt x="166592" y="29078"/>
                  <a:pt x="188595" y="29078"/>
                </a:cubicBezTo>
                <a:cubicBezTo>
                  <a:pt x="210861" y="29078"/>
                  <a:pt x="231549" y="33261"/>
                  <a:pt x="250671" y="41651"/>
                </a:cubicBezTo>
                <a:cubicBezTo>
                  <a:pt x="270057" y="50029"/>
                  <a:pt x="286950" y="61425"/>
                  <a:pt x="301363" y="75827"/>
                </a:cubicBezTo>
                <a:cubicBezTo>
                  <a:pt x="315765" y="90240"/>
                  <a:pt x="327161" y="107133"/>
                  <a:pt x="335539" y="126519"/>
                </a:cubicBezTo>
                <a:cubicBezTo>
                  <a:pt x="343929" y="145904"/>
                  <a:pt x="348112" y="166592"/>
                  <a:pt x="348112" y="188595"/>
                </a:cubicBezTo>
                <a:cubicBezTo>
                  <a:pt x="348112" y="210598"/>
                  <a:pt x="343929" y="231286"/>
                  <a:pt x="335539" y="250671"/>
                </a:cubicBezTo>
                <a:cubicBezTo>
                  <a:pt x="327161" y="270057"/>
                  <a:pt x="315765" y="286950"/>
                  <a:pt x="301363" y="301363"/>
                </a:cubicBezTo>
                <a:cubicBezTo>
                  <a:pt x="286950" y="315765"/>
                  <a:pt x="270057" y="327161"/>
                  <a:pt x="250671" y="335539"/>
                </a:cubicBezTo>
                <a:cubicBezTo>
                  <a:pt x="231286" y="343929"/>
                  <a:pt x="210598" y="348112"/>
                  <a:pt x="188595" y="348112"/>
                </a:cubicBezTo>
                <a:cubicBezTo>
                  <a:pt x="166592" y="348112"/>
                  <a:pt x="145904" y="343929"/>
                  <a:pt x="126519" y="335539"/>
                </a:cubicBezTo>
                <a:close/>
                <a:moveTo>
                  <a:pt x="171701" y="321000"/>
                </a:moveTo>
                <a:lnTo>
                  <a:pt x="171701" y="288790"/>
                </a:lnTo>
                <a:cubicBezTo>
                  <a:pt x="162535" y="288790"/>
                  <a:pt x="154934" y="285384"/>
                  <a:pt x="148910" y="278572"/>
                </a:cubicBezTo>
                <a:cubicBezTo>
                  <a:pt x="142624" y="271760"/>
                  <a:pt x="139480" y="263907"/>
                  <a:pt x="139480" y="254992"/>
                </a:cubicBezTo>
                <a:lnTo>
                  <a:pt x="139480" y="237710"/>
                </a:lnTo>
                <a:lnTo>
                  <a:pt x="59333" y="157551"/>
                </a:lnTo>
                <a:cubicBezTo>
                  <a:pt x="58019" y="162797"/>
                  <a:pt x="57104" y="168032"/>
                  <a:pt x="56579" y="173267"/>
                </a:cubicBezTo>
                <a:cubicBezTo>
                  <a:pt x="56053" y="178251"/>
                  <a:pt x="55790" y="183360"/>
                  <a:pt x="55790" y="188595"/>
                </a:cubicBezTo>
                <a:cubicBezTo>
                  <a:pt x="55790" y="222382"/>
                  <a:pt x="66797" y="251849"/>
                  <a:pt x="88800" y="276995"/>
                </a:cubicBezTo>
                <a:cubicBezTo>
                  <a:pt x="110802" y="302404"/>
                  <a:pt x="138429" y="317080"/>
                  <a:pt x="171701" y="321000"/>
                </a:cubicBezTo>
                <a:close/>
                <a:moveTo>
                  <a:pt x="286824" y="278961"/>
                </a:moveTo>
                <a:cubicBezTo>
                  <a:pt x="298083" y="266388"/>
                  <a:pt x="306724" y="252374"/>
                  <a:pt x="312759" y="236921"/>
                </a:cubicBezTo>
                <a:cubicBezTo>
                  <a:pt x="318520" y="221205"/>
                  <a:pt x="321400" y="205100"/>
                  <a:pt x="321400" y="188595"/>
                </a:cubicBezTo>
                <a:cubicBezTo>
                  <a:pt x="321400" y="160832"/>
                  <a:pt x="313799" y="135811"/>
                  <a:pt x="298609" y="113546"/>
                </a:cubicBezTo>
                <a:cubicBezTo>
                  <a:pt x="283681" y="91029"/>
                  <a:pt x="263644" y="74524"/>
                  <a:pt x="238498" y="64042"/>
                </a:cubicBezTo>
                <a:lnTo>
                  <a:pt x="238498" y="71117"/>
                </a:lnTo>
                <a:cubicBezTo>
                  <a:pt x="238498" y="80021"/>
                  <a:pt x="235218" y="87885"/>
                  <a:pt x="228669" y="94686"/>
                </a:cubicBezTo>
                <a:cubicBezTo>
                  <a:pt x="222382" y="101498"/>
                  <a:pt x="214793" y="104905"/>
                  <a:pt x="205889" y="104905"/>
                </a:cubicBezTo>
                <a:lnTo>
                  <a:pt x="171701" y="104905"/>
                </a:lnTo>
                <a:lnTo>
                  <a:pt x="171701" y="138692"/>
                </a:lnTo>
                <a:cubicBezTo>
                  <a:pt x="171701" y="143149"/>
                  <a:pt x="169998" y="146818"/>
                  <a:pt x="166592" y="149699"/>
                </a:cubicBezTo>
                <a:cubicBezTo>
                  <a:pt x="162923" y="152579"/>
                  <a:pt x="158866" y="154019"/>
                  <a:pt x="154408" y="154019"/>
                </a:cubicBezTo>
                <a:lnTo>
                  <a:pt x="122198" y="154019"/>
                </a:lnTo>
                <a:lnTo>
                  <a:pt x="122198" y="188595"/>
                </a:lnTo>
                <a:lnTo>
                  <a:pt x="223171" y="188595"/>
                </a:lnTo>
                <a:cubicBezTo>
                  <a:pt x="227366" y="188595"/>
                  <a:pt x="230897" y="190298"/>
                  <a:pt x="233778" y="193704"/>
                </a:cubicBezTo>
                <a:cubicBezTo>
                  <a:pt x="236921" y="197110"/>
                  <a:pt x="238498" y="200905"/>
                  <a:pt x="238498" y="205100"/>
                </a:cubicBezTo>
                <a:lnTo>
                  <a:pt x="238498" y="254992"/>
                </a:lnTo>
                <a:lnTo>
                  <a:pt x="254992" y="254992"/>
                </a:lnTo>
                <a:cubicBezTo>
                  <a:pt x="262593" y="254992"/>
                  <a:pt x="269268" y="257221"/>
                  <a:pt x="275040" y="261678"/>
                </a:cubicBezTo>
                <a:cubicBezTo>
                  <a:pt x="280801" y="266125"/>
                  <a:pt x="284721" y="271897"/>
                  <a:pt x="286824" y="27896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4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2759"/>
                </a:moveTo>
                <a:cubicBezTo>
                  <a:pt x="223171" y="281578"/>
                  <a:pt x="248705" y="253289"/>
                  <a:pt x="265210" y="227891"/>
                </a:cubicBezTo>
                <a:cubicBezTo>
                  <a:pt x="281715" y="202745"/>
                  <a:pt x="289968" y="180080"/>
                  <a:pt x="289968" y="159917"/>
                </a:cubicBezTo>
                <a:cubicBezTo>
                  <a:pt x="289968" y="129262"/>
                  <a:pt x="280138" y="104253"/>
                  <a:pt x="260501" y="84868"/>
                </a:cubicBezTo>
                <a:cubicBezTo>
                  <a:pt x="240853" y="65482"/>
                  <a:pt x="216884" y="55790"/>
                  <a:pt x="188595" y="55790"/>
                </a:cubicBezTo>
                <a:cubicBezTo>
                  <a:pt x="160306" y="55790"/>
                  <a:pt x="136337" y="65482"/>
                  <a:pt x="116689" y="84868"/>
                </a:cubicBezTo>
                <a:cubicBezTo>
                  <a:pt x="97052" y="104253"/>
                  <a:pt x="87222" y="129262"/>
                  <a:pt x="87222" y="159917"/>
                </a:cubicBezTo>
                <a:cubicBezTo>
                  <a:pt x="87222" y="180080"/>
                  <a:pt x="95738" y="202745"/>
                  <a:pt x="112768" y="227891"/>
                </a:cubicBezTo>
                <a:cubicBezTo>
                  <a:pt x="129525" y="253037"/>
                  <a:pt x="154808" y="281327"/>
                  <a:pt x="188595" y="312759"/>
                </a:cubicBezTo>
                <a:close/>
                <a:moveTo>
                  <a:pt x="179554" y="338294"/>
                </a:moveTo>
                <a:cubicBezTo>
                  <a:pt x="176674" y="337505"/>
                  <a:pt x="174193" y="335939"/>
                  <a:pt x="172090" y="333573"/>
                </a:cubicBezTo>
                <a:cubicBezTo>
                  <a:pt x="160569" y="323629"/>
                  <a:pt x="148259" y="312096"/>
                  <a:pt x="135160" y="298997"/>
                </a:cubicBezTo>
                <a:cubicBezTo>
                  <a:pt x="122324" y="285910"/>
                  <a:pt x="110277" y="271897"/>
                  <a:pt x="99018" y="256958"/>
                </a:cubicBezTo>
                <a:cubicBezTo>
                  <a:pt x="88011" y="242030"/>
                  <a:pt x="78844" y="226314"/>
                  <a:pt x="71506" y="209809"/>
                </a:cubicBezTo>
                <a:cubicBezTo>
                  <a:pt x="64179" y="193316"/>
                  <a:pt x="60510" y="176674"/>
                  <a:pt x="60510" y="159917"/>
                </a:cubicBezTo>
                <a:cubicBezTo>
                  <a:pt x="60510" y="120095"/>
                  <a:pt x="73346" y="88274"/>
                  <a:pt x="99018" y="64442"/>
                </a:cubicBezTo>
                <a:cubicBezTo>
                  <a:pt x="124941" y="40862"/>
                  <a:pt x="154808" y="29078"/>
                  <a:pt x="188595" y="29078"/>
                </a:cubicBezTo>
                <a:cubicBezTo>
                  <a:pt x="222382" y="29078"/>
                  <a:pt x="252249" y="40862"/>
                  <a:pt x="278183" y="64442"/>
                </a:cubicBezTo>
                <a:cubicBezTo>
                  <a:pt x="303844" y="88274"/>
                  <a:pt x="316680" y="120095"/>
                  <a:pt x="316680" y="159917"/>
                </a:cubicBezTo>
                <a:cubicBezTo>
                  <a:pt x="316680" y="176674"/>
                  <a:pt x="313011" y="193316"/>
                  <a:pt x="305684" y="209809"/>
                </a:cubicBezTo>
                <a:cubicBezTo>
                  <a:pt x="298346" y="226314"/>
                  <a:pt x="289179" y="242030"/>
                  <a:pt x="278183" y="256958"/>
                </a:cubicBezTo>
                <a:cubicBezTo>
                  <a:pt x="266913" y="271897"/>
                  <a:pt x="254866" y="285910"/>
                  <a:pt x="242030" y="298997"/>
                </a:cubicBezTo>
                <a:cubicBezTo>
                  <a:pt x="228931" y="312096"/>
                  <a:pt x="216759" y="323629"/>
                  <a:pt x="205489" y="333573"/>
                </a:cubicBezTo>
                <a:cubicBezTo>
                  <a:pt x="203134" y="335939"/>
                  <a:pt x="200516" y="337505"/>
                  <a:pt x="197636" y="338294"/>
                </a:cubicBezTo>
                <a:cubicBezTo>
                  <a:pt x="194493" y="339345"/>
                  <a:pt x="191475" y="339860"/>
                  <a:pt x="188595" y="339860"/>
                </a:cubicBezTo>
                <a:cubicBezTo>
                  <a:pt x="185715" y="339860"/>
                  <a:pt x="182697" y="339345"/>
                  <a:pt x="179554" y="338294"/>
                </a:cubicBezTo>
                <a:close/>
                <a:moveTo>
                  <a:pt x="188595" y="157163"/>
                </a:moveTo>
                <a:close/>
                <a:moveTo>
                  <a:pt x="208632" y="177199"/>
                </a:moveTo>
                <a:cubicBezTo>
                  <a:pt x="214130" y="171701"/>
                  <a:pt x="216884" y="165026"/>
                  <a:pt x="216884" y="157163"/>
                </a:cubicBezTo>
                <a:cubicBezTo>
                  <a:pt x="216884" y="149310"/>
                  <a:pt x="214130" y="142624"/>
                  <a:pt x="208632" y="137126"/>
                </a:cubicBezTo>
                <a:cubicBezTo>
                  <a:pt x="203134" y="131628"/>
                  <a:pt x="196459" y="128873"/>
                  <a:pt x="188595" y="128873"/>
                </a:cubicBezTo>
                <a:cubicBezTo>
                  <a:pt x="180743" y="128873"/>
                  <a:pt x="174056" y="131628"/>
                  <a:pt x="168558" y="137126"/>
                </a:cubicBezTo>
                <a:cubicBezTo>
                  <a:pt x="163060" y="142624"/>
                  <a:pt x="160306" y="149310"/>
                  <a:pt x="160306" y="157163"/>
                </a:cubicBezTo>
                <a:cubicBezTo>
                  <a:pt x="160306" y="165026"/>
                  <a:pt x="163060" y="171701"/>
                  <a:pt x="168558" y="177199"/>
                </a:cubicBezTo>
                <a:cubicBezTo>
                  <a:pt x="174056" y="182697"/>
                  <a:pt x="180743" y="185452"/>
                  <a:pt x="188595" y="185452"/>
                </a:cubicBezTo>
                <a:cubicBezTo>
                  <a:pt x="196459" y="185452"/>
                  <a:pt x="203134" y="182697"/>
                  <a:pt x="208632" y="17719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6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2113" y="310004"/>
                </a:moveTo>
                <a:cubicBezTo>
                  <a:pt x="70329" y="297957"/>
                  <a:pt x="61162" y="284070"/>
                  <a:pt x="54613" y="268354"/>
                </a:cubicBezTo>
                <a:cubicBezTo>
                  <a:pt x="48063" y="252637"/>
                  <a:pt x="44794" y="236532"/>
                  <a:pt x="44794" y="220028"/>
                </a:cubicBezTo>
                <a:cubicBezTo>
                  <a:pt x="44794" y="200642"/>
                  <a:pt x="48200" y="182834"/>
                  <a:pt x="55013" y="166592"/>
                </a:cubicBezTo>
                <a:cubicBezTo>
                  <a:pt x="61813" y="150613"/>
                  <a:pt x="71906" y="135811"/>
                  <a:pt x="85256" y="122198"/>
                </a:cubicBezTo>
                <a:cubicBezTo>
                  <a:pt x="102287" y="105430"/>
                  <a:pt x="126382" y="93383"/>
                  <a:pt x="157551" y="86045"/>
                </a:cubicBezTo>
                <a:cubicBezTo>
                  <a:pt x="188721" y="78707"/>
                  <a:pt x="227103" y="75564"/>
                  <a:pt x="272674" y="76615"/>
                </a:cubicBezTo>
                <a:cubicBezTo>
                  <a:pt x="278435" y="76878"/>
                  <a:pt x="283681" y="78055"/>
                  <a:pt x="288390" y="80159"/>
                </a:cubicBezTo>
                <a:cubicBezTo>
                  <a:pt x="293374" y="82250"/>
                  <a:pt x="297820" y="85131"/>
                  <a:pt x="301752" y="88800"/>
                </a:cubicBezTo>
                <a:cubicBezTo>
                  <a:pt x="305421" y="92732"/>
                  <a:pt x="308427" y="97052"/>
                  <a:pt x="310793" y="101761"/>
                </a:cubicBezTo>
                <a:cubicBezTo>
                  <a:pt x="312885" y="106745"/>
                  <a:pt x="314062" y="112105"/>
                  <a:pt x="314325" y="117878"/>
                </a:cubicBezTo>
                <a:cubicBezTo>
                  <a:pt x="315114" y="140658"/>
                  <a:pt x="314851" y="161746"/>
                  <a:pt x="313536" y="181131"/>
                </a:cubicBezTo>
                <a:cubicBezTo>
                  <a:pt x="312233" y="200254"/>
                  <a:pt x="309616" y="217673"/>
                  <a:pt x="305684" y="233389"/>
                </a:cubicBezTo>
                <a:cubicBezTo>
                  <a:pt x="302015" y="249105"/>
                  <a:pt x="297169" y="263119"/>
                  <a:pt x="291145" y="275429"/>
                </a:cubicBezTo>
                <a:cubicBezTo>
                  <a:pt x="284858" y="287739"/>
                  <a:pt x="277395" y="298346"/>
                  <a:pt x="268754" y="307250"/>
                </a:cubicBezTo>
                <a:cubicBezTo>
                  <a:pt x="255392" y="320612"/>
                  <a:pt x="240853" y="330693"/>
                  <a:pt x="225137" y="337505"/>
                </a:cubicBezTo>
                <a:cubicBezTo>
                  <a:pt x="209420" y="344580"/>
                  <a:pt x="192653" y="348112"/>
                  <a:pt x="174845" y="348112"/>
                </a:cubicBezTo>
                <a:cubicBezTo>
                  <a:pt x="156511" y="348112"/>
                  <a:pt x="139617" y="344969"/>
                  <a:pt x="124164" y="338682"/>
                </a:cubicBezTo>
                <a:cubicBezTo>
                  <a:pt x="108962" y="332659"/>
                  <a:pt x="94949" y="323103"/>
                  <a:pt x="82113" y="310004"/>
                </a:cubicBezTo>
                <a:close/>
                <a:moveTo>
                  <a:pt x="124553" y="307650"/>
                </a:moveTo>
                <a:cubicBezTo>
                  <a:pt x="131102" y="312096"/>
                  <a:pt x="138692" y="315502"/>
                  <a:pt x="147344" y="317857"/>
                </a:cubicBezTo>
                <a:cubicBezTo>
                  <a:pt x="155985" y="319960"/>
                  <a:pt x="165152" y="321000"/>
                  <a:pt x="174845" y="321000"/>
                </a:cubicBezTo>
                <a:cubicBezTo>
                  <a:pt x="188469" y="321000"/>
                  <a:pt x="201820" y="318120"/>
                  <a:pt x="214918" y="312359"/>
                </a:cubicBezTo>
                <a:cubicBezTo>
                  <a:pt x="227754" y="306861"/>
                  <a:pt x="239539" y="298609"/>
                  <a:pt x="250283" y="287613"/>
                </a:cubicBezTo>
                <a:cubicBezTo>
                  <a:pt x="257621" y="280012"/>
                  <a:pt x="263770" y="270194"/>
                  <a:pt x="268754" y="258135"/>
                </a:cubicBezTo>
                <a:cubicBezTo>
                  <a:pt x="273726" y="246088"/>
                  <a:pt x="277783" y="232212"/>
                  <a:pt x="280927" y="216496"/>
                </a:cubicBezTo>
                <a:cubicBezTo>
                  <a:pt x="283807" y="200516"/>
                  <a:pt x="285647" y="183097"/>
                  <a:pt x="286424" y="164238"/>
                </a:cubicBezTo>
                <a:cubicBezTo>
                  <a:pt x="287476" y="145115"/>
                  <a:pt x="287476" y="124816"/>
                  <a:pt x="286424" y="103339"/>
                </a:cubicBezTo>
                <a:cubicBezTo>
                  <a:pt x="262067" y="102813"/>
                  <a:pt x="240201" y="103201"/>
                  <a:pt x="220816" y="104516"/>
                </a:cubicBezTo>
                <a:cubicBezTo>
                  <a:pt x="201431" y="105556"/>
                  <a:pt x="184274" y="107659"/>
                  <a:pt x="169347" y="110802"/>
                </a:cubicBezTo>
                <a:cubicBezTo>
                  <a:pt x="154408" y="113946"/>
                  <a:pt x="141709" y="118003"/>
                  <a:pt x="131228" y="122975"/>
                </a:cubicBezTo>
                <a:cubicBezTo>
                  <a:pt x="120495" y="127696"/>
                  <a:pt x="111843" y="133594"/>
                  <a:pt x="105305" y="140658"/>
                </a:cubicBezTo>
                <a:cubicBezTo>
                  <a:pt x="94560" y="151665"/>
                  <a:pt x="86182" y="163449"/>
                  <a:pt x="80159" y="176022"/>
                </a:cubicBezTo>
                <a:cubicBezTo>
                  <a:pt x="74386" y="188332"/>
                  <a:pt x="71506" y="200905"/>
                  <a:pt x="71506" y="213741"/>
                </a:cubicBezTo>
                <a:cubicBezTo>
                  <a:pt x="71506" y="226051"/>
                  <a:pt x="74124" y="239150"/>
                  <a:pt x="79370" y="253037"/>
                </a:cubicBezTo>
                <a:cubicBezTo>
                  <a:pt x="84605" y="266650"/>
                  <a:pt x="91154" y="277520"/>
                  <a:pt x="99018" y="285647"/>
                </a:cubicBezTo>
                <a:cubicBezTo>
                  <a:pt x="112631" y="260501"/>
                  <a:pt x="128999" y="237835"/>
                  <a:pt x="148121" y="217673"/>
                </a:cubicBezTo>
                <a:cubicBezTo>
                  <a:pt x="167244" y="197499"/>
                  <a:pt x="187943" y="181394"/>
                  <a:pt x="210209" y="169347"/>
                </a:cubicBezTo>
                <a:cubicBezTo>
                  <a:pt x="187681" y="188984"/>
                  <a:pt x="169347" y="210209"/>
                  <a:pt x="155197" y="232989"/>
                </a:cubicBezTo>
                <a:cubicBezTo>
                  <a:pt x="141058" y="255781"/>
                  <a:pt x="130839" y="280664"/>
                  <a:pt x="124553" y="307650"/>
                </a:cubicBezTo>
                <a:close/>
                <a:moveTo>
                  <a:pt x="124553" y="307650"/>
                </a:moveTo>
                <a:close/>
                <a:moveTo>
                  <a:pt x="124553" y="30765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8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5684"/>
                </a:moveTo>
                <a:cubicBezTo>
                  <a:pt x="221079" y="305684"/>
                  <a:pt x="248705" y="294288"/>
                  <a:pt x="271497" y="271497"/>
                </a:cubicBezTo>
                <a:cubicBezTo>
                  <a:pt x="294288" y="248968"/>
                  <a:pt x="305684" y="221468"/>
                  <a:pt x="305684" y="188984"/>
                </a:cubicBezTo>
                <a:lnTo>
                  <a:pt x="305684" y="71506"/>
                </a:lnTo>
                <a:lnTo>
                  <a:pt x="188595" y="71506"/>
                </a:lnTo>
                <a:cubicBezTo>
                  <a:pt x="156111" y="71506"/>
                  <a:pt x="128485" y="82902"/>
                  <a:pt x="105693" y="105693"/>
                </a:cubicBezTo>
                <a:cubicBezTo>
                  <a:pt x="82902" y="128485"/>
                  <a:pt x="71506" y="156111"/>
                  <a:pt x="71506" y="188595"/>
                </a:cubicBezTo>
                <a:cubicBezTo>
                  <a:pt x="71506" y="221079"/>
                  <a:pt x="82902" y="248705"/>
                  <a:pt x="105693" y="271497"/>
                </a:cubicBezTo>
                <a:cubicBezTo>
                  <a:pt x="128485" y="294288"/>
                  <a:pt x="156111" y="305684"/>
                  <a:pt x="188595" y="305684"/>
                </a:cubicBezTo>
                <a:close/>
                <a:moveTo>
                  <a:pt x="167381" y="266788"/>
                </a:moveTo>
                <a:lnTo>
                  <a:pt x="249894" y="192527"/>
                </a:lnTo>
                <a:cubicBezTo>
                  <a:pt x="252512" y="190172"/>
                  <a:pt x="253289" y="187281"/>
                  <a:pt x="252249" y="183886"/>
                </a:cubicBezTo>
                <a:cubicBezTo>
                  <a:pt x="251197" y="180743"/>
                  <a:pt x="248843" y="178902"/>
                  <a:pt x="245174" y="178377"/>
                </a:cubicBezTo>
                <a:lnTo>
                  <a:pt x="180743" y="171701"/>
                </a:lnTo>
                <a:lnTo>
                  <a:pt x="219239" y="118655"/>
                </a:lnTo>
                <a:cubicBezTo>
                  <a:pt x="220290" y="117352"/>
                  <a:pt x="220816" y="115912"/>
                  <a:pt x="220816" y="114334"/>
                </a:cubicBezTo>
                <a:cubicBezTo>
                  <a:pt x="220553" y="112768"/>
                  <a:pt x="219902" y="111454"/>
                  <a:pt x="218850" y="110402"/>
                </a:cubicBezTo>
                <a:cubicBezTo>
                  <a:pt x="217536" y="109099"/>
                  <a:pt x="215970" y="108448"/>
                  <a:pt x="214130" y="108448"/>
                </a:cubicBezTo>
                <a:cubicBezTo>
                  <a:pt x="212564" y="108185"/>
                  <a:pt x="211124" y="108699"/>
                  <a:pt x="209809" y="110014"/>
                </a:cubicBezTo>
                <a:lnTo>
                  <a:pt x="127696" y="184274"/>
                </a:lnTo>
                <a:cubicBezTo>
                  <a:pt x="125078" y="186629"/>
                  <a:pt x="124290" y="189509"/>
                  <a:pt x="125341" y="192916"/>
                </a:cubicBezTo>
                <a:cubicBezTo>
                  <a:pt x="126382" y="196059"/>
                  <a:pt x="128748" y="197899"/>
                  <a:pt x="132405" y="198413"/>
                </a:cubicBezTo>
                <a:lnTo>
                  <a:pt x="196847" y="205100"/>
                </a:lnTo>
                <a:lnTo>
                  <a:pt x="157951" y="258135"/>
                </a:lnTo>
                <a:cubicBezTo>
                  <a:pt x="156900" y="259450"/>
                  <a:pt x="156374" y="260890"/>
                  <a:pt x="156374" y="262467"/>
                </a:cubicBezTo>
                <a:cubicBezTo>
                  <a:pt x="156637" y="264033"/>
                  <a:pt x="157425" y="265473"/>
                  <a:pt x="158740" y="266788"/>
                </a:cubicBezTo>
                <a:cubicBezTo>
                  <a:pt x="160043" y="268091"/>
                  <a:pt x="161483" y="268754"/>
                  <a:pt x="163060" y="268754"/>
                </a:cubicBezTo>
                <a:cubicBezTo>
                  <a:pt x="164626" y="268754"/>
                  <a:pt x="166066" y="268091"/>
                  <a:pt x="167381" y="266788"/>
                </a:cubicBezTo>
                <a:close/>
                <a:moveTo>
                  <a:pt x="188595" y="332396"/>
                </a:moveTo>
                <a:cubicBezTo>
                  <a:pt x="171050" y="332396"/>
                  <a:pt x="154545" y="329515"/>
                  <a:pt x="139092" y="323755"/>
                </a:cubicBezTo>
                <a:cubicBezTo>
                  <a:pt x="123375" y="317731"/>
                  <a:pt x="109225" y="309616"/>
                  <a:pt x="96652" y="299397"/>
                </a:cubicBezTo>
                <a:lnTo>
                  <a:pt x="67586" y="328475"/>
                </a:lnTo>
                <a:cubicBezTo>
                  <a:pt x="66008" y="329778"/>
                  <a:pt x="64568" y="330830"/>
                  <a:pt x="63254" y="331619"/>
                </a:cubicBezTo>
                <a:cubicBezTo>
                  <a:pt x="61688" y="332133"/>
                  <a:pt x="59985" y="332396"/>
                  <a:pt x="58156" y="332396"/>
                </a:cubicBezTo>
                <a:cubicBezTo>
                  <a:pt x="54487" y="332396"/>
                  <a:pt x="51344" y="331093"/>
                  <a:pt x="48726" y="328475"/>
                </a:cubicBezTo>
                <a:cubicBezTo>
                  <a:pt x="46097" y="325846"/>
                  <a:pt x="44794" y="322703"/>
                  <a:pt x="44794" y="319046"/>
                </a:cubicBezTo>
                <a:cubicBezTo>
                  <a:pt x="44794" y="317205"/>
                  <a:pt x="45057" y="315502"/>
                  <a:pt x="45583" y="313936"/>
                </a:cubicBezTo>
                <a:cubicBezTo>
                  <a:pt x="46097" y="312622"/>
                  <a:pt x="47149" y="311182"/>
                  <a:pt x="48726" y="309616"/>
                </a:cubicBezTo>
                <a:lnTo>
                  <a:pt x="77793" y="280538"/>
                </a:lnTo>
                <a:cubicBezTo>
                  <a:pt x="67586" y="267965"/>
                  <a:pt x="59459" y="253815"/>
                  <a:pt x="53435" y="238098"/>
                </a:cubicBezTo>
                <a:cubicBezTo>
                  <a:pt x="47675" y="222645"/>
                  <a:pt x="44794" y="206140"/>
                  <a:pt x="44794" y="188595"/>
                </a:cubicBezTo>
                <a:cubicBezTo>
                  <a:pt x="44794" y="148521"/>
                  <a:pt x="58807" y="114597"/>
                  <a:pt x="86834" y="86834"/>
                </a:cubicBezTo>
                <a:cubicBezTo>
                  <a:pt x="114860" y="58807"/>
                  <a:pt x="148784" y="44794"/>
                  <a:pt x="188595" y="44794"/>
                </a:cubicBezTo>
                <a:lnTo>
                  <a:pt x="305684" y="44794"/>
                </a:lnTo>
                <a:cubicBezTo>
                  <a:pt x="313011" y="44794"/>
                  <a:pt x="319297" y="47412"/>
                  <a:pt x="324543" y="52647"/>
                </a:cubicBezTo>
                <a:cubicBezTo>
                  <a:pt x="329778" y="57893"/>
                  <a:pt x="332396" y="64179"/>
                  <a:pt x="332396" y="71506"/>
                </a:cubicBezTo>
                <a:lnTo>
                  <a:pt x="332396" y="188595"/>
                </a:lnTo>
                <a:cubicBezTo>
                  <a:pt x="332396" y="228406"/>
                  <a:pt x="318383" y="262330"/>
                  <a:pt x="290356" y="290356"/>
                </a:cubicBezTo>
                <a:cubicBezTo>
                  <a:pt x="262593" y="318383"/>
                  <a:pt x="228669" y="332396"/>
                  <a:pt x="188595" y="33239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40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2405"/>
                </a:moveTo>
                <a:lnTo>
                  <a:pt x="179554" y="85256"/>
                </a:lnTo>
                <a:lnTo>
                  <a:pt x="155985" y="46360"/>
                </a:lnTo>
                <a:cubicBezTo>
                  <a:pt x="152842" y="41125"/>
                  <a:pt x="148259" y="38508"/>
                  <a:pt x="142235" y="38508"/>
                </a:cubicBezTo>
                <a:cubicBezTo>
                  <a:pt x="136211" y="38508"/>
                  <a:pt x="131628" y="41125"/>
                  <a:pt x="128485" y="46360"/>
                </a:cubicBezTo>
                <a:lnTo>
                  <a:pt x="96263" y="99795"/>
                </a:lnTo>
                <a:cubicBezTo>
                  <a:pt x="94172" y="102939"/>
                  <a:pt x="93646" y="106219"/>
                  <a:pt x="94686" y="109625"/>
                </a:cubicBezTo>
                <a:cubicBezTo>
                  <a:pt x="95738" y="113031"/>
                  <a:pt x="97829" y="115774"/>
                  <a:pt x="100973" y="117878"/>
                </a:cubicBezTo>
                <a:lnTo>
                  <a:pt x="132405" y="137126"/>
                </a:lnTo>
                <a:cubicBezTo>
                  <a:pt x="135548" y="138955"/>
                  <a:pt x="138829" y="139355"/>
                  <a:pt x="142235" y="138303"/>
                </a:cubicBezTo>
                <a:cubicBezTo>
                  <a:pt x="145904" y="137514"/>
                  <a:pt x="148647" y="135548"/>
                  <a:pt x="150487" y="132405"/>
                </a:cubicBezTo>
                <a:close/>
                <a:moveTo>
                  <a:pt x="298220" y="252249"/>
                </a:moveTo>
                <a:lnTo>
                  <a:pt x="269931" y="204700"/>
                </a:lnTo>
                <a:cubicBezTo>
                  <a:pt x="267828" y="201557"/>
                  <a:pt x="267302" y="198150"/>
                  <a:pt x="268354" y="194493"/>
                </a:cubicBezTo>
                <a:cubicBezTo>
                  <a:pt x="269405" y="191087"/>
                  <a:pt x="271497" y="188469"/>
                  <a:pt x="274640" y="186629"/>
                </a:cubicBezTo>
                <a:lnTo>
                  <a:pt x="306473" y="168170"/>
                </a:lnTo>
                <a:cubicBezTo>
                  <a:pt x="309616" y="166329"/>
                  <a:pt x="313011" y="165804"/>
                  <a:pt x="316680" y="166592"/>
                </a:cubicBezTo>
                <a:cubicBezTo>
                  <a:pt x="320349" y="167381"/>
                  <a:pt x="323103" y="169347"/>
                  <a:pt x="324932" y="172490"/>
                </a:cubicBezTo>
                <a:lnTo>
                  <a:pt x="343792" y="203923"/>
                </a:lnTo>
                <a:cubicBezTo>
                  <a:pt x="346672" y="208632"/>
                  <a:pt x="348112" y="213741"/>
                  <a:pt x="348112" y="219239"/>
                </a:cubicBezTo>
                <a:cubicBezTo>
                  <a:pt x="348375" y="224748"/>
                  <a:pt x="347335" y="229846"/>
                  <a:pt x="344969" y="234566"/>
                </a:cubicBezTo>
                <a:cubicBezTo>
                  <a:pt x="342088" y="240064"/>
                  <a:pt x="338157" y="244385"/>
                  <a:pt x="333185" y="247528"/>
                </a:cubicBezTo>
                <a:cubicBezTo>
                  <a:pt x="327950" y="250671"/>
                  <a:pt x="322315" y="252249"/>
                  <a:pt x="316291" y="252249"/>
                </a:cubicBezTo>
                <a:lnTo>
                  <a:pt x="298220" y="252249"/>
                </a:lnTo>
                <a:close/>
                <a:moveTo>
                  <a:pt x="240853" y="352044"/>
                </a:moveTo>
                <a:lnTo>
                  <a:pt x="198025" y="309616"/>
                </a:lnTo>
                <a:cubicBezTo>
                  <a:pt x="195407" y="306987"/>
                  <a:pt x="194093" y="303844"/>
                  <a:pt x="194093" y="300186"/>
                </a:cubicBezTo>
                <a:cubicBezTo>
                  <a:pt x="194093" y="296517"/>
                  <a:pt x="195407" y="293237"/>
                  <a:pt x="198025" y="290356"/>
                </a:cubicBezTo>
                <a:lnTo>
                  <a:pt x="240853" y="247928"/>
                </a:lnTo>
                <a:cubicBezTo>
                  <a:pt x="242945" y="245825"/>
                  <a:pt x="245299" y="245299"/>
                  <a:pt x="247928" y="246351"/>
                </a:cubicBezTo>
                <a:cubicBezTo>
                  <a:pt x="250808" y="247402"/>
                  <a:pt x="252249" y="249368"/>
                  <a:pt x="252249" y="252249"/>
                </a:cubicBezTo>
                <a:lnTo>
                  <a:pt x="252249" y="267965"/>
                </a:lnTo>
                <a:lnTo>
                  <a:pt x="328075" y="267965"/>
                </a:lnTo>
                <a:lnTo>
                  <a:pt x="304895" y="314325"/>
                </a:lnTo>
                <a:cubicBezTo>
                  <a:pt x="302015" y="319823"/>
                  <a:pt x="298083" y="324143"/>
                  <a:pt x="293111" y="327287"/>
                </a:cubicBezTo>
                <a:cubicBezTo>
                  <a:pt x="287865" y="330430"/>
                  <a:pt x="282241" y="332007"/>
                  <a:pt x="276217" y="332007"/>
                </a:cubicBezTo>
                <a:lnTo>
                  <a:pt x="252249" y="332007"/>
                </a:lnTo>
                <a:lnTo>
                  <a:pt x="252249" y="347723"/>
                </a:lnTo>
                <a:cubicBezTo>
                  <a:pt x="252249" y="350604"/>
                  <a:pt x="250808" y="352570"/>
                  <a:pt x="247928" y="353621"/>
                </a:cubicBezTo>
                <a:cubicBezTo>
                  <a:pt x="245299" y="354661"/>
                  <a:pt x="242945" y="354136"/>
                  <a:pt x="240853" y="352044"/>
                </a:cubicBezTo>
                <a:close/>
                <a:moveTo>
                  <a:pt x="98229" y="332007"/>
                </a:moveTo>
                <a:cubicBezTo>
                  <a:pt x="92983" y="332007"/>
                  <a:pt x="88137" y="330567"/>
                  <a:pt x="83690" y="327687"/>
                </a:cubicBezTo>
                <a:cubicBezTo>
                  <a:pt x="79233" y="325069"/>
                  <a:pt x="75964" y="321400"/>
                  <a:pt x="73872" y="316680"/>
                </a:cubicBezTo>
                <a:cubicBezTo>
                  <a:pt x="71769" y="312496"/>
                  <a:pt x="70729" y="308039"/>
                  <a:pt x="70729" y="303329"/>
                </a:cubicBezTo>
                <a:cubicBezTo>
                  <a:pt x="70980" y="298872"/>
                  <a:pt x="72295" y="294551"/>
                  <a:pt x="74649" y="290356"/>
                </a:cubicBezTo>
                <a:lnTo>
                  <a:pt x="88400" y="267965"/>
                </a:lnTo>
                <a:lnTo>
                  <a:pt x="143412" y="267965"/>
                </a:lnTo>
                <a:cubicBezTo>
                  <a:pt x="147081" y="267965"/>
                  <a:pt x="150224" y="269268"/>
                  <a:pt x="152842" y="271897"/>
                </a:cubicBezTo>
                <a:cubicBezTo>
                  <a:pt x="155459" y="274514"/>
                  <a:pt x="156774" y="277783"/>
                  <a:pt x="156774" y="281715"/>
                </a:cubicBezTo>
                <a:lnTo>
                  <a:pt x="156774" y="318257"/>
                </a:lnTo>
                <a:cubicBezTo>
                  <a:pt x="156774" y="322189"/>
                  <a:pt x="155459" y="325458"/>
                  <a:pt x="152842" y="328075"/>
                </a:cubicBezTo>
                <a:cubicBezTo>
                  <a:pt x="150224" y="330693"/>
                  <a:pt x="147081" y="332007"/>
                  <a:pt x="143412" y="332007"/>
                </a:cubicBezTo>
                <a:lnTo>
                  <a:pt x="98229" y="332007"/>
                </a:lnTo>
                <a:close/>
                <a:moveTo>
                  <a:pt x="58544" y="286424"/>
                </a:moveTo>
                <a:lnTo>
                  <a:pt x="33010" y="234566"/>
                </a:lnTo>
                <a:cubicBezTo>
                  <a:pt x="30381" y="229846"/>
                  <a:pt x="29204" y="224748"/>
                  <a:pt x="29467" y="219239"/>
                </a:cubicBezTo>
                <a:cubicBezTo>
                  <a:pt x="29729" y="214004"/>
                  <a:pt x="31307" y="208895"/>
                  <a:pt x="34187" y="203923"/>
                </a:cubicBezTo>
                <a:lnTo>
                  <a:pt x="40474" y="193316"/>
                </a:lnTo>
                <a:lnTo>
                  <a:pt x="27112" y="185452"/>
                </a:lnTo>
                <a:cubicBezTo>
                  <a:pt x="24757" y="183886"/>
                  <a:pt x="23706" y="181520"/>
                  <a:pt x="23969" y="178377"/>
                </a:cubicBezTo>
                <a:cubicBezTo>
                  <a:pt x="24232" y="175496"/>
                  <a:pt x="25935" y="173667"/>
                  <a:pt x="29078" y="172879"/>
                </a:cubicBezTo>
                <a:lnTo>
                  <a:pt x="87622" y="158340"/>
                </a:lnTo>
                <a:cubicBezTo>
                  <a:pt x="91280" y="157288"/>
                  <a:pt x="94686" y="157688"/>
                  <a:pt x="97829" y="159517"/>
                </a:cubicBezTo>
                <a:cubicBezTo>
                  <a:pt x="100710" y="161620"/>
                  <a:pt x="102676" y="164363"/>
                  <a:pt x="103727" y="167770"/>
                </a:cubicBezTo>
                <a:lnTo>
                  <a:pt x="118266" y="227103"/>
                </a:lnTo>
                <a:cubicBezTo>
                  <a:pt x="119055" y="229983"/>
                  <a:pt x="118266" y="232212"/>
                  <a:pt x="115912" y="233778"/>
                </a:cubicBezTo>
                <a:cubicBezTo>
                  <a:pt x="113546" y="235618"/>
                  <a:pt x="111065" y="235744"/>
                  <a:pt x="108448" y="234178"/>
                </a:cubicBezTo>
                <a:lnTo>
                  <a:pt x="95086" y="225925"/>
                </a:lnTo>
                <a:lnTo>
                  <a:pt x="58544" y="286424"/>
                </a:lnTo>
                <a:close/>
                <a:moveTo>
                  <a:pt x="260890" y="146944"/>
                </a:moveTo>
                <a:lnTo>
                  <a:pt x="202345" y="132405"/>
                </a:lnTo>
                <a:cubicBezTo>
                  <a:pt x="199465" y="131891"/>
                  <a:pt x="197762" y="130051"/>
                  <a:pt x="197236" y="126907"/>
                </a:cubicBezTo>
                <a:cubicBezTo>
                  <a:pt x="196710" y="123764"/>
                  <a:pt x="197762" y="121409"/>
                  <a:pt x="200379" y="119832"/>
                </a:cubicBezTo>
                <a:lnTo>
                  <a:pt x="214130" y="111980"/>
                </a:lnTo>
                <a:lnTo>
                  <a:pt x="164238" y="29078"/>
                </a:lnTo>
                <a:lnTo>
                  <a:pt x="220416" y="29078"/>
                </a:lnTo>
                <a:cubicBezTo>
                  <a:pt x="225925" y="29078"/>
                  <a:pt x="231160" y="30518"/>
                  <a:pt x="236132" y="33398"/>
                </a:cubicBezTo>
                <a:cubicBezTo>
                  <a:pt x="241116" y="36279"/>
                  <a:pt x="245048" y="40074"/>
                  <a:pt x="247928" y="44794"/>
                </a:cubicBezTo>
                <a:lnTo>
                  <a:pt x="268754" y="79370"/>
                </a:lnTo>
                <a:lnTo>
                  <a:pt x="282104" y="71117"/>
                </a:lnTo>
                <a:cubicBezTo>
                  <a:pt x="284470" y="69540"/>
                  <a:pt x="286824" y="69677"/>
                  <a:pt x="289179" y="71506"/>
                </a:cubicBezTo>
                <a:cubicBezTo>
                  <a:pt x="291534" y="73346"/>
                  <a:pt x="292448" y="75701"/>
                  <a:pt x="291934" y="78581"/>
                </a:cubicBezTo>
                <a:lnTo>
                  <a:pt x="276995" y="137514"/>
                </a:lnTo>
                <a:cubicBezTo>
                  <a:pt x="275954" y="140920"/>
                  <a:pt x="273851" y="143675"/>
                  <a:pt x="270708" y="145767"/>
                </a:cubicBezTo>
                <a:cubicBezTo>
                  <a:pt x="267828" y="147607"/>
                  <a:pt x="264559" y="147996"/>
                  <a:pt x="260890" y="14694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77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1959"/>
                  </a:moveTo>
                  <a:cubicBezTo>
                    <a:pt x="94778" y="401959"/>
                    <a:pt x="89063" y="399570"/>
                    <a:pt x="84296" y="394815"/>
                  </a:cubicBezTo>
                  <a:cubicBezTo>
                    <a:pt x="79530" y="390369"/>
                    <a:pt x="77153" y="384654"/>
                    <a:pt x="77153" y="377670"/>
                  </a:cubicBezTo>
                  <a:cubicBezTo>
                    <a:pt x="77153" y="370686"/>
                    <a:pt x="79530" y="364971"/>
                    <a:pt x="84296" y="360525"/>
                  </a:cubicBezTo>
                  <a:cubicBezTo>
                    <a:pt x="89063" y="355759"/>
                    <a:pt x="94778" y="353381"/>
                    <a:pt x="101441" y="353381"/>
                  </a:cubicBezTo>
                  <a:lnTo>
                    <a:pt x="139537" y="353381"/>
                  </a:lnTo>
                  <a:lnTo>
                    <a:pt x="90491" y="186218"/>
                  </a:lnTo>
                  <a:cubicBezTo>
                    <a:pt x="79370" y="181451"/>
                    <a:pt x="70649" y="174788"/>
                    <a:pt x="64294" y="166215"/>
                  </a:cubicBezTo>
                  <a:cubicBezTo>
                    <a:pt x="57939" y="157323"/>
                    <a:pt x="54773" y="145733"/>
                    <a:pt x="54773" y="131445"/>
                  </a:cubicBezTo>
                  <a:cubicBezTo>
                    <a:pt x="54773" y="115889"/>
                    <a:pt x="60488" y="102390"/>
                    <a:pt x="71918" y="90960"/>
                  </a:cubicBezTo>
                  <a:cubicBezTo>
                    <a:pt x="83348" y="79530"/>
                    <a:pt x="96835" y="73815"/>
                    <a:pt x="112391" y="73815"/>
                  </a:cubicBezTo>
                  <a:cubicBezTo>
                    <a:pt x="127319" y="73815"/>
                    <a:pt x="139537" y="77633"/>
                    <a:pt x="149070" y="85245"/>
                  </a:cubicBezTo>
                  <a:cubicBezTo>
                    <a:pt x="158911" y="93189"/>
                    <a:pt x="165575" y="103819"/>
                    <a:pt x="169073" y="117157"/>
                  </a:cubicBezTo>
                  <a:lnTo>
                    <a:pt x="234315" y="117157"/>
                  </a:lnTo>
                  <a:lnTo>
                    <a:pt x="234315" y="89063"/>
                  </a:lnTo>
                  <a:cubicBezTo>
                    <a:pt x="234315" y="84936"/>
                    <a:pt x="235904" y="81279"/>
                    <a:pt x="239081" y="78101"/>
                  </a:cubicBezTo>
                  <a:cubicBezTo>
                    <a:pt x="241939" y="74935"/>
                    <a:pt x="245425" y="73346"/>
                    <a:pt x="249551" y="73346"/>
                  </a:cubicBezTo>
                  <a:cubicBezTo>
                    <a:pt x="253049" y="73346"/>
                    <a:pt x="256066" y="74775"/>
                    <a:pt x="258604" y="77633"/>
                  </a:cubicBezTo>
                  <a:cubicBezTo>
                    <a:pt x="260821" y="80170"/>
                    <a:pt x="261941" y="83028"/>
                    <a:pt x="261941" y="86205"/>
                  </a:cubicBezTo>
                  <a:lnTo>
                    <a:pt x="297180" y="52864"/>
                  </a:lnTo>
                  <a:cubicBezTo>
                    <a:pt x="299717" y="50326"/>
                    <a:pt x="303215" y="48578"/>
                    <a:pt x="307661" y="47629"/>
                  </a:cubicBezTo>
                  <a:cubicBezTo>
                    <a:pt x="311788" y="46669"/>
                    <a:pt x="316074" y="47149"/>
                    <a:pt x="320520" y="49058"/>
                  </a:cubicBezTo>
                  <a:lnTo>
                    <a:pt x="395764" y="85245"/>
                  </a:lnTo>
                  <a:cubicBezTo>
                    <a:pt x="398941" y="87154"/>
                    <a:pt x="401159" y="89691"/>
                    <a:pt x="402427" y="92869"/>
                  </a:cubicBezTo>
                  <a:cubicBezTo>
                    <a:pt x="403696" y="96046"/>
                    <a:pt x="403388" y="99372"/>
                    <a:pt x="401479" y="102870"/>
                  </a:cubicBezTo>
                  <a:cubicBezTo>
                    <a:pt x="399570" y="106368"/>
                    <a:pt x="397032" y="108585"/>
                    <a:pt x="393855" y="109534"/>
                  </a:cubicBezTo>
                  <a:cubicBezTo>
                    <a:pt x="390369" y="110174"/>
                    <a:pt x="387031" y="109534"/>
                    <a:pt x="383854" y="107636"/>
                  </a:cubicBezTo>
                  <a:lnTo>
                    <a:pt x="310987" y="72386"/>
                  </a:lnTo>
                  <a:lnTo>
                    <a:pt x="265267" y="118586"/>
                  </a:lnTo>
                  <a:lnTo>
                    <a:pt x="265267" y="142395"/>
                  </a:lnTo>
                  <a:lnTo>
                    <a:pt x="310987" y="190504"/>
                  </a:lnTo>
                  <a:lnTo>
                    <a:pt x="383854" y="154785"/>
                  </a:lnTo>
                  <a:cubicBezTo>
                    <a:pt x="387351" y="152876"/>
                    <a:pt x="390689" y="152396"/>
                    <a:pt x="393855" y="153356"/>
                  </a:cubicBezTo>
                  <a:cubicBezTo>
                    <a:pt x="397032" y="154305"/>
                    <a:pt x="399570" y="156374"/>
                    <a:pt x="401479" y="159540"/>
                  </a:cubicBezTo>
                  <a:cubicBezTo>
                    <a:pt x="403388" y="163358"/>
                    <a:pt x="403696" y="167004"/>
                    <a:pt x="402427" y="170501"/>
                  </a:cubicBezTo>
                  <a:cubicBezTo>
                    <a:pt x="401159" y="173987"/>
                    <a:pt x="398781" y="176525"/>
                    <a:pt x="395284" y="178114"/>
                  </a:cubicBezTo>
                  <a:lnTo>
                    <a:pt x="322417" y="212404"/>
                  </a:lnTo>
                  <a:cubicBezTo>
                    <a:pt x="317663" y="214953"/>
                    <a:pt x="313056" y="216061"/>
                    <a:pt x="308610" y="215741"/>
                  </a:cubicBezTo>
                  <a:cubicBezTo>
                    <a:pt x="304164" y="215741"/>
                    <a:pt x="300358" y="213992"/>
                    <a:pt x="297180" y="210506"/>
                  </a:cubicBezTo>
                  <a:lnTo>
                    <a:pt x="261941" y="177165"/>
                  </a:lnTo>
                  <a:cubicBezTo>
                    <a:pt x="261941" y="181611"/>
                    <a:pt x="260821" y="184789"/>
                    <a:pt x="258604" y="186686"/>
                  </a:cubicBezTo>
                  <a:cubicBezTo>
                    <a:pt x="256066" y="188915"/>
                    <a:pt x="253049" y="190024"/>
                    <a:pt x="249551" y="190024"/>
                  </a:cubicBezTo>
                  <a:cubicBezTo>
                    <a:pt x="245425" y="190024"/>
                    <a:pt x="241939" y="188435"/>
                    <a:pt x="239081" y="185257"/>
                  </a:cubicBezTo>
                  <a:cubicBezTo>
                    <a:pt x="235904" y="182091"/>
                    <a:pt x="234315" y="178434"/>
                    <a:pt x="234315" y="174308"/>
                  </a:cubicBezTo>
                  <a:lnTo>
                    <a:pt x="234315" y="145733"/>
                  </a:lnTo>
                  <a:lnTo>
                    <a:pt x="168112" y="145733"/>
                  </a:lnTo>
                  <a:cubicBezTo>
                    <a:pt x="167804" y="149859"/>
                    <a:pt x="166524" y="154305"/>
                    <a:pt x="164306" y="159071"/>
                  </a:cubicBezTo>
                  <a:cubicBezTo>
                    <a:pt x="161769" y="163826"/>
                    <a:pt x="159071" y="167484"/>
                    <a:pt x="156214" y="170021"/>
                  </a:cubicBezTo>
                  <a:lnTo>
                    <a:pt x="250980" y="353381"/>
                  </a:lnTo>
                  <a:lnTo>
                    <a:pt x="304804" y="353381"/>
                  </a:lnTo>
                  <a:cubicBezTo>
                    <a:pt x="311788" y="353381"/>
                    <a:pt x="317663" y="355759"/>
                    <a:pt x="322417" y="360525"/>
                  </a:cubicBezTo>
                  <a:cubicBezTo>
                    <a:pt x="327184" y="364971"/>
                    <a:pt x="329561" y="370686"/>
                    <a:pt x="329561" y="377670"/>
                  </a:cubicBezTo>
                  <a:cubicBezTo>
                    <a:pt x="329561" y="384654"/>
                    <a:pt x="327184" y="390369"/>
                    <a:pt x="322417" y="394815"/>
                  </a:cubicBezTo>
                  <a:cubicBezTo>
                    <a:pt x="317663" y="399570"/>
                    <a:pt x="311788" y="401959"/>
                    <a:pt x="304804" y="401959"/>
                  </a:cubicBezTo>
                  <a:lnTo>
                    <a:pt x="101441" y="401959"/>
                  </a:lnTo>
                  <a:close/>
                  <a:moveTo>
                    <a:pt x="131445" y="150499"/>
                  </a:moveTo>
                  <a:cubicBezTo>
                    <a:pt x="136520" y="145412"/>
                    <a:pt x="139069" y="139069"/>
                    <a:pt x="139069" y="131445"/>
                  </a:cubicBezTo>
                  <a:cubicBezTo>
                    <a:pt x="139069" y="123821"/>
                    <a:pt x="136520" y="117478"/>
                    <a:pt x="131445" y="112391"/>
                  </a:cubicBezTo>
                  <a:cubicBezTo>
                    <a:pt x="126370" y="107316"/>
                    <a:pt x="120015" y="104779"/>
                    <a:pt x="112391" y="104779"/>
                  </a:cubicBezTo>
                  <a:cubicBezTo>
                    <a:pt x="104779" y="104779"/>
                    <a:pt x="98424" y="107316"/>
                    <a:pt x="93349" y="112391"/>
                  </a:cubicBezTo>
                  <a:cubicBezTo>
                    <a:pt x="88262" y="117478"/>
                    <a:pt x="85725" y="123821"/>
                    <a:pt x="85725" y="131445"/>
                  </a:cubicBezTo>
                  <a:cubicBezTo>
                    <a:pt x="85725" y="139069"/>
                    <a:pt x="88262" y="145412"/>
                    <a:pt x="93349" y="150499"/>
                  </a:cubicBezTo>
                  <a:cubicBezTo>
                    <a:pt x="98424" y="155574"/>
                    <a:pt x="104779" y="158111"/>
                    <a:pt x="112391" y="158111"/>
                  </a:cubicBezTo>
                  <a:cubicBezTo>
                    <a:pt x="120015" y="158111"/>
                    <a:pt x="126370" y="155574"/>
                    <a:pt x="131445" y="150499"/>
                  </a:cubicBezTo>
                  <a:close/>
                  <a:moveTo>
                    <a:pt x="170970" y="353381"/>
                  </a:moveTo>
                  <a:lnTo>
                    <a:pt x="219079" y="353381"/>
                  </a:lnTo>
                  <a:lnTo>
                    <a:pt x="131445" y="182880"/>
                  </a:lnTo>
                  <a:cubicBezTo>
                    <a:pt x="130496" y="183520"/>
                    <a:pt x="128748" y="184149"/>
                    <a:pt x="126210" y="184789"/>
                  </a:cubicBezTo>
                  <a:cubicBezTo>
                    <a:pt x="123981" y="185417"/>
                    <a:pt x="122232" y="185898"/>
                    <a:pt x="120964" y="186218"/>
                  </a:cubicBezTo>
                  <a:lnTo>
                    <a:pt x="170970" y="353381"/>
                  </a:lnTo>
                  <a:close/>
                  <a:moveTo>
                    <a:pt x="219079" y="353381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333"/>
                  </a:moveTo>
                  <a:cubicBezTo>
                    <a:pt x="343049" y="327344"/>
                    <a:pt x="346912" y="317834"/>
                    <a:pt x="346912" y="306815"/>
                  </a:cubicBezTo>
                  <a:cubicBezTo>
                    <a:pt x="346912" y="295511"/>
                    <a:pt x="343049" y="285864"/>
                    <a:pt x="335333" y="277875"/>
                  </a:cubicBezTo>
                  <a:cubicBezTo>
                    <a:pt x="327618" y="270159"/>
                    <a:pt x="318108" y="266296"/>
                    <a:pt x="306815" y="266296"/>
                  </a:cubicBezTo>
                  <a:cubicBezTo>
                    <a:pt x="295511" y="266296"/>
                    <a:pt x="285864" y="270159"/>
                    <a:pt x="277875" y="277875"/>
                  </a:cubicBezTo>
                  <a:cubicBezTo>
                    <a:pt x="270159" y="285590"/>
                    <a:pt x="266296" y="295100"/>
                    <a:pt x="266296" y="306404"/>
                  </a:cubicBezTo>
                  <a:cubicBezTo>
                    <a:pt x="266296" y="317697"/>
                    <a:pt x="270159" y="327344"/>
                    <a:pt x="277875" y="335333"/>
                  </a:cubicBezTo>
                  <a:cubicBezTo>
                    <a:pt x="285864" y="343049"/>
                    <a:pt x="295511" y="346912"/>
                    <a:pt x="306815" y="346912"/>
                  </a:cubicBezTo>
                  <a:cubicBezTo>
                    <a:pt x="318108" y="346912"/>
                    <a:pt x="327618" y="343049"/>
                    <a:pt x="335333" y="335333"/>
                  </a:cubicBezTo>
                  <a:close/>
                  <a:moveTo>
                    <a:pt x="306815" y="373784"/>
                  </a:moveTo>
                  <a:cubicBezTo>
                    <a:pt x="288070" y="373784"/>
                    <a:pt x="272228" y="367166"/>
                    <a:pt x="259278" y="353941"/>
                  </a:cubicBezTo>
                  <a:cubicBezTo>
                    <a:pt x="246042" y="340980"/>
                    <a:pt x="239436" y="325138"/>
                    <a:pt x="239436" y="306404"/>
                  </a:cubicBezTo>
                  <a:cubicBezTo>
                    <a:pt x="239436" y="287933"/>
                    <a:pt x="246042" y="272228"/>
                    <a:pt x="259278" y="259278"/>
                  </a:cubicBezTo>
                  <a:cubicBezTo>
                    <a:pt x="272503" y="246042"/>
                    <a:pt x="288345" y="239436"/>
                    <a:pt x="306815" y="239436"/>
                  </a:cubicBezTo>
                  <a:cubicBezTo>
                    <a:pt x="325275" y="239436"/>
                    <a:pt x="340980" y="246042"/>
                    <a:pt x="353941" y="259278"/>
                  </a:cubicBezTo>
                  <a:cubicBezTo>
                    <a:pt x="367166" y="272228"/>
                    <a:pt x="373784" y="288070"/>
                    <a:pt x="373784" y="306815"/>
                  </a:cubicBezTo>
                  <a:cubicBezTo>
                    <a:pt x="373784" y="312599"/>
                    <a:pt x="372812" y="318657"/>
                    <a:pt x="370892" y="325001"/>
                  </a:cubicBezTo>
                  <a:cubicBezTo>
                    <a:pt x="368686" y="331059"/>
                    <a:pt x="365783" y="337265"/>
                    <a:pt x="362205" y="343609"/>
                  </a:cubicBezTo>
                  <a:lnTo>
                    <a:pt x="395695" y="377087"/>
                  </a:lnTo>
                  <a:cubicBezTo>
                    <a:pt x="398450" y="379842"/>
                    <a:pt x="399684" y="383008"/>
                    <a:pt x="399410" y="386597"/>
                  </a:cubicBezTo>
                  <a:cubicBezTo>
                    <a:pt x="399410" y="390174"/>
                    <a:pt x="398027" y="393215"/>
                    <a:pt x="395272" y="395695"/>
                  </a:cubicBezTo>
                  <a:cubicBezTo>
                    <a:pt x="392792" y="398450"/>
                    <a:pt x="389763" y="399821"/>
                    <a:pt x="386185" y="399821"/>
                  </a:cubicBezTo>
                  <a:cubicBezTo>
                    <a:pt x="382322" y="399821"/>
                    <a:pt x="379156" y="398450"/>
                    <a:pt x="376676" y="395695"/>
                  </a:cubicBezTo>
                  <a:lnTo>
                    <a:pt x="343186" y="362617"/>
                  </a:lnTo>
                  <a:cubicBezTo>
                    <a:pt x="337128" y="366206"/>
                    <a:pt x="331059" y="368960"/>
                    <a:pt x="325001" y="370892"/>
                  </a:cubicBezTo>
                  <a:cubicBezTo>
                    <a:pt x="318943" y="372812"/>
                    <a:pt x="312873" y="373784"/>
                    <a:pt x="306815" y="373784"/>
                  </a:cubicBezTo>
                  <a:close/>
                  <a:moveTo>
                    <a:pt x="196847" y="471339"/>
                  </a:moveTo>
                  <a:cubicBezTo>
                    <a:pt x="189407" y="471339"/>
                    <a:pt x="182800" y="468584"/>
                    <a:pt x="177005" y="463075"/>
                  </a:cubicBezTo>
                  <a:cubicBezTo>
                    <a:pt x="171496" y="457280"/>
                    <a:pt x="168741" y="450673"/>
                    <a:pt x="168741" y="443233"/>
                  </a:cubicBezTo>
                  <a:lnTo>
                    <a:pt x="168741" y="387008"/>
                  </a:lnTo>
                  <a:cubicBezTo>
                    <a:pt x="168741" y="383145"/>
                    <a:pt x="170124" y="379842"/>
                    <a:pt x="172879" y="377087"/>
                  </a:cubicBezTo>
                  <a:cubicBezTo>
                    <a:pt x="175633" y="374333"/>
                    <a:pt x="178937" y="372949"/>
                    <a:pt x="182800" y="372949"/>
                  </a:cubicBezTo>
                  <a:cubicBezTo>
                    <a:pt x="186926" y="372949"/>
                    <a:pt x="190241" y="374333"/>
                    <a:pt x="192721" y="377087"/>
                  </a:cubicBezTo>
                  <a:cubicBezTo>
                    <a:pt x="195476" y="379842"/>
                    <a:pt x="196847" y="383145"/>
                    <a:pt x="196847" y="387008"/>
                  </a:cubicBezTo>
                  <a:lnTo>
                    <a:pt x="196847" y="443233"/>
                  </a:lnTo>
                  <a:lnTo>
                    <a:pt x="253072" y="443233"/>
                  </a:lnTo>
                  <a:cubicBezTo>
                    <a:pt x="256935" y="443233"/>
                    <a:pt x="260238" y="444604"/>
                    <a:pt x="262993" y="447359"/>
                  </a:cubicBezTo>
                  <a:cubicBezTo>
                    <a:pt x="265748" y="450113"/>
                    <a:pt x="267131" y="453428"/>
                    <a:pt x="267131" y="457280"/>
                  </a:cubicBezTo>
                  <a:cubicBezTo>
                    <a:pt x="267131" y="461418"/>
                    <a:pt x="265748" y="464721"/>
                    <a:pt x="262993" y="467201"/>
                  </a:cubicBezTo>
                  <a:cubicBezTo>
                    <a:pt x="260238" y="469956"/>
                    <a:pt x="256935" y="471339"/>
                    <a:pt x="253072" y="471339"/>
                  </a:cubicBezTo>
                  <a:lnTo>
                    <a:pt x="196847" y="471339"/>
                  </a:lnTo>
                  <a:close/>
                  <a:moveTo>
                    <a:pt x="443233" y="471339"/>
                  </a:moveTo>
                  <a:lnTo>
                    <a:pt x="387008" y="471339"/>
                  </a:lnTo>
                  <a:cubicBezTo>
                    <a:pt x="383145" y="471339"/>
                    <a:pt x="379842" y="469956"/>
                    <a:pt x="377087" y="467201"/>
                  </a:cubicBezTo>
                  <a:cubicBezTo>
                    <a:pt x="374333" y="464447"/>
                    <a:pt x="372949" y="461143"/>
                    <a:pt x="372949" y="457280"/>
                  </a:cubicBezTo>
                  <a:cubicBezTo>
                    <a:pt x="372949" y="453154"/>
                    <a:pt x="374333" y="449839"/>
                    <a:pt x="377087" y="447359"/>
                  </a:cubicBezTo>
                  <a:cubicBezTo>
                    <a:pt x="379842" y="444604"/>
                    <a:pt x="383145" y="443233"/>
                    <a:pt x="387008" y="443233"/>
                  </a:cubicBezTo>
                  <a:lnTo>
                    <a:pt x="443233" y="443233"/>
                  </a:lnTo>
                  <a:lnTo>
                    <a:pt x="443233" y="387008"/>
                  </a:lnTo>
                  <a:cubicBezTo>
                    <a:pt x="443233" y="383145"/>
                    <a:pt x="444604" y="379842"/>
                    <a:pt x="447359" y="377087"/>
                  </a:cubicBezTo>
                  <a:cubicBezTo>
                    <a:pt x="450113" y="374333"/>
                    <a:pt x="453428" y="372949"/>
                    <a:pt x="457280" y="372949"/>
                  </a:cubicBezTo>
                  <a:cubicBezTo>
                    <a:pt x="461418" y="372949"/>
                    <a:pt x="464721" y="374333"/>
                    <a:pt x="467201" y="377087"/>
                  </a:cubicBezTo>
                  <a:cubicBezTo>
                    <a:pt x="469956" y="379842"/>
                    <a:pt x="471339" y="383145"/>
                    <a:pt x="471339" y="387008"/>
                  </a:cubicBezTo>
                  <a:lnTo>
                    <a:pt x="471339" y="443233"/>
                  </a:lnTo>
                  <a:cubicBezTo>
                    <a:pt x="471339" y="450673"/>
                    <a:pt x="468584" y="457280"/>
                    <a:pt x="463075" y="463075"/>
                  </a:cubicBezTo>
                  <a:cubicBezTo>
                    <a:pt x="457554" y="468584"/>
                    <a:pt x="450948" y="471339"/>
                    <a:pt x="443233" y="471339"/>
                  </a:cubicBezTo>
                  <a:close/>
                  <a:moveTo>
                    <a:pt x="168741" y="253072"/>
                  </a:moveTo>
                  <a:lnTo>
                    <a:pt x="168741" y="196847"/>
                  </a:lnTo>
                  <a:cubicBezTo>
                    <a:pt x="168741" y="189132"/>
                    <a:pt x="171496" y="182526"/>
                    <a:pt x="177005" y="177005"/>
                  </a:cubicBezTo>
                  <a:cubicBezTo>
                    <a:pt x="182800" y="171496"/>
                    <a:pt x="189407" y="168741"/>
                    <a:pt x="196847" y="168741"/>
                  </a:cubicBezTo>
                  <a:lnTo>
                    <a:pt x="253072" y="168741"/>
                  </a:lnTo>
                  <a:cubicBezTo>
                    <a:pt x="256935" y="168741"/>
                    <a:pt x="260238" y="170124"/>
                    <a:pt x="262993" y="172879"/>
                  </a:cubicBezTo>
                  <a:cubicBezTo>
                    <a:pt x="265748" y="175633"/>
                    <a:pt x="267131" y="178937"/>
                    <a:pt x="267131" y="182800"/>
                  </a:cubicBezTo>
                  <a:cubicBezTo>
                    <a:pt x="267131" y="186926"/>
                    <a:pt x="265748" y="190241"/>
                    <a:pt x="262993" y="192721"/>
                  </a:cubicBezTo>
                  <a:cubicBezTo>
                    <a:pt x="260238" y="195476"/>
                    <a:pt x="256935" y="196847"/>
                    <a:pt x="253072" y="196847"/>
                  </a:cubicBezTo>
                  <a:lnTo>
                    <a:pt x="196847" y="196847"/>
                  </a:lnTo>
                  <a:lnTo>
                    <a:pt x="196847" y="253072"/>
                  </a:lnTo>
                  <a:cubicBezTo>
                    <a:pt x="196847" y="256935"/>
                    <a:pt x="195476" y="260238"/>
                    <a:pt x="192721" y="262993"/>
                  </a:cubicBezTo>
                  <a:cubicBezTo>
                    <a:pt x="189967" y="265748"/>
                    <a:pt x="186652" y="267131"/>
                    <a:pt x="182800" y="267131"/>
                  </a:cubicBezTo>
                  <a:cubicBezTo>
                    <a:pt x="178662" y="267131"/>
                    <a:pt x="175359" y="265748"/>
                    <a:pt x="172879" y="262993"/>
                  </a:cubicBezTo>
                  <a:cubicBezTo>
                    <a:pt x="170124" y="260238"/>
                    <a:pt x="168741" y="256935"/>
                    <a:pt x="168741" y="253072"/>
                  </a:cubicBezTo>
                  <a:close/>
                  <a:moveTo>
                    <a:pt x="443233" y="253072"/>
                  </a:moveTo>
                  <a:lnTo>
                    <a:pt x="443233" y="196847"/>
                  </a:lnTo>
                  <a:lnTo>
                    <a:pt x="387008" y="196847"/>
                  </a:lnTo>
                  <a:cubicBezTo>
                    <a:pt x="383145" y="196847"/>
                    <a:pt x="379842" y="195476"/>
                    <a:pt x="377087" y="192721"/>
                  </a:cubicBezTo>
                  <a:cubicBezTo>
                    <a:pt x="374333" y="189967"/>
                    <a:pt x="372949" y="186652"/>
                    <a:pt x="372949" y="182800"/>
                  </a:cubicBezTo>
                  <a:cubicBezTo>
                    <a:pt x="372949" y="178662"/>
                    <a:pt x="374333" y="175359"/>
                    <a:pt x="377087" y="172879"/>
                  </a:cubicBezTo>
                  <a:cubicBezTo>
                    <a:pt x="379842" y="170124"/>
                    <a:pt x="383145" y="168741"/>
                    <a:pt x="387008" y="168741"/>
                  </a:cubicBezTo>
                  <a:lnTo>
                    <a:pt x="443233" y="168741"/>
                  </a:lnTo>
                  <a:cubicBezTo>
                    <a:pt x="450948" y="168741"/>
                    <a:pt x="457554" y="171496"/>
                    <a:pt x="463075" y="177005"/>
                  </a:cubicBezTo>
                  <a:cubicBezTo>
                    <a:pt x="468584" y="182526"/>
                    <a:pt x="471339" y="189132"/>
                    <a:pt x="471339" y="196847"/>
                  </a:cubicBezTo>
                  <a:lnTo>
                    <a:pt x="471339" y="253072"/>
                  </a:lnTo>
                  <a:cubicBezTo>
                    <a:pt x="471339" y="256935"/>
                    <a:pt x="469956" y="260238"/>
                    <a:pt x="467201" y="262993"/>
                  </a:cubicBezTo>
                  <a:cubicBezTo>
                    <a:pt x="464447" y="265748"/>
                    <a:pt x="461143" y="267131"/>
                    <a:pt x="457280" y="267131"/>
                  </a:cubicBezTo>
                  <a:cubicBezTo>
                    <a:pt x="453154" y="267131"/>
                    <a:pt x="449839" y="265748"/>
                    <a:pt x="447359" y="262993"/>
                  </a:cubicBezTo>
                  <a:cubicBezTo>
                    <a:pt x="444604" y="260238"/>
                    <a:pt x="443233" y="256935"/>
                    <a:pt x="443233" y="253072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090" y="386837"/>
                    <a:pt x="209352" y="382642"/>
                    <a:pt x="201431" y="374264"/>
                  </a:cubicBezTo>
                  <a:cubicBezTo>
                    <a:pt x="193281" y="366114"/>
                    <a:pt x="188412" y="356719"/>
                    <a:pt x="186823" y="346089"/>
                  </a:cubicBezTo>
                  <a:cubicBezTo>
                    <a:pt x="172787" y="345403"/>
                    <a:pt x="160912" y="339860"/>
                    <a:pt x="151173" y="329447"/>
                  </a:cubicBezTo>
                  <a:cubicBezTo>
                    <a:pt x="141663" y="319263"/>
                    <a:pt x="136909" y="306473"/>
                    <a:pt x="136909" y="291076"/>
                  </a:cubicBezTo>
                  <a:cubicBezTo>
                    <a:pt x="136909" y="285864"/>
                    <a:pt x="137594" y="280892"/>
                    <a:pt x="138943" y="276137"/>
                  </a:cubicBezTo>
                  <a:cubicBezTo>
                    <a:pt x="140303" y="271154"/>
                    <a:pt x="142235" y="266513"/>
                    <a:pt x="144727" y="262216"/>
                  </a:cubicBezTo>
                  <a:cubicBezTo>
                    <a:pt x="142235" y="257907"/>
                    <a:pt x="140303" y="253380"/>
                    <a:pt x="138943" y="248625"/>
                  </a:cubicBezTo>
                  <a:cubicBezTo>
                    <a:pt x="137594" y="243870"/>
                    <a:pt x="136909" y="238784"/>
                    <a:pt x="136909" y="233343"/>
                  </a:cubicBezTo>
                  <a:cubicBezTo>
                    <a:pt x="136909" y="219536"/>
                    <a:pt x="141778" y="207649"/>
                    <a:pt x="151516" y="197693"/>
                  </a:cubicBezTo>
                  <a:cubicBezTo>
                    <a:pt x="161026" y="187738"/>
                    <a:pt x="172456" y="181966"/>
                    <a:pt x="185806" y="180377"/>
                  </a:cubicBezTo>
                  <a:cubicBezTo>
                    <a:pt x="186709" y="168833"/>
                    <a:pt x="191350" y="158980"/>
                    <a:pt x="199728" y="150830"/>
                  </a:cubicBezTo>
                  <a:cubicBezTo>
                    <a:pt x="208106" y="142909"/>
                    <a:pt x="218073" y="138943"/>
                    <a:pt x="229617" y="138943"/>
                  </a:cubicBezTo>
                  <a:cubicBezTo>
                    <a:pt x="236635" y="138943"/>
                    <a:pt x="242739" y="140189"/>
                    <a:pt x="247951" y="142681"/>
                  </a:cubicBezTo>
                  <a:cubicBezTo>
                    <a:pt x="253152" y="145172"/>
                    <a:pt x="258135" y="148796"/>
                    <a:pt x="262890" y="153551"/>
                  </a:cubicBezTo>
                  <a:cubicBezTo>
                    <a:pt x="267645" y="148796"/>
                    <a:pt x="272628" y="145172"/>
                    <a:pt x="277829" y="142681"/>
                  </a:cubicBezTo>
                  <a:cubicBezTo>
                    <a:pt x="283041" y="140189"/>
                    <a:pt x="289042" y="138943"/>
                    <a:pt x="295831" y="138943"/>
                  </a:cubicBezTo>
                  <a:cubicBezTo>
                    <a:pt x="307147" y="138943"/>
                    <a:pt x="317000" y="142909"/>
                    <a:pt x="325366" y="150830"/>
                  </a:cubicBezTo>
                  <a:cubicBezTo>
                    <a:pt x="333745" y="158980"/>
                    <a:pt x="338385" y="168833"/>
                    <a:pt x="339288" y="180377"/>
                  </a:cubicBezTo>
                  <a:cubicBezTo>
                    <a:pt x="352878" y="181508"/>
                    <a:pt x="364537" y="187052"/>
                    <a:pt x="374264" y="197019"/>
                  </a:cubicBezTo>
                  <a:cubicBezTo>
                    <a:pt x="384002" y="207203"/>
                    <a:pt x="388871" y="219307"/>
                    <a:pt x="388871" y="233343"/>
                  </a:cubicBezTo>
                  <a:cubicBezTo>
                    <a:pt x="388871" y="239013"/>
                    <a:pt x="388186" y="244213"/>
                    <a:pt x="386837" y="248968"/>
                  </a:cubicBezTo>
                  <a:cubicBezTo>
                    <a:pt x="385248" y="253952"/>
                    <a:pt x="383099" y="258478"/>
                    <a:pt x="380379" y="262547"/>
                  </a:cubicBezTo>
                  <a:cubicBezTo>
                    <a:pt x="382871" y="267302"/>
                    <a:pt x="384791" y="272171"/>
                    <a:pt x="386151" y="277155"/>
                  </a:cubicBezTo>
                  <a:cubicBezTo>
                    <a:pt x="387511" y="282127"/>
                    <a:pt x="388186" y="287110"/>
                    <a:pt x="388186" y="292094"/>
                  </a:cubicBezTo>
                  <a:cubicBezTo>
                    <a:pt x="388186" y="307033"/>
                    <a:pt x="383545" y="319480"/>
                    <a:pt x="374264" y="329447"/>
                  </a:cubicBezTo>
                  <a:cubicBezTo>
                    <a:pt x="364766" y="339174"/>
                    <a:pt x="353107" y="344500"/>
                    <a:pt x="339288" y="345403"/>
                  </a:cubicBezTo>
                  <a:cubicBezTo>
                    <a:pt x="337711" y="356045"/>
                    <a:pt x="332842" y="365669"/>
                    <a:pt x="324692" y="374264"/>
                  </a:cubicBezTo>
                  <a:cubicBezTo>
                    <a:pt x="316314" y="382642"/>
                    <a:pt x="306473" y="386837"/>
                    <a:pt x="295145" y="386837"/>
                  </a:cubicBezTo>
                  <a:cubicBezTo>
                    <a:pt x="288356" y="386837"/>
                    <a:pt x="282470" y="385705"/>
                    <a:pt x="277486" y="383431"/>
                  </a:cubicBezTo>
                  <a:cubicBezTo>
                    <a:pt x="272514" y="381396"/>
                    <a:pt x="267645" y="378116"/>
                    <a:pt x="262890" y="373590"/>
                  </a:cubicBezTo>
                  <a:cubicBezTo>
                    <a:pt x="258135" y="378116"/>
                    <a:pt x="253266" y="381396"/>
                    <a:pt x="248294" y="383431"/>
                  </a:cubicBezTo>
                  <a:cubicBezTo>
                    <a:pt x="243310" y="385705"/>
                    <a:pt x="237424" y="386837"/>
                    <a:pt x="230635" y="386837"/>
                  </a:cubicBezTo>
                  <a:close/>
                  <a:moveTo>
                    <a:pt x="274091" y="181394"/>
                  </a:moveTo>
                  <a:lnTo>
                    <a:pt x="274091" y="345060"/>
                  </a:lnTo>
                  <a:cubicBezTo>
                    <a:pt x="274091" y="350501"/>
                    <a:pt x="276252" y="355027"/>
                    <a:pt x="280549" y="358651"/>
                  </a:cubicBezTo>
                  <a:cubicBezTo>
                    <a:pt x="284618" y="362491"/>
                    <a:pt x="289602" y="364423"/>
                    <a:pt x="295488" y="364423"/>
                  </a:cubicBezTo>
                  <a:cubicBezTo>
                    <a:pt x="301146" y="364423"/>
                    <a:pt x="306015" y="361931"/>
                    <a:pt x="310084" y="356947"/>
                  </a:cubicBezTo>
                  <a:cubicBezTo>
                    <a:pt x="314165" y="351964"/>
                    <a:pt x="316428" y="346878"/>
                    <a:pt x="316885" y="341666"/>
                  </a:cubicBezTo>
                  <a:cubicBezTo>
                    <a:pt x="312130" y="339860"/>
                    <a:pt x="307604" y="337596"/>
                    <a:pt x="303295" y="334876"/>
                  </a:cubicBezTo>
                  <a:cubicBezTo>
                    <a:pt x="299226" y="331939"/>
                    <a:pt x="295717" y="328315"/>
                    <a:pt x="292768" y="324018"/>
                  </a:cubicBezTo>
                  <a:cubicBezTo>
                    <a:pt x="290962" y="321297"/>
                    <a:pt x="290276" y="318463"/>
                    <a:pt x="290733" y="315525"/>
                  </a:cubicBezTo>
                  <a:cubicBezTo>
                    <a:pt x="291191" y="312805"/>
                    <a:pt x="292768" y="310427"/>
                    <a:pt x="295488" y="308393"/>
                  </a:cubicBezTo>
                  <a:cubicBezTo>
                    <a:pt x="298209" y="306358"/>
                    <a:pt x="301032" y="305558"/>
                    <a:pt x="303981" y="306015"/>
                  </a:cubicBezTo>
                  <a:cubicBezTo>
                    <a:pt x="306918" y="306690"/>
                    <a:pt x="309410" y="308393"/>
                    <a:pt x="311445" y="311113"/>
                  </a:cubicBezTo>
                  <a:cubicBezTo>
                    <a:pt x="314165" y="314954"/>
                    <a:pt x="317560" y="317903"/>
                    <a:pt x="321640" y="319937"/>
                  </a:cubicBezTo>
                  <a:cubicBezTo>
                    <a:pt x="325938" y="321972"/>
                    <a:pt x="330578" y="322989"/>
                    <a:pt x="335562" y="322989"/>
                  </a:cubicBezTo>
                  <a:cubicBezTo>
                    <a:pt x="343929" y="322989"/>
                    <a:pt x="351061" y="320166"/>
                    <a:pt x="356947" y="314508"/>
                  </a:cubicBezTo>
                  <a:cubicBezTo>
                    <a:pt x="362834" y="308850"/>
                    <a:pt x="365783" y="301375"/>
                    <a:pt x="365783" y="292094"/>
                  </a:cubicBezTo>
                  <a:cubicBezTo>
                    <a:pt x="365783" y="290059"/>
                    <a:pt x="365554" y="287910"/>
                    <a:pt x="365097" y="285636"/>
                  </a:cubicBezTo>
                  <a:cubicBezTo>
                    <a:pt x="364651" y="283601"/>
                    <a:pt x="364194" y="281452"/>
                    <a:pt x="363737" y="279189"/>
                  </a:cubicBezTo>
                  <a:cubicBezTo>
                    <a:pt x="359896" y="281681"/>
                    <a:pt x="355702" y="283601"/>
                    <a:pt x="351175" y="284961"/>
                  </a:cubicBezTo>
                  <a:cubicBezTo>
                    <a:pt x="346420" y="286322"/>
                    <a:pt x="341666" y="286996"/>
                    <a:pt x="336911" y="286996"/>
                  </a:cubicBezTo>
                  <a:cubicBezTo>
                    <a:pt x="333745" y="286996"/>
                    <a:pt x="331024" y="285979"/>
                    <a:pt x="328761" y="283944"/>
                  </a:cubicBezTo>
                  <a:cubicBezTo>
                    <a:pt x="326727" y="281910"/>
                    <a:pt x="325709" y="279189"/>
                    <a:pt x="325709" y="275794"/>
                  </a:cubicBezTo>
                  <a:cubicBezTo>
                    <a:pt x="325709" y="272628"/>
                    <a:pt x="326727" y="269908"/>
                    <a:pt x="328761" y="267645"/>
                  </a:cubicBezTo>
                  <a:cubicBezTo>
                    <a:pt x="331024" y="265610"/>
                    <a:pt x="333745" y="264593"/>
                    <a:pt x="336911" y="264593"/>
                  </a:cubicBezTo>
                  <a:cubicBezTo>
                    <a:pt x="345060" y="264593"/>
                    <a:pt x="352078" y="261530"/>
                    <a:pt x="357965" y="255415"/>
                  </a:cubicBezTo>
                  <a:cubicBezTo>
                    <a:pt x="363623" y="249311"/>
                    <a:pt x="366457" y="241950"/>
                    <a:pt x="366457" y="233343"/>
                  </a:cubicBezTo>
                  <a:cubicBezTo>
                    <a:pt x="366457" y="225194"/>
                    <a:pt x="363405" y="218073"/>
                    <a:pt x="357290" y="211958"/>
                  </a:cubicBezTo>
                  <a:cubicBezTo>
                    <a:pt x="351175" y="206071"/>
                    <a:pt x="344157" y="202905"/>
                    <a:pt x="336236" y="202448"/>
                  </a:cubicBezTo>
                  <a:cubicBezTo>
                    <a:pt x="333973" y="208335"/>
                    <a:pt x="330693" y="213421"/>
                    <a:pt x="326384" y="217730"/>
                  </a:cubicBezTo>
                  <a:cubicBezTo>
                    <a:pt x="321857" y="222028"/>
                    <a:pt x="316771" y="225308"/>
                    <a:pt x="311113" y="227571"/>
                  </a:cubicBezTo>
                  <a:cubicBezTo>
                    <a:pt x="308164" y="228703"/>
                    <a:pt x="305227" y="228589"/>
                    <a:pt x="302278" y="227240"/>
                  </a:cubicBezTo>
                  <a:cubicBezTo>
                    <a:pt x="299569" y="225880"/>
                    <a:pt x="297637" y="223731"/>
                    <a:pt x="296506" y="220782"/>
                  </a:cubicBezTo>
                  <a:cubicBezTo>
                    <a:pt x="295603" y="217844"/>
                    <a:pt x="295831" y="214895"/>
                    <a:pt x="297191" y="211958"/>
                  </a:cubicBezTo>
                  <a:cubicBezTo>
                    <a:pt x="298540" y="209238"/>
                    <a:pt x="300700" y="207317"/>
                    <a:pt x="303638" y="206186"/>
                  </a:cubicBezTo>
                  <a:cubicBezTo>
                    <a:pt x="307490" y="204826"/>
                    <a:pt x="310656" y="202105"/>
                    <a:pt x="313148" y="198036"/>
                  </a:cubicBezTo>
                  <a:cubicBezTo>
                    <a:pt x="315639" y="193956"/>
                    <a:pt x="316885" y="189429"/>
                    <a:pt x="316885" y="184446"/>
                  </a:cubicBezTo>
                  <a:cubicBezTo>
                    <a:pt x="316885" y="178114"/>
                    <a:pt x="314725" y="172673"/>
                    <a:pt x="310427" y="168147"/>
                  </a:cubicBezTo>
                  <a:cubicBezTo>
                    <a:pt x="306358" y="163620"/>
                    <a:pt x="301375" y="161357"/>
                    <a:pt x="295488" y="161357"/>
                  </a:cubicBezTo>
                  <a:cubicBezTo>
                    <a:pt x="289602" y="161357"/>
                    <a:pt x="284618" y="163392"/>
                    <a:pt x="280549" y="167472"/>
                  </a:cubicBezTo>
                  <a:cubicBezTo>
                    <a:pt x="276252" y="171324"/>
                    <a:pt x="274091" y="175965"/>
                    <a:pt x="274091" y="181394"/>
                  </a:cubicBezTo>
                  <a:close/>
                  <a:moveTo>
                    <a:pt x="251689" y="345060"/>
                  </a:moveTo>
                  <a:lnTo>
                    <a:pt x="251689" y="181394"/>
                  </a:lnTo>
                  <a:cubicBezTo>
                    <a:pt x="251689" y="175965"/>
                    <a:pt x="249643" y="171324"/>
                    <a:pt x="245574" y="167472"/>
                  </a:cubicBezTo>
                  <a:cubicBezTo>
                    <a:pt x="241493" y="163392"/>
                    <a:pt x="236407" y="161357"/>
                    <a:pt x="230292" y="161357"/>
                  </a:cubicBezTo>
                  <a:cubicBezTo>
                    <a:pt x="224405" y="161357"/>
                    <a:pt x="219307" y="163620"/>
                    <a:pt x="215010" y="168147"/>
                  </a:cubicBezTo>
                  <a:cubicBezTo>
                    <a:pt x="210712" y="172673"/>
                    <a:pt x="208563" y="178114"/>
                    <a:pt x="208563" y="184446"/>
                  </a:cubicBezTo>
                  <a:cubicBezTo>
                    <a:pt x="208563" y="189429"/>
                    <a:pt x="209809" y="193956"/>
                    <a:pt x="212289" y="198036"/>
                  </a:cubicBezTo>
                  <a:cubicBezTo>
                    <a:pt x="214564" y="201877"/>
                    <a:pt x="217730" y="204483"/>
                    <a:pt x="221799" y="205843"/>
                  </a:cubicBezTo>
                  <a:cubicBezTo>
                    <a:pt x="224748" y="206974"/>
                    <a:pt x="226897" y="208895"/>
                    <a:pt x="228257" y="211615"/>
                  </a:cubicBezTo>
                  <a:cubicBezTo>
                    <a:pt x="229617" y="214564"/>
                    <a:pt x="229834" y="217387"/>
                    <a:pt x="228931" y="220108"/>
                  </a:cubicBezTo>
                  <a:cubicBezTo>
                    <a:pt x="227571" y="223045"/>
                    <a:pt x="225422" y="225308"/>
                    <a:pt x="222485" y="226897"/>
                  </a:cubicBezTo>
                  <a:cubicBezTo>
                    <a:pt x="219536" y="228257"/>
                    <a:pt x="216599" y="228371"/>
                    <a:pt x="213650" y="227240"/>
                  </a:cubicBezTo>
                  <a:cubicBezTo>
                    <a:pt x="207992" y="225194"/>
                    <a:pt x="203008" y="222028"/>
                    <a:pt x="198711" y="217730"/>
                  </a:cubicBezTo>
                  <a:cubicBezTo>
                    <a:pt x="194641" y="213421"/>
                    <a:pt x="191350" y="208335"/>
                    <a:pt x="188869" y="202448"/>
                  </a:cubicBezTo>
                  <a:cubicBezTo>
                    <a:pt x="181166" y="203351"/>
                    <a:pt x="174376" y="206632"/>
                    <a:pt x="168490" y="212289"/>
                  </a:cubicBezTo>
                  <a:cubicBezTo>
                    <a:pt x="162375" y="218176"/>
                    <a:pt x="159323" y="225194"/>
                    <a:pt x="159323" y="233343"/>
                  </a:cubicBezTo>
                  <a:cubicBezTo>
                    <a:pt x="159323" y="241950"/>
                    <a:pt x="162260" y="249311"/>
                    <a:pt x="168147" y="255415"/>
                  </a:cubicBezTo>
                  <a:cubicBezTo>
                    <a:pt x="173816" y="261530"/>
                    <a:pt x="180720" y="264593"/>
                    <a:pt x="188869" y="264593"/>
                  </a:cubicBezTo>
                  <a:cubicBezTo>
                    <a:pt x="192035" y="264593"/>
                    <a:pt x="194756" y="265610"/>
                    <a:pt x="197019" y="267645"/>
                  </a:cubicBezTo>
                  <a:cubicBezTo>
                    <a:pt x="199053" y="269908"/>
                    <a:pt x="200071" y="272628"/>
                    <a:pt x="200071" y="275794"/>
                  </a:cubicBezTo>
                  <a:cubicBezTo>
                    <a:pt x="200071" y="279189"/>
                    <a:pt x="199053" y="281910"/>
                    <a:pt x="197019" y="283944"/>
                  </a:cubicBezTo>
                  <a:cubicBezTo>
                    <a:pt x="194756" y="285979"/>
                    <a:pt x="192035" y="286996"/>
                    <a:pt x="188869" y="286996"/>
                  </a:cubicBezTo>
                  <a:cubicBezTo>
                    <a:pt x="183886" y="286996"/>
                    <a:pt x="179131" y="286322"/>
                    <a:pt x="174605" y="284961"/>
                  </a:cubicBezTo>
                  <a:cubicBezTo>
                    <a:pt x="169850" y="283601"/>
                    <a:pt x="165552" y="281681"/>
                    <a:pt x="161700" y="279189"/>
                  </a:cubicBezTo>
                  <a:cubicBezTo>
                    <a:pt x="161026" y="280995"/>
                    <a:pt x="160454" y="283041"/>
                    <a:pt x="159997" y="285304"/>
                  </a:cubicBezTo>
                  <a:cubicBezTo>
                    <a:pt x="159551" y="287339"/>
                    <a:pt x="159323" y="289373"/>
                    <a:pt x="159323" y="291419"/>
                  </a:cubicBezTo>
                  <a:cubicBezTo>
                    <a:pt x="159323" y="300918"/>
                    <a:pt x="162260" y="308736"/>
                    <a:pt x="168147" y="314839"/>
                  </a:cubicBezTo>
                  <a:cubicBezTo>
                    <a:pt x="173816" y="320726"/>
                    <a:pt x="180823" y="323675"/>
                    <a:pt x="189201" y="323675"/>
                  </a:cubicBezTo>
                  <a:cubicBezTo>
                    <a:pt x="193956" y="323675"/>
                    <a:pt x="198482" y="322657"/>
                    <a:pt x="202791" y="320612"/>
                  </a:cubicBezTo>
                  <a:cubicBezTo>
                    <a:pt x="207089" y="318348"/>
                    <a:pt x="210598" y="315297"/>
                    <a:pt x="213318" y="311445"/>
                  </a:cubicBezTo>
                  <a:cubicBezTo>
                    <a:pt x="215353" y="308953"/>
                    <a:pt x="217959" y="307490"/>
                    <a:pt x="221125" y="307033"/>
                  </a:cubicBezTo>
                  <a:cubicBezTo>
                    <a:pt x="224062" y="306358"/>
                    <a:pt x="226783" y="307033"/>
                    <a:pt x="229274" y="309067"/>
                  </a:cubicBezTo>
                  <a:cubicBezTo>
                    <a:pt x="231766" y="310885"/>
                    <a:pt x="233343" y="313376"/>
                    <a:pt x="234029" y="316542"/>
                  </a:cubicBezTo>
                  <a:cubicBezTo>
                    <a:pt x="234475" y="319480"/>
                    <a:pt x="233801" y="322200"/>
                    <a:pt x="231995" y="324692"/>
                  </a:cubicBezTo>
                  <a:cubicBezTo>
                    <a:pt x="229046" y="328761"/>
                    <a:pt x="225651" y="332167"/>
                    <a:pt x="221799" y="334876"/>
                  </a:cubicBezTo>
                  <a:cubicBezTo>
                    <a:pt x="217730" y="337825"/>
                    <a:pt x="213421" y="340088"/>
                    <a:pt x="208895" y="341666"/>
                  </a:cubicBezTo>
                  <a:cubicBezTo>
                    <a:pt x="209352" y="346878"/>
                    <a:pt x="211615" y="351964"/>
                    <a:pt x="215696" y="356947"/>
                  </a:cubicBezTo>
                  <a:cubicBezTo>
                    <a:pt x="219765" y="361931"/>
                    <a:pt x="224748" y="364423"/>
                    <a:pt x="230635" y="364423"/>
                  </a:cubicBezTo>
                  <a:cubicBezTo>
                    <a:pt x="236521" y="364423"/>
                    <a:pt x="241493" y="362491"/>
                    <a:pt x="245574" y="358651"/>
                  </a:cubicBezTo>
                  <a:cubicBezTo>
                    <a:pt x="249643" y="355027"/>
                    <a:pt x="251689" y="350501"/>
                    <a:pt x="251689" y="345060"/>
                  </a:cubicBezTo>
                  <a:close/>
                  <a:moveTo>
                    <a:pt x="262890" y="26356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031"/>
                  </a:moveTo>
                  <a:lnTo>
                    <a:pt x="173827" y="214313"/>
                  </a:lnTo>
                  <a:cubicBezTo>
                    <a:pt x="170970" y="211135"/>
                    <a:pt x="167324" y="209546"/>
                    <a:pt x="162877" y="209546"/>
                  </a:cubicBezTo>
                  <a:cubicBezTo>
                    <a:pt x="158751" y="209546"/>
                    <a:pt x="154945" y="210975"/>
                    <a:pt x="151448" y="213832"/>
                  </a:cubicBezTo>
                  <a:cubicBezTo>
                    <a:pt x="148270" y="217010"/>
                    <a:pt x="146681" y="220816"/>
                    <a:pt x="146681" y="225262"/>
                  </a:cubicBezTo>
                  <a:cubicBezTo>
                    <a:pt x="146681" y="229389"/>
                    <a:pt x="148270" y="233206"/>
                    <a:pt x="151448" y="236692"/>
                  </a:cubicBezTo>
                  <a:lnTo>
                    <a:pt x="196687" y="281464"/>
                  </a:lnTo>
                  <a:cubicBezTo>
                    <a:pt x="199865" y="284641"/>
                    <a:pt x="203671" y="286230"/>
                    <a:pt x="208117" y="286230"/>
                  </a:cubicBezTo>
                  <a:cubicBezTo>
                    <a:pt x="212564" y="286230"/>
                    <a:pt x="216381" y="284641"/>
                    <a:pt x="219547" y="281464"/>
                  </a:cubicBezTo>
                  <a:lnTo>
                    <a:pt x="305753" y="195739"/>
                  </a:lnTo>
                  <a:cubicBezTo>
                    <a:pt x="308610" y="192881"/>
                    <a:pt x="310039" y="189235"/>
                    <a:pt x="310039" y="184789"/>
                  </a:cubicBezTo>
                  <a:cubicBezTo>
                    <a:pt x="310039" y="180343"/>
                    <a:pt x="308450" y="176685"/>
                    <a:pt x="305272" y="173827"/>
                  </a:cubicBezTo>
                  <a:cubicBezTo>
                    <a:pt x="302106" y="171290"/>
                    <a:pt x="298449" y="170021"/>
                    <a:pt x="294323" y="170021"/>
                  </a:cubicBezTo>
                  <a:cubicBezTo>
                    <a:pt x="290196" y="170341"/>
                    <a:pt x="286859" y="171770"/>
                    <a:pt x="284321" y="174308"/>
                  </a:cubicBezTo>
                  <a:lnTo>
                    <a:pt x="208117" y="250031"/>
                  </a:lnTo>
                  <a:close/>
                  <a:moveTo>
                    <a:pt x="156214" y="419572"/>
                  </a:moveTo>
                  <a:lnTo>
                    <a:pt x="126679" y="369098"/>
                  </a:lnTo>
                  <a:lnTo>
                    <a:pt x="68100" y="357188"/>
                  </a:lnTo>
                  <a:cubicBezTo>
                    <a:pt x="63974" y="356547"/>
                    <a:pt x="60648" y="354490"/>
                    <a:pt x="58099" y="350992"/>
                  </a:cubicBezTo>
                  <a:cubicBezTo>
                    <a:pt x="55561" y="347506"/>
                    <a:pt x="54613" y="343689"/>
                    <a:pt x="55241" y="339562"/>
                  </a:cubicBezTo>
                  <a:lnTo>
                    <a:pt x="61916" y="282893"/>
                  </a:lnTo>
                  <a:lnTo>
                    <a:pt x="24289" y="239550"/>
                  </a:lnTo>
                  <a:cubicBezTo>
                    <a:pt x="21751" y="236384"/>
                    <a:pt x="20483" y="232726"/>
                    <a:pt x="20483" y="228600"/>
                  </a:cubicBezTo>
                  <a:cubicBezTo>
                    <a:pt x="20483" y="224474"/>
                    <a:pt x="21751" y="220816"/>
                    <a:pt x="24289" y="217650"/>
                  </a:cubicBezTo>
                  <a:lnTo>
                    <a:pt x="61916" y="174788"/>
                  </a:lnTo>
                  <a:lnTo>
                    <a:pt x="55241" y="118106"/>
                  </a:lnTo>
                  <a:cubicBezTo>
                    <a:pt x="54613" y="113980"/>
                    <a:pt x="55561" y="110174"/>
                    <a:pt x="58099" y="106676"/>
                  </a:cubicBezTo>
                  <a:cubicBezTo>
                    <a:pt x="60648" y="103190"/>
                    <a:pt x="63974" y="100961"/>
                    <a:pt x="68100" y="100013"/>
                  </a:cubicBezTo>
                  <a:lnTo>
                    <a:pt x="126679" y="88583"/>
                  </a:lnTo>
                  <a:lnTo>
                    <a:pt x="156214" y="37628"/>
                  </a:lnTo>
                  <a:cubicBezTo>
                    <a:pt x="158111" y="34130"/>
                    <a:pt x="161129" y="31753"/>
                    <a:pt x="165255" y="30484"/>
                  </a:cubicBezTo>
                  <a:cubicBezTo>
                    <a:pt x="169381" y="28895"/>
                    <a:pt x="173359" y="29055"/>
                    <a:pt x="177165" y="30952"/>
                  </a:cubicBezTo>
                  <a:lnTo>
                    <a:pt x="228600" y="54773"/>
                  </a:lnTo>
                  <a:lnTo>
                    <a:pt x="280035" y="30952"/>
                  </a:lnTo>
                  <a:cubicBezTo>
                    <a:pt x="283841" y="29055"/>
                    <a:pt x="287819" y="28735"/>
                    <a:pt x="291945" y="30004"/>
                  </a:cubicBezTo>
                  <a:cubicBezTo>
                    <a:pt x="296071" y="31272"/>
                    <a:pt x="299089" y="33650"/>
                    <a:pt x="300986" y="37148"/>
                  </a:cubicBezTo>
                  <a:lnTo>
                    <a:pt x="330990" y="88583"/>
                  </a:lnTo>
                  <a:lnTo>
                    <a:pt x="389100" y="100013"/>
                  </a:lnTo>
                  <a:cubicBezTo>
                    <a:pt x="393226" y="100961"/>
                    <a:pt x="396552" y="103190"/>
                    <a:pt x="399101" y="106676"/>
                  </a:cubicBezTo>
                  <a:cubicBezTo>
                    <a:pt x="401639" y="110174"/>
                    <a:pt x="402587" y="113980"/>
                    <a:pt x="401959" y="118106"/>
                  </a:cubicBezTo>
                  <a:lnTo>
                    <a:pt x="395284" y="174788"/>
                  </a:lnTo>
                  <a:lnTo>
                    <a:pt x="432911" y="217650"/>
                  </a:lnTo>
                  <a:cubicBezTo>
                    <a:pt x="435449" y="220816"/>
                    <a:pt x="436717" y="224474"/>
                    <a:pt x="436717" y="228600"/>
                  </a:cubicBezTo>
                  <a:cubicBezTo>
                    <a:pt x="436717" y="232726"/>
                    <a:pt x="435449" y="236384"/>
                    <a:pt x="432911" y="239550"/>
                  </a:cubicBezTo>
                  <a:lnTo>
                    <a:pt x="395284" y="282893"/>
                  </a:lnTo>
                  <a:lnTo>
                    <a:pt x="401959" y="339562"/>
                  </a:lnTo>
                  <a:cubicBezTo>
                    <a:pt x="402587" y="343689"/>
                    <a:pt x="401639" y="347506"/>
                    <a:pt x="399101" y="350992"/>
                  </a:cubicBezTo>
                  <a:cubicBezTo>
                    <a:pt x="396552" y="354490"/>
                    <a:pt x="393226" y="356547"/>
                    <a:pt x="389100" y="357188"/>
                  </a:cubicBezTo>
                  <a:lnTo>
                    <a:pt x="330990" y="369098"/>
                  </a:lnTo>
                  <a:lnTo>
                    <a:pt x="300986" y="420053"/>
                  </a:lnTo>
                  <a:cubicBezTo>
                    <a:pt x="299089" y="423550"/>
                    <a:pt x="296071" y="425928"/>
                    <a:pt x="291945" y="427196"/>
                  </a:cubicBezTo>
                  <a:cubicBezTo>
                    <a:pt x="287819" y="428465"/>
                    <a:pt x="283841" y="428145"/>
                    <a:pt x="280035" y="426248"/>
                  </a:cubicBezTo>
                  <a:lnTo>
                    <a:pt x="228600" y="402427"/>
                  </a:lnTo>
                  <a:lnTo>
                    <a:pt x="177165" y="426248"/>
                  </a:lnTo>
                  <a:cubicBezTo>
                    <a:pt x="173359" y="428145"/>
                    <a:pt x="169381" y="428305"/>
                    <a:pt x="165255" y="426716"/>
                  </a:cubicBezTo>
                  <a:cubicBezTo>
                    <a:pt x="161129" y="425447"/>
                    <a:pt x="158111" y="423070"/>
                    <a:pt x="156214" y="419572"/>
                  </a:cubicBezTo>
                  <a:close/>
                  <a:moveTo>
                    <a:pt x="178114" y="389569"/>
                  </a:moveTo>
                  <a:lnTo>
                    <a:pt x="228600" y="368137"/>
                  </a:lnTo>
                  <a:lnTo>
                    <a:pt x="280515" y="389569"/>
                  </a:lnTo>
                  <a:lnTo>
                    <a:pt x="312416" y="342420"/>
                  </a:lnTo>
                  <a:lnTo>
                    <a:pt x="367669" y="328132"/>
                  </a:lnTo>
                  <a:lnTo>
                    <a:pt x="361954" y="271943"/>
                  </a:lnTo>
                  <a:lnTo>
                    <a:pt x="400050" y="228600"/>
                  </a:lnTo>
                  <a:lnTo>
                    <a:pt x="361954" y="184309"/>
                  </a:lnTo>
                  <a:lnTo>
                    <a:pt x="367669" y="128107"/>
                  </a:lnTo>
                  <a:lnTo>
                    <a:pt x="312416" y="114780"/>
                  </a:lnTo>
                  <a:lnTo>
                    <a:pt x="279555" y="67631"/>
                  </a:lnTo>
                  <a:lnTo>
                    <a:pt x="228600" y="89063"/>
                  </a:lnTo>
                  <a:lnTo>
                    <a:pt x="176685" y="67631"/>
                  </a:lnTo>
                  <a:lnTo>
                    <a:pt x="145252" y="114780"/>
                  </a:lnTo>
                  <a:lnTo>
                    <a:pt x="90011" y="128107"/>
                  </a:lnTo>
                  <a:lnTo>
                    <a:pt x="95246" y="184309"/>
                  </a:lnTo>
                  <a:lnTo>
                    <a:pt x="57150" y="228600"/>
                  </a:lnTo>
                  <a:lnTo>
                    <a:pt x="95246" y="271943"/>
                  </a:lnTo>
                  <a:lnTo>
                    <a:pt x="90011" y="329093"/>
                  </a:lnTo>
                  <a:lnTo>
                    <a:pt x="144784" y="342420"/>
                  </a:lnTo>
                  <a:lnTo>
                    <a:pt x="178114" y="389569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73"/>
                  </a:moveTo>
                  <a:cubicBezTo>
                    <a:pt x="269542" y="257198"/>
                    <a:pt x="272571" y="249723"/>
                    <a:pt x="272571" y="241070"/>
                  </a:cubicBezTo>
                  <a:cubicBezTo>
                    <a:pt x="272571" y="232189"/>
                    <a:pt x="269542" y="224611"/>
                    <a:pt x="263473" y="218336"/>
                  </a:cubicBezTo>
                  <a:cubicBezTo>
                    <a:pt x="257415" y="212267"/>
                    <a:pt x="249940" y="209238"/>
                    <a:pt x="241070" y="209238"/>
                  </a:cubicBezTo>
                  <a:cubicBezTo>
                    <a:pt x="232189" y="209238"/>
                    <a:pt x="224611" y="212267"/>
                    <a:pt x="218336" y="218336"/>
                  </a:cubicBezTo>
                  <a:cubicBezTo>
                    <a:pt x="212267" y="224394"/>
                    <a:pt x="209238" y="231869"/>
                    <a:pt x="209238" y="240739"/>
                  </a:cubicBezTo>
                  <a:cubicBezTo>
                    <a:pt x="209238" y="249620"/>
                    <a:pt x="212267" y="257198"/>
                    <a:pt x="218336" y="263473"/>
                  </a:cubicBezTo>
                  <a:cubicBezTo>
                    <a:pt x="224611" y="269542"/>
                    <a:pt x="232189" y="272571"/>
                    <a:pt x="241070" y="272571"/>
                  </a:cubicBezTo>
                  <a:cubicBezTo>
                    <a:pt x="249940" y="272571"/>
                    <a:pt x="257415" y="269542"/>
                    <a:pt x="263473" y="263473"/>
                  </a:cubicBezTo>
                  <a:close/>
                  <a:moveTo>
                    <a:pt x="241070" y="293682"/>
                  </a:moveTo>
                  <a:cubicBezTo>
                    <a:pt x="226337" y="293682"/>
                    <a:pt x="213890" y="288493"/>
                    <a:pt x="203717" y="278092"/>
                  </a:cubicBezTo>
                  <a:cubicBezTo>
                    <a:pt x="193316" y="267919"/>
                    <a:pt x="188126" y="255461"/>
                    <a:pt x="188126" y="240739"/>
                  </a:cubicBezTo>
                  <a:cubicBezTo>
                    <a:pt x="188126" y="226234"/>
                    <a:pt x="193316" y="213890"/>
                    <a:pt x="203717" y="203717"/>
                  </a:cubicBezTo>
                  <a:cubicBezTo>
                    <a:pt x="214107" y="193316"/>
                    <a:pt x="226554" y="188126"/>
                    <a:pt x="241070" y="188126"/>
                  </a:cubicBezTo>
                  <a:cubicBezTo>
                    <a:pt x="255575" y="188126"/>
                    <a:pt x="267919" y="193316"/>
                    <a:pt x="278092" y="203717"/>
                  </a:cubicBezTo>
                  <a:cubicBezTo>
                    <a:pt x="288493" y="213890"/>
                    <a:pt x="293682" y="226337"/>
                    <a:pt x="293682" y="241070"/>
                  </a:cubicBezTo>
                  <a:cubicBezTo>
                    <a:pt x="293682" y="245619"/>
                    <a:pt x="292928" y="250374"/>
                    <a:pt x="291408" y="255358"/>
                  </a:cubicBezTo>
                  <a:cubicBezTo>
                    <a:pt x="289682" y="260124"/>
                    <a:pt x="287407" y="264993"/>
                    <a:pt x="284596" y="269977"/>
                  </a:cubicBezTo>
                  <a:lnTo>
                    <a:pt x="310896" y="296288"/>
                  </a:lnTo>
                  <a:cubicBezTo>
                    <a:pt x="313068" y="298449"/>
                    <a:pt x="314039" y="300940"/>
                    <a:pt x="313822" y="303752"/>
                  </a:cubicBezTo>
                  <a:cubicBezTo>
                    <a:pt x="313822" y="306564"/>
                    <a:pt x="312736" y="308953"/>
                    <a:pt x="310576" y="310896"/>
                  </a:cubicBezTo>
                  <a:cubicBezTo>
                    <a:pt x="308621" y="313068"/>
                    <a:pt x="306244" y="314142"/>
                    <a:pt x="303432" y="314142"/>
                  </a:cubicBezTo>
                  <a:cubicBezTo>
                    <a:pt x="300392" y="314142"/>
                    <a:pt x="297912" y="313068"/>
                    <a:pt x="295957" y="310896"/>
                  </a:cubicBezTo>
                  <a:lnTo>
                    <a:pt x="269645" y="284916"/>
                  </a:lnTo>
                  <a:cubicBezTo>
                    <a:pt x="264890" y="287727"/>
                    <a:pt x="260124" y="289899"/>
                    <a:pt x="255358" y="291408"/>
                  </a:cubicBezTo>
                  <a:cubicBezTo>
                    <a:pt x="250591" y="292928"/>
                    <a:pt x="245825" y="293682"/>
                    <a:pt x="241070" y="293682"/>
                  </a:cubicBezTo>
                  <a:close/>
                  <a:moveTo>
                    <a:pt x="154671" y="370343"/>
                  </a:moveTo>
                  <a:cubicBezTo>
                    <a:pt x="148819" y="370343"/>
                    <a:pt x="143629" y="368172"/>
                    <a:pt x="139080" y="363840"/>
                  </a:cubicBezTo>
                  <a:cubicBezTo>
                    <a:pt x="134748" y="359291"/>
                    <a:pt x="132588" y="354101"/>
                    <a:pt x="132588" y="348249"/>
                  </a:cubicBezTo>
                  <a:lnTo>
                    <a:pt x="132588" y="304084"/>
                  </a:lnTo>
                  <a:cubicBezTo>
                    <a:pt x="132588" y="301043"/>
                    <a:pt x="133662" y="298449"/>
                    <a:pt x="135834" y="296288"/>
                  </a:cubicBezTo>
                  <a:cubicBezTo>
                    <a:pt x="137994" y="294117"/>
                    <a:pt x="140589" y="293031"/>
                    <a:pt x="143629" y="293031"/>
                  </a:cubicBezTo>
                  <a:cubicBezTo>
                    <a:pt x="146876" y="293031"/>
                    <a:pt x="149470" y="294117"/>
                    <a:pt x="151425" y="296288"/>
                  </a:cubicBezTo>
                  <a:cubicBezTo>
                    <a:pt x="153585" y="298449"/>
                    <a:pt x="154671" y="301043"/>
                    <a:pt x="154671" y="304084"/>
                  </a:cubicBezTo>
                  <a:lnTo>
                    <a:pt x="154671" y="348249"/>
                  </a:lnTo>
                  <a:lnTo>
                    <a:pt x="198848" y="348249"/>
                  </a:lnTo>
                  <a:cubicBezTo>
                    <a:pt x="201877" y="348249"/>
                    <a:pt x="204471" y="349335"/>
                    <a:pt x="206643" y="351495"/>
                  </a:cubicBezTo>
                  <a:cubicBezTo>
                    <a:pt x="208803" y="353667"/>
                    <a:pt x="209889" y="356262"/>
                    <a:pt x="209889" y="359291"/>
                  </a:cubicBezTo>
                  <a:cubicBezTo>
                    <a:pt x="209889" y="362548"/>
                    <a:pt x="208803" y="365143"/>
                    <a:pt x="206643" y="367086"/>
                  </a:cubicBezTo>
                  <a:cubicBezTo>
                    <a:pt x="204471" y="369258"/>
                    <a:pt x="201877" y="370343"/>
                    <a:pt x="198848" y="370343"/>
                  </a:cubicBezTo>
                  <a:lnTo>
                    <a:pt x="154671" y="370343"/>
                  </a:lnTo>
                  <a:close/>
                  <a:moveTo>
                    <a:pt x="348249" y="370343"/>
                  </a:moveTo>
                  <a:lnTo>
                    <a:pt x="304084" y="370343"/>
                  </a:lnTo>
                  <a:cubicBezTo>
                    <a:pt x="301043" y="370343"/>
                    <a:pt x="298449" y="369258"/>
                    <a:pt x="296288" y="367086"/>
                  </a:cubicBezTo>
                  <a:cubicBezTo>
                    <a:pt x="294117" y="364926"/>
                    <a:pt x="293031" y="362331"/>
                    <a:pt x="293031" y="359291"/>
                  </a:cubicBezTo>
                  <a:cubicBezTo>
                    <a:pt x="293031" y="356045"/>
                    <a:pt x="294117" y="353450"/>
                    <a:pt x="296288" y="351495"/>
                  </a:cubicBezTo>
                  <a:cubicBezTo>
                    <a:pt x="298449" y="349335"/>
                    <a:pt x="301043" y="348249"/>
                    <a:pt x="304084" y="348249"/>
                  </a:cubicBezTo>
                  <a:lnTo>
                    <a:pt x="348249" y="348249"/>
                  </a:lnTo>
                  <a:lnTo>
                    <a:pt x="348249" y="304084"/>
                  </a:lnTo>
                  <a:cubicBezTo>
                    <a:pt x="348249" y="301043"/>
                    <a:pt x="349335" y="298449"/>
                    <a:pt x="351495" y="296288"/>
                  </a:cubicBezTo>
                  <a:cubicBezTo>
                    <a:pt x="353667" y="294117"/>
                    <a:pt x="356262" y="293031"/>
                    <a:pt x="359291" y="293031"/>
                  </a:cubicBezTo>
                  <a:cubicBezTo>
                    <a:pt x="362548" y="293031"/>
                    <a:pt x="365143" y="294117"/>
                    <a:pt x="367086" y="296288"/>
                  </a:cubicBezTo>
                  <a:cubicBezTo>
                    <a:pt x="369258" y="298449"/>
                    <a:pt x="370343" y="301043"/>
                    <a:pt x="370343" y="304084"/>
                  </a:cubicBezTo>
                  <a:lnTo>
                    <a:pt x="370343" y="348249"/>
                  </a:lnTo>
                  <a:cubicBezTo>
                    <a:pt x="370343" y="354101"/>
                    <a:pt x="368172" y="359291"/>
                    <a:pt x="363840" y="363840"/>
                  </a:cubicBezTo>
                  <a:cubicBezTo>
                    <a:pt x="359508" y="368172"/>
                    <a:pt x="354319" y="370343"/>
                    <a:pt x="348249" y="370343"/>
                  </a:cubicBezTo>
                  <a:close/>
                  <a:moveTo>
                    <a:pt x="132588" y="198848"/>
                  </a:moveTo>
                  <a:lnTo>
                    <a:pt x="132588" y="154671"/>
                  </a:lnTo>
                  <a:cubicBezTo>
                    <a:pt x="132588" y="148601"/>
                    <a:pt x="134748" y="143412"/>
                    <a:pt x="139080" y="139080"/>
                  </a:cubicBezTo>
                  <a:cubicBezTo>
                    <a:pt x="143629" y="134748"/>
                    <a:pt x="148819" y="132588"/>
                    <a:pt x="154671" y="132588"/>
                  </a:cubicBezTo>
                  <a:lnTo>
                    <a:pt x="198848" y="132588"/>
                  </a:lnTo>
                  <a:cubicBezTo>
                    <a:pt x="201877" y="132588"/>
                    <a:pt x="204471" y="133662"/>
                    <a:pt x="206643" y="135834"/>
                  </a:cubicBezTo>
                  <a:cubicBezTo>
                    <a:pt x="208803" y="137994"/>
                    <a:pt x="209889" y="140589"/>
                    <a:pt x="209889" y="143629"/>
                  </a:cubicBezTo>
                  <a:cubicBezTo>
                    <a:pt x="209889" y="146876"/>
                    <a:pt x="208803" y="149470"/>
                    <a:pt x="206643" y="151425"/>
                  </a:cubicBezTo>
                  <a:cubicBezTo>
                    <a:pt x="204471" y="153585"/>
                    <a:pt x="201877" y="154671"/>
                    <a:pt x="198848" y="154671"/>
                  </a:cubicBezTo>
                  <a:lnTo>
                    <a:pt x="154671" y="154671"/>
                  </a:lnTo>
                  <a:lnTo>
                    <a:pt x="154671" y="198848"/>
                  </a:lnTo>
                  <a:cubicBezTo>
                    <a:pt x="154671" y="201877"/>
                    <a:pt x="153585" y="204471"/>
                    <a:pt x="151425" y="206643"/>
                  </a:cubicBezTo>
                  <a:cubicBezTo>
                    <a:pt x="149253" y="208803"/>
                    <a:pt x="146658" y="209889"/>
                    <a:pt x="143629" y="209889"/>
                  </a:cubicBezTo>
                  <a:cubicBezTo>
                    <a:pt x="140383" y="209889"/>
                    <a:pt x="137777" y="208803"/>
                    <a:pt x="135834" y="206643"/>
                  </a:cubicBezTo>
                  <a:cubicBezTo>
                    <a:pt x="133662" y="204471"/>
                    <a:pt x="132588" y="201877"/>
                    <a:pt x="132588" y="198848"/>
                  </a:cubicBezTo>
                  <a:close/>
                  <a:moveTo>
                    <a:pt x="348249" y="198848"/>
                  </a:moveTo>
                  <a:lnTo>
                    <a:pt x="348249" y="154671"/>
                  </a:lnTo>
                  <a:lnTo>
                    <a:pt x="304084" y="154671"/>
                  </a:lnTo>
                  <a:cubicBezTo>
                    <a:pt x="301043" y="154671"/>
                    <a:pt x="298449" y="153585"/>
                    <a:pt x="296288" y="151425"/>
                  </a:cubicBezTo>
                  <a:cubicBezTo>
                    <a:pt x="294117" y="149253"/>
                    <a:pt x="293031" y="146658"/>
                    <a:pt x="293031" y="143629"/>
                  </a:cubicBezTo>
                  <a:cubicBezTo>
                    <a:pt x="293031" y="140383"/>
                    <a:pt x="294117" y="137777"/>
                    <a:pt x="296288" y="135834"/>
                  </a:cubicBezTo>
                  <a:cubicBezTo>
                    <a:pt x="298449" y="133662"/>
                    <a:pt x="301043" y="132588"/>
                    <a:pt x="304084" y="132588"/>
                  </a:cubicBezTo>
                  <a:lnTo>
                    <a:pt x="348249" y="132588"/>
                  </a:lnTo>
                  <a:cubicBezTo>
                    <a:pt x="354319" y="132588"/>
                    <a:pt x="359508" y="134748"/>
                    <a:pt x="363840" y="139080"/>
                  </a:cubicBezTo>
                  <a:cubicBezTo>
                    <a:pt x="368172" y="143412"/>
                    <a:pt x="370343" y="148601"/>
                    <a:pt x="370343" y="154671"/>
                  </a:cubicBezTo>
                  <a:lnTo>
                    <a:pt x="370343" y="198848"/>
                  </a:lnTo>
                  <a:cubicBezTo>
                    <a:pt x="370343" y="201877"/>
                    <a:pt x="369258" y="204471"/>
                    <a:pt x="367086" y="206643"/>
                  </a:cubicBezTo>
                  <a:cubicBezTo>
                    <a:pt x="364926" y="208803"/>
                    <a:pt x="362331" y="209889"/>
                    <a:pt x="359291" y="209889"/>
                  </a:cubicBezTo>
                  <a:cubicBezTo>
                    <a:pt x="356045" y="209889"/>
                    <a:pt x="353450" y="208803"/>
                    <a:pt x="351495" y="206643"/>
                  </a:cubicBezTo>
                  <a:cubicBezTo>
                    <a:pt x="349335" y="204471"/>
                    <a:pt x="348249" y="201877"/>
                    <a:pt x="348249" y="19884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558" y="288493"/>
                  </a:moveTo>
                  <a:cubicBezTo>
                    <a:pt x="188126" y="288493"/>
                    <a:pt x="169827" y="281018"/>
                    <a:pt x="154671" y="266079"/>
                  </a:cubicBezTo>
                  <a:cubicBezTo>
                    <a:pt x="139732" y="250923"/>
                    <a:pt x="132257" y="232726"/>
                    <a:pt x="132257" y="211512"/>
                  </a:cubicBezTo>
                  <a:cubicBezTo>
                    <a:pt x="132257" y="207180"/>
                    <a:pt x="132588" y="203065"/>
                    <a:pt x="133228" y="199168"/>
                  </a:cubicBezTo>
                  <a:cubicBezTo>
                    <a:pt x="133880" y="195487"/>
                    <a:pt x="135068" y="191475"/>
                    <a:pt x="136806" y="187155"/>
                  </a:cubicBezTo>
                  <a:cubicBezTo>
                    <a:pt x="137457" y="185417"/>
                    <a:pt x="138532" y="184012"/>
                    <a:pt x="140052" y="182926"/>
                  </a:cubicBezTo>
                  <a:cubicBezTo>
                    <a:pt x="141355" y="182057"/>
                    <a:pt x="142761" y="181406"/>
                    <a:pt x="144281" y="180983"/>
                  </a:cubicBezTo>
                  <a:cubicBezTo>
                    <a:pt x="146007" y="180548"/>
                    <a:pt x="147744" y="180548"/>
                    <a:pt x="149470" y="180983"/>
                  </a:cubicBezTo>
                  <a:cubicBezTo>
                    <a:pt x="150990" y="181406"/>
                    <a:pt x="152499" y="182274"/>
                    <a:pt x="154019" y="183577"/>
                  </a:cubicBezTo>
                  <a:lnTo>
                    <a:pt x="190401" y="219959"/>
                  </a:lnTo>
                  <a:lnTo>
                    <a:pt x="220279" y="192024"/>
                  </a:lnTo>
                  <a:lnTo>
                    <a:pt x="182274" y="154019"/>
                  </a:lnTo>
                  <a:cubicBezTo>
                    <a:pt x="180765" y="152716"/>
                    <a:pt x="179782" y="151207"/>
                    <a:pt x="179360" y="149470"/>
                  </a:cubicBezTo>
                  <a:cubicBezTo>
                    <a:pt x="178925" y="147961"/>
                    <a:pt x="178925" y="146327"/>
                    <a:pt x="179360" y="144601"/>
                  </a:cubicBezTo>
                  <a:cubicBezTo>
                    <a:pt x="179782" y="143081"/>
                    <a:pt x="180548" y="141675"/>
                    <a:pt x="181623" y="140383"/>
                  </a:cubicBezTo>
                  <a:cubicBezTo>
                    <a:pt x="182491" y="139080"/>
                    <a:pt x="183897" y="137994"/>
                    <a:pt x="185852" y="137126"/>
                  </a:cubicBezTo>
                  <a:cubicBezTo>
                    <a:pt x="189967" y="135617"/>
                    <a:pt x="193864" y="134428"/>
                    <a:pt x="197545" y="133560"/>
                  </a:cubicBezTo>
                  <a:cubicBezTo>
                    <a:pt x="201225" y="132691"/>
                    <a:pt x="205226" y="132257"/>
                    <a:pt x="209558" y="132257"/>
                  </a:cubicBezTo>
                  <a:cubicBezTo>
                    <a:pt x="231652" y="132257"/>
                    <a:pt x="250374" y="139949"/>
                    <a:pt x="265748" y="155322"/>
                  </a:cubicBezTo>
                  <a:cubicBezTo>
                    <a:pt x="281121" y="170696"/>
                    <a:pt x="288813" y="189418"/>
                    <a:pt x="288813" y="211512"/>
                  </a:cubicBezTo>
                  <a:cubicBezTo>
                    <a:pt x="288813" y="216484"/>
                    <a:pt x="288276" y="221468"/>
                    <a:pt x="287190" y="226451"/>
                  </a:cubicBezTo>
                  <a:cubicBezTo>
                    <a:pt x="286104" y="231217"/>
                    <a:pt x="284801" y="236087"/>
                    <a:pt x="283293" y="241070"/>
                  </a:cubicBezTo>
                  <a:lnTo>
                    <a:pt x="356045" y="313822"/>
                  </a:lnTo>
                  <a:cubicBezTo>
                    <a:pt x="362114" y="319880"/>
                    <a:pt x="365143" y="327252"/>
                    <a:pt x="365143" y="335905"/>
                  </a:cubicBezTo>
                  <a:cubicBezTo>
                    <a:pt x="364926" y="344352"/>
                    <a:pt x="361679" y="351610"/>
                    <a:pt x="355393" y="357668"/>
                  </a:cubicBezTo>
                  <a:cubicBezTo>
                    <a:pt x="349335" y="363303"/>
                    <a:pt x="342191" y="366011"/>
                    <a:pt x="333962" y="365794"/>
                  </a:cubicBezTo>
                  <a:cubicBezTo>
                    <a:pt x="325732" y="365794"/>
                    <a:pt x="318691" y="362754"/>
                    <a:pt x="312851" y="356696"/>
                  </a:cubicBezTo>
                  <a:lnTo>
                    <a:pt x="239447" y="282961"/>
                  </a:lnTo>
                  <a:cubicBezTo>
                    <a:pt x="234464" y="284698"/>
                    <a:pt x="229594" y="286001"/>
                    <a:pt x="224828" y="286859"/>
                  </a:cubicBezTo>
                  <a:cubicBezTo>
                    <a:pt x="220062" y="287945"/>
                    <a:pt x="214975" y="288493"/>
                    <a:pt x="209558" y="288493"/>
                  </a:cubicBezTo>
                  <a:close/>
                  <a:moveTo>
                    <a:pt x="209558" y="267371"/>
                  </a:moveTo>
                  <a:cubicBezTo>
                    <a:pt x="214975" y="267371"/>
                    <a:pt x="220713" y="266513"/>
                    <a:pt x="226771" y="264776"/>
                  </a:cubicBezTo>
                  <a:cubicBezTo>
                    <a:pt x="232841" y="263050"/>
                    <a:pt x="238144" y="260444"/>
                    <a:pt x="242693" y="256981"/>
                  </a:cubicBezTo>
                  <a:lnTo>
                    <a:pt x="328110" y="342077"/>
                  </a:lnTo>
                  <a:cubicBezTo>
                    <a:pt x="329847" y="343814"/>
                    <a:pt x="332007" y="344683"/>
                    <a:pt x="334613" y="344683"/>
                  </a:cubicBezTo>
                  <a:cubicBezTo>
                    <a:pt x="337208" y="344683"/>
                    <a:pt x="339368" y="343814"/>
                    <a:pt x="341105" y="342077"/>
                  </a:cubicBezTo>
                  <a:cubicBezTo>
                    <a:pt x="342843" y="340351"/>
                    <a:pt x="343700" y="338179"/>
                    <a:pt x="343700" y="335585"/>
                  </a:cubicBezTo>
                  <a:cubicBezTo>
                    <a:pt x="343700" y="332990"/>
                    <a:pt x="342843" y="330818"/>
                    <a:pt x="341105" y="329093"/>
                  </a:cubicBezTo>
                  <a:lnTo>
                    <a:pt x="256981" y="245288"/>
                  </a:lnTo>
                  <a:cubicBezTo>
                    <a:pt x="260444" y="240739"/>
                    <a:pt x="263050" y="235332"/>
                    <a:pt x="264776" y="229046"/>
                  </a:cubicBezTo>
                  <a:cubicBezTo>
                    <a:pt x="266513" y="222988"/>
                    <a:pt x="267371" y="217136"/>
                    <a:pt x="267371" y="211512"/>
                  </a:cubicBezTo>
                  <a:cubicBezTo>
                    <a:pt x="267371" y="195270"/>
                    <a:pt x="261416" y="181520"/>
                    <a:pt x="249517" y="170261"/>
                  </a:cubicBezTo>
                  <a:cubicBezTo>
                    <a:pt x="237390" y="159003"/>
                    <a:pt x="223639" y="153265"/>
                    <a:pt x="208266" y="153048"/>
                  </a:cubicBezTo>
                  <a:lnTo>
                    <a:pt x="240419" y="185520"/>
                  </a:lnTo>
                  <a:cubicBezTo>
                    <a:pt x="242579" y="187909"/>
                    <a:pt x="243665" y="190618"/>
                    <a:pt x="243665" y="193647"/>
                  </a:cubicBezTo>
                  <a:cubicBezTo>
                    <a:pt x="243448" y="196676"/>
                    <a:pt x="242259" y="199385"/>
                    <a:pt x="240087" y="201762"/>
                  </a:cubicBezTo>
                  <a:lnTo>
                    <a:pt x="198848" y="240087"/>
                  </a:lnTo>
                  <a:cubicBezTo>
                    <a:pt x="196676" y="242259"/>
                    <a:pt x="194081" y="243345"/>
                    <a:pt x="191052" y="243345"/>
                  </a:cubicBezTo>
                  <a:cubicBezTo>
                    <a:pt x="187795" y="243345"/>
                    <a:pt x="185200" y="242259"/>
                    <a:pt x="183257" y="240087"/>
                  </a:cubicBezTo>
                  <a:lnTo>
                    <a:pt x="152396" y="209889"/>
                  </a:lnTo>
                  <a:cubicBezTo>
                    <a:pt x="153048" y="226554"/>
                    <a:pt x="159003" y="240304"/>
                    <a:pt x="170261" y="251140"/>
                  </a:cubicBezTo>
                  <a:cubicBezTo>
                    <a:pt x="181520" y="261964"/>
                    <a:pt x="194619" y="267371"/>
                    <a:pt x="209558" y="267371"/>
                  </a:cubicBezTo>
                  <a:close/>
                  <a:moveTo>
                    <a:pt x="248534" y="24918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858250" y="2960370"/>
            <a:ext cx="1657350" cy="205740"/>
          </a:xfrm>
          <a:custGeom>
            <a:avLst/>
            <a:gdLst/>
            <a:ahLst/>
            <a:cxnLst/>
            <a:rect l="l" t="t" r="r" b="b"/>
            <a:pathLst>
              <a:path w="165735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600200" y="0"/>
                </a:lnTo>
                <a:arcTo hR="57150" wR="57150" stAng="16200000" swAng="5400000"/>
                <a:lnTo>
                  <a:pt x="1657350" y="2057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428750" y="0"/>
                </a:lnTo>
                <a:arcTo hR="57150" wR="5715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011869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9969398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123018" y="40214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11080547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11234166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250" dirty="0"/>
          </a:p>
        </p:txBody>
      </p:sp>
      <p:sp>
        <p:nvSpPr>
          <p:cNvPr id="62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922858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993724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1064590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9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73" name="分隔"/>
          <p:cNvSpPr/>
          <p:nvPr/>
        </p:nvSpPr>
        <p:spPr>
          <a:xfrm>
            <a:off x="97726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5" name="分隔"/>
          <p:cNvSpPr/>
          <p:nvPr/>
        </p:nvSpPr>
        <p:spPr>
          <a:xfrm>
            <a:off x="111442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7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250" dirty="0"/>
          </a:p>
        </p:txBody>
      </p:sp>
      <p:sp>
        <p:nvSpPr>
          <p:cNvPr id="80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4" name="Text 82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85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6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983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685800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82980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82980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5488115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785295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329740" y="218313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78330" y="2303462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5739575" y="486918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88165" y="498951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9419" y="651319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9419" y="69932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4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9419" y="747331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68223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528608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711031" y="3080226"/>
            <a:ext cx="103188" cy="1031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4371416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53839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6214224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396647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9993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8" name="標籤"/>
          <p:cNvSpPr/>
          <p:nvPr/>
        </p:nvSpPr>
        <p:spPr>
          <a:xfrm>
            <a:off x="931433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6292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10338587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487177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1136284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1143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887425" y="477186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87425" y="54805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87425" y="61891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887425" y="689784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84038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654904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725770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96636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5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9" name="Text 5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60" name="Text 5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61" name="Text 5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62" name="Text 6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分隔"/>
          <p:cNvSpPr/>
          <p:nvPr/>
        </p:nvSpPr>
        <p:spPr>
          <a:xfrm>
            <a:off x="1546836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分隔"/>
          <p:cNvSpPr/>
          <p:nvPr/>
        </p:nvSpPr>
        <p:spPr>
          <a:xfrm>
            <a:off x="2788849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3175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3A3A3A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05545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0404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983853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98712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05545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0404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983853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98712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6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3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4129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分隔"/>
          <p:cNvSpPr/>
          <p:nvPr/>
        </p:nvSpPr>
        <p:spPr>
          <a:xfrm>
            <a:off x="5171313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9793986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884312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884312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884312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129658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129658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1129658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5603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分隔"/>
          <p:cNvSpPr/>
          <p:nvPr/>
        </p:nvSpPr>
        <p:spPr>
          <a:xfrm>
            <a:off x="318737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分隔"/>
          <p:cNvSpPr/>
          <p:nvPr/>
        </p:nvSpPr>
        <p:spPr>
          <a:xfrm>
            <a:off x="606613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分隔"/>
          <p:cNvSpPr/>
          <p:nvPr/>
        </p:nvSpPr>
        <p:spPr>
          <a:xfrm>
            <a:off x="894488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分隔"/>
          <p:cNvSpPr/>
          <p:nvPr/>
        </p:nvSpPr>
        <p:spPr>
          <a:xfrm>
            <a:off x="1182364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317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810969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657350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810969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211708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3211708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129968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76831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2271239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2424859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476669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523532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573824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89186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46801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897093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12455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70070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16933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67225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282587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262495" y="28575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411085" y="29778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172200" y="36804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320790" y="380079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262495" y="451485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411085" y="463518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6172200" y="533781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320790" y="545814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3" name="標籤"/>
          <p:cNvSpPr/>
          <p:nvPr/>
        </p:nvSpPr>
        <p:spPr>
          <a:xfrm>
            <a:off x="7262495" y="61722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411085" y="62925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6172200" y="69951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320790" y="711549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4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7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2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7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2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2026-10-09T04:47:40Z</dcterms:created>
  <dcterms:modified xsi:type="dcterms:W3CDTF">2026-10-09T04:47:40Z</dcterms:modified>
</cp:coreProperties>
</file>