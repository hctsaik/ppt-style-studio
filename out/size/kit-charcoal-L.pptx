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5239619" cy="8572500"/>
  <p:notesSz cx="8572500" cy="15239619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685800" y="45720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元件總表 Element Catalog</a:t>
            </a:r>
            <a:endParaRPr lang="en-US" sz="4750" dirty="0"/>
          </a:p>
        </p:txBody>
      </p:sp>
      <p:sp>
        <p:nvSpPr>
          <p:cNvPr id="3" name="Text 1"/>
          <p:cNvSpPr/>
          <p:nvPr/>
        </p:nvSpPr>
        <p:spPr>
          <a:xfrm>
            <a:off x="8492808" y="1066800"/>
            <a:ext cx="182880" cy="18288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85800" y="1280160"/>
            <a:ext cx="125730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一頁看完本風格的所有元件變化：挑好樣式，直接複製圖形使用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685800" y="1828800"/>
            <a:ext cx="571500" cy="68580"/>
          </a:xfrm>
          <a:prstGeom prst="rect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類別"/>
          <p:cNvSpPr/>
          <p:nvPr/>
        </p:nvSpPr>
        <p:spPr>
          <a:xfrm>
            <a:off x="685800" y="2177415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流程方塊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750" dirty="0"/>
          </a:p>
        </p:txBody>
      </p:sp>
      <p:sp>
        <p:nvSpPr>
          <p:cNvPr id="7" name="流程方塊"/>
          <p:cNvSpPr/>
          <p:nvPr/>
        </p:nvSpPr>
        <p:spPr>
          <a:xfrm>
            <a:off x="2497700" y="2091690"/>
            <a:ext cx="1371600" cy="480060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5875">
            <a:solidFill>
              <a:srgbClr val="BFBFBF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450" dirty="0"/>
          </a:p>
        </p:txBody>
      </p:sp>
      <p:sp>
        <p:nvSpPr>
          <p:cNvPr id="8" name="圖說"/>
          <p:cNvSpPr/>
          <p:nvPr/>
        </p:nvSpPr>
        <p:spPr>
          <a:xfrm>
            <a:off x="2343150" y="26117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無陰影・外框</a:t>
            </a:r>
            <a:endParaRPr lang="en-US" sz="1050" dirty="0"/>
          </a:p>
        </p:txBody>
      </p:sp>
      <p:sp>
        <p:nvSpPr>
          <p:cNvPr id="9" name="流程方塊"/>
          <p:cNvSpPr/>
          <p:nvPr/>
        </p:nvSpPr>
        <p:spPr>
          <a:xfrm>
            <a:off x="4246980" y="2091690"/>
            <a:ext cx="1371600" cy="480060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8001">
            <a:solidFill>
              <a:srgbClr val="D9D9D9"/>
            </a:solidFill>
            <a:prstDash val="solid"/>
          </a:ln>
          <a:effectLst>
            <a:outerShdw blurRad="106045" dist="30353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450" dirty="0"/>
          </a:p>
        </p:txBody>
      </p:sp>
      <p:sp>
        <p:nvSpPr>
          <p:cNvPr id="10" name="圖說"/>
          <p:cNvSpPr/>
          <p:nvPr/>
        </p:nvSpPr>
        <p:spPr>
          <a:xfrm>
            <a:off x="4092430" y="26117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1050" dirty="0"/>
          </a:p>
        </p:txBody>
      </p:sp>
      <p:sp>
        <p:nvSpPr>
          <p:cNvPr id="11" name="流程方塊"/>
          <p:cNvSpPr/>
          <p:nvPr/>
        </p:nvSpPr>
        <p:spPr>
          <a:xfrm>
            <a:off x="5996260" y="2091690"/>
            <a:ext cx="1371600" cy="480060"/>
          </a:xfrm>
          <a:prstGeom prst="roundRect">
            <a:avLst>
              <a:gd name="adj" fmla="val 11905"/>
            </a:avLst>
          </a:prstGeom>
          <a:solidFill>
            <a:srgbClr val="EDEDED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450" dirty="0"/>
          </a:p>
        </p:txBody>
      </p:sp>
      <p:sp>
        <p:nvSpPr>
          <p:cNvPr id="12" name="圖說"/>
          <p:cNvSpPr/>
          <p:nvPr/>
        </p:nvSpPr>
        <p:spPr>
          <a:xfrm>
            <a:off x="5841710" y="26117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1050" dirty="0"/>
          </a:p>
        </p:txBody>
      </p:sp>
      <p:sp>
        <p:nvSpPr>
          <p:cNvPr id="13" name="流程方塊"/>
          <p:cNvSpPr/>
          <p:nvPr/>
        </p:nvSpPr>
        <p:spPr>
          <a:xfrm>
            <a:off x="7745540" y="2091690"/>
            <a:ext cx="1371600" cy="480060"/>
          </a:xfrm>
          <a:prstGeom prst="roundRect">
            <a:avLst>
              <a:gd name="adj" fmla="val 11905"/>
            </a:avLst>
          </a:prstGeom>
          <a:solidFill>
            <a:srgbClr val="F2F2F2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450" dirty="0"/>
          </a:p>
        </p:txBody>
      </p:sp>
      <p:sp>
        <p:nvSpPr>
          <p:cNvPr id="14" name="圖說"/>
          <p:cNvSpPr/>
          <p:nvPr/>
        </p:nvSpPr>
        <p:spPr>
          <a:xfrm>
            <a:off x="7590990" y="26117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1050" dirty="0"/>
          </a:p>
        </p:txBody>
      </p:sp>
      <p:sp>
        <p:nvSpPr>
          <p:cNvPr id="15" name="流程方塊"/>
          <p:cNvSpPr/>
          <p:nvPr/>
        </p:nvSpPr>
        <p:spPr>
          <a:xfrm>
            <a:off x="9494819" y="2091690"/>
            <a:ext cx="1371600" cy="480060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27813">
            <a:solidFill>
              <a:srgbClr val="3A3A3A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450" dirty="0"/>
          </a:p>
        </p:txBody>
      </p:sp>
      <p:sp>
        <p:nvSpPr>
          <p:cNvPr id="16" name="圖說"/>
          <p:cNvSpPr/>
          <p:nvPr/>
        </p:nvSpPr>
        <p:spPr>
          <a:xfrm>
            <a:off x="9340269" y="26117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主色粗外框</a:t>
            </a:r>
            <a:endParaRPr lang="en-US" sz="1050" dirty="0"/>
          </a:p>
        </p:txBody>
      </p:sp>
      <p:sp>
        <p:nvSpPr>
          <p:cNvPr id="17" name="流程方塊"/>
          <p:cNvSpPr/>
          <p:nvPr/>
        </p:nvSpPr>
        <p:spPr>
          <a:xfrm>
            <a:off x="11244099" y="2091690"/>
            <a:ext cx="1371600" cy="480060"/>
          </a:xfrm>
          <a:prstGeom prst="roundRect">
            <a:avLst>
              <a:gd name="adj" fmla="val 11905"/>
            </a:avLst>
          </a:prstGeom>
          <a:solidFill>
            <a:srgbClr val="3A3A3A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關鍵步驟</a:t>
            </a:r>
            <a:endParaRPr lang="en-US" sz="1450" dirty="0"/>
          </a:p>
        </p:txBody>
      </p:sp>
      <p:sp>
        <p:nvSpPr>
          <p:cNvPr id="18" name="圖說"/>
          <p:cNvSpPr/>
          <p:nvPr/>
        </p:nvSpPr>
        <p:spPr>
          <a:xfrm>
            <a:off x="11089549" y="26117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1050" dirty="0"/>
          </a:p>
        </p:txBody>
      </p:sp>
      <p:sp>
        <p:nvSpPr>
          <p:cNvPr id="19" name="流程方塊"/>
          <p:cNvSpPr/>
          <p:nvPr/>
        </p:nvSpPr>
        <p:spPr>
          <a:xfrm>
            <a:off x="12993379" y="2091690"/>
            <a:ext cx="1371600" cy="480060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5875">
            <a:solidFill>
              <a:srgbClr val="8C8C8C"/>
            </a:solidFill>
            <a:prstDash val="dash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待定步驟</a:t>
            </a:r>
            <a:endParaRPr lang="en-US" sz="1450" dirty="0"/>
          </a:p>
        </p:txBody>
      </p:sp>
      <p:sp>
        <p:nvSpPr>
          <p:cNvPr id="20" name="圖說"/>
          <p:cNvSpPr/>
          <p:nvPr/>
        </p:nvSpPr>
        <p:spPr>
          <a:xfrm>
            <a:off x="12838829" y="26117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虛線・待定</a:t>
            </a:r>
            <a:endParaRPr lang="en-US" sz="1050" dirty="0"/>
          </a:p>
        </p:txBody>
      </p:sp>
      <p:sp>
        <p:nvSpPr>
          <p:cNvPr id="21" name="線條"/>
          <p:cNvSpPr/>
          <p:nvPr/>
        </p:nvSpPr>
        <p:spPr>
          <a:xfrm>
            <a:off x="685800" y="2828925"/>
            <a:ext cx="13868019" cy="0"/>
          </a:xfrm>
          <a:prstGeom prst="line">
            <a:avLst/>
          </a:prstGeom>
          <a:noFill/>
          <a:ln w="8001">
            <a:solidFill>
              <a:srgbClr val="EAEAEA"/>
            </a:solidFill>
            <a:prstDash val="solid"/>
          </a:ln>
        </p:spPr>
      </p:sp>
      <p:sp>
        <p:nvSpPr>
          <p:cNvPr id="22" name="類別"/>
          <p:cNvSpPr/>
          <p:nvPr/>
        </p:nvSpPr>
        <p:spPr>
          <a:xfrm>
            <a:off x="685800" y="3034665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判斷菱形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750" dirty="0"/>
          </a:p>
        </p:txBody>
      </p:sp>
      <p:sp>
        <p:nvSpPr>
          <p:cNvPr id="23" name="判斷菱形"/>
          <p:cNvSpPr/>
          <p:nvPr/>
        </p:nvSpPr>
        <p:spPr>
          <a:xfrm>
            <a:off x="2583425" y="2891790"/>
            <a:ext cx="1200150" cy="59436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24" name="圖說"/>
          <p:cNvSpPr/>
          <p:nvPr/>
        </p:nvSpPr>
        <p:spPr>
          <a:xfrm>
            <a:off x="2343150" y="35261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1050" dirty="0"/>
          </a:p>
        </p:txBody>
      </p:sp>
      <p:sp>
        <p:nvSpPr>
          <p:cNvPr id="25" name="判斷菱形"/>
          <p:cNvSpPr/>
          <p:nvPr/>
        </p:nvSpPr>
        <p:spPr>
          <a:xfrm>
            <a:off x="4332705" y="2891790"/>
            <a:ext cx="1200150" cy="594360"/>
          </a:xfrm>
          <a:prstGeom prst="diamond">
            <a:avLst/>
          </a:prstGeom>
          <a:solidFill>
            <a:srgbClr val="FFFFFF"/>
          </a:solidFill>
          <a:ln w="8001">
            <a:solidFill>
              <a:srgbClr val="D9D9D9"/>
            </a:solidFill>
            <a:prstDash val="solid"/>
          </a:ln>
          <a:effectLst>
            <a:outerShdw blurRad="111125" dist="3175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26" name="圖說"/>
          <p:cNvSpPr/>
          <p:nvPr/>
        </p:nvSpPr>
        <p:spPr>
          <a:xfrm>
            <a:off x="4092430" y="35261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1050" dirty="0"/>
          </a:p>
        </p:txBody>
      </p:sp>
      <p:sp>
        <p:nvSpPr>
          <p:cNvPr id="27" name="判斷菱形"/>
          <p:cNvSpPr/>
          <p:nvPr/>
        </p:nvSpPr>
        <p:spPr>
          <a:xfrm>
            <a:off x="6081985" y="2891790"/>
            <a:ext cx="1200150" cy="594360"/>
          </a:xfrm>
          <a:prstGeom prst="diamond">
            <a:avLst/>
          </a:prstGeom>
          <a:solidFill>
            <a:srgbClr val="EDEDE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28" name="圖說"/>
          <p:cNvSpPr/>
          <p:nvPr/>
        </p:nvSpPr>
        <p:spPr>
          <a:xfrm>
            <a:off x="5841710" y="35261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1050" dirty="0"/>
          </a:p>
        </p:txBody>
      </p:sp>
      <p:sp>
        <p:nvSpPr>
          <p:cNvPr id="29" name="判斷菱形"/>
          <p:cNvSpPr/>
          <p:nvPr/>
        </p:nvSpPr>
        <p:spPr>
          <a:xfrm>
            <a:off x="7831265" y="2891790"/>
            <a:ext cx="1200150" cy="594360"/>
          </a:xfrm>
          <a:prstGeom prst="diamond">
            <a:avLst/>
          </a:prstGeom>
          <a:solidFill>
            <a:srgbClr val="FFFFFF"/>
          </a:solidFill>
          <a:ln w="23876">
            <a:solidFill>
              <a:srgbClr val="3A3A3A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30" name="圖說"/>
          <p:cNvSpPr/>
          <p:nvPr/>
        </p:nvSpPr>
        <p:spPr>
          <a:xfrm>
            <a:off x="7590990" y="35261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主色外框</a:t>
            </a:r>
            <a:endParaRPr lang="en-US" sz="1050" dirty="0"/>
          </a:p>
        </p:txBody>
      </p:sp>
      <p:sp>
        <p:nvSpPr>
          <p:cNvPr id="31" name="判斷菱形"/>
          <p:cNvSpPr/>
          <p:nvPr/>
        </p:nvSpPr>
        <p:spPr>
          <a:xfrm>
            <a:off x="9580544" y="2891790"/>
            <a:ext cx="1200150" cy="594360"/>
          </a:xfrm>
          <a:prstGeom prst="diamond">
            <a:avLst/>
          </a:prstGeom>
          <a:solidFill>
            <a:srgbClr val="3A3A3A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32" name="圖說"/>
          <p:cNvSpPr/>
          <p:nvPr/>
        </p:nvSpPr>
        <p:spPr>
          <a:xfrm>
            <a:off x="9340269" y="35261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1050" dirty="0"/>
          </a:p>
        </p:txBody>
      </p:sp>
      <p:sp>
        <p:nvSpPr>
          <p:cNvPr id="33" name="判斷菱形"/>
          <p:cNvSpPr/>
          <p:nvPr/>
        </p:nvSpPr>
        <p:spPr>
          <a:xfrm>
            <a:off x="11329824" y="2891790"/>
            <a:ext cx="1200150" cy="59436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8C8C8C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34" name="圖說"/>
          <p:cNvSpPr/>
          <p:nvPr/>
        </p:nvSpPr>
        <p:spPr>
          <a:xfrm>
            <a:off x="11089549" y="35261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虛線・待確認</a:t>
            </a:r>
            <a:endParaRPr lang="en-US" sz="1050" dirty="0"/>
          </a:p>
        </p:txBody>
      </p:sp>
      <p:grpSp>
        <p:nvGrpSpPr>
          <p:cNvPr id="5000" name="判斷＋分岔箭頭"/>
          <p:cNvGrpSpPr/>
          <p:nvPr/>
        </p:nvGrpSpPr>
        <p:grpSpPr>
          <a:xfrm>
            <a:off x="12913369" y="2891790"/>
            <a:ext cx="1394460" cy="594360"/>
            <a:chOff x="12913369" y="2891790"/>
            <a:chExt cx="1394460" cy="594360"/>
          </a:xfrm>
        </p:grpSpPr>
        <p:sp>
          <p:nvSpPr>
            <p:cNvPr id="35" name="判斷菱形"/>
            <p:cNvSpPr/>
            <p:nvPr/>
          </p:nvSpPr>
          <p:spPr>
            <a:xfrm>
              <a:off x="12913369" y="2891790"/>
              <a:ext cx="708660" cy="594360"/>
            </a:xfrm>
            <a:prstGeom prst="diamond">
              <a:avLst/>
            </a:prstGeom>
            <a:solidFill>
              <a:srgbClr val="FFFFFF"/>
            </a:solidFill>
            <a:ln w="19812">
              <a:solidFill>
                <a:srgbClr val="3A3A3A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36" name="線條"/>
            <p:cNvSpPr/>
            <p:nvPr/>
          </p:nvSpPr>
          <p:spPr>
            <a:xfrm>
              <a:off x="13622029" y="3188970"/>
              <a:ext cx="685800" cy="0"/>
            </a:xfrm>
            <a:prstGeom prst="line">
              <a:avLst/>
            </a:prstGeom>
            <a:noFill/>
            <a:ln w="31750">
              <a:solidFill>
                <a:srgbClr val="3A3A3A"/>
              </a:solidFill>
              <a:prstDash val="solid"/>
              <a:tailEnd type="triangle"/>
            </a:ln>
          </p:spPr>
        </p:sp>
        <p:sp>
          <p:nvSpPr>
            <p:cNvPr id="37" name="標註"/>
            <p:cNvSpPr/>
            <p:nvPr/>
          </p:nvSpPr>
          <p:spPr>
            <a:xfrm>
              <a:off x="13644889" y="2960370"/>
              <a:ext cx="342900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1000" dirty="0"/>
            </a:p>
          </p:txBody>
        </p:sp>
      </p:grpSp>
      <p:sp>
        <p:nvSpPr>
          <p:cNvPr id="38" name="圖說"/>
          <p:cNvSpPr/>
          <p:nvPr/>
        </p:nvSpPr>
        <p:spPr>
          <a:xfrm>
            <a:off x="12838829" y="35261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判斷＋分岔箭頭</a:t>
            </a:r>
            <a:endParaRPr lang="en-US" sz="1050" dirty="0"/>
          </a:p>
        </p:txBody>
      </p:sp>
      <p:sp>
        <p:nvSpPr>
          <p:cNvPr id="39" name="線條"/>
          <p:cNvSpPr/>
          <p:nvPr/>
        </p:nvSpPr>
        <p:spPr>
          <a:xfrm>
            <a:off x="685800" y="3743325"/>
            <a:ext cx="13868019" cy="0"/>
          </a:xfrm>
          <a:prstGeom prst="line">
            <a:avLst/>
          </a:prstGeom>
          <a:noFill/>
          <a:ln w="8001">
            <a:solidFill>
              <a:srgbClr val="EAEAEA"/>
            </a:solidFill>
            <a:prstDash val="solid"/>
          </a:ln>
        </p:spPr>
      </p:sp>
      <p:sp>
        <p:nvSpPr>
          <p:cNvPr id="40" name="類別"/>
          <p:cNvSpPr/>
          <p:nvPr/>
        </p:nvSpPr>
        <p:spPr>
          <a:xfrm>
            <a:off x="685800" y="3869055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Start / End</a:t>
            </a:r>
            <a:endParaRPr lang="en-US" sz="1750" dirty="0"/>
          </a:p>
        </p:txBody>
      </p:sp>
      <p:sp>
        <p:nvSpPr>
          <p:cNvPr id="41" name="開始／結束"/>
          <p:cNvSpPr/>
          <p:nvPr/>
        </p:nvSpPr>
        <p:spPr>
          <a:xfrm>
            <a:off x="2497700" y="3806190"/>
            <a:ext cx="1371600" cy="4343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812">
            <a:solidFill>
              <a:srgbClr val="3A3A3A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50" dirty="0"/>
          </a:p>
        </p:txBody>
      </p:sp>
      <p:sp>
        <p:nvSpPr>
          <p:cNvPr id="42" name="圖說"/>
          <p:cNvSpPr/>
          <p:nvPr/>
        </p:nvSpPr>
        <p:spPr>
          <a:xfrm>
            <a:off x="2343150" y="42805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1050" dirty="0"/>
          </a:p>
        </p:txBody>
      </p:sp>
      <p:sp>
        <p:nvSpPr>
          <p:cNvPr id="43" name="開始／結束"/>
          <p:cNvSpPr/>
          <p:nvPr/>
        </p:nvSpPr>
        <p:spPr>
          <a:xfrm>
            <a:off x="4246980" y="3806190"/>
            <a:ext cx="1371600" cy="434340"/>
          </a:xfrm>
          <a:prstGeom prst="roundRect">
            <a:avLst>
              <a:gd name="adj" fmla="val 50000"/>
            </a:avLst>
          </a:prstGeom>
          <a:solidFill>
            <a:srgbClr val="EDEDED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50" dirty="0"/>
          </a:p>
        </p:txBody>
      </p:sp>
      <p:sp>
        <p:nvSpPr>
          <p:cNvPr id="44" name="圖說"/>
          <p:cNvSpPr/>
          <p:nvPr/>
        </p:nvSpPr>
        <p:spPr>
          <a:xfrm>
            <a:off x="4092430" y="42805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1050" dirty="0"/>
          </a:p>
        </p:txBody>
      </p:sp>
      <p:sp>
        <p:nvSpPr>
          <p:cNvPr id="45" name="開始／結束"/>
          <p:cNvSpPr/>
          <p:nvPr/>
        </p:nvSpPr>
        <p:spPr>
          <a:xfrm>
            <a:off x="5996260" y="3806190"/>
            <a:ext cx="1371600" cy="43434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50" dirty="0"/>
          </a:p>
        </p:txBody>
      </p:sp>
      <p:sp>
        <p:nvSpPr>
          <p:cNvPr id="46" name="圖說"/>
          <p:cNvSpPr/>
          <p:nvPr/>
        </p:nvSpPr>
        <p:spPr>
          <a:xfrm>
            <a:off x="5841710" y="42805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1050" dirty="0"/>
          </a:p>
        </p:txBody>
      </p:sp>
      <p:sp>
        <p:nvSpPr>
          <p:cNvPr id="47" name="開始／結束"/>
          <p:cNvSpPr/>
          <p:nvPr/>
        </p:nvSpPr>
        <p:spPr>
          <a:xfrm>
            <a:off x="7745540" y="3806190"/>
            <a:ext cx="1371600" cy="4343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001">
            <a:solidFill>
              <a:srgbClr val="D9D9D9"/>
            </a:solidFill>
            <a:prstDash val="solid"/>
          </a:ln>
          <a:effectLst>
            <a:outerShdw blurRad="96012" dist="27432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50" dirty="0"/>
          </a:p>
        </p:txBody>
      </p:sp>
      <p:sp>
        <p:nvSpPr>
          <p:cNvPr id="48" name="圖說"/>
          <p:cNvSpPr/>
          <p:nvPr/>
        </p:nvSpPr>
        <p:spPr>
          <a:xfrm>
            <a:off x="7590990" y="42805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1050" dirty="0"/>
          </a:p>
        </p:txBody>
      </p:sp>
      <p:sp>
        <p:nvSpPr>
          <p:cNvPr id="49" name="開始／結束"/>
          <p:cNvSpPr/>
          <p:nvPr/>
        </p:nvSpPr>
        <p:spPr>
          <a:xfrm>
            <a:off x="9494819" y="3806190"/>
            <a:ext cx="1371600" cy="434340"/>
          </a:xfrm>
          <a:prstGeom prst="roundRect">
            <a:avLst>
              <a:gd name="adj" fmla="val 50000"/>
            </a:avLst>
          </a:prstGeom>
          <a:solidFill>
            <a:srgbClr val="3A3A3A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450" dirty="0"/>
          </a:p>
        </p:txBody>
      </p:sp>
      <p:sp>
        <p:nvSpPr>
          <p:cNvPr id="50" name="圖說"/>
          <p:cNvSpPr/>
          <p:nvPr/>
        </p:nvSpPr>
        <p:spPr>
          <a:xfrm>
            <a:off x="9340269" y="42805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1050" dirty="0"/>
          </a:p>
        </p:txBody>
      </p:sp>
      <p:sp>
        <p:nvSpPr>
          <p:cNvPr id="51" name="開始／結束"/>
          <p:cNvSpPr/>
          <p:nvPr/>
        </p:nvSpPr>
        <p:spPr>
          <a:xfrm>
            <a:off x="11244099" y="3806190"/>
            <a:ext cx="1371600" cy="434340"/>
          </a:xfrm>
          <a:prstGeom prst="roundRect">
            <a:avLst>
              <a:gd name="adj" fmla="val 50000"/>
            </a:avLst>
          </a:prstGeom>
          <a:solidFill>
            <a:srgbClr val="F07F2D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450" dirty="0"/>
          </a:p>
        </p:txBody>
      </p:sp>
      <p:sp>
        <p:nvSpPr>
          <p:cNvPr id="52" name="圖說"/>
          <p:cNvSpPr/>
          <p:nvPr/>
        </p:nvSpPr>
        <p:spPr>
          <a:xfrm>
            <a:off x="11089549" y="42805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強調色</a:t>
            </a:r>
            <a:endParaRPr lang="en-US" sz="1050" dirty="0"/>
          </a:p>
        </p:txBody>
      </p:sp>
      <p:sp>
        <p:nvSpPr>
          <p:cNvPr id="53" name="線條"/>
          <p:cNvSpPr/>
          <p:nvPr/>
        </p:nvSpPr>
        <p:spPr>
          <a:xfrm>
            <a:off x="685800" y="4497705"/>
            <a:ext cx="13868019" cy="0"/>
          </a:xfrm>
          <a:prstGeom prst="line">
            <a:avLst/>
          </a:prstGeom>
          <a:noFill/>
          <a:ln w="8001">
            <a:solidFill>
              <a:srgbClr val="EAEAEA"/>
            </a:solidFill>
            <a:prstDash val="solid"/>
          </a:ln>
        </p:spPr>
      </p:sp>
      <p:sp>
        <p:nvSpPr>
          <p:cNvPr id="54" name="類別"/>
          <p:cNvSpPr/>
          <p:nvPr/>
        </p:nvSpPr>
        <p:spPr>
          <a:xfrm>
            <a:off x="685800" y="4634865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箭頭與連接線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Arrows</a:t>
            </a:r>
            <a:endParaRPr lang="en-US" sz="1750" dirty="0"/>
          </a:p>
        </p:txBody>
      </p:sp>
      <p:sp>
        <p:nvSpPr>
          <p:cNvPr id="55" name="線條"/>
          <p:cNvSpPr/>
          <p:nvPr/>
        </p:nvSpPr>
        <p:spPr>
          <a:xfrm>
            <a:off x="2520560" y="4789170"/>
            <a:ext cx="1325880" cy="0"/>
          </a:xfrm>
          <a:prstGeom prst="line">
            <a:avLst/>
          </a:prstGeom>
          <a:noFill/>
          <a:ln w="31750">
            <a:solidFill>
              <a:srgbClr val="3A3A3A"/>
            </a:solidFill>
            <a:prstDash val="solid"/>
            <a:tailEnd type="triangle"/>
          </a:ln>
        </p:spPr>
      </p:sp>
      <p:sp>
        <p:nvSpPr>
          <p:cNvPr id="56" name="圖說"/>
          <p:cNvSpPr/>
          <p:nvPr/>
        </p:nvSpPr>
        <p:spPr>
          <a:xfrm>
            <a:off x="2343150" y="505777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細直線箭頭</a:t>
            </a:r>
            <a:endParaRPr lang="en-US" sz="1050" dirty="0"/>
          </a:p>
        </p:txBody>
      </p:sp>
      <p:sp>
        <p:nvSpPr>
          <p:cNvPr id="57" name="線條"/>
          <p:cNvSpPr/>
          <p:nvPr/>
        </p:nvSpPr>
        <p:spPr>
          <a:xfrm>
            <a:off x="4269840" y="4789170"/>
            <a:ext cx="1325880" cy="0"/>
          </a:xfrm>
          <a:prstGeom prst="line">
            <a:avLst/>
          </a:prstGeom>
          <a:noFill/>
          <a:ln w="57150">
            <a:solidFill>
              <a:srgbClr val="3A3A3A"/>
            </a:solidFill>
            <a:prstDash val="solid"/>
            <a:tailEnd type="triangle"/>
          </a:ln>
        </p:spPr>
      </p:sp>
      <p:sp>
        <p:nvSpPr>
          <p:cNvPr id="58" name="圖說"/>
          <p:cNvSpPr/>
          <p:nvPr/>
        </p:nvSpPr>
        <p:spPr>
          <a:xfrm>
            <a:off x="4092430" y="505777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粗箭頭</a:t>
            </a:r>
            <a:endParaRPr lang="en-US" sz="1050" dirty="0"/>
          </a:p>
        </p:txBody>
      </p:sp>
      <p:sp>
        <p:nvSpPr>
          <p:cNvPr id="59" name="連接線"/>
          <p:cNvSpPr/>
          <p:nvPr/>
        </p:nvSpPr>
        <p:spPr>
          <a:xfrm>
            <a:off x="6019120" y="4617720"/>
            <a:ext cx="1325880" cy="342900"/>
          </a:xfrm>
          <a:custGeom>
            <a:avLst/>
            <a:gdLst/>
            <a:ahLst/>
            <a:cxnLst/>
            <a:rect l="l" t="t" r="r" b="b"/>
            <a:pathLst>
              <a:path w="1325880" h="342900">
                <a:moveTo>
                  <a:pt x="0" y="0"/>
                </a:moveTo>
                <a:lnTo>
                  <a:pt x="662940" y="0"/>
                </a:lnTo>
                <a:lnTo>
                  <a:pt x="662940" y="342900"/>
                </a:lnTo>
                <a:lnTo>
                  <a:pt x="1325880" y="342900"/>
                </a:lnTo>
              </a:path>
            </a:pathLst>
          </a:custGeom>
          <a:noFill/>
          <a:ln w="3175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圖說"/>
          <p:cNvSpPr/>
          <p:nvPr/>
        </p:nvSpPr>
        <p:spPr>
          <a:xfrm>
            <a:off x="5841710" y="505777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折線連接</a:t>
            </a:r>
            <a:endParaRPr lang="en-US" sz="1050" dirty="0"/>
          </a:p>
        </p:txBody>
      </p:sp>
      <p:sp>
        <p:nvSpPr>
          <p:cNvPr id="61" name="線條"/>
          <p:cNvSpPr/>
          <p:nvPr/>
        </p:nvSpPr>
        <p:spPr>
          <a:xfrm>
            <a:off x="7768400" y="4789170"/>
            <a:ext cx="1325880" cy="0"/>
          </a:xfrm>
          <a:prstGeom prst="line">
            <a:avLst/>
          </a:prstGeom>
          <a:noFill/>
          <a:ln w="31750">
            <a:solidFill>
              <a:srgbClr val="707070"/>
            </a:solidFill>
            <a:prstDash val="sysDash"/>
            <a:tailEnd type="arrow"/>
          </a:ln>
        </p:spPr>
      </p:sp>
      <p:sp>
        <p:nvSpPr>
          <p:cNvPr id="62" name="圖說"/>
          <p:cNvSpPr/>
          <p:nvPr/>
        </p:nvSpPr>
        <p:spPr>
          <a:xfrm>
            <a:off x="7590990" y="505777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虛線（次要／回饋）</a:t>
            </a:r>
            <a:endParaRPr lang="en-US" sz="1050" dirty="0"/>
          </a:p>
        </p:txBody>
      </p:sp>
      <p:sp>
        <p:nvSpPr>
          <p:cNvPr id="63" name="線條"/>
          <p:cNvSpPr/>
          <p:nvPr/>
        </p:nvSpPr>
        <p:spPr>
          <a:xfrm>
            <a:off x="9517679" y="4789170"/>
            <a:ext cx="1325880" cy="0"/>
          </a:xfrm>
          <a:prstGeom prst="line">
            <a:avLst/>
          </a:prstGeom>
          <a:noFill/>
          <a:ln w="31750">
            <a:solidFill>
              <a:srgbClr val="3A3A3A"/>
            </a:solidFill>
            <a:prstDash val="solid"/>
            <a:headEnd type="triangle"/>
            <a:tailEnd type="triangle"/>
          </a:ln>
        </p:spPr>
      </p:sp>
      <p:sp>
        <p:nvSpPr>
          <p:cNvPr id="64" name="圖說"/>
          <p:cNvSpPr/>
          <p:nvPr/>
        </p:nvSpPr>
        <p:spPr>
          <a:xfrm>
            <a:off x="9340269" y="505777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雙向箭頭</a:t>
            </a:r>
            <a:endParaRPr lang="en-US" sz="1050" dirty="0"/>
          </a:p>
        </p:txBody>
      </p:sp>
      <p:grpSp>
        <p:nvGrpSpPr>
          <p:cNvPr id="5001" name="▶ 三角／V 形分隔"/>
          <p:cNvGrpSpPr/>
          <p:nvPr/>
        </p:nvGrpSpPr>
        <p:grpSpPr>
          <a:xfrm>
            <a:off x="11518419" y="4629150"/>
            <a:ext cx="800100" cy="320040"/>
            <a:chOff x="11518419" y="4629150"/>
            <a:chExt cx="800100" cy="320040"/>
          </a:xfrm>
        </p:grpSpPr>
        <p:sp>
          <p:nvSpPr>
            <p:cNvPr id="65" name="三角分隔"/>
            <p:cNvSpPr/>
            <p:nvPr/>
          </p:nvSpPr>
          <p:spPr>
            <a:xfrm>
              <a:off x="11518419" y="4663440"/>
              <a:ext cx="194310" cy="251460"/>
            </a:xfrm>
            <a:custGeom>
              <a:avLst/>
              <a:gdLst/>
              <a:ahLst/>
              <a:cxnLst/>
              <a:rect l="l" t="t" r="r" b="b"/>
              <a:pathLst>
                <a:path w="194310" h="251460">
                  <a:moveTo>
                    <a:pt x="0" y="0"/>
                  </a:moveTo>
                  <a:lnTo>
                    <a:pt x="194310" y="125730"/>
                  </a:lnTo>
                  <a:lnTo>
                    <a:pt x="0" y="251460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6" name="V 形分隔"/>
            <p:cNvSpPr/>
            <p:nvPr/>
          </p:nvSpPr>
          <p:spPr>
            <a:xfrm>
              <a:off x="12135639" y="4629150"/>
              <a:ext cx="182880" cy="320040"/>
            </a:xfrm>
            <a:prstGeom prst="chevron">
              <a:avLst>
                <a:gd name="adj" fmla="val 62500"/>
              </a:avLst>
            </a:prstGeom>
            <a:solidFill>
              <a:srgbClr val="3A3A3A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67" name="圖說"/>
          <p:cNvSpPr/>
          <p:nvPr/>
        </p:nvSpPr>
        <p:spPr>
          <a:xfrm>
            <a:off x="11089549" y="505777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三角／V 形分隔</a:t>
            </a:r>
            <a:endParaRPr lang="en-US" sz="1050" dirty="0"/>
          </a:p>
        </p:txBody>
      </p:sp>
      <p:sp>
        <p:nvSpPr>
          <p:cNvPr id="68" name="區塊箭頭"/>
          <p:cNvSpPr/>
          <p:nvPr/>
        </p:nvSpPr>
        <p:spPr>
          <a:xfrm>
            <a:off x="13050529" y="4560570"/>
            <a:ext cx="1257300" cy="457200"/>
          </a:xfrm>
          <a:custGeom>
            <a:avLst/>
            <a:gdLst/>
            <a:ahLst/>
            <a:cxnLst/>
            <a:rect l="l" t="t" r="r" b="b"/>
            <a:pathLst>
              <a:path w="1257300" h="457200">
                <a:moveTo>
                  <a:pt x="0" y="137160"/>
                </a:moveTo>
                <a:lnTo>
                  <a:pt x="982980" y="137160"/>
                </a:lnTo>
                <a:lnTo>
                  <a:pt x="982980" y="0"/>
                </a:lnTo>
                <a:lnTo>
                  <a:pt x="1257300" y="228600"/>
                </a:lnTo>
                <a:lnTo>
                  <a:pt x="982980" y="457200"/>
                </a:lnTo>
                <a:lnTo>
                  <a:pt x="982980" y="320040"/>
                </a:lnTo>
                <a:lnTo>
                  <a:pt x="0" y="320040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圖說"/>
          <p:cNvSpPr/>
          <p:nvPr/>
        </p:nvSpPr>
        <p:spPr>
          <a:xfrm>
            <a:off x="12838829" y="505777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區塊箭頭</a:t>
            </a:r>
            <a:endParaRPr lang="en-US" sz="1050" dirty="0"/>
          </a:p>
        </p:txBody>
      </p:sp>
      <p:sp>
        <p:nvSpPr>
          <p:cNvPr id="70" name="線條"/>
          <p:cNvSpPr/>
          <p:nvPr/>
        </p:nvSpPr>
        <p:spPr>
          <a:xfrm>
            <a:off x="685800" y="5274945"/>
            <a:ext cx="13868019" cy="0"/>
          </a:xfrm>
          <a:prstGeom prst="line">
            <a:avLst/>
          </a:prstGeom>
          <a:noFill/>
          <a:ln w="8001">
            <a:solidFill>
              <a:srgbClr val="EAEAEA"/>
            </a:solidFill>
            <a:prstDash val="solid"/>
          </a:ln>
        </p:spPr>
      </p:sp>
      <p:sp>
        <p:nvSpPr>
          <p:cNvPr id="71" name="類別"/>
          <p:cNvSpPr/>
          <p:nvPr/>
        </p:nvSpPr>
        <p:spPr>
          <a:xfrm>
            <a:off x="685800" y="5434965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例外與警示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Exception</a:t>
            </a:r>
            <a:endParaRPr lang="en-US" sz="1750" dirty="0"/>
          </a:p>
        </p:txBody>
      </p:sp>
      <p:sp>
        <p:nvSpPr>
          <p:cNvPr id="72" name="警示方塊"/>
          <p:cNvSpPr/>
          <p:nvPr/>
        </p:nvSpPr>
        <p:spPr>
          <a:xfrm>
            <a:off x="2497700" y="5337810"/>
            <a:ext cx="1371600" cy="502920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23876">
            <a:solidFill>
              <a:srgbClr val="F07F2D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B45F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例外狀況</a:t>
            </a:r>
            <a:endParaRPr lang="en-US" sz="1450" dirty="0"/>
          </a:p>
        </p:txBody>
      </p:sp>
      <p:sp>
        <p:nvSpPr>
          <p:cNvPr id="73" name="圖說"/>
          <p:cNvSpPr/>
          <p:nvPr/>
        </p:nvSpPr>
        <p:spPr>
          <a:xfrm>
            <a:off x="2343150" y="58807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警示外框</a:t>
            </a:r>
            <a:endParaRPr lang="en-US" sz="1050" dirty="0"/>
          </a:p>
        </p:txBody>
      </p:sp>
      <p:sp>
        <p:nvSpPr>
          <p:cNvPr id="74" name="警示方塊"/>
          <p:cNvSpPr/>
          <p:nvPr/>
        </p:nvSpPr>
        <p:spPr>
          <a:xfrm>
            <a:off x="4246980" y="5337810"/>
            <a:ext cx="1371600" cy="502920"/>
          </a:xfrm>
          <a:prstGeom prst="roundRect">
            <a:avLst>
              <a:gd name="adj" fmla="val 11364"/>
            </a:avLst>
          </a:prstGeom>
          <a:solidFill>
            <a:srgbClr val="FDEDE2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B45F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注意事項</a:t>
            </a:r>
            <a:endParaRPr lang="en-US" sz="1450" dirty="0"/>
          </a:p>
        </p:txBody>
      </p:sp>
      <p:sp>
        <p:nvSpPr>
          <p:cNvPr id="75" name="圖說"/>
          <p:cNvSpPr/>
          <p:nvPr/>
        </p:nvSpPr>
        <p:spPr>
          <a:xfrm>
            <a:off x="4092430" y="58807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警示淺底</a:t>
            </a:r>
            <a:endParaRPr lang="en-US" sz="1050" dirty="0"/>
          </a:p>
        </p:txBody>
      </p:sp>
      <p:sp>
        <p:nvSpPr>
          <p:cNvPr id="76" name="警示方塊"/>
          <p:cNvSpPr/>
          <p:nvPr/>
        </p:nvSpPr>
        <p:spPr>
          <a:xfrm>
            <a:off x="5996260" y="5337810"/>
            <a:ext cx="1371600" cy="502920"/>
          </a:xfrm>
          <a:prstGeom prst="roundRect">
            <a:avLst>
              <a:gd name="adj" fmla="val 11364"/>
            </a:avLst>
          </a:prstGeom>
          <a:solidFill>
            <a:srgbClr val="F07F2D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中止</a:t>
            </a:r>
            <a:endParaRPr lang="en-US" sz="1450" dirty="0"/>
          </a:p>
        </p:txBody>
      </p:sp>
      <p:sp>
        <p:nvSpPr>
          <p:cNvPr id="77" name="圖說"/>
          <p:cNvSpPr/>
          <p:nvPr/>
        </p:nvSpPr>
        <p:spPr>
          <a:xfrm>
            <a:off x="5841710" y="58807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深底警示</a:t>
            </a:r>
            <a:endParaRPr lang="en-US" sz="1050" dirty="0"/>
          </a:p>
        </p:txBody>
      </p:sp>
      <p:grpSp>
        <p:nvGrpSpPr>
          <p:cNvPr id="5002" name="警告三角"/>
          <p:cNvGrpSpPr/>
          <p:nvPr/>
        </p:nvGrpSpPr>
        <p:grpSpPr>
          <a:xfrm>
            <a:off x="8133812" y="5332781"/>
            <a:ext cx="595055" cy="512978"/>
            <a:chOff x="8133812" y="5332781"/>
            <a:chExt cx="595055" cy="512978"/>
          </a:xfrm>
        </p:grpSpPr>
        <p:sp>
          <p:nvSpPr>
            <p:cNvPr id="78" name="警告三角"/>
            <p:cNvSpPr/>
            <p:nvPr/>
          </p:nvSpPr>
          <p:spPr>
            <a:xfrm>
              <a:off x="8133812" y="5332781"/>
              <a:ext cx="595055" cy="512978"/>
            </a:xfrm>
            <a:custGeom>
              <a:avLst/>
              <a:gdLst/>
              <a:ahLst/>
              <a:cxnLst/>
              <a:rect l="l" t="t" r="r" b="b"/>
              <a:pathLst>
                <a:path w="595055" h="512978">
                  <a:moveTo>
                    <a:pt x="0" y="512978"/>
                  </a:moveTo>
                  <a:lnTo>
                    <a:pt x="297527" y="0"/>
                  </a:lnTo>
                  <a:lnTo>
                    <a:pt x="595055" y="512978"/>
                  </a:lnTo>
                  <a:close/>
                </a:path>
              </a:pathLst>
            </a:custGeom>
            <a:solidFill>
              <a:srgbClr val="F07F2D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9" name="驚嘆號"/>
            <p:cNvSpPr/>
            <p:nvPr/>
          </p:nvSpPr>
          <p:spPr>
            <a:xfrm>
              <a:off x="8133812" y="5486674"/>
              <a:ext cx="595055" cy="3488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2150" b="1" dirty="0">
                  <a:solidFill>
                    <a:srgbClr val="FFFFF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!</a:t>
              </a:r>
              <a:endParaRPr lang="en-US" sz="2150" dirty="0"/>
            </a:p>
          </p:txBody>
        </p:sp>
      </p:grpSp>
      <p:sp>
        <p:nvSpPr>
          <p:cNvPr id="80" name="圖說"/>
          <p:cNvSpPr/>
          <p:nvPr/>
        </p:nvSpPr>
        <p:spPr>
          <a:xfrm>
            <a:off x="7590990" y="58807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警告三角</a:t>
            </a:r>
            <a:endParaRPr lang="en-US" sz="1050" dirty="0"/>
          </a:p>
        </p:txBody>
      </p:sp>
      <p:sp>
        <p:nvSpPr>
          <p:cNvPr id="81" name="錯誤標記"/>
          <p:cNvSpPr/>
          <p:nvPr/>
        </p:nvSpPr>
        <p:spPr>
          <a:xfrm>
            <a:off x="9974422" y="5383073"/>
            <a:ext cx="412394" cy="412394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2000" dirty="0"/>
          </a:p>
        </p:txBody>
      </p:sp>
      <p:sp>
        <p:nvSpPr>
          <p:cNvPr id="82" name="圖說"/>
          <p:cNvSpPr/>
          <p:nvPr/>
        </p:nvSpPr>
        <p:spPr>
          <a:xfrm>
            <a:off x="9340269" y="58807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× 錯誤標記</a:t>
            </a:r>
            <a:endParaRPr lang="en-US" sz="1050" dirty="0"/>
          </a:p>
        </p:txBody>
      </p:sp>
      <p:grpSp>
        <p:nvGrpSpPr>
          <p:cNvPr id="5003" name="紅點提示"/>
          <p:cNvGrpSpPr/>
          <p:nvPr/>
        </p:nvGrpSpPr>
        <p:grpSpPr>
          <a:xfrm>
            <a:off x="11244099" y="5263515"/>
            <a:ext cx="1445895" cy="577215"/>
            <a:chOff x="11244099" y="5263515"/>
            <a:chExt cx="1445895" cy="577215"/>
          </a:xfrm>
        </p:grpSpPr>
        <p:sp>
          <p:nvSpPr>
            <p:cNvPr id="83" name="流程方塊"/>
            <p:cNvSpPr/>
            <p:nvPr/>
          </p:nvSpPr>
          <p:spPr>
            <a:xfrm>
              <a:off x="11244099" y="5337810"/>
              <a:ext cx="1371600" cy="502920"/>
            </a:xfrm>
            <a:prstGeom prst="roundRect">
              <a:avLst>
                <a:gd name="adj" fmla="val 11364"/>
              </a:avLst>
            </a:prstGeom>
            <a:solidFill>
              <a:srgbClr val="FFFFFF"/>
            </a:solidFill>
            <a:ln w="15875">
              <a:solidFill>
                <a:srgbClr val="BFBFBF"/>
              </a:solidFill>
              <a:prstDash val="solid"/>
            </a:ln>
          </p:spPr>
          <p:txBody>
            <a:bodyPr wrap="square" lIns="31750" tIns="0" rIns="31750" bIns="0" rtlCol="0" anchor="ctr"/>
            <a:lstStyle/>
            <a:p>
              <a:pPr algn="ctr" indent="0" marL="0">
                <a:buNone/>
              </a:pPr>
              <a:r>
                <a:rPr lang="en-US" sz="14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待處理</a:t>
              </a:r>
              <a:endParaRPr lang="en-US" sz="1450" dirty="0"/>
            </a:p>
          </p:txBody>
        </p:sp>
        <p:sp>
          <p:nvSpPr>
            <p:cNvPr id="84" name="提示紅點"/>
            <p:cNvSpPr/>
            <p:nvPr/>
          </p:nvSpPr>
          <p:spPr>
            <a:xfrm>
              <a:off x="12495684" y="5263515"/>
              <a:ext cx="194310" cy="194310"/>
            </a:xfrm>
            <a:prstGeom prst="ellipse">
              <a:avLst/>
            </a:prstGeom>
            <a:solidFill>
              <a:srgbClr val="F07F2D"/>
            </a:solidFill>
            <a:ln w="19812">
              <a:solidFill>
                <a:srgbClr val="FFFFF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85" name="圖說"/>
          <p:cNvSpPr/>
          <p:nvPr/>
        </p:nvSpPr>
        <p:spPr>
          <a:xfrm>
            <a:off x="11089549" y="58807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紅點提示</a:t>
            </a:r>
            <a:endParaRPr lang="en-US" sz="1050" dirty="0"/>
          </a:p>
        </p:txBody>
      </p:sp>
      <p:sp>
        <p:nvSpPr>
          <p:cNvPr id="86" name="連接線"/>
          <p:cNvSpPr/>
          <p:nvPr/>
        </p:nvSpPr>
        <p:spPr>
          <a:xfrm>
            <a:off x="13016239" y="5406390"/>
            <a:ext cx="1325880" cy="365760"/>
          </a:xfrm>
          <a:custGeom>
            <a:avLst/>
            <a:gdLst/>
            <a:ahLst/>
            <a:cxnLst/>
            <a:rect l="l" t="t" r="r" b="b"/>
            <a:pathLst>
              <a:path w="1325880" h="365760">
                <a:moveTo>
                  <a:pt x="0" y="0"/>
                </a:moveTo>
                <a:lnTo>
                  <a:pt x="548640" y="0"/>
                </a:lnTo>
                <a:lnTo>
                  <a:pt x="548640" y="365760"/>
                </a:lnTo>
                <a:lnTo>
                  <a:pt x="1325880" y="365760"/>
                </a:lnTo>
              </a:path>
            </a:pathLst>
          </a:custGeom>
          <a:noFill/>
          <a:ln w="19812">
            <a:solidFill>
              <a:srgbClr val="F07F2D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7" name="圖說"/>
          <p:cNvSpPr/>
          <p:nvPr/>
        </p:nvSpPr>
        <p:spPr>
          <a:xfrm>
            <a:off x="12838829" y="58807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例外路徑（虛線）</a:t>
            </a:r>
            <a:endParaRPr lang="en-US" sz="1050" dirty="0"/>
          </a:p>
        </p:txBody>
      </p:sp>
      <p:sp>
        <p:nvSpPr>
          <p:cNvPr id="88" name="線條"/>
          <p:cNvSpPr/>
          <p:nvPr/>
        </p:nvSpPr>
        <p:spPr>
          <a:xfrm>
            <a:off x="685800" y="6097905"/>
            <a:ext cx="13868019" cy="0"/>
          </a:xfrm>
          <a:prstGeom prst="line">
            <a:avLst/>
          </a:prstGeom>
          <a:noFill/>
          <a:ln w="8001">
            <a:solidFill>
              <a:srgbClr val="EAEAEA"/>
            </a:solidFill>
            <a:prstDash val="solid"/>
          </a:ln>
        </p:spPr>
      </p:sp>
      <p:sp>
        <p:nvSpPr>
          <p:cNvPr id="89" name="類別"/>
          <p:cNvSpPr/>
          <p:nvPr/>
        </p:nvSpPr>
        <p:spPr>
          <a:xfrm>
            <a:off x="685800" y="6360795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圓形・編號・標籤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Circle / Badge / Tag</a:t>
            </a:r>
            <a:endParaRPr lang="en-US" sz="1750" dirty="0"/>
          </a:p>
        </p:txBody>
      </p:sp>
      <p:sp>
        <p:nvSpPr>
          <p:cNvPr id="90" name="大圓"/>
          <p:cNvSpPr/>
          <p:nvPr/>
        </p:nvSpPr>
        <p:spPr>
          <a:xfrm>
            <a:off x="2829170" y="6160770"/>
            <a:ext cx="708660" cy="708660"/>
          </a:xfrm>
          <a:prstGeom prst="ellipse">
            <a:avLst/>
          </a:prstGeom>
          <a:solidFill>
            <a:srgbClr val="FFFFFF"/>
          </a:solidFill>
          <a:ln w="43688">
            <a:solidFill>
              <a:srgbClr val="3A3A3A"/>
            </a:solidFill>
            <a:prstDash val="solid"/>
          </a:ln>
          <a:effectLst>
            <a:outerShdw blurRad="106680" dist="19050" dir="5400000" sx="100840" sy="100840" algn="ctr" rotWithShape="0">
              <a:srgbClr val="000000">
                <a:alpha val="2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1" name="圖說"/>
          <p:cNvSpPr/>
          <p:nvPr/>
        </p:nvSpPr>
        <p:spPr>
          <a:xfrm>
            <a:off x="2343150" y="69094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光暈大圓</a:t>
            </a:r>
            <a:endParaRPr lang="en-US" sz="1050" dirty="0"/>
          </a:p>
        </p:txBody>
      </p:sp>
      <p:grpSp>
        <p:nvGrpSpPr>
          <p:cNvPr id="5004" name="光暈＋外圈細環"/>
          <p:cNvGrpSpPr/>
          <p:nvPr/>
        </p:nvGrpSpPr>
        <p:grpSpPr>
          <a:xfrm>
            <a:off x="4509870" y="6092190"/>
            <a:ext cx="845820" cy="845820"/>
            <a:chOff x="4509870" y="6092190"/>
            <a:chExt cx="845820" cy="845820"/>
          </a:xfrm>
        </p:grpSpPr>
        <p:sp>
          <p:nvSpPr>
            <p:cNvPr id="92" name="外圈細環"/>
            <p:cNvSpPr/>
            <p:nvPr/>
          </p:nvSpPr>
          <p:spPr>
            <a:xfrm>
              <a:off x="4509870" y="6092190"/>
              <a:ext cx="845820" cy="845820"/>
            </a:xfrm>
            <a:prstGeom prst="ellipse">
              <a:avLst/>
            </a:prstGeom>
            <a:noFill/>
            <a:ln w="11938">
              <a:solidFill>
                <a:srgbClr val="E6E6E6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3" name="大圓"/>
            <p:cNvSpPr/>
            <p:nvPr/>
          </p:nvSpPr>
          <p:spPr>
            <a:xfrm>
              <a:off x="4578450" y="6160770"/>
              <a:ext cx="708660" cy="708660"/>
            </a:xfrm>
            <a:prstGeom prst="ellipse">
              <a:avLst/>
            </a:prstGeom>
            <a:solidFill>
              <a:srgbClr val="FFFFFF"/>
            </a:solidFill>
            <a:ln w="43688">
              <a:solidFill>
                <a:srgbClr val="3A3A3A"/>
              </a:solidFill>
              <a:prstDash val="solid"/>
            </a:ln>
            <a:effectLst>
              <a:outerShdw blurRad="106680" dist="19050" dir="5400000" sx="100840" sy="100840" algn="ctr" rotWithShape="0">
                <a:srgbClr val="000000">
                  <a:alpha val="28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94" name="圖說"/>
          <p:cNvSpPr/>
          <p:nvPr/>
        </p:nvSpPr>
        <p:spPr>
          <a:xfrm>
            <a:off x="4092430" y="69094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光暈＋外圈細環</a:t>
            </a:r>
            <a:endParaRPr lang="en-US" sz="1050" dirty="0"/>
          </a:p>
        </p:txBody>
      </p:sp>
      <p:sp>
        <p:nvSpPr>
          <p:cNvPr id="95" name="外框圓"/>
          <p:cNvSpPr/>
          <p:nvPr/>
        </p:nvSpPr>
        <p:spPr>
          <a:xfrm>
            <a:off x="6327730" y="6160770"/>
            <a:ext cx="708660" cy="70866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6" name="圖說"/>
          <p:cNvSpPr/>
          <p:nvPr/>
        </p:nvSpPr>
        <p:spPr>
          <a:xfrm>
            <a:off x="5841710" y="69094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無陰影外框圓</a:t>
            </a:r>
            <a:endParaRPr lang="en-US" sz="1050" dirty="0"/>
          </a:p>
        </p:txBody>
      </p:sp>
      <p:grpSp>
        <p:nvGrpSpPr>
          <p:cNvPr id="5005" name="編號徽章"/>
          <p:cNvGrpSpPr/>
          <p:nvPr/>
        </p:nvGrpSpPr>
        <p:grpSpPr>
          <a:xfrm>
            <a:off x="7756970" y="6320790"/>
            <a:ext cx="1348740" cy="388620"/>
            <a:chOff x="7756970" y="6320790"/>
            <a:chExt cx="1348740" cy="388620"/>
          </a:xfrm>
        </p:grpSpPr>
        <p:sp>
          <p:nvSpPr>
            <p:cNvPr id="97" name="編號"/>
            <p:cNvSpPr/>
            <p:nvPr/>
          </p:nvSpPr>
          <p:spPr>
            <a:xfrm>
              <a:off x="7756970" y="6320790"/>
              <a:ext cx="388620" cy="388620"/>
            </a:xfrm>
            <a:prstGeom prst="ellipse">
              <a:avLst/>
            </a:prstGeom>
            <a:solidFill>
              <a:srgbClr val="3A3A3A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2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1</a:t>
              </a:r>
              <a:endParaRPr lang="en-US" sz="1250" dirty="0"/>
            </a:p>
          </p:txBody>
        </p:sp>
        <p:sp>
          <p:nvSpPr>
            <p:cNvPr id="98" name="編號"/>
            <p:cNvSpPr/>
            <p:nvPr/>
          </p:nvSpPr>
          <p:spPr>
            <a:xfrm>
              <a:off x="8237030" y="6320790"/>
              <a:ext cx="388620" cy="388620"/>
            </a:xfrm>
            <a:prstGeom prst="ellipse">
              <a:avLst/>
            </a:prstGeom>
            <a:solidFill>
              <a:srgbClr val="3A3A3A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2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endParaRPr lang="en-US" sz="1250" dirty="0"/>
            </a:p>
          </p:txBody>
        </p:sp>
        <p:sp>
          <p:nvSpPr>
            <p:cNvPr id="99" name="編號"/>
            <p:cNvSpPr/>
            <p:nvPr/>
          </p:nvSpPr>
          <p:spPr>
            <a:xfrm>
              <a:off x="8717090" y="6320790"/>
              <a:ext cx="388620" cy="388620"/>
            </a:xfrm>
            <a:prstGeom prst="ellipse">
              <a:avLst/>
            </a:prstGeom>
            <a:solidFill>
              <a:srgbClr val="F07F2D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2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3</a:t>
              </a:r>
              <a:endParaRPr lang="en-US" sz="1250" dirty="0"/>
            </a:p>
          </p:txBody>
        </p:sp>
      </p:grpSp>
      <p:sp>
        <p:nvSpPr>
          <p:cNvPr id="100" name="圖說"/>
          <p:cNvSpPr/>
          <p:nvPr/>
        </p:nvSpPr>
        <p:spPr>
          <a:xfrm>
            <a:off x="7590990" y="69094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編號徽章</a:t>
            </a:r>
            <a:endParaRPr lang="en-US" sz="1050" dirty="0"/>
          </a:p>
        </p:txBody>
      </p:sp>
      <p:grpSp>
        <p:nvGrpSpPr>
          <p:cNvPr id="5006" name="深色標籤"/>
          <p:cNvGrpSpPr/>
          <p:nvPr/>
        </p:nvGrpSpPr>
        <p:grpSpPr>
          <a:xfrm>
            <a:off x="9546781" y="6332220"/>
            <a:ext cx="1267676" cy="365760"/>
            <a:chOff x="9546781" y="6332220"/>
            <a:chExt cx="1267676" cy="365760"/>
          </a:xfrm>
        </p:grpSpPr>
        <p:sp>
          <p:nvSpPr>
            <p:cNvPr id="101" name="標籤"/>
            <p:cNvSpPr/>
            <p:nvPr/>
          </p:nvSpPr>
          <p:spPr>
            <a:xfrm>
              <a:off x="9546781" y="6332220"/>
              <a:ext cx="1267676" cy="365760"/>
            </a:xfrm>
            <a:prstGeom prst="roundRect">
              <a:avLst>
                <a:gd name="adj" fmla="val 9375"/>
              </a:avLst>
            </a:prstGeom>
            <a:solidFill>
              <a:srgbClr val="3A3A3A"/>
            </a:solidFill>
            <a:ln>
              <a:noFill/>
            </a:ln>
          </p:spPr>
          <p:txBody>
            <a:bodyPr wrap="square" lIns="320929" tIns="0" rIns="92202" bIns="0" rtlCol="0" anchor="ctr"/>
            <a:lstStyle/>
            <a:p>
              <a:pPr algn="l" indent="0" marL="0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主要標籤</a:t>
              </a:r>
              <a:endParaRPr lang="en-US" sz="1400" dirty="0"/>
            </a:p>
          </p:txBody>
        </p:sp>
        <p:sp>
          <p:nvSpPr>
            <p:cNvPr id="102" name="Text 100"/>
            <p:cNvSpPr/>
            <p:nvPr/>
          </p:nvSpPr>
          <p:spPr>
            <a:xfrm>
              <a:off x="9700401" y="6471444"/>
              <a:ext cx="87313" cy="87313"/>
            </a:xfrm>
            <a:prstGeom prst="ellipse">
              <a:avLst/>
            </a:prstGeom>
            <a:solidFill>
              <a:srgbClr val="F07F2D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03" name="圖說"/>
          <p:cNvSpPr/>
          <p:nvPr/>
        </p:nvSpPr>
        <p:spPr>
          <a:xfrm>
            <a:off x="9340269" y="69094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深色標籤</a:t>
            </a:r>
            <a:endParaRPr lang="en-US" sz="1050" dirty="0"/>
          </a:p>
        </p:txBody>
      </p:sp>
      <p:grpSp>
        <p:nvGrpSpPr>
          <p:cNvPr id="5007" name="淺色／灰階標籤"/>
          <p:cNvGrpSpPr/>
          <p:nvPr/>
        </p:nvGrpSpPr>
        <p:grpSpPr>
          <a:xfrm>
            <a:off x="10975812" y="6343650"/>
            <a:ext cx="1908175" cy="342900"/>
            <a:chOff x="10975812" y="6343650"/>
            <a:chExt cx="1908175" cy="342900"/>
          </a:xfrm>
        </p:grpSpPr>
        <p:sp>
          <p:nvSpPr>
            <p:cNvPr id="104" name="標籤"/>
            <p:cNvSpPr/>
            <p:nvPr/>
          </p:nvSpPr>
          <p:spPr>
            <a:xfrm>
              <a:off x="10975812" y="6343650"/>
              <a:ext cx="908368" cy="342900"/>
            </a:xfrm>
            <a:prstGeom prst="roundRect">
              <a:avLst>
                <a:gd name="adj" fmla="val 10000"/>
              </a:avLst>
            </a:prstGeom>
            <a:solidFill>
              <a:srgbClr val="F07F2D"/>
            </a:solidFill>
            <a:ln>
              <a:noFill/>
            </a:ln>
          </p:spPr>
          <p:txBody>
            <a:bodyPr wrap="square" lIns="315976" tIns="0" rIns="89154" bIns="0" rtlCol="0" anchor="ctr"/>
            <a:lstStyle/>
            <a:p>
              <a:pPr algn="l" indent="0" marL="0">
                <a:buNone/>
              </a:pPr>
              <a:r>
                <a:rPr lang="en-US" sz="14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輔助</a:t>
              </a:r>
              <a:endParaRPr lang="en-US" sz="1400" dirty="0"/>
            </a:p>
          </p:txBody>
        </p:sp>
        <p:sp>
          <p:nvSpPr>
            <p:cNvPr id="105" name="Text 103"/>
            <p:cNvSpPr/>
            <p:nvPr/>
          </p:nvSpPr>
          <p:spPr>
            <a:xfrm>
              <a:off x="11124402" y="6471444"/>
              <a:ext cx="87313" cy="87313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6" name="標籤"/>
            <p:cNvSpPr/>
            <p:nvPr/>
          </p:nvSpPr>
          <p:spPr>
            <a:xfrm>
              <a:off x="11975619" y="6343650"/>
              <a:ext cx="908368" cy="342900"/>
            </a:xfrm>
            <a:prstGeom prst="roundRect">
              <a:avLst>
                <a:gd name="adj" fmla="val 10000"/>
              </a:avLst>
            </a:prstGeom>
            <a:solidFill>
              <a:srgbClr val="F2F2F2"/>
            </a:solidFill>
            <a:ln>
              <a:noFill/>
            </a:ln>
          </p:spPr>
          <p:txBody>
            <a:bodyPr wrap="square" lIns="315976" tIns="0" rIns="89154" bIns="0" rtlCol="0" anchor="ctr"/>
            <a:lstStyle/>
            <a:p>
              <a:pPr algn="l" indent="0" marL="0">
                <a:buNone/>
              </a:pPr>
              <a:r>
                <a:rPr lang="en-US" sz="14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灰階</a:t>
              </a:r>
              <a:endParaRPr lang="en-US" sz="1400" dirty="0"/>
            </a:p>
          </p:txBody>
        </p:sp>
        <p:sp>
          <p:nvSpPr>
            <p:cNvPr id="107" name="Text 105"/>
            <p:cNvSpPr/>
            <p:nvPr/>
          </p:nvSpPr>
          <p:spPr>
            <a:xfrm>
              <a:off x="12124209" y="6471444"/>
              <a:ext cx="87313" cy="87313"/>
            </a:xfrm>
            <a:prstGeom prst="ellipse">
              <a:avLst/>
            </a:prstGeom>
            <a:solidFill>
              <a:srgbClr val="F07F2D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08" name="圖說"/>
          <p:cNvSpPr/>
          <p:nvPr/>
        </p:nvSpPr>
        <p:spPr>
          <a:xfrm>
            <a:off x="11089549" y="69094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淺色／灰階標籤</a:t>
            </a:r>
            <a:endParaRPr lang="en-US" sz="1050" dirty="0"/>
          </a:p>
        </p:txBody>
      </p:sp>
      <p:grpSp>
        <p:nvGrpSpPr>
          <p:cNvPr id="5008" name="小圓點"/>
          <p:cNvGrpSpPr/>
          <p:nvPr/>
        </p:nvGrpSpPr>
        <p:grpSpPr>
          <a:xfrm>
            <a:off x="13250554" y="6429375"/>
            <a:ext cx="857250" cy="171450"/>
            <a:chOff x="13250554" y="6429375"/>
            <a:chExt cx="857250" cy="171450"/>
          </a:xfrm>
        </p:grpSpPr>
        <p:sp>
          <p:nvSpPr>
            <p:cNvPr id="109" name="圓點"/>
            <p:cNvSpPr/>
            <p:nvPr/>
          </p:nvSpPr>
          <p:spPr>
            <a:xfrm>
              <a:off x="13250554" y="6429375"/>
              <a:ext cx="171450" cy="171450"/>
            </a:xfrm>
            <a:prstGeom prst="ellipse">
              <a:avLst/>
            </a:prstGeom>
            <a:solidFill>
              <a:srgbClr val="3A3A3A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10" name="圓點"/>
            <p:cNvSpPr/>
            <p:nvPr/>
          </p:nvSpPr>
          <p:spPr>
            <a:xfrm>
              <a:off x="13593454" y="6429375"/>
              <a:ext cx="171450" cy="171450"/>
            </a:xfrm>
            <a:prstGeom prst="ellipse">
              <a:avLst/>
            </a:prstGeom>
            <a:solidFill>
              <a:srgbClr val="F07F2D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11" name="圓點"/>
            <p:cNvSpPr/>
            <p:nvPr/>
          </p:nvSpPr>
          <p:spPr>
            <a:xfrm>
              <a:off x="13936354" y="6429375"/>
              <a:ext cx="171450" cy="171450"/>
            </a:xfrm>
            <a:prstGeom prst="ellipse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12" name="圖說"/>
          <p:cNvSpPr/>
          <p:nvPr/>
        </p:nvSpPr>
        <p:spPr>
          <a:xfrm>
            <a:off x="12838829" y="69094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小圓點</a:t>
            </a:r>
            <a:endParaRPr lang="en-US" sz="1050" dirty="0"/>
          </a:p>
        </p:txBody>
      </p:sp>
      <p:sp>
        <p:nvSpPr>
          <p:cNvPr id="113" name="線條"/>
          <p:cNvSpPr/>
          <p:nvPr/>
        </p:nvSpPr>
        <p:spPr>
          <a:xfrm>
            <a:off x="685800" y="7126605"/>
            <a:ext cx="13868019" cy="0"/>
          </a:xfrm>
          <a:prstGeom prst="line">
            <a:avLst/>
          </a:prstGeom>
          <a:noFill/>
          <a:ln w="8001">
            <a:solidFill>
              <a:srgbClr val="EAEAEA"/>
            </a:solidFill>
            <a:prstDash val="solid"/>
          </a:ln>
        </p:spPr>
      </p:sp>
      <p:sp>
        <p:nvSpPr>
          <p:cNvPr id="114" name="類別"/>
          <p:cNvSpPr/>
          <p:nvPr/>
        </p:nvSpPr>
        <p:spPr>
          <a:xfrm>
            <a:off x="685800" y="7298055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容器與群組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Container</a:t>
            </a:r>
            <a:endParaRPr lang="en-US" sz="1750" dirty="0"/>
          </a:p>
        </p:txBody>
      </p:sp>
      <p:grpSp>
        <p:nvGrpSpPr>
          <p:cNvPr id="5009" name="虛線群組框"/>
          <p:cNvGrpSpPr/>
          <p:nvPr/>
        </p:nvGrpSpPr>
        <p:grpSpPr>
          <a:xfrm>
            <a:off x="2497700" y="7155180"/>
            <a:ext cx="1371600" cy="560070"/>
            <a:chOff x="2497700" y="7155180"/>
            <a:chExt cx="1371600" cy="560070"/>
          </a:xfrm>
        </p:grpSpPr>
        <p:sp>
          <p:nvSpPr>
            <p:cNvPr id="115" name="群組框"/>
            <p:cNvSpPr/>
            <p:nvPr/>
          </p:nvSpPr>
          <p:spPr>
            <a:xfrm>
              <a:off x="2497700" y="7258050"/>
              <a:ext cx="1371600" cy="457200"/>
            </a:xfrm>
            <a:prstGeom prst="roundRect">
              <a:avLst>
                <a:gd name="adj" fmla="val 12500"/>
              </a:avLst>
            </a:prstGeom>
            <a:noFill/>
            <a:ln w="11938">
              <a:solidFill>
                <a:srgbClr val="8C8C8C"/>
              </a:solidFill>
              <a:prstDash val="dash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16" name="群組名稱"/>
            <p:cNvSpPr/>
            <p:nvPr/>
          </p:nvSpPr>
          <p:spPr>
            <a:xfrm>
              <a:off x="2612000" y="7155180"/>
              <a:ext cx="708660" cy="20574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群組 A</a:t>
              </a:r>
              <a:endParaRPr lang="en-US" sz="1000" dirty="0"/>
            </a:p>
          </p:txBody>
        </p:sp>
      </p:grpSp>
      <p:sp>
        <p:nvSpPr>
          <p:cNvPr id="117" name="圖說"/>
          <p:cNvSpPr/>
          <p:nvPr/>
        </p:nvSpPr>
        <p:spPr>
          <a:xfrm>
            <a:off x="2343150" y="77552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虛線群組框</a:t>
            </a:r>
            <a:endParaRPr lang="en-US" sz="1050" dirty="0"/>
          </a:p>
        </p:txBody>
      </p:sp>
      <p:sp>
        <p:nvSpPr>
          <p:cNvPr id="118" name="淺灰面板"/>
          <p:cNvSpPr/>
          <p:nvPr/>
        </p:nvSpPr>
        <p:spPr>
          <a:xfrm>
            <a:off x="4246980" y="7189470"/>
            <a:ext cx="1371600" cy="525780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9" name="圖說"/>
          <p:cNvSpPr/>
          <p:nvPr/>
        </p:nvSpPr>
        <p:spPr>
          <a:xfrm>
            <a:off x="4092430" y="77552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淺灰面板</a:t>
            </a:r>
            <a:endParaRPr lang="en-US" sz="1050" dirty="0"/>
          </a:p>
        </p:txBody>
      </p:sp>
      <p:sp>
        <p:nvSpPr>
          <p:cNvPr id="120" name="卡片"/>
          <p:cNvSpPr/>
          <p:nvPr/>
        </p:nvSpPr>
        <p:spPr>
          <a:xfrm>
            <a:off x="5996260" y="7189470"/>
            <a:ext cx="1371600" cy="525780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1" name="圖說"/>
          <p:cNvSpPr/>
          <p:nvPr/>
        </p:nvSpPr>
        <p:spPr>
          <a:xfrm>
            <a:off x="5841710" y="77552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本風格卡片</a:t>
            </a:r>
            <a:endParaRPr lang="en-US" sz="1050" dirty="0"/>
          </a:p>
        </p:txBody>
      </p:sp>
      <p:sp>
        <p:nvSpPr>
          <p:cNvPr id="122" name="卡片"/>
          <p:cNvSpPr/>
          <p:nvPr/>
        </p:nvSpPr>
        <p:spPr>
          <a:xfrm>
            <a:off x="7745540" y="7189470"/>
            <a:ext cx="1371600" cy="525780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>
            <a:noFill/>
          </a:ln>
          <a:effectLst>
            <a:outerShdw blurRad="111125" dist="3175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3" name="圖說"/>
          <p:cNvSpPr/>
          <p:nvPr/>
        </p:nvSpPr>
        <p:spPr>
          <a:xfrm>
            <a:off x="7590990" y="77552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卡片＋陰影</a:t>
            </a:r>
            <a:endParaRPr lang="en-US" sz="1050" dirty="0"/>
          </a:p>
        </p:txBody>
      </p:sp>
      <p:grpSp>
        <p:nvGrpSpPr>
          <p:cNvPr id="5010" name="表頭色帶卡"/>
          <p:cNvGrpSpPr/>
          <p:nvPr/>
        </p:nvGrpSpPr>
        <p:grpSpPr>
          <a:xfrm>
            <a:off x="9494819" y="7189470"/>
            <a:ext cx="1371600" cy="525780"/>
            <a:chOff x="9494819" y="7189470"/>
            <a:chExt cx="1371600" cy="525780"/>
          </a:xfrm>
        </p:grpSpPr>
        <p:sp>
          <p:nvSpPr>
            <p:cNvPr id="124" name="卡片"/>
            <p:cNvSpPr/>
            <p:nvPr/>
          </p:nvSpPr>
          <p:spPr>
            <a:xfrm>
              <a:off x="9494819" y="7189470"/>
              <a:ext cx="1371600" cy="525780"/>
            </a:xfrm>
            <a:prstGeom prst="roundRect">
              <a:avLst>
                <a:gd name="adj" fmla="val 10870"/>
              </a:avLst>
            </a:prstGeom>
            <a:solidFill>
              <a:srgbClr val="FFFFFF"/>
            </a:solidFill>
            <a:ln w="11938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5" name="表頭"/>
            <p:cNvSpPr/>
            <p:nvPr/>
          </p:nvSpPr>
          <p:spPr>
            <a:xfrm>
              <a:off x="9494819" y="7189470"/>
              <a:ext cx="1371600" cy="182880"/>
            </a:xfrm>
            <a:custGeom>
              <a:avLst/>
              <a:gdLst/>
              <a:ahLst/>
              <a:cxnLst/>
              <a:rect l="l" t="t" r="r" b="b"/>
              <a:pathLst>
                <a:path w="1371600" h="182880">
                  <a:moveTo>
                    <a:pt x="0" y="182880"/>
                  </a:moveTo>
                  <a:lnTo>
                    <a:pt x="0" y="57150"/>
                  </a:lnTo>
                  <a:arcTo hR="57150" wR="57150" stAng="10800000" swAng="5400000"/>
                  <a:lnTo>
                    <a:pt x="1314450" y="0"/>
                  </a:lnTo>
                  <a:arcTo hR="57150" wR="57150" stAng="16200000" swAng="5400000"/>
                  <a:lnTo>
                    <a:pt x="1371600" y="182880"/>
                  </a:lnTo>
                  <a:close/>
                </a:path>
              </a:pathLst>
            </a:custGeom>
            <a:solidFill>
              <a:srgbClr val="3A3A3A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6" name="圖說"/>
          <p:cNvSpPr/>
          <p:nvPr/>
        </p:nvSpPr>
        <p:spPr>
          <a:xfrm>
            <a:off x="9340269" y="77552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表頭色帶卡</a:t>
            </a:r>
            <a:endParaRPr lang="en-US" sz="1050" dirty="0"/>
          </a:p>
        </p:txBody>
      </p:sp>
      <p:grpSp>
        <p:nvGrpSpPr>
          <p:cNvPr id="5011" name="頂邊／側邊色條"/>
          <p:cNvGrpSpPr/>
          <p:nvPr/>
        </p:nvGrpSpPr>
        <p:grpSpPr>
          <a:xfrm>
            <a:off x="11244099" y="7189470"/>
            <a:ext cx="1371600" cy="525780"/>
            <a:chOff x="11244099" y="7189470"/>
            <a:chExt cx="1371600" cy="525780"/>
          </a:xfrm>
        </p:grpSpPr>
        <p:sp>
          <p:nvSpPr>
            <p:cNvPr id="127" name="卡片"/>
            <p:cNvSpPr/>
            <p:nvPr/>
          </p:nvSpPr>
          <p:spPr>
            <a:xfrm>
              <a:off x="11244099" y="7189470"/>
              <a:ext cx="1371600" cy="52578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8" name="側邊色條"/>
            <p:cNvSpPr/>
            <p:nvPr/>
          </p:nvSpPr>
          <p:spPr>
            <a:xfrm>
              <a:off x="11244099" y="7189470"/>
              <a:ext cx="68580" cy="525780"/>
            </a:xfrm>
            <a:prstGeom prst="rect">
              <a:avLst/>
            </a:prstGeom>
            <a:solidFill>
              <a:srgbClr val="F07F2D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9" name="圖說"/>
          <p:cNvSpPr/>
          <p:nvPr/>
        </p:nvSpPr>
        <p:spPr>
          <a:xfrm>
            <a:off x="11089549" y="77552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頂邊／側邊色條</a:t>
            </a:r>
            <a:endParaRPr lang="en-US" sz="1050" dirty="0"/>
          </a:p>
        </p:txBody>
      </p:sp>
      <p:grpSp>
        <p:nvGrpSpPr>
          <p:cNvPr id="5012" name="半透明寬欄條"/>
          <p:cNvGrpSpPr/>
          <p:nvPr/>
        </p:nvGrpSpPr>
        <p:grpSpPr>
          <a:xfrm>
            <a:off x="13221979" y="7189470"/>
            <a:ext cx="914400" cy="525780"/>
            <a:chOff x="13221979" y="7189470"/>
            <a:chExt cx="914400" cy="525780"/>
          </a:xfrm>
        </p:grpSpPr>
        <p:sp>
          <p:nvSpPr>
            <p:cNvPr id="130" name="寬欄條"/>
            <p:cNvSpPr/>
            <p:nvPr/>
          </p:nvSpPr>
          <p:spPr>
            <a:xfrm>
              <a:off x="13221979" y="7189470"/>
              <a:ext cx="388620" cy="525780"/>
            </a:xfrm>
            <a:prstGeom prst="roundRect">
              <a:avLst>
                <a:gd name="adj" fmla="val 14706"/>
              </a:avLst>
            </a:prstGeom>
            <a:solidFill>
              <a:srgbClr val="A6A6A6">
                <a:alpha val="38000"/>
              </a:srgbClr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1" name="寬欄條"/>
            <p:cNvSpPr/>
            <p:nvPr/>
          </p:nvSpPr>
          <p:spPr>
            <a:xfrm>
              <a:off x="13747759" y="7189470"/>
              <a:ext cx="388620" cy="525780"/>
            </a:xfrm>
            <a:prstGeom prst="roundRect">
              <a:avLst>
                <a:gd name="adj" fmla="val 14706"/>
              </a:avLst>
            </a:prstGeom>
            <a:solidFill>
              <a:srgbClr val="A6A6A6">
                <a:alpha val="38000"/>
              </a:srgbClr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32" name="圖說"/>
          <p:cNvSpPr/>
          <p:nvPr/>
        </p:nvSpPr>
        <p:spPr>
          <a:xfrm>
            <a:off x="12838829" y="77552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半透明寬欄條</a:t>
            </a:r>
            <a:endParaRPr lang="en-US" sz="1050" dirty="0"/>
          </a:p>
        </p:txBody>
      </p:sp>
      <p:sp>
        <p:nvSpPr>
          <p:cNvPr id="133" name="線條"/>
          <p:cNvSpPr/>
          <p:nvPr/>
        </p:nvSpPr>
        <p:spPr>
          <a:xfrm>
            <a:off x="2171700" y="2125980"/>
            <a:ext cx="0" cy="5783580"/>
          </a:xfrm>
          <a:prstGeom prst="line">
            <a:avLst/>
          </a:prstGeom>
          <a:noFill/>
          <a:ln w="8001">
            <a:solidFill>
              <a:srgbClr val="E4E4E4"/>
            </a:solidFill>
            <a:prstDash val="solid"/>
          </a:ln>
        </p:spPr>
      </p:sp>
      <p:sp>
        <p:nvSpPr>
          <p:cNvPr id="134" name="Text 132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135" name="Text 133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 / 14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685800" y="45720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常見組合 Common Patterns</a:t>
            </a:r>
            <a:endParaRPr lang="en-US" sz="4750" dirty="0"/>
          </a:p>
        </p:txBody>
      </p:sp>
      <p:sp>
        <p:nvSpPr>
          <p:cNvPr id="3" name="Text 1"/>
          <p:cNvSpPr/>
          <p:nvPr/>
        </p:nvSpPr>
        <p:spPr>
          <a:xfrm>
            <a:off x="8969375" y="1066800"/>
            <a:ext cx="182880" cy="18288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85800" y="1280160"/>
            <a:ext cx="125730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已排好、已連線的流程小組合：整組複製即可使用（純流程圖語意）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685800" y="1828800"/>
            <a:ext cx="571500" cy="68580"/>
          </a:xfrm>
          <a:prstGeom prst="rect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85800" y="2268855"/>
            <a:ext cx="125730" cy="12573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組合名稱"/>
          <p:cNvSpPr/>
          <p:nvPr/>
        </p:nvSpPr>
        <p:spPr>
          <a:xfrm>
            <a:off x="937260" y="2171700"/>
            <a:ext cx="302695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三步驟流程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Linear Process</a:t>
            </a:r>
            <a:endParaRPr lang="en-US" sz="1750" dirty="0"/>
          </a:p>
        </p:txBody>
      </p:sp>
      <p:sp>
        <p:nvSpPr>
          <p:cNvPr id="8" name="線條"/>
          <p:cNvSpPr/>
          <p:nvPr/>
        </p:nvSpPr>
        <p:spPr>
          <a:xfrm>
            <a:off x="685800" y="256032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0" name="三步驟流程"/>
          <p:cNvGrpSpPr/>
          <p:nvPr/>
        </p:nvGrpSpPr>
        <p:grpSpPr>
          <a:xfrm>
            <a:off x="685800" y="2846070"/>
            <a:ext cx="3278410" cy="971550"/>
            <a:chOff x="685800" y="2846070"/>
            <a:chExt cx="3278410" cy="971550"/>
          </a:xfrm>
        </p:grpSpPr>
        <p:sp>
          <p:nvSpPr>
            <p:cNvPr id="9" name="處理"/>
            <p:cNvSpPr/>
            <p:nvPr/>
          </p:nvSpPr>
          <p:spPr>
            <a:xfrm>
              <a:off x="685800" y="3337560"/>
              <a:ext cx="845820" cy="480060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31750">
              <a:solidFill>
                <a:srgbClr val="3A3A3A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步驟一</a:t>
              </a:r>
              <a:endParaRPr lang="en-US" sz="1300" dirty="0"/>
            </a:p>
          </p:txBody>
        </p:sp>
        <p:sp>
          <p:nvSpPr>
            <p:cNvPr id="10" name="編號"/>
            <p:cNvSpPr/>
            <p:nvPr/>
          </p:nvSpPr>
          <p:spPr>
            <a:xfrm>
              <a:off x="960120" y="2846070"/>
              <a:ext cx="297180" cy="297180"/>
            </a:xfrm>
            <a:prstGeom prst="ellipse">
              <a:avLst/>
            </a:prstGeom>
            <a:solidFill>
              <a:srgbClr val="3A3A3A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1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1</a:t>
              </a:r>
              <a:endParaRPr lang="en-US" sz="1150" dirty="0"/>
            </a:p>
          </p:txBody>
        </p:sp>
        <p:sp>
          <p:nvSpPr>
            <p:cNvPr id="11" name="處理"/>
            <p:cNvSpPr/>
            <p:nvPr/>
          </p:nvSpPr>
          <p:spPr>
            <a:xfrm>
              <a:off x="1902095" y="3337560"/>
              <a:ext cx="845820" cy="480060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31750">
              <a:solidFill>
                <a:srgbClr val="3A3A3A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步驟二</a:t>
              </a:r>
              <a:endParaRPr lang="en-US" sz="1300" dirty="0"/>
            </a:p>
          </p:txBody>
        </p:sp>
        <p:sp>
          <p:nvSpPr>
            <p:cNvPr id="12" name="編號"/>
            <p:cNvSpPr/>
            <p:nvPr/>
          </p:nvSpPr>
          <p:spPr>
            <a:xfrm>
              <a:off x="2176415" y="2846070"/>
              <a:ext cx="297180" cy="297180"/>
            </a:xfrm>
            <a:prstGeom prst="ellipse">
              <a:avLst/>
            </a:prstGeom>
            <a:solidFill>
              <a:srgbClr val="3A3A3A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1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endParaRPr lang="en-US" sz="1150" dirty="0"/>
            </a:p>
          </p:txBody>
        </p:sp>
        <p:sp>
          <p:nvSpPr>
            <p:cNvPr id="13" name="處理"/>
            <p:cNvSpPr/>
            <p:nvPr/>
          </p:nvSpPr>
          <p:spPr>
            <a:xfrm>
              <a:off x="3118390" y="3337560"/>
              <a:ext cx="845820" cy="480060"/>
            </a:xfrm>
            <a:prstGeom prst="roundRect">
              <a:avLst>
                <a:gd name="adj" fmla="val 11905"/>
              </a:avLst>
            </a:prstGeom>
            <a:solidFill>
              <a:srgbClr val="3A3A3A"/>
            </a:solidFill>
            <a:ln>
              <a:noFill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步驟三</a:t>
              </a:r>
              <a:endParaRPr lang="en-US" sz="1300" dirty="0"/>
            </a:p>
          </p:txBody>
        </p:sp>
        <p:sp>
          <p:nvSpPr>
            <p:cNvPr id="14" name="編號"/>
            <p:cNvSpPr/>
            <p:nvPr/>
          </p:nvSpPr>
          <p:spPr>
            <a:xfrm>
              <a:off x="3392710" y="2846070"/>
              <a:ext cx="297180" cy="297180"/>
            </a:xfrm>
            <a:prstGeom prst="ellipse">
              <a:avLst/>
            </a:prstGeom>
            <a:solidFill>
              <a:srgbClr val="3A3A3A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1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3</a:t>
              </a:r>
              <a:endParaRPr lang="en-US" sz="1150" dirty="0"/>
            </a:p>
          </p:txBody>
        </p:sp>
        <p:cxnSp>
          <p:nvCxnSpPr>
            <p:cNvPr id="15" name="連接線"/>
            <p:cNvCxnSpPr>
              <a:stCxn id="9" idx="3"/>
              <a:endCxn id="11" idx="1"/>
            </p:cNvCxnSpPr>
            <p:nvPr/>
          </p:nvCxnSpPr>
          <p:spPr>
            <a:xfrm>
              <a:off x="1531620" y="3577590"/>
              <a:ext cx="370475" cy="0"/>
            </a:xfrm>
            <a:prstGeom prst="straightConnector1">
              <a:avLst/>
            </a:prstGeom>
            <a:ln w="3175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16" name="連接線"/>
            <p:cNvCxnSpPr>
              <a:stCxn id="11" idx="3"/>
              <a:endCxn id="13" idx="1"/>
            </p:cNvCxnSpPr>
            <p:nvPr/>
          </p:nvCxnSpPr>
          <p:spPr>
            <a:xfrm>
              <a:off x="2747915" y="3577590"/>
              <a:ext cx="370475" cy="0"/>
            </a:xfrm>
            <a:prstGeom prst="straightConnector1">
              <a:avLst/>
            </a:prstGeom>
            <a:ln w="31750">
              <a:solidFill>
                <a:srgbClr val="3A3A3A"/>
              </a:solidFill>
              <a:prstDash val="solid"/>
              <a:tailEnd type="triangle"/>
            </a:ln>
          </p:spPr>
        </p:cxnSp>
      </p:grpSp>
      <p:sp>
        <p:nvSpPr>
          <p:cNvPr id="17" name="Text 15"/>
          <p:cNvSpPr/>
          <p:nvPr/>
        </p:nvSpPr>
        <p:spPr>
          <a:xfrm>
            <a:off x="4215670" y="2268855"/>
            <a:ext cx="125730" cy="12573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組合名稱"/>
          <p:cNvSpPr/>
          <p:nvPr/>
        </p:nvSpPr>
        <p:spPr>
          <a:xfrm>
            <a:off x="4467130" y="2171700"/>
            <a:ext cx="302695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判斷分岔（是／否）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Decision Branch</a:t>
            </a:r>
            <a:endParaRPr lang="en-US" sz="1750" dirty="0"/>
          </a:p>
        </p:txBody>
      </p:sp>
      <p:sp>
        <p:nvSpPr>
          <p:cNvPr id="19" name="線條"/>
          <p:cNvSpPr/>
          <p:nvPr/>
        </p:nvSpPr>
        <p:spPr>
          <a:xfrm>
            <a:off x="4215670" y="256032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1" name="判斷分岔（是／否）"/>
          <p:cNvGrpSpPr/>
          <p:nvPr/>
        </p:nvGrpSpPr>
        <p:grpSpPr>
          <a:xfrm>
            <a:off x="4215670" y="2777490"/>
            <a:ext cx="3278410" cy="1771650"/>
            <a:chOff x="4215670" y="2777490"/>
            <a:chExt cx="3278410" cy="1771650"/>
          </a:xfrm>
        </p:grpSpPr>
        <p:sp>
          <p:nvSpPr>
            <p:cNvPr id="20" name="處理"/>
            <p:cNvSpPr/>
            <p:nvPr/>
          </p:nvSpPr>
          <p:spPr>
            <a:xfrm>
              <a:off x="4215670" y="2903220"/>
              <a:ext cx="822960" cy="480060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31750">
              <a:solidFill>
                <a:srgbClr val="3A3A3A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檢查</a:t>
              </a:r>
              <a:endParaRPr lang="en-US" sz="1300" dirty="0"/>
            </a:p>
          </p:txBody>
        </p:sp>
        <p:sp>
          <p:nvSpPr>
            <p:cNvPr id="21" name="判斷"/>
            <p:cNvSpPr/>
            <p:nvPr/>
          </p:nvSpPr>
          <p:spPr>
            <a:xfrm>
              <a:off x="5335810" y="2777490"/>
              <a:ext cx="960120" cy="731520"/>
            </a:xfrm>
            <a:prstGeom prst="diamond">
              <a:avLst/>
            </a:prstGeom>
            <a:solidFill>
              <a:srgbClr val="F2F2F2"/>
            </a:solidFill>
            <a:ln w="31750">
              <a:solidFill>
                <a:srgbClr val="3A3A3A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2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通過？</a:t>
              </a:r>
              <a:endParaRPr lang="en-US" sz="1200" dirty="0"/>
            </a:p>
          </p:txBody>
        </p:sp>
        <p:cxnSp>
          <p:nvCxnSpPr>
            <p:cNvPr id="22" name="連接線"/>
            <p:cNvCxnSpPr>
              <a:stCxn id="20" idx="3"/>
              <a:endCxn id="21" idx="1"/>
            </p:cNvCxnSpPr>
            <p:nvPr/>
          </p:nvCxnSpPr>
          <p:spPr>
            <a:xfrm>
              <a:off x="5038630" y="3143250"/>
              <a:ext cx="297180" cy="0"/>
            </a:xfrm>
            <a:prstGeom prst="straightConnector1">
              <a:avLst/>
            </a:prstGeom>
            <a:ln w="31750">
              <a:solidFill>
                <a:srgbClr val="3A3A3A"/>
              </a:solidFill>
              <a:prstDash val="solid"/>
              <a:tailEnd type="triangle"/>
            </a:ln>
          </p:spPr>
        </p:cxnSp>
        <p:sp>
          <p:nvSpPr>
            <p:cNvPr id="23" name="處理"/>
            <p:cNvSpPr/>
            <p:nvPr/>
          </p:nvSpPr>
          <p:spPr>
            <a:xfrm>
              <a:off x="6648260" y="2903220"/>
              <a:ext cx="845820" cy="480060"/>
            </a:xfrm>
            <a:prstGeom prst="roundRect">
              <a:avLst>
                <a:gd name="adj" fmla="val 11905"/>
              </a:avLst>
            </a:prstGeom>
            <a:solidFill>
              <a:srgbClr val="3A3A3A"/>
            </a:solidFill>
            <a:ln>
              <a:noFill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執行</a:t>
              </a:r>
              <a:endParaRPr lang="en-US" sz="1300" dirty="0"/>
            </a:p>
          </p:txBody>
        </p:sp>
        <p:cxnSp>
          <p:nvCxnSpPr>
            <p:cNvPr id="24" name="連接線"/>
            <p:cNvCxnSpPr>
              <a:stCxn id="21" idx="3"/>
              <a:endCxn id="23" idx="1"/>
            </p:cNvCxnSpPr>
            <p:nvPr/>
          </p:nvCxnSpPr>
          <p:spPr>
            <a:xfrm>
              <a:off x="6295930" y="3143250"/>
              <a:ext cx="352330" cy="0"/>
            </a:xfrm>
            <a:prstGeom prst="straightConnector1">
              <a:avLst/>
            </a:prstGeom>
            <a:ln w="31750">
              <a:solidFill>
                <a:srgbClr val="3A3A3A"/>
              </a:solidFill>
              <a:prstDash val="solid"/>
              <a:tailEnd type="triangle"/>
            </a:ln>
          </p:spPr>
        </p:cxnSp>
        <p:sp>
          <p:nvSpPr>
            <p:cNvPr id="25" name="標註"/>
            <p:cNvSpPr/>
            <p:nvPr/>
          </p:nvSpPr>
          <p:spPr>
            <a:xfrm>
              <a:off x="6295930" y="2868930"/>
              <a:ext cx="4572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1050" dirty="0"/>
            </a:p>
          </p:txBody>
        </p:sp>
        <p:sp>
          <p:nvSpPr>
            <p:cNvPr id="26" name="處理"/>
            <p:cNvSpPr/>
            <p:nvPr/>
          </p:nvSpPr>
          <p:spPr>
            <a:xfrm>
              <a:off x="5392960" y="4069080"/>
              <a:ext cx="845820" cy="480060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31750">
              <a:solidFill>
                <a:srgbClr val="3A3A3A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修正</a:t>
              </a:r>
              <a:endParaRPr lang="en-US" sz="1300" dirty="0"/>
            </a:p>
          </p:txBody>
        </p:sp>
        <p:cxnSp>
          <p:nvCxnSpPr>
            <p:cNvPr id="27" name="連接線"/>
            <p:cNvCxnSpPr>
              <a:stCxn id="21" idx="2"/>
              <a:endCxn id="26" idx="0"/>
            </p:cNvCxnSpPr>
            <p:nvPr/>
          </p:nvCxnSpPr>
          <p:spPr>
            <a:xfrm>
              <a:off x="5815870" y="3509010"/>
              <a:ext cx="0" cy="560070"/>
            </a:xfrm>
            <a:prstGeom prst="straightConnector1">
              <a:avLst/>
            </a:prstGeom>
            <a:ln w="31750">
              <a:solidFill>
                <a:srgbClr val="3A3A3A"/>
              </a:solidFill>
              <a:prstDash val="solid"/>
              <a:tailEnd type="triangle"/>
            </a:ln>
          </p:spPr>
        </p:cxnSp>
        <p:sp>
          <p:nvSpPr>
            <p:cNvPr id="28" name="標註"/>
            <p:cNvSpPr/>
            <p:nvPr/>
          </p:nvSpPr>
          <p:spPr>
            <a:xfrm>
              <a:off x="5838730" y="3554730"/>
              <a:ext cx="3429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否</a:t>
              </a:r>
              <a:endParaRPr lang="en-US" sz="1050" dirty="0"/>
            </a:p>
          </p:txBody>
        </p:sp>
      </p:grpSp>
      <p:sp>
        <p:nvSpPr>
          <p:cNvPr id="29" name="Text 27"/>
          <p:cNvSpPr/>
          <p:nvPr/>
        </p:nvSpPr>
        <p:spPr>
          <a:xfrm>
            <a:off x="7745540" y="2268855"/>
            <a:ext cx="125730" cy="12573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組合名稱"/>
          <p:cNvSpPr/>
          <p:nvPr/>
        </p:nvSpPr>
        <p:spPr>
          <a:xfrm>
            <a:off x="7997000" y="2171700"/>
            <a:ext cx="302695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例外退回路徑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Exception Return</a:t>
            </a:r>
            <a:endParaRPr lang="en-US" sz="1750" dirty="0"/>
          </a:p>
        </p:txBody>
      </p:sp>
      <p:sp>
        <p:nvSpPr>
          <p:cNvPr id="31" name="線條"/>
          <p:cNvSpPr/>
          <p:nvPr/>
        </p:nvSpPr>
        <p:spPr>
          <a:xfrm>
            <a:off x="7745540" y="256032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2" name="例外退回路徑"/>
          <p:cNvGrpSpPr/>
          <p:nvPr/>
        </p:nvGrpSpPr>
        <p:grpSpPr>
          <a:xfrm>
            <a:off x="7745540" y="3040380"/>
            <a:ext cx="3278410" cy="1234440"/>
            <a:chOff x="7745540" y="3040380"/>
            <a:chExt cx="3278410" cy="1234440"/>
          </a:xfrm>
        </p:grpSpPr>
        <p:sp>
          <p:nvSpPr>
            <p:cNvPr id="32" name="處理"/>
            <p:cNvSpPr/>
            <p:nvPr/>
          </p:nvSpPr>
          <p:spPr>
            <a:xfrm>
              <a:off x="7745540" y="3040380"/>
              <a:ext cx="845820" cy="480060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31750">
              <a:solidFill>
                <a:srgbClr val="3A3A3A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受理</a:t>
              </a:r>
              <a:endParaRPr lang="en-US" sz="1300" dirty="0"/>
            </a:p>
          </p:txBody>
        </p:sp>
        <p:sp>
          <p:nvSpPr>
            <p:cNvPr id="33" name="處理"/>
            <p:cNvSpPr/>
            <p:nvPr/>
          </p:nvSpPr>
          <p:spPr>
            <a:xfrm>
              <a:off x="8961834" y="3040380"/>
              <a:ext cx="845820" cy="480060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31750">
              <a:solidFill>
                <a:srgbClr val="3A3A3A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審查</a:t>
              </a:r>
              <a:endParaRPr lang="en-US" sz="1300" dirty="0"/>
            </a:p>
          </p:txBody>
        </p:sp>
        <p:sp>
          <p:nvSpPr>
            <p:cNvPr id="34" name="處理"/>
            <p:cNvSpPr/>
            <p:nvPr/>
          </p:nvSpPr>
          <p:spPr>
            <a:xfrm>
              <a:off x="10178129" y="3040380"/>
              <a:ext cx="845820" cy="480060"/>
            </a:xfrm>
            <a:prstGeom prst="roundRect">
              <a:avLst>
                <a:gd name="adj" fmla="val 11905"/>
              </a:avLst>
            </a:prstGeom>
            <a:solidFill>
              <a:srgbClr val="3A3A3A"/>
            </a:solidFill>
            <a:ln>
              <a:noFill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完成</a:t>
              </a:r>
              <a:endParaRPr lang="en-US" sz="1300" dirty="0"/>
            </a:p>
          </p:txBody>
        </p:sp>
        <p:cxnSp>
          <p:nvCxnSpPr>
            <p:cNvPr id="35" name="連接線"/>
            <p:cNvCxnSpPr>
              <a:stCxn id="32" idx="3"/>
              <a:endCxn id="33" idx="1"/>
            </p:cNvCxnSpPr>
            <p:nvPr/>
          </p:nvCxnSpPr>
          <p:spPr>
            <a:xfrm>
              <a:off x="8591360" y="3280410"/>
              <a:ext cx="370475" cy="0"/>
            </a:xfrm>
            <a:prstGeom prst="straightConnector1">
              <a:avLst/>
            </a:prstGeom>
            <a:ln w="3175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36" name="連接線"/>
            <p:cNvCxnSpPr>
              <a:stCxn id="33" idx="3"/>
              <a:endCxn id="34" idx="1"/>
            </p:cNvCxnSpPr>
            <p:nvPr/>
          </p:nvCxnSpPr>
          <p:spPr>
            <a:xfrm>
              <a:off x="9807654" y="3280410"/>
              <a:ext cx="370475" cy="0"/>
            </a:xfrm>
            <a:prstGeom prst="straightConnector1">
              <a:avLst/>
            </a:prstGeom>
            <a:ln w="3175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37" name="連接線"/>
            <p:cNvCxnSpPr>
              <a:stCxn id="33" idx="2"/>
              <a:endCxn id="32" idx="2"/>
            </p:cNvCxnSpPr>
            <p:nvPr/>
          </p:nvCxnSpPr>
          <p:spPr>
            <a:xfrm rot="5400000">
              <a:off x="8773854" y="2915036"/>
              <a:ext cx="5486" cy="1216295"/>
            </a:xfrm>
            <a:prstGeom prst="bentConnector3">
              <a:avLst>
                <a:gd name="adj1" fmla="val 8750000"/>
              </a:avLst>
            </a:prstGeom>
            <a:ln w="31750">
              <a:solidFill>
                <a:srgbClr val="F07F2D"/>
              </a:solidFill>
              <a:prstDash val="sysDash"/>
              <a:tailEnd type="triangle"/>
            </a:ln>
          </p:spPr>
        </p:cxnSp>
        <p:sp>
          <p:nvSpPr>
            <p:cNvPr id="38" name="標註"/>
            <p:cNvSpPr/>
            <p:nvPr/>
          </p:nvSpPr>
          <p:spPr>
            <a:xfrm>
              <a:off x="8168450" y="4046220"/>
              <a:ext cx="1216295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B45F2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例外：退回補件</a:t>
              </a:r>
              <a:endParaRPr lang="en-US" sz="1050" dirty="0"/>
            </a:p>
          </p:txBody>
        </p:sp>
      </p:grpSp>
      <p:sp>
        <p:nvSpPr>
          <p:cNvPr id="39" name="Text 37"/>
          <p:cNvSpPr/>
          <p:nvPr/>
        </p:nvSpPr>
        <p:spPr>
          <a:xfrm>
            <a:off x="11275409" y="2268855"/>
            <a:ext cx="125730" cy="12573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組合名稱"/>
          <p:cNvSpPr/>
          <p:nvPr/>
        </p:nvSpPr>
        <p:spPr>
          <a:xfrm>
            <a:off x="11526869" y="2171700"/>
            <a:ext cx="302695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審核迴圈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Approval Loop</a:t>
            </a:r>
            <a:endParaRPr lang="en-US" sz="1750" dirty="0"/>
          </a:p>
        </p:txBody>
      </p:sp>
      <p:sp>
        <p:nvSpPr>
          <p:cNvPr id="41" name="線條"/>
          <p:cNvSpPr/>
          <p:nvPr/>
        </p:nvSpPr>
        <p:spPr>
          <a:xfrm>
            <a:off x="11275409" y="256032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3" name="審核迴圈"/>
          <p:cNvGrpSpPr/>
          <p:nvPr/>
        </p:nvGrpSpPr>
        <p:grpSpPr>
          <a:xfrm>
            <a:off x="11275409" y="2651760"/>
            <a:ext cx="3278410" cy="1451610"/>
            <a:chOff x="11275409" y="2651760"/>
            <a:chExt cx="3278410" cy="1451610"/>
          </a:xfrm>
        </p:grpSpPr>
        <p:sp>
          <p:nvSpPr>
            <p:cNvPr id="42" name="處理"/>
            <p:cNvSpPr/>
            <p:nvPr/>
          </p:nvSpPr>
          <p:spPr>
            <a:xfrm>
              <a:off x="11275409" y="3520440"/>
              <a:ext cx="914400" cy="480060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31750">
              <a:solidFill>
                <a:srgbClr val="3A3A3A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提出申請</a:t>
              </a:r>
              <a:endParaRPr lang="en-US" sz="1300" dirty="0"/>
            </a:p>
          </p:txBody>
        </p:sp>
        <p:sp>
          <p:nvSpPr>
            <p:cNvPr id="43" name="判斷"/>
            <p:cNvSpPr/>
            <p:nvPr/>
          </p:nvSpPr>
          <p:spPr>
            <a:xfrm>
              <a:off x="12418409" y="3417570"/>
              <a:ext cx="845820" cy="685800"/>
            </a:xfrm>
            <a:prstGeom prst="diamond">
              <a:avLst/>
            </a:prstGeom>
            <a:solidFill>
              <a:srgbClr val="F2F2F2"/>
            </a:solidFill>
            <a:ln w="31750">
              <a:solidFill>
                <a:srgbClr val="3A3A3A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2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1200" dirty="0"/>
            </a:p>
          </p:txBody>
        </p:sp>
        <p:cxnSp>
          <p:nvCxnSpPr>
            <p:cNvPr id="44" name="連接線"/>
            <p:cNvCxnSpPr>
              <a:stCxn id="42" idx="3"/>
              <a:endCxn id="43" idx="1"/>
            </p:cNvCxnSpPr>
            <p:nvPr/>
          </p:nvCxnSpPr>
          <p:spPr>
            <a:xfrm>
              <a:off x="12189809" y="3760470"/>
              <a:ext cx="228600" cy="0"/>
            </a:xfrm>
            <a:prstGeom prst="straightConnector1">
              <a:avLst/>
            </a:prstGeom>
            <a:ln w="31750">
              <a:solidFill>
                <a:srgbClr val="3A3A3A"/>
              </a:solidFill>
              <a:prstDash val="solid"/>
              <a:tailEnd type="triangle"/>
            </a:ln>
          </p:spPr>
        </p:cxnSp>
        <p:sp>
          <p:nvSpPr>
            <p:cNvPr id="45" name="處理"/>
            <p:cNvSpPr/>
            <p:nvPr/>
          </p:nvSpPr>
          <p:spPr>
            <a:xfrm>
              <a:off x="13845159" y="3520440"/>
              <a:ext cx="708660" cy="480060"/>
            </a:xfrm>
            <a:prstGeom prst="roundRect">
              <a:avLst>
                <a:gd name="adj" fmla="val 11905"/>
              </a:avLst>
            </a:prstGeom>
            <a:solidFill>
              <a:srgbClr val="3A3A3A"/>
            </a:solidFill>
            <a:ln>
              <a:noFill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核准</a:t>
              </a:r>
              <a:endParaRPr lang="en-US" sz="1300" dirty="0"/>
            </a:p>
          </p:txBody>
        </p:sp>
        <p:cxnSp>
          <p:nvCxnSpPr>
            <p:cNvPr id="46" name="連接線"/>
            <p:cNvCxnSpPr>
              <a:stCxn id="43" idx="3"/>
              <a:endCxn id="45" idx="1"/>
            </p:cNvCxnSpPr>
            <p:nvPr/>
          </p:nvCxnSpPr>
          <p:spPr>
            <a:xfrm>
              <a:off x="13264229" y="3760470"/>
              <a:ext cx="580930" cy="0"/>
            </a:xfrm>
            <a:prstGeom prst="straightConnector1">
              <a:avLst/>
            </a:prstGeom>
            <a:ln w="31750">
              <a:solidFill>
                <a:srgbClr val="3A3A3A"/>
              </a:solidFill>
              <a:prstDash val="solid"/>
              <a:tailEnd type="triangle"/>
            </a:ln>
          </p:spPr>
        </p:cxnSp>
        <p:sp>
          <p:nvSpPr>
            <p:cNvPr id="47" name="標註"/>
            <p:cNvSpPr/>
            <p:nvPr/>
          </p:nvSpPr>
          <p:spPr>
            <a:xfrm>
              <a:off x="13264229" y="3486150"/>
              <a:ext cx="58093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</a:t>
              </a:r>
              <a:endParaRPr lang="en-US" sz="1050" dirty="0"/>
            </a:p>
          </p:txBody>
        </p:sp>
        <p:cxnSp>
          <p:nvCxnSpPr>
            <p:cNvPr id="48" name="連接線"/>
            <p:cNvCxnSpPr>
              <a:stCxn id="43" idx="0"/>
              <a:endCxn id="42" idx="0"/>
            </p:cNvCxnSpPr>
            <p:nvPr/>
          </p:nvCxnSpPr>
          <p:spPr>
            <a:xfrm rot="5400000">
              <a:off x="12235529" y="2914650"/>
              <a:ext cx="102870" cy="1108710"/>
            </a:xfrm>
            <a:prstGeom prst="bentConnector3">
              <a:avLst>
                <a:gd name="adj1" fmla="val -500000"/>
              </a:avLst>
            </a:prstGeom>
            <a:ln w="31750">
              <a:solidFill>
                <a:srgbClr val="3A3A3A"/>
              </a:solidFill>
              <a:prstDash val="solid"/>
              <a:tailEnd type="triangle"/>
            </a:ln>
          </p:spPr>
        </p:cxnSp>
        <p:sp>
          <p:nvSpPr>
            <p:cNvPr id="49" name="標註"/>
            <p:cNvSpPr/>
            <p:nvPr/>
          </p:nvSpPr>
          <p:spPr>
            <a:xfrm>
              <a:off x="11755469" y="2651760"/>
              <a:ext cx="108585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退回修改後重送</a:t>
              </a:r>
              <a:endParaRPr lang="en-US" sz="1050" dirty="0"/>
            </a:p>
          </p:txBody>
        </p:sp>
      </p:grpSp>
      <p:sp>
        <p:nvSpPr>
          <p:cNvPr id="50" name="Text 48"/>
          <p:cNvSpPr/>
          <p:nvPr/>
        </p:nvSpPr>
        <p:spPr>
          <a:xfrm>
            <a:off x="685800" y="5149215"/>
            <a:ext cx="125730" cy="12573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組合名稱"/>
          <p:cNvSpPr/>
          <p:nvPr/>
        </p:nvSpPr>
        <p:spPr>
          <a:xfrm>
            <a:off x="937260" y="5052060"/>
            <a:ext cx="302695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泳道（雙道）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Swimlane</a:t>
            </a:r>
            <a:endParaRPr lang="en-US" sz="1750" dirty="0"/>
          </a:p>
        </p:txBody>
      </p:sp>
      <p:sp>
        <p:nvSpPr>
          <p:cNvPr id="52" name="線條"/>
          <p:cNvSpPr/>
          <p:nvPr/>
        </p:nvSpPr>
        <p:spPr>
          <a:xfrm>
            <a:off x="685800" y="544068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4" name="泳道（雙道）"/>
          <p:cNvGrpSpPr/>
          <p:nvPr/>
        </p:nvGrpSpPr>
        <p:grpSpPr>
          <a:xfrm>
            <a:off x="685800" y="5554980"/>
            <a:ext cx="3278410" cy="1897380"/>
            <a:chOff x="685800" y="5554980"/>
            <a:chExt cx="3278410" cy="1897380"/>
          </a:xfrm>
        </p:grpSpPr>
        <p:sp>
          <p:nvSpPr>
            <p:cNvPr id="53" name="泳道"/>
            <p:cNvSpPr/>
            <p:nvPr/>
          </p:nvSpPr>
          <p:spPr>
            <a:xfrm>
              <a:off x="685800" y="5554980"/>
              <a:ext cx="3278410" cy="91440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4" name="泳道標題"/>
            <p:cNvSpPr/>
            <p:nvPr/>
          </p:nvSpPr>
          <p:spPr>
            <a:xfrm>
              <a:off x="685800" y="5554980"/>
              <a:ext cx="525780" cy="91440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申</a:t>
              </a:r>
              <a:endParaRPr lang="en-US" sz="10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請</a:t>
              </a:r>
              <a:endParaRPr lang="en-US" sz="10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人</a:t>
              </a:r>
              <a:endParaRPr lang="en-US" sz="1050" dirty="0"/>
            </a:p>
          </p:txBody>
        </p:sp>
        <p:sp>
          <p:nvSpPr>
            <p:cNvPr id="55" name="泳道"/>
            <p:cNvSpPr/>
            <p:nvPr/>
          </p:nvSpPr>
          <p:spPr>
            <a:xfrm>
              <a:off x="685800" y="6537960"/>
              <a:ext cx="3278410" cy="91440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6" name="泳道標題"/>
            <p:cNvSpPr/>
            <p:nvPr/>
          </p:nvSpPr>
          <p:spPr>
            <a:xfrm>
              <a:off x="685800" y="6537960"/>
              <a:ext cx="525780" cy="91440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主</a:t>
              </a:r>
              <a:endParaRPr lang="en-US" sz="10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管</a:t>
              </a:r>
              <a:endParaRPr lang="en-US" sz="1050" dirty="0"/>
            </a:p>
          </p:txBody>
        </p:sp>
        <p:sp>
          <p:nvSpPr>
            <p:cNvPr id="57" name="處理"/>
            <p:cNvSpPr/>
            <p:nvPr/>
          </p:nvSpPr>
          <p:spPr>
            <a:xfrm>
              <a:off x="1371600" y="5772150"/>
              <a:ext cx="800100" cy="480060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31750">
              <a:solidFill>
                <a:srgbClr val="3A3A3A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填寫</a:t>
              </a:r>
              <a:endParaRPr lang="en-US" sz="1300" dirty="0"/>
            </a:p>
          </p:txBody>
        </p:sp>
        <p:sp>
          <p:nvSpPr>
            <p:cNvPr id="58" name="處理"/>
            <p:cNvSpPr/>
            <p:nvPr/>
          </p:nvSpPr>
          <p:spPr>
            <a:xfrm>
              <a:off x="2514600" y="6755130"/>
              <a:ext cx="800100" cy="480060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31750">
              <a:solidFill>
                <a:srgbClr val="3A3A3A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1300" dirty="0"/>
            </a:p>
          </p:txBody>
        </p:sp>
        <p:sp>
          <p:nvSpPr>
            <p:cNvPr id="59" name="處理"/>
            <p:cNvSpPr/>
            <p:nvPr/>
          </p:nvSpPr>
          <p:spPr>
            <a:xfrm>
              <a:off x="3072670" y="5772150"/>
              <a:ext cx="800100" cy="480060"/>
            </a:xfrm>
            <a:prstGeom prst="roundRect">
              <a:avLst>
                <a:gd name="adj" fmla="val 11905"/>
              </a:avLst>
            </a:prstGeom>
            <a:solidFill>
              <a:srgbClr val="3A3A3A"/>
            </a:solidFill>
            <a:ln>
              <a:noFill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歸檔</a:t>
              </a:r>
              <a:endParaRPr lang="en-US" sz="1300" dirty="0"/>
            </a:p>
          </p:txBody>
        </p:sp>
        <p:cxnSp>
          <p:nvCxnSpPr>
            <p:cNvPr id="60" name="連接線"/>
            <p:cNvCxnSpPr>
              <a:stCxn id="57" idx="3"/>
              <a:endCxn id="58" idx="0"/>
            </p:cNvCxnSpPr>
            <p:nvPr/>
          </p:nvCxnSpPr>
          <p:spPr>
            <a:xfrm>
              <a:off x="2171700" y="6012180"/>
              <a:ext cx="742950" cy="742950"/>
            </a:xfrm>
            <a:prstGeom prst="bentConnector2">
              <a:avLst/>
            </a:prstGeom>
            <a:ln w="3175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61" name="連接線"/>
            <p:cNvCxnSpPr>
              <a:stCxn id="58" idx="3"/>
              <a:endCxn id="59" idx="2"/>
            </p:cNvCxnSpPr>
            <p:nvPr/>
          </p:nvCxnSpPr>
          <p:spPr>
            <a:xfrm flipV="1">
              <a:off x="3314700" y="6252210"/>
              <a:ext cx="158020" cy="742950"/>
            </a:xfrm>
            <a:prstGeom prst="bentConnector2">
              <a:avLst/>
            </a:prstGeom>
            <a:ln w="31750">
              <a:solidFill>
                <a:srgbClr val="3A3A3A"/>
              </a:solidFill>
              <a:prstDash val="solid"/>
              <a:tailEnd type="triangle"/>
            </a:ln>
          </p:spPr>
        </p:cxnSp>
      </p:grpSp>
      <p:sp>
        <p:nvSpPr>
          <p:cNvPr id="62" name="Text 60"/>
          <p:cNvSpPr/>
          <p:nvPr/>
        </p:nvSpPr>
        <p:spPr>
          <a:xfrm>
            <a:off x="4215670" y="5149215"/>
            <a:ext cx="125730" cy="12573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組合名稱"/>
          <p:cNvSpPr/>
          <p:nvPr/>
        </p:nvSpPr>
        <p:spPr>
          <a:xfrm>
            <a:off x="4467130" y="5052060"/>
            <a:ext cx="302695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平行分流／合流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Parallel Split / Merge</a:t>
            </a:r>
            <a:endParaRPr lang="en-US" sz="1750" dirty="0"/>
          </a:p>
        </p:txBody>
      </p:sp>
      <p:sp>
        <p:nvSpPr>
          <p:cNvPr id="64" name="線條"/>
          <p:cNvSpPr/>
          <p:nvPr/>
        </p:nvSpPr>
        <p:spPr>
          <a:xfrm>
            <a:off x="4215670" y="544068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5" name="平行分流／合流"/>
          <p:cNvGrpSpPr/>
          <p:nvPr/>
        </p:nvGrpSpPr>
        <p:grpSpPr>
          <a:xfrm>
            <a:off x="4215670" y="5623560"/>
            <a:ext cx="3278410" cy="1691640"/>
            <a:chOff x="4215670" y="5623560"/>
            <a:chExt cx="3278410" cy="1691640"/>
          </a:xfrm>
        </p:grpSpPr>
        <p:sp>
          <p:nvSpPr>
            <p:cNvPr id="65" name="處理"/>
            <p:cNvSpPr/>
            <p:nvPr/>
          </p:nvSpPr>
          <p:spPr>
            <a:xfrm>
              <a:off x="4215670" y="6229350"/>
              <a:ext cx="640080" cy="480060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31750">
              <a:solidFill>
                <a:srgbClr val="3A3A3A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開始</a:t>
              </a:r>
              <a:endParaRPr lang="en-US" sz="1300" dirty="0"/>
            </a:p>
          </p:txBody>
        </p:sp>
        <p:sp>
          <p:nvSpPr>
            <p:cNvPr id="66" name="分流"/>
            <p:cNvSpPr/>
            <p:nvPr/>
          </p:nvSpPr>
          <p:spPr>
            <a:xfrm>
              <a:off x="5084350" y="5623560"/>
              <a:ext cx="80010" cy="1691640"/>
            </a:xfrm>
            <a:prstGeom prst="rect">
              <a:avLst/>
            </a:prstGeom>
            <a:solidFill>
              <a:srgbClr val="3A3A3A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7" name="處理"/>
            <p:cNvSpPr/>
            <p:nvPr/>
          </p:nvSpPr>
          <p:spPr>
            <a:xfrm>
              <a:off x="5404390" y="5703570"/>
              <a:ext cx="845820" cy="480060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31750">
              <a:solidFill>
                <a:srgbClr val="3A3A3A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A</a:t>
              </a:r>
              <a:endParaRPr lang="en-US" sz="1300" dirty="0"/>
            </a:p>
          </p:txBody>
        </p:sp>
        <p:sp>
          <p:nvSpPr>
            <p:cNvPr id="68" name="處理"/>
            <p:cNvSpPr/>
            <p:nvPr/>
          </p:nvSpPr>
          <p:spPr>
            <a:xfrm>
              <a:off x="5404390" y="6755130"/>
              <a:ext cx="845820" cy="480060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31750">
              <a:solidFill>
                <a:srgbClr val="3A3A3A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B</a:t>
              </a:r>
              <a:endParaRPr lang="en-US" sz="1300" dirty="0"/>
            </a:p>
          </p:txBody>
        </p:sp>
        <p:sp>
          <p:nvSpPr>
            <p:cNvPr id="69" name="合流"/>
            <p:cNvSpPr/>
            <p:nvPr/>
          </p:nvSpPr>
          <p:spPr>
            <a:xfrm>
              <a:off x="6282500" y="5623560"/>
              <a:ext cx="80010" cy="1691640"/>
            </a:xfrm>
            <a:prstGeom prst="rect">
              <a:avLst/>
            </a:prstGeom>
            <a:solidFill>
              <a:srgbClr val="3A3A3A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0" name="處理"/>
            <p:cNvSpPr/>
            <p:nvPr/>
          </p:nvSpPr>
          <p:spPr>
            <a:xfrm>
              <a:off x="6785420" y="6229350"/>
              <a:ext cx="708660" cy="480060"/>
            </a:xfrm>
            <a:prstGeom prst="roundRect">
              <a:avLst>
                <a:gd name="adj" fmla="val 11905"/>
              </a:avLst>
            </a:prstGeom>
            <a:solidFill>
              <a:srgbClr val="3A3A3A"/>
            </a:solidFill>
            <a:ln>
              <a:noFill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彙整</a:t>
              </a:r>
              <a:endParaRPr lang="en-US" sz="1300" dirty="0"/>
            </a:p>
          </p:txBody>
        </p:sp>
        <p:cxnSp>
          <p:nvCxnSpPr>
            <p:cNvPr id="71" name="連接線"/>
            <p:cNvCxnSpPr>
              <a:stCxn id="65" idx="3"/>
              <a:endCxn id="66" idx="1"/>
            </p:cNvCxnSpPr>
            <p:nvPr/>
          </p:nvCxnSpPr>
          <p:spPr>
            <a:xfrm>
              <a:off x="4855750" y="6469380"/>
              <a:ext cx="228600" cy="0"/>
            </a:xfrm>
            <a:prstGeom prst="straightConnector1">
              <a:avLst/>
            </a:prstGeom>
            <a:ln w="3175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72" name="連接線"/>
            <p:cNvCxnSpPr>
              <a:endCxn id="67" idx="1"/>
            </p:cNvCxnSpPr>
            <p:nvPr/>
          </p:nvCxnSpPr>
          <p:spPr>
            <a:xfrm>
              <a:off x="5164360" y="5943600"/>
              <a:ext cx="240030" cy="0"/>
            </a:xfrm>
            <a:prstGeom prst="straightConnector1">
              <a:avLst/>
            </a:prstGeom>
            <a:ln w="3175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73" name="連接線"/>
            <p:cNvCxnSpPr>
              <a:endCxn id="68" idx="1"/>
            </p:cNvCxnSpPr>
            <p:nvPr/>
          </p:nvCxnSpPr>
          <p:spPr>
            <a:xfrm>
              <a:off x="5164360" y="6995160"/>
              <a:ext cx="240030" cy="0"/>
            </a:xfrm>
            <a:prstGeom prst="straightConnector1">
              <a:avLst/>
            </a:prstGeom>
            <a:ln w="3175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74" name="連接線"/>
            <p:cNvCxnSpPr>
              <a:stCxn id="67" idx="3"/>
            </p:cNvCxnSpPr>
            <p:nvPr/>
          </p:nvCxnSpPr>
          <p:spPr>
            <a:xfrm>
              <a:off x="6250210" y="5943600"/>
              <a:ext cx="32290" cy="0"/>
            </a:xfrm>
            <a:prstGeom prst="straightConnector1">
              <a:avLst/>
            </a:prstGeom>
            <a:ln w="3175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75" name="連接線"/>
            <p:cNvCxnSpPr>
              <a:stCxn id="68" idx="3"/>
            </p:cNvCxnSpPr>
            <p:nvPr/>
          </p:nvCxnSpPr>
          <p:spPr>
            <a:xfrm>
              <a:off x="6250210" y="6995160"/>
              <a:ext cx="32290" cy="0"/>
            </a:xfrm>
            <a:prstGeom prst="straightConnector1">
              <a:avLst/>
            </a:prstGeom>
            <a:ln w="3175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76" name="連接線"/>
            <p:cNvCxnSpPr>
              <a:stCxn id="69" idx="3"/>
              <a:endCxn id="70" idx="1"/>
            </p:cNvCxnSpPr>
            <p:nvPr/>
          </p:nvCxnSpPr>
          <p:spPr>
            <a:xfrm>
              <a:off x="6362510" y="6469380"/>
              <a:ext cx="422910" cy="0"/>
            </a:xfrm>
            <a:prstGeom prst="straightConnector1">
              <a:avLst/>
            </a:prstGeom>
            <a:ln w="31750">
              <a:solidFill>
                <a:srgbClr val="3A3A3A"/>
              </a:solidFill>
              <a:prstDash val="solid"/>
              <a:tailEnd type="triangle"/>
            </a:ln>
          </p:spPr>
        </p:cxnSp>
      </p:grpSp>
      <p:sp>
        <p:nvSpPr>
          <p:cNvPr id="77" name="Text 75"/>
          <p:cNvSpPr/>
          <p:nvPr/>
        </p:nvSpPr>
        <p:spPr>
          <a:xfrm>
            <a:off x="7745540" y="5149215"/>
            <a:ext cx="125730" cy="12573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8" name="組合名稱"/>
          <p:cNvSpPr/>
          <p:nvPr/>
        </p:nvSpPr>
        <p:spPr>
          <a:xfrm>
            <a:off x="7997000" y="5052060"/>
            <a:ext cx="302695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輸入→處理→輸出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Input / Process / Output</a:t>
            </a:r>
            <a:endParaRPr lang="en-US" sz="1750" dirty="0"/>
          </a:p>
        </p:txBody>
      </p:sp>
      <p:sp>
        <p:nvSpPr>
          <p:cNvPr id="79" name="線條"/>
          <p:cNvSpPr/>
          <p:nvPr/>
        </p:nvSpPr>
        <p:spPr>
          <a:xfrm>
            <a:off x="7745540" y="544068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6" name="輸入→處理→輸出"/>
          <p:cNvGrpSpPr/>
          <p:nvPr/>
        </p:nvGrpSpPr>
        <p:grpSpPr>
          <a:xfrm>
            <a:off x="7688390" y="6023610"/>
            <a:ext cx="3392710" cy="971550"/>
            <a:chOff x="7688390" y="6023610"/>
            <a:chExt cx="3392710" cy="971550"/>
          </a:xfrm>
        </p:grpSpPr>
        <p:sp>
          <p:nvSpPr>
            <p:cNvPr id="80" name="輸入輸出"/>
            <p:cNvSpPr/>
            <p:nvPr/>
          </p:nvSpPr>
          <p:spPr>
            <a:xfrm>
              <a:off x="7745540" y="6080760"/>
              <a:ext cx="937260" cy="480060"/>
            </a:xfrm>
            <a:prstGeom prst="parallelogram">
              <a:avLst>
                <a:gd name="adj" fmla="val 42000"/>
              </a:avLst>
            </a:prstGeom>
            <a:solidFill>
              <a:srgbClr val="F2F2F2"/>
            </a:solidFill>
            <a:ln w="31750">
              <a:solidFill>
                <a:srgbClr val="3A3A3A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輸入</a:t>
              </a:r>
              <a:endParaRPr lang="en-US" sz="1300" dirty="0"/>
            </a:p>
          </p:txBody>
        </p:sp>
        <p:sp>
          <p:nvSpPr>
            <p:cNvPr id="81" name="標註"/>
            <p:cNvSpPr/>
            <p:nvPr/>
          </p:nvSpPr>
          <p:spPr>
            <a:xfrm>
              <a:off x="7688390" y="6766560"/>
              <a:ext cx="105156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資料來源</a:t>
              </a:r>
              <a:endParaRPr lang="en-US" sz="1050" dirty="0"/>
            </a:p>
          </p:txBody>
        </p:sp>
        <p:sp>
          <p:nvSpPr>
            <p:cNvPr id="82" name="處理"/>
            <p:cNvSpPr/>
            <p:nvPr/>
          </p:nvSpPr>
          <p:spPr>
            <a:xfrm>
              <a:off x="8984694" y="6080760"/>
              <a:ext cx="800100" cy="480060"/>
            </a:xfrm>
            <a:prstGeom prst="roundRect">
              <a:avLst>
                <a:gd name="adj" fmla="val 11905"/>
              </a:avLst>
            </a:prstGeom>
            <a:solidFill>
              <a:srgbClr val="3A3A3A"/>
            </a:solidFill>
            <a:ln>
              <a:noFill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處理</a:t>
              </a:r>
              <a:endParaRPr lang="en-US" sz="1300" dirty="0"/>
            </a:p>
          </p:txBody>
        </p:sp>
        <p:sp>
          <p:nvSpPr>
            <p:cNvPr id="83" name="標註"/>
            <p:cNvSpPr/>
            <p:nvPr/>
          </p:nvSpPr>
          <p:spPr>
            <a:xfrm>
              <a:off x="8927544" y="6766560"/>
              <a:ext cx="9144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整理運算</a:t>
              </a:r>
              <a:endParaRPr lang="en-US" sz="1050" dirty="0"/>
            </a:p>
          </p:txBody>
        </p:sp>
        <p:sp>
          <p:nvSpPr>
            <p:cNvPr id="84" name="文件"/>
            <p:cNvSpPr/>
            <p:nvPr/>
          </p:nvSpPr>
          <p:spPr>
            <a:xfrm>
              <a:off x="10086689" y="6023610"/>
              <a:ext cx="937260" cy="594360"/>
            </a:xfrm>
            <a:prstGeom prst="flowChartDocument">
              <a:avLst/>
            </a:prstGeom>
            <a:solidFill>
              <a:srgbClr val="F2F2F2"/>
            </a:solidFill>
            <a:ln w="31750">
              <a:solidFill>
                <a:srgbClr val="3A3A3A"/>
              </a:solidFill>
              <a:prstDash val="solid"/>
            </a:ln>
          </p:spPr>
          <p:txBody>
            <a:bodyPr wrap="square" lIns="47625" tIns="0" rIns="47625" bIns="0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報表</a:t>
              </a:r>
              <a:endParaRPr lang="en-US" sz="1300" dirty="0"/>
            </a:p>
          </p:txBody>
        </p:sp>
        <p:sp>
          <p:nvSpPr>
            <p:cNvPr id="85" name="標註"/>
            <p:cNvSpPr/>
            <p:nvPr/>
          </p:nvSpPr>
          <p:spPr>
            <a:xfrm>
              <a:off x="10029539" y="6766560"/>
              <a:ext cx="105156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產出結果</a:t>
              </a:r>
              <a:endParaRPr lang="en-US" sz="1050" dirty="0"/>
            </a:p>
          </p:txBody>
        </p:sp>
        <p:cxnSp>
          <p:nvCxnSpPr>
            <p:cNvPr id="86" name="連接線"/>
            <p:cNvCxnSpPr>
              <a:stCxn id="80" idx="2"/>
              <a:endCxn id="82" idx="1"/>
            </p:cNvCxnSpPr>
            <p:nvPr/>
          </p:nvCxnSpPr>
          <p:spPr>
            <a:xfrm>
              <a:off x="8581987" y="6320790"/>
              <a:ext cx="402707" cy="0"/>
            </a:xfrm>
            <a:prstGeom prst="straightConnector1">
              <a:avLst/>
            </a:prstGeom>
            <a:ln w="3175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87" name="連接線"/>
            <p:cNvCxnSpPr>
              <a:stCxn id="82" idx="3"/>
              <a:endCxn id="84" idx="1"/>
            </p:cNvCxnSpPr>
            <p:nvPr/>
          </p:nvCxnSpPr>
          <p:spPr>
            <a:xfrm>
              <a:off x="9784794" y="6320790"/>
              <a:ext cx="301895" cy="0"/>
            </a:xfrm>
            <a:prstGeom prst="straightConnector1">
              <a:avLst/>
            </a:prstGeom>
            <a:ln w="31750">
              <a:solidFill>
                <a:srgbClr val="3A3A3A"/>
              </a:solidFill>
              <a:prstDash val="solid"/>
              <a:tailEnd type="triangle"/>
            </a:ln>
          </p:spPr>
        </p:cxnSp>
      </p:grpSp>
      <p:sp>
        <p:nvSpPr>
          <p:cNvPr id="88" name="Text 86"/>
          <p:cNvSpPr/>
          <p:nvPr/>
        </p:nvSpPr>
        <p:spPr>
          <a:xfrm>
            <a:off x="11275409" y="5149215"/>
            <a:ext cx="125730" cy="12573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9" name="組合名稱"/>
          <p:cNvSpPr/>
          <p:nvPr/>
        </p:nvSpPr>
        <p:spPr>
          <a:xfrm>
            <a:off x="11526869" y="5052060"/>
            <a:ext cx="302695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前後對照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Before / After</a:t>
            </a:r>
            <a:endParaRPr lang="en-US" sz="1750" dirty="0"/>
          </a:p>
        </p:txBody>
      </p:sp>
      <p:sp>
        <p:nvSpPr>
          <p:cNvPr id="90" name="線條"/>
          <p:cNvSpPr/>
          <p:nvPr/>
        </p:nvSpPr>
        <p:spPr>
          <a:xfrm>
            <a:off x="11275409" y="544068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7" name="前後對照"/>
          <p:cNvGrpSpPr/>
          <p:nvPr/>
        </p:nvGrpSpPr>
        <p:grpSpPr>
          <a:xfrm>
            <a:off x="11275409" y="5737860"/>
            <a:ext cx="3278410" cy="1485900"/>
            <a:chOff x="11275409" y="5737860"/>
            <a:chExt cx="3278410" cy="1485900"/>
          </a:xfrm>
        </p:grpSpPr>
        <p:sp>
          <p:nvSpPr>
            <p:cNvPr id="91" name="卡片"/>
            <p:cNvSpPr/>
            <p:nvPr/>
          </p:nvSpPr>
          <p:spPr>
            <a:xfrm>
              <a:off x="11275409" y="5737860"/>
              <a:ext cx="1348740" cy="1485900"/>
            </a:xfrm>
            <a:prstGeom prst="roundRect">
              <a:avLst>
                <a:gd name="adj" fmla="val 4237"/>
              </a:avLst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2" name="卡片標題"/>
            <p:cNvSpPr/>
            <p:nvPr/>
          </p:nvSpPr>
          <p:spPr>
            <a:xfrm>
              <a:off x="11435429" y="5875020"/>
              <a:ext cx="10287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4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現況 </a:t>
              </a:r>
              <a:r>
                <a:rPr lang="en-US" sz="10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Before</a:t>
              </a:r>
              <a:endParaRPr lang="en-US" sz="1400" dirty="0"/>
            </a:p>
          </p:txBody>
        </p:sp>
        <p:sp>
          <p:nvSpPr>
            <p:cNvPr id="93" name="卡片內文"/>
            <p:cNvSpPr/>
            <p:nvPr/>
          </p:nvSpPr>
          <p:spPr>
            <a:xfrm>
              <a:off x="11435429" y="6286500"/>
              <a:ext cx="1028700" cy="800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12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流程分散</a:t>
              </a:r>
              <a:endParaRPr lang="en-US" sz="120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12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交接常出錯</a:t>
              </a:r>
              <a:endParaRPr lang="en-US" sz="1200" dirty="0"/>
            </a:p>
          </p:txBody>
        </p:sp>
        <p:sp>
          <p:nvSpPr>
            <p:cNvPr id="94" name="分隔"/>
            <p:cNvSpPr/>
            <p:nvPr/>
          </p:nvSpPr>
          <p:spPr>
            <a:xfrm>
              <a:off x="12800314" y="6309360"/>
              <a:ext cx="228600" cy="342900"/>
            </a:xfrm>
            <a:prstGeom prst="chevron">
              <a:avLst>
                <a:gd name="adj" fmla="val 60000"/>
              </a:avLst>
            </a:prstGeom>
            <a:solidFill>
              <a:srgbClr val="F07F2D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5" name="強調卡片"/>
            <p:cNvSpPr/>
            <p:nvPr/>
          </p:nvSpPr>
          <p:spPr>
            <a:xfrm>
              <a:off x="13205079" y="5737860"/>
              <a:ext cx="1348740" cy="1485900"/>
            </a:xfrm>
            <a:prstGeom prst="roundRect">
              <a:avLst>
                <a:gd name="adj" fmla="val 4237"/>
              </a:avLst>
            </a:prstGeom>
            <a:solidFill>
              <a:srgbClr val="FFFFFF"/>
            </a:solidFill>
            <a:ln w="27813">
              <a:solidFill>
                <a:srgbClr val="3A3A3A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6" name="卡片標題"/>
            <p:cNvSpPr/>
            <p:nvPr/>
          </p:nvSpPr>
          <p:spPr>
            <a:xfrm>
              <a:off x="13365099" y="5875020"/>
              <a:ext cx="10287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4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改善後 </a:t>
              </a:r>
              <a:r>
                <a:rPr lang="en-US" sz="10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After</a:t>
              </a:r>
              <a:endParaRPr lang="en-US" sz="1400" dirty="0"/>
            </a:p>
          </p:txBody>
        </p:sp>
        <p:sp>
          <p:nvSpPr>
            <p:cNvPr id="97" name="卡片內文"/>
            <p:cNvSpPr/>
            <p:nvPr/>
          </p:nvSpPr>
          <p:spPr>
            <a:xfrm>
              <a:off x="13365099" y="6286500"/>
              <a:ext cx="1028700" cy="800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單一窗口</a:t>
              </a:r>
              <a:endParaRPr lang="en-US" sz="120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進度一目了然</a:t>
              </a:r>
              <a:endParaRPr lang="en-US" sz="1200" dirty="0"/>
            </a:p>
          </p:txBody>
        </p:sp>
      </p:grpSp>
      <p:sp>
        <p:nvSpPr>
          <p:cNvPr id="98" name="Text 96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99" name="Text 97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 / 14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685800" y="45720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常見組合（二）Common Patterns II</a:t>
            </a:r>
            <a:endParaRPr lang="en-US" sz="4750" dirty="0"/>
          </a:p>
        </p:txBody>
      </p:sp>
      <p:sp>
        <p:nvSpPr>
          <p:cNvPr id="3" name="Text 1"/>
          <p:cNvSpPr/>
          <p:nvPr/>
        </p:nvSpPr>
        <p:spPr>
          <a:xfrm>
            <a:off x="11659870" y="1066800"/>
            <a:ext cx="182880" cy="18288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85800" y="1280160"/>
            <a:ext cx="125730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分工表、前後對照、問題對策、方案比較、KPI 數字卡與 PDCA：整組複製即可使用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685800" y="1828800"/>
            <a:ext cx="571500" cy="68580"/>
          </a:xfrm>
          <a:prstGeom prst="rect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85800" y="2268855"/>
            <a:ext cx="125730" cy="12573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組合名稱"/>
          <p:cNvSpPr/>
          <p:nvPr/>
        </p:nvSpPr>
        <p:spPr>
          <a:xfrm>
            <a:off x="937260" y="2171700"/>
            <a:ext cx="4112133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責任分工 RACI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RACI Matrix</a:t>
            </a:r>
            <a:endParaRPr lang="en-US" sz="1750" dirty="0"/>
          </a:p>
        </p:txBody>
      </p:sp>
      <p:sp>
        <p:nvSpPr>
          <p:cNvPr id="8" name="線條"/>
          <p:cNvSpPr/>
          <p:nvPr/>
        </p:nvSpPr>
        <p:spPr>
          <a:xfrm>
            <a:off x="685800" y="2560320"/>
            <a:ext cx="4363593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628900"/>
          <a:ext cx="4363593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759428"/>
                <a:gridCol w="759428"/>
                <a:gridCol w="759428"/>
                <a:gridCol w="759428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工作項目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PM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設計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工程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業務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需求定義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方案設計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開發測試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上線推廣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RACI 標記"/>
          <p:cNvSpPr/>
          <p:nvPr/>
        </p:nvSpPr>
        <p:spPr>
          <a:xfrm>
            <a:off x="2197084" y="306895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F07F2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00" dirty="0"/>
          </a:p>
        </p:txBody>
      </p:sp>
      <p:sp>
        <p:nvSpPr>
          <p:cNvPr id="11" name="RACI 標記"/>
          <p:cNvSpPr/>
          <p:nvPr/>
        </p:nvSpPr>
        <p:spPr>
          <a:xfrm>
            <a:off x="2956512" y="306895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EDEDE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1000" dirty="0"/>
          </a:p>
        </p:txBody>
      </p:sp>
      <p:sp>
        <p:nvSpPr>
          <p:cNvPr id="12" name="RACI 標記"/>
          <p:cNvSpPr/>
          <p:nvPr/>
        </p:nvSpPr>
        <p:spPr>
          <a:xfrm>
            <a:off x="3715941" y="306895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EDEDE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1000" dirty="0"/>
          </a:p>
        </p:txBody>
      </p:sp>
      <p:sp>
        <p:nvSpPr>
          <p:cNvPr id="13" name="RACI 標記"/>
          <p:cNvSpPr/>
          <p:nvPr/>
        </p:nvSpPr>
        <p:spPr>
          <a:xfrm>
            <a:off x="4475369" y="306895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1000" dirty="0"/>
          </a:p>
        </p:txBody>
      </p:sp>
      <p:sp>
        <p:nvSpPr>
          <p:cNvPr id="14" name="RACI 標記"/>
          <p:cNvSpPr/>
          <p:nvPr/>
        </p:nvSpPr>
        <p:spPr>
          <a:xfrm>
            <a:off x="2197084" y="345757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F07F2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00" dirty="0"/>
          </a:p>
        </p:txBody>
      </p:sp>
      <p:sp>
        <p:nvSpPr>
          <p:cNvPr id="15" name="RACI 標記"/>
          <p:cNvSpPr/>
          <p:nvPr/>
        </p:nvSpPr>
        <p:spPr>
          <a:xfrm>
            <a:off x="2956512" y="345757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1000" dirty="0"/>
          </a:p>
        </p:txBody>
      </p:sp>
      <p:sp>
        <p:nvSpPr>
          <p:cNvPr id="16" name="RACI 標記"/>
          <p:cNvSpPr/>
          <p:nvPr/>
        </p:nvSpPr>
        <p:spPr>
          <a:xfrm>
            <a:off x="3715941" y="345757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EDEDE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1000" dirty="0"/>
          </a:p>
        </p:txBody>
      </p:sp>
      <p:sp>
        <p:nvSpPr>
          <p:cNvPr id="17" name="RACI 標記"/>
          <p:cNvSpPr/>
          <p:nvPr/>
        </p:nvSpPr>
        <p:spPr>
          <a:xfrm>
            <a:off x="4475369" y="345757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938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1000" dirty="0"/>
          </a:p>
        </p:txBody>
      </p:sp>
      <p:sp>
        <p:nvSpPr>
          <p:cNvPr id="18" name="RACI 標記"/>
          <p:cNvSpPr/>
          <p:nvPr/>
        </p:nvSpPr>
        <p:spPr>
          <a:xfrm>
            <a:off x="2197084" y="384619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F07F2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00" dirty="0"/>
          </a:p>
        </p:txBody>
      </p:sp>
      <p:sp>
        <p:nvSpPr>
          <p:cNvPr id="19" name="RACI 標記"/>
          <p:cNvSpPr/>
          <p:nvPr/>
        </p:nvSpPr>
        <p:spPr>
          <a:xfrm>
            <a:off x="2956512" y="384619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EDEDE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1000" dirty="0"/>
          </a:p>
        </p:txBody>
      </p:sp>
      <p:sp>
        <p:nvSpPr>
          <p:cNvPr id="20" name="RACI 標記"/>
          <p:cNvSpPr/>
          <p:nvPr/>
        </p:nvSpPr>
        <p:spPr>
          <a:xfrm>
            <a:off x="3715941" y="384619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1000" dirty="0"/>
          </a:p>
        </p:txBody>
      </p:sp>
      <p:sp>
        <p:nvSpPr>
          <p:cNvPr id="21" name="RACI 標記"/>
          <p:cNvSpPr/>
          <p:nvPr/>
        </p:nvSpPr>
        <p:spPr>
          <a:xfrm>
            <a:off x="4475369" y="384619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938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1000" dirty="0"/>
          </a:p>
        </p:txBody>
      </p:sp>
      <p:sp>
        <p:nvSpPr>
          <p:cNvPr id="22" name="RACI 標記"/>
          <p:cNvSpPr/>
          <p:nvPr/>
        </p:nvSpPr>
        <p:spPr>
          <a:xfrm>
            <a:off x="2197084" y="423481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F07F2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00" dirty="0"/>
          </a:p>
        </p:txBody>
      </p:sp>
      <p:sp>
        <p:nvSpPr>
          <p:cNvPr id="23" name="RACI 標記"/>
          <p:cNvSpPr/>
          <p:nvPr/>
        </p:nvSpPr>
        <p:spPr>
          <a:xfrm>
            <a:off x="2956512" y="423481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938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1000" dirty="0"/>
          </a:p>
        </p:txBody>
      </p:sp>
      <p:sp>
        <p:nvSpPr>
          <p:cNvPr id="24" name="RACI 標記"/>
          <p:cNvSpPr/>
          <p:nvPr/>
        </p:nvSpPr>
        <p:spPr>
          <a:xfrm>
            <a:off x="3715941" y="423481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EDEDE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1000" dirty="0"/>
          </a:p>
        </p:txBody>
      </p:sp>
      <p:sp>
        <p:nvSpPr>
          <p:cNvPr id="25" name="RACI 標記"/>
          <p:cNvSpPr/>
          <p:nvPr/>
        </p:nvSpPr>
        <p:spPr>
          <a:xfrm>
            <a:off x="4475369" y="423481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1000" dirty="0"/>
          </a:p>
        </p:txBody>
      </p:sp>
      <p:sp>
        <p:nvSpPr>
          <p:cNvPr id="26" name="圖例"/>
          <p:cNvSpPr/>
          <p:nvPr/>
        </p:nvSpPr>
        <p:spPr>
          <a:xfrm>
            <a:off x="685800" y="4663440"/>
            <a:ext cx="251460" cy="182880"/>
          </a:xfrm>
          <a:prstGeom prst="roundRect">
            <a:avLst>
              <a:gd name="adj" fmla="val 50000"/>
            </a:avLst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800" dirty="0"/>
          </a:p>
        </p:txBody>
      </p:sp>
      <p:sp>
        <p:nvSpPr>
          <p:cNvPr id="27" name="圖例"/>
          <p:cNvSpPr/>
          <p:nvPr/>
        </p:nvSpPr>
        <p:spPr>
          <a:xfrm>
            <a:off x="982980" y="4640580"/>
            <a:ext cx="6858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000" dirty="0"/>
          </a:p>
        </p:txBody>
      </p:sp>
      <p:sp>
        <p:nvSpPr>
          <p:cNvPr id="28" name="圖例"/>
          <p:cNvSpPr/>
          <p:nvPr/>
        </p:nvSpPr>
        <p:spPr>
          <a:xfrm>
            <a:off x="1668780" y="4663440"/>
            <a:ext cx="251460" cy="182880"/>
          </a:xfrm>
          <a:prstGeom prst="roundRect">
            <a:avLst>
              <a:gd name="adj" fmla="val 50000"/>
            </a:avLst>
          </a:prstGeom>
          <a:solidFill>
            <a:srgbClr val="F07F2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800" dirty="0"/>
          </a:p>
        </p:txBody>
      </p:sp>
      <p:sp>
        <p:nvSpPr>
          <p:cNvPr id="29" name="圖例"/>
          <p:cNvSpPr/>
          <p:nvPr/>
        </p:nvSpPr>
        <p:spPr>
          <a:xfrm>
            <a:off x="1965960" y="4640580"/>
            <a:ext cx="6858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當責</a:t>
            </a:r>
            <a:endParaRPr lang="en-US" sz="1000" dirty="0"/>
          </a:p>
        </p:txBody>
      </p:sp>
      <p:sp>
        <p:nvSpPr>
          <p:cNvPr id="30" name="圖例"/>
          <p:cNvSpPr/>
          <p:nvPr/>
        </p:nvSpPr>
        <p:spPr>
          <a:xfrm>
            <a:off x="2651760" y="4663440"/>
            <a:ext cx="251460" cy="182880"/>
          </a:xfrm>
          <a:prstGeom prst="roundRect">
            <a:avLst>
              <a:gd name="adj" fmla="val 50000"/>
            </a:avLst>
          </a:prstGeom>
          <a:solidFill>
            <a:srgbClr val="EDEDE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800" dirty="0"/>
          </a:p>
        </p:txBody>
      </p:sp>
      <p:sp>
        <p:nvSpPr>
          <p:cNvPr id="31" name="圖例"/>
          <p:cNvSpPr/>
          <p:nvPr/>
        </p:nvSpPr>
        <p:spPr>
          <a:xfrm>
            <a:off x="2948940" y="4640580"/>
            <a:ext cx="6858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諮詢</a:t>
            </a:r>
            <a:endParaRPr lang="en-US" sz="1000" dirty="0"/>
          </a:p>
        </p:txBody>
      </p:sp>
      <p:sp>
        <p:nvSpPr>
          <p:cNvPr id="32" name="圖例"/>
          <p:cNvSpPr/>
          <p:nvPr/>
        </p:nvSpPr>
        <p:spPr>
          <a:xfrm>
            <a:off x="3634740" y="4663440"/>
            <a:ext cx="251460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001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800" dirty="0"/>
          </a:p>
        </p:txBody>
      </p:sp>
      <p:sp>
        <p:nvSpPr>
          <p:cNvPr id="33" name="圖例"/>
          <p:cNvSpPr/>
          <p:nvPr/>
        </p:nvSpPr>
        <p:spPr>
          <a:xfrm>
            <a:off x="3931920" y="4640580"/>
            <a:ext cx="6858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知會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5438013" y="2268855"/>
            <a:ext cx="125730" cy="12573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組合名稱"/>
          <p:cNvSpPr/>
          <p:nvPr/>
        </p:nvSpPr>
        <p:spPr>
          <a:xfrm>
            <a:off x="5689473" y="2171700"/>
            <a:ext cx="4112133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改善前後對照表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Before / After Table</a:t>
            </a:r>
            <a:endParaRPr lang="en-US" sz="1750" dirty="0"/>
          </a:p>
        </p:txBody>
      </p:sp>
      <p:sp>
        <p:nvSpPr>
          <p:cNvPr id="36" name="線條"/>
          <p:cNvSpPr/>
          <p:nvPr/>
        </p:nvSpPr>
        <p:spPr>
          <a:xfrm>
            <a:off x="5438013" y="2560320"/>
            <a:ext cx="4363593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aphicFrame>
        <p:nvGraphicFramePr>
          <p:cNvPr id="3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38013" y="2628900"/>
          <a:ext cx="4363593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1610297"/>
                <a:gridCol w="1610297"/>
              </a:tblGrid>
              <a:tr h="3886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改善前 Before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改善後 After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3A3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交期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10 天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 天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不良率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3.2%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1.1%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人力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 人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 人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客訴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 件／月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 件／月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8" name="Text 34"/>
          <p:cNvSpPr/>
          <p:nvPr/>
        </p:nvSpPr>
        <p:spPr>
          <a:xfrm>
            <a:off x="5438013" y="4732020"/>
            <a:ext cx="4363593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改善後一欄以主色粗體標示</a:t>
            </a:r>
            <a:endParaRPr lang="en-US" sz="1000" dirty="0"/>
          </a:p>
        </p:txBody>
      </p:sp>
      <p:sp>
        <p:nvSpPr>
          <p:cNvPr id="39" name="Text 35"/>
          <p:cNvSpPr/>
          <p:nvPr/>
        </p:nvSpPr>
        <p:spPr>
          <a:xfrm>
            <a:off x="10190226" y="2268855"/>
            <a:ext cx="125730" cy="12573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組合名稱"/>
          <p:cNvSpPr/>
          <p:nvPr/>
        </p:nvSpPr>
        <p:spPr>
          <a:xfrm>
            <a:off x="10441686" y="2171700"/>
            <a:ext cx="4112133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 → 原因 → 對策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Problem / Cause / Countermeasure</a:t>
            </a:r>
            <a:endParaRPr lang="en-US" sz="1750" dirty="0"/>
          </a:p>
        </p:txBody>
      </p:sp>
      <p:sp>
        <p:nvSpPr>
          <p:cNvPr id="41" name="線條"/>
          <p:cNvSpPr/>
          <p:nvPr/>
        </p:nvSpPr>
        <p:spPr>
          <a:xfrm>
            <a:off x="10190226" y="2560320"/>
            <a:ext cx="4363593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2" name="問題 → 原因 → 對策"/>
          <p:cNvGrpSpPr/>
          <p:nvPr/>
        </p:nvGrpSpPr>
        <p:grpSpPr>
          <a:xfrm>
            <a:off x="10190226" y="2880360"/>
            <a:ext cx="4363593" cy="1325880"/>
            <a:chOff x="10190226" y="2880360"/>
            <a:chExt cx="4363593" cy="1325880"/>
          </a:xfrm>
        </p:grpSpPr>
        <p:sp>
          <p:nvSpPr>
            <p:cNvPr id="42" name="問題"/>
            <p:cNvSpPr/>
            <p:nvPr/>
          </p:nvSpPr>
          <p:spPr>
            <a:xfrm>
              <a:off x="10190226" y="2880360"/>
              <a:ext cx="1165860" cy="1325880"/>
            </a:xfrm>
            <a:prstGeom prst="roundRect">
              <a:avLst>
                <a:gd name="adj" fmla="val 4902"/>
              </a:avLst>
            </a:prstGeom>
            <a:solidFill>
              <a:srgbClr val="FFFFFF"/>
            </a:solidFill>
            <a:ln w="23876">
              <a:solidFill>
                <a:srgbClr val="F07F2D"/>
              </a:solidFill>
              <a:prstDash val="solid"/>
            </a:ln>
          </p:spPr>
          <p:txBody>
            <a:bodyPr wrap="square" lIns="111125" tIns="127000" rIns="79375" bIns="635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450" b="1" dirty="0">
                  <a:solidFill>
                    <a:srgbClr val="B45F2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問題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Problem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交期常延誤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客戶抱怨增加</a:t>
              </a:r>
              <a:endParaRPr lang="en-US" sz="1050" dirty="0"/>
            </a:p>
          </p:txBody>
        </p:sp>
        <p:sp>
          <p:nvSpPr>
            <p:cNvPr id="43" name="原因"/>
            <p:cNvSpPr/>
            <p:nvPr/>
          </p:nvSpPr>
          <p:spPr>
            <a:xfrm>
              <a:off x="11789093" y="2880360"/>
              <a:ext cx="1165860" cy="1325880"/>
            </a:xfrm>
            <a:prstGeom prst="roundRect">
              <a:avLst>
                <a:gd name="adj" fmla="val 4902"/>
              </a:avLst>
            </a:prstGeom>
            <a:solidFill>
              <a:srgbClr val="F2F2F2"/>
            </a:solidFill>
            <a:ln>
              <a:noFill/>
            </a:ln>
          </p:spPr>
          <p:txBody>
            <a:bodyPr wrap="square" lIns="111125" tIns="127000" rIns="79375" bIns="635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4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原因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Cause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需求變更頻繁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排程未同步</a:t>
              </a:r>
              <a:endParaRPr lang="en-US" sz="1050" dirty="0"/>
            </a:p>
          </p:txBody>
        </p:sp>
        <p:sp>
          <p:nvSpPr>
            <p:cNvPr id="44" name="對策"/>
            <p:cNvSpPr/>
            <p:nvPr/>
          </p:nvSpPr>
          <p:spPr>
            <a:xfrm>
              <a:off x="13387959" y="2880360"/>
              <a:ext cx="1165860" cy="1325880"/>
            </a:xfrm>
            <a:prstGeom prst="roundRect">
              <a:avLst>
                <a:gd name="adj" fmla="val 4902"/>
              </a:avLst>
            </a:prstGeom>
            <a:solidFill>
              <a:srgbClr val="3A3A3A"/>
            </a:solidFill>
            <a:ln>
              <a:noFill/>
            </a:ln>
          </p:spPr>
          <p:txBody>
            <a:bodyPr wrap="square" lIns="111125" tIns="127000" rIns="79375" bIns="635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4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對策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dirty="0">
                  <a:solidFill>
                    <a:srgbClr val="C4C4C4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Countermeasure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需求凍結點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每週排程會議</a:t>
              </a:r>
              <a:endParaRPr lang="en-US" sz="1050" dirty="0"/>
            </a:p>
          </p:txBody>
        </p:sp>
        <p:cxnSp>
          <p:nvCxnSpPr>
            <p:cNvPr id="45" name="連接線"/>
            <p:cNvCxnSpPr>
              <a:stCxn id="42" idx="3"/>
              <a:endCxn id="43" idx="1"/>
            </p:cNvCxnSpPr>
            <p:nvPr/>
          </p:nvCxnSpPr>
          <p:spPr>
            <a:xfrm>
              <a:off x="11356086" y="3543300"/>
              <a:ext cx="433007" cy="0"/>
            </a:xfrm>
            <a:prstGeom prst="straightConnector1">
              <a:avLst/>
            </a:prstGeom>
            <a:ln w="3175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46" name="連接線"/>
            <p:cNvCxnSpPr>
              <a:stCxn id="43" idx="3"/>
              <a:endCxn id="44" idx="1"/>
            </p:cNvCxnSpPr>
            <p:nvPr/>
          </p:nvCxnSpPr>
          <p:spPr>
            <a:xfrm>
              <a:off x="12954953" y="3543300"/>
              <a:ext cx="433006" cy="0"/>
            </a:xfrm>
            <a:prstGeom prst="straightConnector1">
              <a:avLst/>
            </a:prstGeom>
            <a:ln w="31750">
              <a:solidFill>
                <a:srgbClr val="3A3A3A"/>
              </a:solidFill>
              <a:prstDash val="solid"/>
              <a:tailEnd type="triangle"/>
            </a:ln>
          </p:spPr>
        </p:cxnSp>
      </p:grpSp>
      <p:sp>
        <p:nvSpPr>
          <p:cNvPr id="47" name="Text 43"/>
          <p:cNvSpPr/>
          <p:nvPr/>
        </p:nvSpPr>
        <p:spPr>
          <a:xfrm>
            <a:off x="685800" y="5126355"/>
            <a:ext cx="125730" cy="12573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組合名稱"/>
          <p:cNvSpPr/>
          <p:nvPr/>
        </p:nvSpPr>
        <p:spPr>
          <a:xfrm>
            <a:off x="937260" y="5029200"/>
            <a:ext cx="4112133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三方案比較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3-Column Comparison</a:t>
            </a:r>
            <a:endParaRPr lang="en-US" sz="1750" dirty="0"/>
          </a:p>
        </p:txBody>
      </p:sp>
      <p:sp>
        <p:nvSpPr>
          <p:cNvPr id="49" name="線條"/>
          <p:cNvSpPr/>
          <p:nvPr/>
        </p:nvSpPr>
        <p:spPr>
          <a:xfrm>
            <a:off x="685800" y="5417820"/>
            <a:ext cx="4363593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3" name="三方案比較"/>
          <p:cNvGrpSpPr/>
          <p:nvPr/>
        </p:nvGrpSpPr>
        <p:grpSpPr>
          <a:xfrm>
            <a:off x="685800" y="5554980"/>
            <a:ext cx="4363593" cy="2217420"/>
            <a:chOff x="685800" y="5554980"/>
            <a:chExt cx="4363593" cy="2217420"/>
          </a:xfrm>
        </p:grpSpPr>
        <p:sp>
          <p:nvSpPr>
            <p:cNvPr id="50" name="方案"/>
            <p:cNvSpPr/>
            <p:nvPr/>
          </p:nvSpPr>
          <p:spPr>
            <a:xfrm>
              <a:off x="685800" y="5554980"/>
              <a:ext cx="1363091" cy="2057400"/>
            </a:xfrm>
            <a:prstGeom prst="roundRect">
              <a:avLst>
                <a:gd name="adj" fmla="val 4193"/>
              </a:avLst>
            </a:prstGeom>
            <a:solidFill>
              <a:srgbClr val="FFFFFF"/>
            </a:solidFill>
            <a:ln w="1587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1" name="表頭底"/>
            <p:cNvSpPr/>
            <p:nvPr/>
          </p:nvSpPr>
          <p:spPr>
            <a:xfrm>
              <a:off x="686943" y="5556123"/>
              <a:ext cx="1360805" cy="45720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2" name="方案名稱"/>
            <p:cNvSpPr/>
            <p:nvPr/>
          </p:nvSpPr>
          <p:spPr>
            <a:xfrm>
              <a:off x="685800" y="5554980"/>
              <a:ext cx="1363091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A</a:t>
              </a:r>
              <a:endParaRPr lang="en-US" sz="17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A</a:t>
              </a:r>
              <a:endParaRPr lang="en-US" sz="1750" dirty="0"/>
            </a:p>
          </p:txBody>
        </p:sp>
        <p:sp>
          <p:nvSpPr>
            <p:cNvPr id="53" name="項目"/>
            <p:cNvSpPr/>
            <p:nvPr/>
          </p:nvSpPr>
          <p:spPr>
            <a:xfrm>
              <a:off x="822960" y="617220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950" dirty="0"/>
            </a:p>
          </p:txBody>
        </p:sp>
        <p:sp>
          <p:nvSpPr>
            <p:cNvPr id="54" name="內容"/>
            <p:cNvSpPr/>
            <p:nvPr/>
          </p:nvSpPr>
          <p:spPr>
            <a:xfrm>
              <a:off x="822960" y="634365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低</a:t>
              </a:r>
              <a:endParaRPr lang="en-US" sz="1200" dirty="0"/>
            </a:p>
          </p:txBody>
        </p:sp>
        <p:sp>
          <p:nvSpPr>
            <p:cNvPr id="55" name="項目"/>
            <p:cNvSpPr/>
            <p:nvPr/>
          </p:nvSpPr>
          <p:spPr>
            <a:xfrm>
              <a:off x="822960" y="658368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950" dirty="0"/>
            </a:p>
          </p:txBody>
        </p:sp>
        <p:sp>
          <p:nvSpPr>
            <p:cNvPr id="56" name="內容"/>
            <p:cNvSpPr/>
            <p:nvPr/>
          </p:nvSpPr>
          <p:spPr>
            <a:xfrm>
              <a:off x="822960" y="675513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 週</a:t>
              </a:r>
              <a:endParaRPr lang="en-US" sz="1200" dirty="0"/>
            </a:p>
          </p:txBody>
        </p:sp>
        <p:sp>
          <p:nvSpPr>
            <p:cNvPr id="57" name="項目"/>
            <p:cNvSpPr/>
            <p:nvPr/>
          </p:nvSpPr>
          <p:spPr>
            <a:xfrm>
              <a:off x="822960" y="699516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950" dirty="0"/>
            </a:p>
          </p:txBody>
        </p:sp>
        <p:sp>
          <p:nvSpPr>
            <p:cNvPr id="58" name="內容"/>
            <p:cNvSpPr/>
            <p:nvPr/>
          </p:nvSpPr>
          <p:spPr>
            <a:xfrm>
              <a:off x="822960" y="716661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有限</a:t>
              </a:r>
              <a:endParaRPr lang="en-US" sz="1200" dirty="0"/>
            </a:p>
          </p:txBody>
        </p:sp>
        <p:sp>
          <p:nvSpPr>
            <p:cNvPr id="59" name="推薦方案"/>
            <p:cNvSpPr/>
            <p:nvPr/>
          </p:nvSpPr>
          <p:spPr>
            <a:xfrm>
              <a:off x="2186051" y="5554980"/>
              <a:ext cx="1363091" cy="2057400"/>
            </a:xfrm>
            <a:prstGeom prst="roundRect">
              <a:avLst>
                <a:gd name="adj" fmla="val 4193"/>
              </a:avLst>
            </a:prstGeom>
            <a:solidFill>
              <a:srgbClr val="FFFFFF"/>
            </a:solidFill>
            <a:ln w="27813">
              <a:solidFill>
                <a:srgbClr val="3A3A3A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0" name="表頭"/>
            <p:cNvSpPr/>
            <p:nvPr/>
          </p:nvSpPr>
          <p:spPr>
            <a:xfrm>
              <a:off x="2186051" y="5554980"/>
              <a:ext cx="1363091" cy="457200"/>
            </a:xfrm>
            <a:custGeom>
              <a:avLst/>
              <a:gdLst/>
              <a:ahLst/>
              <a:cxnLst/>
              <a:rect l="l" t="t" r="r" b="b"/>
              <a:pathLst>
                <a:path w="1363091" h="457200">
                  <a:moveTo>
                    <a:pt x="0" y="457200"/>
                  </a:moveTo>
                  <a:lnTo>
                    <a:pt x="0" y="57150"/>
                  </a:lnTo>
                  <a:arcTo hR="57150" wR="57150" stAng="10800000" swAng="5400000"/>
                  <a:lnTo>
                    <a:pt x="1305941" y="0"/>
                  </a:lnTo>
                  <a:arcTo hR="57150" wR="57150" stAng="16200000" swAng="5400000"/>
                  <a:lnTo>
                    <a:pt x="1363091" y="457200"/>
                  </a:lnTo>
                  <a:close/>
                </a:path>
              </a:pathLst>
            </a:custGeom>
            <a:solidFill>
              <a:srgbClr val="3A3A3A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1" name="方案名稱"/>
            <p:cNvSpPr/>
            <p:nvPr/>
          </p:nvSpPr>
          <p:spPr>
            <a:xfrm>
              <a:off x="2186051" y="5554980"/>
              <a:ext cx="1363091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B</a:t>
              </a:r>
              <a:endParaRPr lang="en-US" sz="17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900" dirty="0">
                  <a:solidFill>
                    <a:srgbClr val="C4C4C4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B</a:t>
              </a:r>
              <a:endParaRPr lang="en-US" sz="1750" dirty="0"/>
            </a:p>
          </p:txBody>
        </p:sp>
        <p:sp>
          <p:nvSpPr>
            <p:cNvPr id="62" name="項目"/>
            <p:cNvSpPr/>
            <p:nvPr/>
          </p:nvSpPr>
          <p:spPr>
            <a:xfrm>
              <a:off x="2323211" y="617220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950" dirty="0"/>
            </a:p>
          </p:txBody>
        </p:sp>
        <p:sp>
          <p:nvSpPr>
            <p:cNvPr id="63" name="內容"/>
            <p:cNvSpPr/>
            <p:nvPr/>
          </p:nvSpPr>
          <p:spPr>
            <a:xfrm>
              <a:off x="2323211" y="634365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中</a:t>
              </a:r>
              <a:endParaRPr lang="en-US" sz="1200" dirty="0"/>
            </a:p>
          </p:txBody>
        </p:sp>
        <p:sp>
          <p:nvSpPr>
            <p:cNvPr id="64" name="項目"/>
            <p:cNvSpPr/>
            <p:nvPr/>
          </p:nvSpPr>
          <p:spPr>
            <a:xfrm>
              <a:off x="2323211" y="658368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950" dirty="0"/>
            </a:p>
          </p:txBody>
        </p:sp>
        <p:sp>
          <p:nvSpPr>
            <p:cNvPr id="65" name="內容"/>
            <p:cNvSpPr/>
            <p:nvPr/>
          </p:nvSpPr>
          <p:spPr>
            <a:xfrm>
              <a:off x="2323211" y="675513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4 週</a:t>
              </a:r>
              <a:endParaRPr lang="en-US" sz="1200" dirty="0"/>
            </a:p>
          </p:txBody>
        </p:sp>
        <p:sp>
          <p:nvSpPr>
            <p:cNvPr id="66" name="項目"/>
            <p:cNvSpPr/>
            <p:nvPr/>
          </p:nvSpPr>
          <p:spPr>
            <a:xfrm>
              <a:off x="2323211" y="699516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950" dirty="0"/>
            </a:p>
          </p:txBody>
        </p:sp>
        <p:sp>
          <p:nvSpPr>
            <p:cNvPr id="67" name="內容"/>
            <p:cNvSpPr/>
            <p:nvPr/>
          </p:nvSpPr>
          <p:spPr>
            <a:xfrm>
              <a:off x="2323211" y="716661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佳</a:t>
              </a:r>
              <a:endParaRPr lang="en-US" sz="1200" dirty="0"/>
            </a:p>
          </p:txBody>
        </p:sp>
        <p:sp>
          <p:nvSpPr>
            <p:cNvPr id="68" name="標籤"/>
            <p:cNvSpPr/>
            <p:nvPr/>
          </p:nvSpPr>
          <p:spPr>
            <a:xfrm>
              <a:off x="2496757" y="7520940"/>
              <a:ext cx="741680" cy="251460"/>
            </a:xfrm>
            <a:prstGeom prst="roundRect">
              <a:avLst>
                <a:gd name="adj" fmla="val 13636"/>
              </a:avLst>
            </a:prstGeom>
            <a:solidFill>
              <a:srgbClr val="F07F2D"/>
            </a:solidFill>
            <a:ln>
              <a:noFill/>
            </a:ln>
          </p:spPr>
          <p:txBody>
            <a:bodyPr wrap="square" lIns="292100" tIns="0" rIns="89154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推薦</a:t>
              </a:r>
              <a:endParaRPr lang="en-US" sz="1000" dirty="0"/>
            </a:p>
          </p:txBody>
        </p:sp>
        <p:sp>
          <p:nvSpPr>
            <p:cNvPr id="69" name="Text 65"/>
            <p:cNvSpPr/>
            <p:nvPr/>
          </p:nvSpPr>
          <p:spPr>
            <a:xfrm>
              <a:off x="2645347" y="7614920"/>
              <a:ext cx="63500" cy="6350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0" name="方案"/>
            <p:cNvSpPr/>
            <p:nvPr/>
          </p:nvSpPr>
          <p:spPr>
            <a:xfrm>
              <a:off x="3686302" y="5554980"/>
              <a:ext cx="1363091" cy="2057400"/>
            </a:xfrm>
            <a:prstGeom prst="roundRect">
              <a:avLst>
                <a:gd name="adj" fmla="val 4193"/>
              </a:avLst>
            </a:prstGeom>
            <a:solidFill>
              <a:srgbClr val="FFFFFF"/>
            </a:solidFill>
            <a:ln w="1587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1" name="表頭底"/>
            <p:cNvSpPr/>
            <p:nvPr/>
          </p:nvSpPr>
          <p:spPr>
            <a:xfrm>
              <a:off x="3687445" y="5556123"/>
              <a:ext cx="1360805" cy="45720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2" name="方案名稱"/>
            <p:cNvSpPr/>
            <p:nvPr/>
          </p:nvSpPr>
          <p:spPr>
            <a:xfrm>
              <a:off x="3686302" y="5554980"/>
              <a:ext cx="1363091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C</a:t>
              </a:r>
              <a:endParaRPr lang="en-US" sz="17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C</a:t>
              </a:r>
              <a:endParaRPr lang="en-US" sz="1750" dirty="0"/>
            </a:p>
          </p:txBody>
        </p:sp>
        <p:sp>
          <p:nvSpPr>
            <p:cNvPr id="73" name="項目"/>
            <p:cNvSpPr/>
            <p:nvPr/>
          </p:nvSpPr>
          <p:spPr>
            <a:xfrm>
              <a:off x="3823462" y="617220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950" dirty="0"/>
            </a:p>
          </p:txBody>
        </p:sp>
        <p:sp>
          <p:nvSpPr>
            <p:cNvPr id="74" name="內容"/>
            <p:cNvSpPr/>
            <p:nvPr/>
          </p:nvSpPr>
          <p:spPr>
            <a:xfrm>
              <a:off x="3823462" y="634365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高</a:t>
              </a:r>
              <a:endParaRPr lang="en-US" sz="1200" dirty="0"/>
            </a:p>
          </p:txBody>
        </p:sp>
        <p:sp>
          <p:nvSpPr>
            <p:cNvPr id="75" name="項目"/>
            <p:cNvSpPr/>
            <p:nvPr/>
          </p:nvSpPr>
          <p:spPr>
            <a:xfrm>
              <a:off x="3823462" y="658368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950" dirty="0"/>
            </a:p>
          </p:txBody>
        </p:sp>
        <p:sp>
          <p:nvSpPr>
            <p:cNvPr id="76" name="內容"/>
            <p:cNvSpPr/>
            <p:nvPr/>
          </p:nvSpPr>
          <p:spPr>
            <a:xfrm>
              <a:off x="3823462" y="675513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8 週</a:t>
              </a:r>
              <a:endParaRPr lang="en-US" sz="1200" dirty="0"/>
            </a:p>
          </p:txBody>
        </p:sp>
        <p:sp>
          <p:nvSpPr>
            <p:cNvPr id="77" name="項目"/>
            <p:cNvSpPr/>
            <p:nvPr/>
          </p:nvSpPr>
          <p:spPr>
            <a:xfrm>
              <a:off x="3823462" y="699516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950" dirty="0"/>
            </a:p>
          </p:txBody>
        </p:sp>
        <p:sp>
          <p:nvSpPr>
            <p:cNvPr id="78" name="內容"/>
            <p:cNvSpPr/>
            <p:nvPr/>
          </p:nvSpPr>
          <p:spPr>
            <a:xfrm>
              <a:off x="3823462" y="716661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最佳</a:t>
              </a:r>
              <a:endParaRPr lang="en-US" sz="1200" dirty="0"/>
            </a:p>
          </p:txBody>
        </p:sp>
      </p:grpSp>
      <p:sp>
        <p:nvSpPr>
          <p:cNvPr id="79" name="Text 75"/>
          <p:cNvSpPr/>
          <p:nvPr/>
        </p:nvSpPr>
        <p:spPr>
          <a:xfrm>
            <a:off x="5438013" y="5126355"/>
            <a:ext cx="125730" cy="12573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0" name="組合名稱"/>
          <p:cNvSpPr/>
          <p:nvPr/>
        </p:nvSpPr>
        <p:spPr>
          <a:xfrm>
            <a:off x="5689473" y="5029200"/>
            <a:ext cx="4112133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KPI 數字卡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KPI Cards</a:t>
            </a:r>
            <a:endParaRPr lang="en-US" sz="1750" dirty="0"/>
          </a:p>
        </p:txBody>
      </p:sp>
      <p:sp>
        <p:nvSpPr>
          <p:cNvPr id="81" name="線條"/>
          <p:cNvSpPr/>
          <p:nvPr/>
        </p:nvSpPr>
        <p:spPr>
          <a:xfrm>
            <a:off x="5438013" y="5417820"/>
            <a:ext cx="4363593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4" name="KPI 數字卡"/>
          <p:cNvGrpSpPr/>
          <p:nvPr/>
        </p:nvGrpSpPr>
        <p:grpSpPr>
          <a:xfrm>
            <a:off x="5438013" y="5737860"/>
            <a:ext cx="4363593" cy="1554480"/>
            <a:chOff x="5438013" y="5737860"/>
            <a:chExt cx="4363593" cy="1554480"/>
          </a:xfrm>
        </p:grpSpPr>
        <p:sp>
          <p:nvSpPr>
            <p:cNvPr id="82" name="卡片"/>
            <p:cNvSpPr/>
            <p:nvPr/>
          </p:nvSpPr>
          <p:spPr>
            <a:xfrm>
              <a:off x="5438013" y="5737860"/>
              <a:ext cx="1347851" cy="1554480"/>
            </a:xfrm>
            <a:prstGeom prst="roundRect">
              <a:avLst>
                <a:gd name="adj" fmla="val 4240"/>
              </a:avLst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3" name="色條"/>
            <p:cNvSpPr/>
            <p:nvPr/>
          </p:nvSpPr>
          <p:spPr>
            <a:xfrm>
              <a:off x="5598033" y="5920740"/>
              <a:ext cx="274320" cy="45720"/>
            </a:xfrm>
            <a:prstGeom prst="rect">
              <a:avLst/>
            </a:prstGeom>
            <a:solidFill>
              <a:srgbClr val="3A3A3A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4" name="指標名稱"/>
            <p:cNvSpPr/>
            <p:nvPr/>
          </p:nvSpPr>
          <p:spPr>
            <a:xfrm>
              <a:off x="5598033" y="6035040"/>
              <a:ext cx="1119251" cy="2514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準時交貨率</a:t>
              </a:r>
              <a:endParaRPr lang="en-US" sz="1050" dirty="0"/>
            </a:p>
          </p:txBody>
        </p:sp>
        <p:sp>
          <p:nvSpPr>
            <p:cNvPr id="85" name="數值"/>
            <p:cNvSpPr/>
            <p:nvPr/>
          </p:nvSpPr>
          <p:spPr>
            <a:xfrm>
              <a:off x="5575173" y="6309360"/>
              <a:ext cx="1142111" cy="5257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30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98.6</a:t>
              </a: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%</a:t>
              </a:r>
              <a:endParaRPr lang="en-US" sz="1750" dirty="0"/>
            </a:p>
          </p:txBody>
        </p:sp>
        <p:sp>
          <p:nvSpPr>
            <p:cNvPr id="86" name="變化"/>
            <p:cNvSpPr/>
            <p:nvPr/>
          </p:nvSpPr>
          <p:spPr>
            <a:xfrm>
              <a:off x="5598033" y="6880860"/>
              <a:ext cx="111925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▲ 2.1 pt</a:t>
              </a: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750" dirty="0"/>
            </a:p>
          </p:txBody>
        </p:sp>
        <p:sp>
          <p:nvSpPr>
            <p:cNvPr id="87" name="卡片"/>
            <p:cNvSpPr/>
            <p:nvPr/>
          </p:nvSpPr>
          <p:spPr>
            <a:xfrm>
              <a:off x="6945884" y="5737860"/>
              <a:ext cx="1347851" cy="1554480"/>
            </a:xfrm>
            <a:prstGeom prst="roundRect">
              <a:avLst>
                <a:gd name="adj" fmla="val 4240"/>
              </a:avLst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8" name="色條"/>
            <p:cNvSpPr/>
            <p:nvPr/>
          </p:nvSpPr>
          <p:spPr>
            <a:xfrm>
              <a:off x="7105904" y="5920740"/>
              <a:ext cx="274320" cy="45720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9" name="指標名稱"/>
            <p:cNvSpPr/>
            <p:nvPr/>
          </p:nvSpPr>
          <p:spPr>
            <a:xfrm>
              <a:off x="7105904" y="6035040"/>
              <a:ext cx="1119251" cy="2514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平均交期</a:t>
              </a:r>
              <a:endParaRPr lang="en-US" sz="1050" dirty="0"/>
            </a:p>
          </p:txBody>
        </p:sp>
        <p:sp>
          <p:nvSpPr>
            <p:cNvPr id="90" name="數值"/>
            <p:cNvSpPr/>
            <p:nvPr/>
          </p:nvSpPr>
          <p:spPr>
            <a:xfrm>
              <a:off x="7083044" y="6309360"/>
              <a:ext cx="1142111" cy="5257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30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6.2</a:t>
              </a: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天</a:t>
              </a:r>
              <a:endParaRPr lang="en-US" sz="1750" dirty="0"/>
            </a:p>
          </p:txBody>
        </p:sp>
        <p:sp>
          <p:nvSpPr>
            <p:cNvPr id="91" name="變化"/>
            <p:cNvSpPr/>
            <p:nvPr/>
          </p:nvSpPr>
          <p:spPr>
            <a:xfrm>
              <a:off x="7105904" y="6880860"/>
              <a:ext cx="111925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1.8 天</a:t>
              </a: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750" dirty="0"/>
            </a:p>
          </p:txBody>
        </p:sp>
        <p:sp>
          <p:nvSpPr>
            <p:cNvPr id="92" name="卡片"/>
            <p:cNvSpPr/>
            <p:nvPr/>
          </p:nvSpPr>
          <p:spPr>
            <a:xfrm>
              <a:off x="8453755" y="5737860"/>
              <a:ext cx="1347851" cy="1554480"/>
            </a:xfrm>
            <a:prstGeom prst="roundRect">
              <a:avLst>
                <a:gd name="adj" fmla="val 4240"/>
              </a:avLst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3" name="色條"/>
            <p:cNvSpPr/>
            <p:nvPr/>
          </p:nvSpPr>
          <p:spPr>
            <a:xfrm>
              <a:off x="8613775" y="5920740"/>
              <a:ext cx="274320" cy="45720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4" name="指標名稱"/>
            <p:cNvSpPr/>
            <p:nvPr/>
          </p:nvSpPr>
          <p:spPr>
            <a:xfrm>
              <a:off x="8613775" y="6035040"/>
              <a:ext cx="1119251" cy="2514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客訴件數</a:t>
              </a:r>
              <a:endParaRPr lang="en-US" sz="1050" dirty="0"/>
            </a:p>
          </p:txBody>
        </p:sp>
        <p:sp>
          <p:nvSpPr>
            <p:cNvPr id="95" name="數值"/>
            <p:cNvSpPr/>
            <p:nvPr/>
          </p:nvSpPr>
          <p:spPr>
            <a:xfrm>
              <a:off x="8590915" y="6309360"/>
              <a:ext cx="1142111" cy="5257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30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件／月</a:t>
              </a:r>
              <a:endParaRPr lang="en-US" sz="1750" dirty="0"/>
            </a:p>
          </p:txBody>
        </p:sp>
        <p:sp>
          <p:nvSpPr>
            <p:cNvPr id="96" name="變化"/>
            <p:cNvSpPr/>
            <p:nvPr/>
          </p:nvSpPr>
          <p:spPr>
            <a:xfrm>
              <a:off x="8613775" y="6880860"/>
              <a:ext cx="111925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75%</a:t>
              </a: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750" dirty="0"/>
            </a:p>
          </p:txBody>
        </p:sp>
      </p:grpSp>
      <p:sp>
        <p:nvSpPr>
          <p:cNvPr id="97" name="Text 93"/>
          <p:cNvSpPr/>
          <p:nvPr/>
        </p:nvSpPr>
        <p:spPr>
          <a:xfrm>
            <a:off x="10190226" y="5126355"/>
            <a:ext cx="125730" cy="12573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8" name="組合名稱"/>
          <p:cNvSpPr/>
          <p:nvPr/>
        </p:nvSpPr>
        <p:spPr>
          <a:xfrm>
            <a:off x="10441686" y="5029200"/>
            <a:ext cx="4112133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PDCA 循環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PDCA Cycle</a:t>
            </a:r>
            <a:endParaRPr lang="en-US" sz="1750" dirty="0"/>
          </a:p>
        </p:txBody>
      </p:sp>
      <p:sp>
        <p:nvSpPr>
          <p:cNvPr id="99" name="線條"/>
          <p:cNvSpPr/>
          <p:nvPr/>
        </p:nvSpPr>
        <p:spPr>
          <a:xfrm>
            <a:off x="10190226" y="5417820"/>
            <a:ext cx="4363593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5" name="PDCA 循環"/>
          <p:cNvGrpSpPr/>
          <p:nvPr/>
        </p:nvGrpSpPr>
        <p:grpSpPr>
          <a:xfrm>
            <a:off x="10190226" y="5554980"/>
            <a:ext cx="4363593" cy="2057400"/>
            <a:chOff x="10190226" y="5554980"/>
            <a:chExt cx="4363593" cy="2057400"/>
          </a:xfrm>
        </p:grpSpPr>
        <p:sp>
          <p:nvSpPr>
            <p:cNvPr id="100" name="PDCA Plan"/>
            <p:cNvSpPr/>
            <p:nvPr/>
          </p:nvSpPr>
          <p:spPr>
            <a:xfrm>
              <a:off x="10190226" y="5554980"/>
              <a:ext cx="1645920" cy="777240"/>
            </a:xfrm>
            <a:prstGeom prst="roundRect">
              <a:avLst>
                <a:gd name="adj" fmla="val 7353"/>
              </a:avLst>
            </a:prstGeom>
            <a:solidFill>
              <a:srgbClr val="F2F2F2"/>
            </a:solidFill>
            <a:ln w="31750">
              <a:solidFill>
                <a:srgbClr val="3A3A3A"/>
              </a:solidFill>
              <a:prstDash val="solid"/>
            </a:ln>
          </p:spPr>
          <p:txBody>
            <a:bodyPr wrap="square" lIns="127000" tIns="0" rIns="635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</a:t>
              </a: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計畫 </a:t>
              </a: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Plan</a:t>
              </a:r>
              <a:endParaRPr lang="en-US" sz="10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設定目標與做法</a:t>
              </a:r>
              <a:endParaRPr lang="en-US" sz="1050" dirty="0"/>
            </a:p>
          </p:txBody>
        </p:sp>
        <p:sp>
          <p:nvSpPr>
            <p:cNvPr id="101" name="PDCA Do"/>
            <p:cNvSpPr/>
            <p:nvPr/>
          </p:nvSpPr>
          <p:spPr>
            <a:xfrm>
              <a:off x="12907899" y="5554980"/>
              <a:ext cx="1645920" cy="777240"/>
            </a:xfrm>
            <a:prstGeom prst="roundRect">
              <a:avLst>
                <a:gd name="adj" fmla="val 7353"/>
              </a:avLst>
            </a:prstGeom>
            <a:solidFill>
              <a:srgbClr val="F2F2F2"/>
            </a:solidFill>
            <a:ln w="31750">
              <a:solidFill>
                <a:srgbClr val="3A3A3A"/>
              </a:solidFill>
              <a:prstDash val="solid"/>
            </a:ln>
          </p:spPr>
          <p:txBody>
            <a:bodyPr wrap="square" lIns="127000" tIns="0" rIns="635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D</a:t>
              </a: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執行 </a:t>
              </a: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Do</a:t>
              </a:r>
              <a:endParaRPr lang="en-US" sz="10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依計畫小步執行</a:t>
              </a:r>
              <a:endParaRPr lang="en-US" sz="1050" dirty="0"/>
            </a:p>
          </p:txBody>
        </p:sp>
        <p:sp>
          <p:nvSpPr>
            <p:cNvPr id="102" name="PDCA Check"/>
            <p:cNvSpPr/>
            <p:nvPr/>
          </p:nvSpPr>
          <p:spPr>
            <a:xfrm>
              <a:off x="12907899" y="6835140"/>
              <a:ext cx="1645920" cy="777240"/>
            </a:xfrm>
            <a:prstGeom prst="roundRect">
              <a:avLst>
                <a:gd name="adj" fmla="val 7353"/>
              </a:avLst>
            </a:prstGeom>
            <a:solidFill>
              <a:srgbClr val="F2F2F2"/>
            </a:solidFill>
            <a:ln w="31750">
              <a:solidFill>
                <a:srgbClr val="3A3A3A"/>
              </a:solidFill>
              <a:prstDash val="solid"/>
            </a:ln>
          </p:spPr>
          <p:txBody>
            <a:bodyPr wrap="square" lIns="127000" tIns="0" rIns="635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</a:t>
              </a: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查核 </a:t>
              </a: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Check</a:t>
              </a:r>
              <a:endParaRPr lang="en-US" sz="10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量測結果與差異</a:t>
              </a:r>
              <a:endParaRPr lang="en-US" sz="1050" dirty="0"/>
            </a:p>
          </p:txBody>
        </p:sp>
        <p:sp>
          <p:nvSpPr>
            <p:cNvPr id="103" name="PDCA Act"/>
            <p:cNvSpPr/>
            <p:nvPr/>
          </p:nvSpPr>
          <p:spPr>
            <a:xfrm>
              <a:off x="10190226" y="6835140"/>
              <a:ext cx="1645920" cy="777240"/>
            </a:xfrm>
            <a:prstGeom prst="roundRect">
              <a:avLst>
                <a:gd name="adj" fmla="val 7353"/>
              </a:avLst>
            </a:prstGeom>
            <a:solidFill>
              <a:srgbClr val="F2F2F2"/>
            </a:solidFill>
            <a:ln w="31750">
              <a:solidFill>
                <a:srgbClr val="3A3A3A"/>
              </a:solidFill>
              <a:prstDash val="solid"/>
            </a:ln>
          </p:spPr>
          <p:txBody>
            <a:bodyPr wrap="square" lIns="127000" tIns="0" rIns="635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</a:t>
              </a: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行動 </a:t>
              </a: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Act</a:t>
              </a:r>
              <a:endParaRPr lang="en-US" sz="10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標準化並修正</a:t>
              </a:r>
              <a:endParaRPr lang="en-US" sz="1050" dirty="0"/>
            </a:p>
          </p:txBody>
        </p:sp>
        <p:cxnSp>
          <p:nvCxnSpPr>
            <p:cNvPr id="104" name="連接線"/>
            <p:cNvCxnSpPr>
              <a:stCxn id="100" idx="3"/>
              <a:endCxn id="101" idx="1"/>
            </p:cNvCxnSpPr>
            <p:nvPr/>
          </p:nvCxnSpPr>
          <p:spPr>
            <a:xfrm>
              <a:off x="11836146" y="5943600"/>
              <a:ext cx="1071753" cy="0"/>
            </a:xfrm>
            <a:prstGeom prst="straightConnector1">
              <a:avLst/>
            </a:prstGeom>
            <a:ln w="3175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105" name="連接線"/>
            <p:cNvCxnSpPr>
              <a:stCxn id="101" idx="2"/>
              <a:endCxn id="102" idx="0"/>
            </p:cNvCxnSpPr>
            <p:nvPr/>
          </p:nvCxnSpPr>
          <p:spPr>
            <a:xfrm>
              <a:off x="13730859" y="6332220"/>
              <a:ext cx="0" cy="502920"/>
            </a:xfrm>
            <a:prstGeom prst="straightConnector1">
              <a:avLst/>
            </a:prstGeom>
            <a:ln w="3175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106" name="連接線"/>
            <p:cNvCxnSpPr>
              <a:stCxn id="102" idx="1"/>
              <a:endCxn id="103" idx="3"/>
            </p:cNvCxnSpPr>
            <p:nvPr/>
          </p:nvCxnSpPr>
          <p:spPr>
            <a:xfrm flipH="1">
              <a:off x="11836146" y="7223760"/>
              <a:ext cx="1071753" cy="0"/>
            </a:xfrm>
            <a:prstGeom prst="straightConnector1">
              <a:avLst/>
            </a:prstGeom>
            <a:ln w="3175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107" name="連接線"/>
            <p:cNvCxnSpPr>
              <a:stCxn id="103" idx="0"/>
              <a:endCxn id="100" idx="2"/>
            </p:cNvCxnSpPr>
            <p:nvPr/>
          </p:nvCxnSpPr>
          <p:spPr>
            <a:xfrm flipV="1">
              <a:off x="11013186" y="6332220"/>
              <a:ext cx="0" cy="502920"/>
            </a:xfrm>
            <a:prstGeom prst="straightConnector1">
              <a:avLst/>
            </a:prstGeom>
            <a:ln w="31750">
              <a:solidFill>
                <a:srgbClr val="3A3A3A"/>
              </a:solidFill>
              <a:prstDash val="solid"/>
              <a:tailEnd type="triangle"/>
            </a:ln>
          </p:spPr>
        </p:cxnSp>
        <p:sp>
          <p:nvSpPr>
            <p:cNvPr id="108" name="中心標籤"/>
            <p:cNvSpPr/>
            <p:nvPr/>
          </p:nvSpPr>
          <p:spPr>
            <a:xfrm>
              <a:off x="11800523" y="6435090"/>
              <a:ext cx="1143000" cy="297180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11938">
              <a:solidFill>
                <a:srgbClr val="D9D9D9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PDCA</a:t>
              </a:r>
              <a:r>
                <a:rPr lang="en-US" sz="9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持續改善</a:t>
              </a:r>
              <a:endParaRPr lang="en-US" sz="1000" dirty="0"/>
            </a:p>
          </p:txBody>
        </p:sp>
      </p:grpSp>
      <p:sp>
        <p:nvSpPr>
          <p:cNvPr id="109" name="Text 105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110" name="Text 106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 / 14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685800" y="45720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圖示庫 Icon Library</a:t>
            </a:r>
            <a:endParaRPr lang="en-US" sz="4750" dirty="0"/>
          </a:p>
        </p:txBody>
      </p:sp>
      <p:sp>
        <p:nvSpPr>
          <p:cNvPr id="3" name="Text 1"/>
          <p:cNvSpPr/>
          <p:nvPr/>
        </p:nvSpPr>
        <p:spPr>
          <a:xfrm>
            <a:off x="7045007" y="1066800"/>
            <a:ext cx="182880" cy="18288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85800" y="1280160"/>
            <a:ext cx="125730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118 個 Material Symbols 圖示：顏色、粗細跟著風格；每個都是可編輯的 PowerPoint 圖案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685800" y="1828800"/>
            <a:ext cx="571500" cy="68580"/>
          </a:xfrm>
          <a:prstGeom prst="rect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圖示 人員"/>
          <p:cNvSpPr/>
          <p:nvPr/>
        </p:nvSpPr>
        <p:spPr>
          <a:xfrm>
            <a:off x="843905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44429" y="169850"/>
                </a:moveTo>
                <a:cubicBezTo>
                  <a:pt x="133011" y="158431"/>
                  <a:pt x="127307" y="143721"/>
                  <a:pt x="127307" y="125730"/>
                </a:cubicBezTo>
                <a:cubicBezTo>
                  <a:pt x="127307" y="107739"/>
                  <a:pt x="133011" y="93029"/>
                  <a:pt x="144429" y="81610"/>
                </a:cubicBezTo>
                <a:cubicBezTo>
                  <a:pt x="155848" y="70157"/>
                  <a:pt x="170558" y="64442"/>
                  <a:pt x="188561" y="64442"/>
                </a:cubicBezTo>
                <a:cubicBezTo>
                  <a:pt x="206552" y="64442"/>
                  <a:pt x="221285" y="70157"/>
                  <a:pt x="232761" y="81610"/>
                </a:cubicBezTo>
                <a:cubicBezTo>
                  <a:pt x="244236" y="93052"/>
                  <a:pt x="249963" y="107762"/>
                  <a:pt x="249963" y="125730"/>
                </a:cubicBezTo>
                <a:cubicBezTo>
                  <a:pt x="249963" y="143721"/>
                  <a:pt x="244236" y="158431"/>
                  <a:pt x="232761" y="169850"/>
                </a:cubicBezTo>
                <a:cubicBezTo>
                  <a:pt x="221285" y="181268"/>
                  <a:pt x="206552" y="186983"/>
                  <a:pt x="188561" y="186983"/>
                </a:cubicBezTo>
                <a:cubicBezTo>
                  <a:pt x="170558" y="186983"/>
                  <a:pt x="155848" y="181268"/>
                  <a:pt x="144429" y="169850"/>
                </a:cubicBezTo>
                <a:close/>
                <a:moveTo>
                  <a:pt x="60510" y="291145"/>
                </a:moveTo>
                <a:lnTo>
                  <a:pt x="60510" y="278458"/>
                </a:lnTo>
                <a:cubicBezTo>
                  <a:pt x="60510" y="268102"/>
                  <a:pt x="63116" y="259198"/>
                  <a:pt x="68329" y="251734"/>
                </a:cubicBezTo>
                <a:cubicBezTo>
                  <a:pt x="73541" y="244271"/>
                  <a:pt x="80273" y="238601"/>
                  <a:pt x="88525" y="234726"/>
                </a:cubicBezTo>
                <a:cubicBezTo>
                  <a:pt x="106208" y="226817"/>
                  <a:pt x="123193" y="220862"/>
                  <a:pt x="139480" y="216884"/>
                </a:cubicBezTo>
                <a:cubicBezTo>
                  <a:pt x="155779" y="212929"/>
                  <a:pt x="172136" y="210952"/>
                  <a:pt x="188561" y="210952"/>
                </a:cubicBezTo>
                <a:cubicBezTo>
                  <a:pt x="205088" y="210952"/>
                  <a:pt x="221433" y="212998"/>
                  <a:pt x="237595" y="217079"/>
                </a:cubicBezTo>
                <a:cubicBezTo>
                  <a:pt x="253757" y="221171"/>
                  <a:pt x="270640" y="227046"/>
                  <a:pt x="288242" y="234726"/>
                </a:cubicBezTo>
                <a:cubicBezTo>
                  <a:pt x="296780" y="238521"/>
                  <a:pt x="303661" y="244156"/>
                  <a:pt x="308907" y="251620"/>
                </a:cubicBezTo>
                <a:cubicBezTo>
                  <a:pt x="314142" y="259107"/>
                  <a:pt x="316760" y="268045"/>
                  <a:pt x="316760" y="278412"/>
                </a:cubicBezTo>
                <a:lnTo>
                  <a:pt x="316760" y="291099"/>
                </a:lnTo>
                <a:cubicBezTo>
                  <a:pt x="316760" y="298517"/>
                  <a:pt x="314165" y="304827"/>
                  <a:pt x="308987" y="310039"/>
                </a:cubicBezTo>
                <a:cubicBezTo>
                  <a:pt x="303798" y="315251"/>
                  <a:pt x="297443" y="317857"/>
                  <a:pt x="289922" y="317857"/>
                </a:cubicBezTo>
                <a:lnTo>
                  <a:pt x="87302" y="317857"/>
                </a:lnTo>
                <a:cubicBezTo>
                  <a:pt x="79816" y="317857"/>
                  <a:pt x="73472" y="315251"/>
                  <a:pt x="68283" y="310039"/>
                </a:cubicBezTo>
                <a:cubicBezTo>
                  <a:pt x="63105" y="304827"/>
                  <a:pt x="60510" y="298517"/>
                  <a:pt x="60510" y="291099"/>
                </a:cubicBezTo>
                <a:close/>
                <a:moveTo>
                  <a:pt x="87268" y="291145"/>
                </a:moveTo>
                <a:lnTo>
                  <a:pt x="289888" y="291145"/>
                </a:lnTo>
                <a:lnTo>
                  <a:pt x="289888" y="278812"/>
                </a:lnTo>
                <a:cubicBezTo>
                  <a:pt x="289888" y="274663"/>
                  <a:pt x="288642" y="270708"/>
                  <a:pt x="286150" y="266936"/>
                </a:cubicBezTo>
                <a:cubicBezTo>
                  <a:pt x="283670" y="263164"/>
                  <a:pt x="280584" y="260375"/>
                  <a:pt x="276926" y="258569"/>
                </a:cubicBezTo>
                <a:cubicBezTo>
                  <a:pt x="260421" y="250637"/>
                  <a:pt x="245288" y="245196"/>
                  <a:pt x="231538" y="242270"/>
                </a:cubicBezTo>
                <a:cubicBezTo>
                  <a:pt x="217810" y="239310"/>
                  <a:pt x="203477" y="237824"/>
                  <a:pt x="188515" y="237824"/>
                </a:cubicBezTo>
                <a:cubicBezTo>
                  <a:pt x="173690" y="237824"/>
                  <a:pt x="159243" y="239310"/>
                  <a:pt x="145184" y="242270"/>
                </a:cubicBezTo>
                <a:cubicBezTo>
                  <a:pt x="131114" y="245231"/>
                  <a:pt x="116015" y="250660"/>
                  <a:pt x="99875" y="258569"/>
                </a:cubicBezTo>
                <a:cubicBezTo>
                  <a:pt x="96183" y="260375"/>
                  <a:pt x="93155" y="263164"/>
                  <a:pt x="90800" y="266936"/>
                </a:cubicBezTo>
                <a:cubicBezTo>
                  <a:pt x="88445" y="270708"/>
                  <a:pt x="87268" y="274686"/>
                  <a:pt x="87268" y="278846"/>
                </a:cubicBezTo>
                <a:lnTo>
                  <a:pt x="87268" y="291179"/>
                </a:lnTo>
                <a:close/>
                <a:moveTo>
                  <a:pt x="213307" y="150442"/>
                </a:moveTo>
                <a:cubicBezTo>
                  <a:pt x="219833" y="143927"/>
                  <a:pt x="223091" y="135663"/>
                  <a:pt x="223091" y="125650"/>
                </a:cubicBezTo>
                <a:cubicBezTo>
                  <a:pt x="223091" y="115649"/>
                  <a:pt x="219833" y="107408"/>
                  <a:pt x="213307" y="100938"/>
                </a:cubicBezTo>
                <a:cubicBezTo>
                  <a:pt x="206792" y="94446"/>
                  <a:pt x="198551" y="91189"/>
                  <a:pt x="188595" y="91189"/>
                </a:cubicBezTo>
                <a:cubicBezTo>
                  <a:pt x="178617" y="91189"/>
                  <a:pt x="170364" y="94446"/>
                  <a:pt x="163838" y="100938"/>
                </a:cubicBezTo>
                <a:cubicBezTo>
                  <a:pt x="157323" y="107431"/>
                  <a:pt x="154054" y="115683"/>
                  <a:pt x="154054" y="125696"/>
                </a:cubicBezTo>
                <a:cubicBezTo>
                  <a:pt x="154054" y="135697"/>
                  <a:pt x="157323" y="143961"/>
                  <a:pt x="163838" y="150487"/>
                </a:cubicBezTo>
                <a:cubicBezTo>
                  <a:pt x="170364" y="157002"/>
                  <a:pt x="178605" y="160271"/>
                  <a:pt x="188561" y="160271"/>
                </a:cubicBezTo>
                <a:cubicBezTo>
                  <a:pt x="198539" y="160271"/>
                  <a:pt x="206792" y="157002"/>
                  <a:pt x="213307" y="150487"/>
                </a:cubicBezTo>
                <a:close/>
                <a:moveTo>
                  <a:pt x="188595" y="125696"/>
                </a:moveTo>
                <a:close/>
                <a:moveTo>
                  <a:pt x="188595" y="291145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圖說"/>
          <p:cNvSpPr/>
          <p:nvPr/>
        </p:nvSpPr>
        <p:spPr>
          <a:xfrm>
            <a:off x="662940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人員</a:t>
            </a:r>
            <a:endParaRPr lang="en-US" sz="950" dirty="0"/>
          </a:p>
        </p:txBody>
      </p:sp>
      <p:sp>
        <p:nvSpPr>
          <p:cNvPr id="8" name="圖示 團隊"/>
          <p:cNvSpPr/>
          <p:nvPr/>
        </p:nvSpPr>
        <p:spPr>
          <a:xfrm>
            <a:off x="1537306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2767" y="278412"/>
                </a:moveTo>
                <a:cubicBezTo>
                  <a:pt x="12767" y="268776"/>
                  <a:pt x="15248" y="260067"/>
                  <a:pt x="20197" y="252283"/>
                </a:cubicBezTo>
                <a:cubicBezTo>
                  <a:pt x="25146" y="244476"/>
                  <a:pt x="32027" y="238613"/>
                  <a:pt x="40828" y="234681"/>
                </a:cubicBezTo>
                <a:cubicBezTo>
                  <a:pt x="60076" y="226303"/>
                  <a:pt x="77450" y="220245"/>
                  <a:pt x="92960" y="216530"/>
                </a:cubicBezTo>
                <a:cubicBezTo>
                  <a:pt x="108471" y="212815"/>
                  <a:pt x="124438" y="210952"/>
                  <a:pt x="140852" y="210952"/>
                </a:cubicBezTo>
                <a:cubicBezTo>
                  <a:pt x="157414" y="210952"/>
                  <a:pt x="173359" y="212804"/>
                  <a:pt x="188709" y="216496"/>
                </a:cubicBezTo>
                <a:cubicBezTo>
                  <a:pt x="204060" y="220188"/>
                  <a:pt x="221365" y="226257"/>
                  <a:pt x="240613" y="234726"/>
                </a:cubicBezTo>
                <a:cubicBezTo>
                  <a:pt x="249391" y="238578"/>
                  <a:pt x="256318" y="244396"/>
                  <a:pt x="261404" y="252203"/>
                </a:cubicBezTo>
                <a:cubicBezTo>
                  <a:pt x="266479" y="260010"/>
                  <a:pt x="269028" y="268765"/>
                  <a:pt x="269028" y="278458"/>
                </a:cubicBezTo>
                <a:lnTo>
                  <a:pt x="269028" y="291145"/>
                </a:lnTo>
                <a:cubicBezTo>
                  <a:pt x="269028" y="298552"/>
                  <a:pt x="266433" y="304872"/>
                  <a:pt x="261244" y="310084"/>
                </a:cubicBezTo>
                <a:cubicBezTo>
                  <a:pt x="256055" y="315297"/>
                  <a:pt x="249700" y="317903"/>
                  <a:pt x="242190" y="317903"/>
                </a:cubicBezTo>
                <a:lnTo>
                  <a:pt x="39571" y="317903"/>
                </a:lnTo>
                <a:cubicBezTo>
                  <a:pt x="32130" y="317903"/>
                  <a:pt x="25809" y="315297"/>
                  <a:pt x="20631" y="310084"/>
                </a:cubicBezTo>
                <a:cubicBezTo>
                  <a:pt x="15419" y="304872"/>
                  <a:pt x="12813" y="298552"/>
                  <a:pt x="12813" y="291145"/>
                </a:cubicBezTo>
                <a:lnTo>
                  <a:pt x="12813" y="278458"/>
                </a:lnTo>
                <a:close/>
                <a:moveTo>
                  <a:pt x="337665" y="317903"/>
                </a:moveTo>
                <a:lnTo>
                  <a:pt x="285601" y="317903"/>
                </a:lnTo>
                <a:cubicBezTo>
                  <a:pt x="287407" y="313525"/>
                  <a:pt x="289030" y="309182"/>
                  <a:pt x="290471" y="304861"/>
                </a:cubicBezTo>
                <a:cubicBezTo>
                  <a:pt x="291911" y="300529"/>
                  <a:pt x="292642" y="295968"/>
                  <a:pt x="292642" y="291145"/>
                </a:cubicBezTo>
                <a:lnTo>
                  <a:pt x="292642" y="279006"/>
                </a:lnTo>
                <a:cubicBezTo>
                  <a:pt x="292642" y="262181"/>
                  <a:pt x="288836" y="248431"/>
                  <a:pt x="281247" y="237744"/>
                </a:cubicBezTo>
                <a:cubicBezTo>
                  <a:pt x="273646" y="227057"/>
                  <a:pt x="261907" y="218062"/>
                  <a:pt x="246042" y="210758"/>
                </a:cubicBezTo>
                <a:cubicBezTo>
                  <a:pt x="263793" y="212907"/>
                  <a:pt x="280721" y="215878"/>
                  <a:pt x="296803" y="219673"/>
                </a:cubicBezTo>
                <a:cubicBezTo>
                  <a:pt x="312885" y="223468"/>
                  <a:pt x="325904" y="227948"/>
                  <a:pt x="335859" y="233115"/>
                </a:cubicBezTo>
                <a:cubicBezTo>
                  <a:pt x="344683" y="238087"/>
                  <a:pt x="351667" y="244488"/>
                  <a:pt x="356799" y="252329"/>
                </a:cubicBezTo>
                <a:cubicBezTo>
                  <a:pt x="361931" y="260158"/>
                  <a:pt x="364503" y="269005"/>
                  <a:pt x="364503" y="278881"/>
                </a:cubicBezTo>
                <a:lnTo>
                  <a:pt x="364503" y="291099"/>
                </a:lnTo>
                <a:cubicBezTo>
                  <a:pt x="364503" y="298517"/>
                  <a:pt x="361897" y="304827"/>
                  <a:pt x="356685" y="310039"/>
                </a:cubicBezTo>
                <a:cubicBezTo>
                  <a:pt x="351473" y="315251"/>
                  <a:pt x="345152" y="317857"/>
                  <a:pt x="337745" y="317857"/>
                </a:cubicBezTo>
                <a:close/>
                <a:moveTo>
                  <a:pt x="97555" y="170204"/>
                </a:moveTo>
                <a:cubicBezTo>
                  <a:pt x="86377" y="159026"/>
                  <a:pt x="80787" y="144578"/>
                  <a:pt x="80787" y="126873"/>
                </a:cubicBezTo>
                <a:cubicBezTo>
                  <a:pt x="80787" y="109191"/>
                  <a:pt x="86377" y="94743"/>
                  <a:pt x="97555" y="83530"/>
                </a:cubicBezTo>
                <a:cubicBezTo>
                  <a:pt x="108745" y="72352"/>
                  <a:pt x="123181" y="66751"/>
                  <a:pt x="140852" y="66751"/>
                </a:cubicBezTo>
                <a:cubicBezTo>
                  <a:pt x="158511" y="66751"/>
                  <a:pt x="172959" y="72352"/>
                  <a:pt x="184194" y="83530"/>
                </a:cubicBezTo>
                <a:cubicBezTo>
                  <a:pt x="195430" y="94720"/>
                  <a:pt x="201042" y="109168"/>
                  <a:pt x="201008" y="126873"/>
                </a:cubicBezTo>
                <a:cubicBezTo>
                  <a:pt x="201008" y="144578"/>
                  <a:pt x="195407" y="159026"/>
                  <a:pt x="184194" y="170204"/>
                </a:cubicBezTo>
                <a:cubicBezTo>
                  <a:pt x="172982" y="181394"/>
                  <a:pt x="158534" y="186983"/>
                  <a:pt x="140852" y="186983"/>
                </a:cubicBezTo>
                <a:cubicBezTo>
                  <a:pt x="123181" y="186983"/>
                  <a:pt x="108745" y="181394"/>
                  <a:pt x="97555" y="170204"/>
                </a:cubicBezTo>
                <a:close/>
                <a:moveTo>
                  <a:pt x="268948" y="170170"/>
                </a:moveTo>
                <a:cubicBezTo>
                  <a:pt x="257735" y="181383"/>
                  <a:pt x="243288" y="186983"/>
                  <a:pt x="225605" y="186983"/>
                </a:cubicBezTo>
                <a:cubicBezTo>
                  <a:pt x="222645" y="186983"/>
                  <a:pt x="219433" y="186778"/>
                  <a:pt x="215981" y="186355"/>
                </a:cubicBezTo>
                <a:cubicBezTo>
                  <a:pt x="212518" y="185932"/>
                  <a:pt x="209260" y="185166"/>
                  <a:pt x="206197" y="184034"/>
                </a:cubicBezTo>
                <a:cubicBezTo>
                  <a:pt x="212609" y="177359"/>
                  <a:pt x="217456" y="169175"/>
                  <a:pt x="220736" y="159483"/>
                </a:cubicBezTo>
                <a:cubicBezTo>
                  <a:pt x="224005" y="149767"/>
                  <a:pt x="225651" y="138909"/>
                  <a:pt x="225651" y="126907"/>
                </a:cubicBezTo>
                <a:cubicBezTo>
                  <a:pt x="225651" y="114883"/>
                  <a:pt x="224005" y="104264"/>
                  <a:pt x="220736" y="95040"/>
                </a:cubicBezTo>
                <a:cubicBezTo>
                  <a:pt x="217456" y="85828"/>
                  <a:pt x="212632" y="77381"/>
                  <a:pt x="206231" y="69700"/>
                </a:cubicBezTo>
                <a:cubicBezTo>
                  <a:pt x="209169" y="68866"/>
                  <a:pt x="212404" y="68169"/>
                  <a:pt x="215947" y="67620"/>
                </a:cubicBezTo>
                <a:cubicBezTo>
                  <a:pt x="219456" y="67071"/>
                  <a:pt x="222691" y="66797"/>
                  <a:pt x="225651" y="66797"/>
                </a:cubicBezTo>
                <a:cubicBezTo>
                  <a:pt x="243299" y="66797"/>
                  <a:pt x="257747" y="72398"/>
                  <a:pt x="268982" y="83610"/>
                </a:cubicBezTo>
                <a:cubicBezTo>
                  <a:pt x="280218" y="94823"/>
                  <a:pt x="285841" y="109259"/>
                  <a:pt x="285841" y="126907"/>
                </a:cubicBezTo>
                <a:cubicBezTo>
                  <a:pt x="285841" y="144532"/>
                  <a:pt x="280229" y="158968"/>
                  <a:pt x="269028" y="170204"/>
                </a:cubicBezTo>
                <a:close/>
                <a:moveTo>
                  <a:pt x="39525" y="291145"/>
                </a:moveTo>
                <a:lnTo>
                  <a:pt x="242145" y="291145"/>
                </a:lnTo>
                <a:lnTo>
                  <a:pt x="242145" y="278812"/>
                </a:lnTo>
                <a:cubicBezTo>
                  <a:pt x="242145" y="274663"/>
                  <a:pt x="240899" y="270651"/>
                  <a:pt x="238418" y="266742"/>
                </a:cubicBezTo>
                <a:cubicBezTo>
                  <a:pt x="235927" y="262844"/>
                  <a:pt x="232852" y="260113"/>
                  <a:pt x="229183" y="258569"/>
                </a:cubicBezTo>
                <a:cubicBezTo>
                  <a:pt x="210586" y="250374"/>
                  <a:pt x="194962" y="244876"/>
                  <a:pt x="182309" y="242065"/>
                </a:cubicBezTo>
                <a:cubicBezTo>
                  <a:pt x="169655" y="239241"/>
                  <a:pt x="155837" y="237824"/>
                  <a:pt x="140852" y="237824"/>
                </a:cubicBezTo>
                <a:cubicBezTo>
                  <a:pt x="125981" y="237824"/>
                  <a:pt x="112105" y="239241"/>
                  <a:pt x="99247" y="242065"/>
                </a:cubicBezTo>
                <a:cubicBezTo>
                  <a:pt x="86388" y="244899"/>
                  <a:pt x="70672" y="250397"/>
                  <a:pt x="52098" y="258569"/>
                </a:cubicBezTo>
                <a:cubicBezTo>
                  <a:pt x="48486" y="260113"/>
                  <a:pt x="45480" y="262844"/>
                  <a:pt x="43103" y="266742"/>
                </a:cubicBezTo>
                <a:cubicBezTo>
                  <a:pt x="40714" y="270651"/>
                  <a:pt x="39525" y="274686"/>
                  <a:pt x="39525" y="278846"/>
                </a:cubicBezTo>
                <a:lnTo>
                  <a:pt x="39525" y="291179"/>
                </a:lnTo>
                <a:close/>
                <a:moveTo>
                  <a:pt x="165529" y="151505"/>
                </a:moveTo>
                <a:cubicBezTo>
                  <a:pt x="172033" y="145012"/>
                  <a:pt x="175279" y="136794"/>
                  <a:pt x="175279" y="126873"/>
                </a:cubicBezTo>
                <a:cubicBezTo>
                  <a:pt x="175279" y="116940"/>
                  <a:pt x="172033" y="108734"/>
                  <a:pt x="165529" y="102230"/>
                </a:cubicBezTo>
                <a:cubicBezTo>
                  <a:pt x="159037" y="95738"/>
                  <a:pt x="150819" y="92492"/>
                  <a:pt x="140898" y="92492"/>
                </a:cubicBezTo>
                <a:cubicBezTo>
                  <a:pt x="130942" y="92492"/>
                  <a:pt x="122735" y="95738"/>
                  <a:pt x="116266" y="102230"/>
                </a:cubicBezTo>
                <a:cubicBezTo>
                  <a:pt x="109762" y="108734"/>
                  <a:pt x="106516" y="116940"/>
                  <a:pt x="106516" y="126873"/>
                </a:cubicBezTo>
                <a:cubicBezTo>
                  <a:pt x="106516" y="136829"/>
                  <a:pt x="109762" y="145035"/>
                  <a:pt x="116266" y="151505"/>
                </a:cubicBezTo>
                <a:cubicBezTo>
                  <a:pt x="122758" y="157997"/>
                  <a:pt x="130965" y="161254"/>
                  <a:pt x="140898" y="161254"/>
                </a:cubicBezTo>
                <a:cubicBezTo>
                  <a:pt x="150819" y="161254"/>
                  <a:pt x="159037" y="157997"/>
                  <a:pt x="165529" y="151505"/>
                </a:cubicBezTo>
                <a:close/>
                <a:moveTo>
                  <a:pt x="140852" y="291099"/>
                </a:moveTo>
                <a:close/>
                <a:moveTo>
                  <a:pt x="140852" y="126793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圖說"/>
          <p:cNvSpPr/>
          <p:nvPr/>
        </p:nvSpPr>
        <p:spPr>
          <a:xfrm>
            <a:off x="1356341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團隊</a:t>
            </a:r>
            <a:endParaRPr lang="en-US" sz="950" dirty="0"/>
          </a:p>
        </p:txBody>
      </p:sp>
      <p:sp>
        <p:nvSpPr>
          <p:cNvPr id="10" name="圖示 部門"/>
          <p:cNvSpPr/>
          <p:nvPr/>
        </p:nvSpPr>
        <p:spPr>
          <a:xfrm>
            <a:off x="2230707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2264" y="284036"/>
                </a:moveTo>
                <a:cubicBezTo>
                  <a:pt x="8492" y="284036"/>
                  <a:pt x="5304" y="282744"/>
                  <a:pt x="2709" y="280184"/>
                </a:cubicBezTo>
                <a:cubicBezTo>
                  <a:pt x="114" y="277612"/>
                  <a:pt x="-1166" y="274434"/>
                  <a:pt x="-1143" y="270640"/>
                </a:cubicBezTo>
                <a:lnTo>
                  <a:pt x="-1143" y="262067"/>
                </a:lnTo>
                <a:cubicBezTo>
                  <a:pt x="-1143" y="251563"/>
                  <a:pt x="4401" y="243048"/>
                  <a:pt x="15476" y="236532"/>
                </a:cubicBezTo>
                <a:cubicBezTo>
                  <a:pt x="26563" y="230006"/>
                  <a:pt x="41079" y="226748"/>
                  <a:pt x="59059" y="226748"/>
                </a:cubicBezTo>
                <a:cubicBezTo>
                  <a:pt x="61882" y="226748"/>
                  <a:pt x="64580" y="226794"/>
                  <a:pt x="67151" y="226908"/>
                </a:cubicBezTo>
                <a:cubicBezTo>
                  <a:pt x="69689" y="227011"/>
                  <a:pt x="72238" y="227240"/>
                  <a:pt x="74809" y="227606"/>
                </a:cubicBezTo>
                <a:cubicBezTo>
                  <a:pt x="72581" y="232349"/>
                  <a:pt x="70923" y="237161"/>
                  <a:pt x="69814" y="242030"/>
                </a:cubicBezTo>
                <a:cubicBezTo>
                  <a:pt x="68717" y="246934"/>
                  <a:pt x="68169" y="252020"/>
                  <a:pt x="68169" y="257312"/>
                </a:cubicBezTo>
                <a:lnTo>
                  <a:pt x="68169" y="283990"/>
                </a:lnTo>
                <a:lnTo>
                  <a:pt x="12264" y="283990"/>
                </a:lnTo>
                <a:close/>
                <a:moveTo>
                  <a:pt x="106562" y="284036"/>
                </a:moveTo>
                <a:cubicBezTo>
                  <a:pt x="102790" y="284036"/>
                  <a:pt x="99601" y="282744"/>
                  <a:pt x="97006" y="280184"/>
                </a:cubicBezTo>
                <a:cubicBezTo>
                  <a:pt x="94412" y="277612"/>
                  <a:pt x="93132" y="274434"/>
                  <a:pt x="93155" y="270640"/>
                </a:cubicBezTo>
                <a:lnTo>
                  <a:pt x="93155" y="257358"/>
                </a:lnTo>
                <a:cubicBezTo>
                  <a:pt x="93155" y="248785"/>
                  <a:pt x="95463" y="240956"/>
                  <a:pt x="100070" y="233858"/>
                </a:cubicBezTo>
                <a:cubicBezTo>
                  <a:pt x="104687" y="226760"/>
                  <a:pt x="111248" y="220565"/>
                  <a:pt x="119764" y="215273"/>
                </a:cubicBezTo>
                <a:cubicBezTo>
                  <a:pt x="128267" y="209981"/>
                  <a:pt x="138406" y="205991"/>
                  <a:pt x="150167" y="203294"/>
                </a:cubicBezTo>
                <a:cubicBezTo>
                  <a:pt x="161929" y="200619"/>
                  <a:pt x="174730" y="199282"/>
                  <a:pt x="188561" y="199282"/>
                </a:cubicBezTo>
                <a:cubicBezTo>
                  <a:pt x="202642" y="199282"/>
                  <a:pt x="215558" y="200619"/>
                  <a:pt x="227297" y="203294"/>
                </a:cubicBezTo>
                <a:cubicBezTo>
                  <a:pt x="239036" y="205957"/>
                  <a:pt x="249163" y="209958"/>
                  <a:pt x="257712" y="215273"/>
                </a:cubicBezTo>
                <a:cubicBezTo>
                  <a:pt x="266216" y="220565"/>
                  <a:pt x="272731" y="226760"/>
                  <a:pt x="277235" y="233858"/>
                </a:cubicBezTo>
                <a:cubicBezTo>
                  <a:pt x="281738" y="240956"/>
                  <a:pt x="283990" y="248785"/>
                  <a:pt x="283990" y="257358"/>
                </a:cubicBezTo>
                <a:lnTo>
                  <a:pt x="283990" y="270640"/>
                </a:lnTo>
                <a:cubicBezTo>
                  <a:pt x="283990" y="274411"/>
                  <a:pt x="282710" y="277589"/>
                  <a:pt x="280138" y="280184"/>
                </a:cubicBezTo>
                <a:cubicBezTo>
                  <a:pt x="277578" y="282778"/>
                  <a:pt x="274389" y="284058"/>
                  <a:pt x="270594" y="284036"/>
                </a:cubicBezTo>
                <a:lnTo>
                  <a:pt x="106562" y="284036"/>
                </a:lnTo>
                <a:close/>
                <a:moveTo>
                  <a:pt x="309021" y="284036"/>
                </a:moveTo>
                <a:lnTo>
                  <a:pt x="309021" y="257312"/>
                </a:lnTo>
                <a:cubicBezTo>
                  <a:pt x="309021" y="251871"/>
                  <a:pt x="308507" y="246717"/>
                  <a:pt x="307490" y="241870"/>
                </a:cubicBezTo>
                <a:cubicBezTo>
                  <a:pt x="306473" y="237024"/>
                  <a:pt x="304884" y="232269"/>
                  <a:pt x="302735" y="227606"/>
                </a:cubicBezTo>
                <a:cubicBezTo>
                  <a:pt x="305307" y="227217"/>
                  <a:pt x="307867" y="226966"/>
                  <a:pt x="310439" y="226863"/>
                </a:cubicBezTo>
                <a:cubicBezTo>
                  <a:pt x="312999" y="226760"/>
                  <a:pt x="315605" y="226703"/>
                  <a:pt x="318257" y="226703"/>
                </a:cubicBezTo>
                <a:cubicBezTo>
                  <a:pt x="336328" y="226703"/>
                  <a:pt x="350855" y="229926"/>
                  <a:pt x="361828" y="236372"/>
                </a:cubicBezTo>
                <a:cubicBezTo>
                  <a:pt x="372801" y="242819"/>
                  <a:pt x="378287" y="251369"/>
                  <a:pt x="378287" y="262033"/>
                </a:cubicBezTo>
                <a:lnTo>
                  <a:pt x="378287" y="270594"/>
                </a:lnTo>
                <a:cubicBezTo>
                  <a:pt x="378287" y="274366"/>
                  <a:pt x="377007" y="277555"/>
                  <a:pt x="374435" y="280138"/>
                </a:cubicBezTo>
                <a:cubicBezTo>
                  <a:pt x="371875" y="282732"/>
                  <a:pt x="368686" y="284024"/>
                  <a:pt x="364891" y="283990"/>
                </a:cubicBezTo>
                <a:lnTo>
                  <a:pt x="309021" y="283990"/>
                </a:lnTo>
                <a:close/>
                <a:moveTo>
                  <a:pt x="119958" y="258569"/>
                </a:moveTo>
                <a:lnTo>
                  <a:pt x="257278" y="258569"/>
                </a:lnTo>
                <a:lnTo>
                  <a:pt x="257278" y="256215"/>
                </a:lnTo>
                <a:cubicBezTo>
                  <a:pt x="256775" y="246842"/>
                  <a:pt x="250168" y="239230"/>
                  <a:pt x="237435" y="233389"/>
                </a:cubicBezTo>
                <a:cubicBezTo>
                  <a:pt x="224702" y="227548"/>
                  <a:pt x="208437" y="224622"/>
                  <a:pt x="188629" y="224622"/>
                </a:cubicBezTo>
                <a:cubicBezTo>
                  <a:pt x="168810" y="224622"/>
                  <a:pt x="152545" y="227560"/>
                  <a:pt x="139835" y="233423"/>
                </a:cubicBezTo>
                <a:cubicBezTo>
                  <a:pt x="127102" y="239298"/>
                  <a:pt x="120495" y="247025"/>
                  <a:pt x="119992" y="256604"/>
                </a:cubicBezTo>
                <a:lnTo>
                  <a:pt x="119992" y="258569"/>
                </a:lnTo>
                <a:close/>
                <a:moveTo>
                  <a:pt x="58784" y="215273"/>
                </a:moveTo>
                <a:cubicBezTo>
                  <a:pt x="51104" y="215273"/>
                  <a:pt x="44520" y="212507"/>
                  <a:pt x="39011" y="206986"/>
                </a:cubicBezTo>
                <a:cubicBezTo>
                  <a:pt x="33513" y="201454"/>
                  <a:pt x="30770" y="194813"/>
                  <a:pt x="30770" y="187063"/>
                </a:cubicBezTo>
                <a:cubicBezTo>
                  <a:pt x="30770" y="179257"/>
                  <a:pt x="33524" y="172604"/>
                  <a:pt x="39056" y="167107"/>
                </a:cubicBezTo>
                <a:cubicBezTo>
                  <a:pt x="44577" y="161597"/>
                  <a:pt x="51206" y="158854"/>
                  <a:pt x="58933" y="158854"/>
                </a:cubicBezTo>
                <a:cubicBezTo>
                  <a:pt x="66717" y="158854"/>
                  <a:pt x="73369" y="161597"/>
                  <a:pt x="78901" y="167107"/>
                </a:cubicBezTo>
                <a:cubicBezTo>
                  <a:pt x="84422" y="172604"/>
                  <a:pt x="87188" y="179291"/>
                  <a:pt x="87188" y="187178"/>
                </a:cubicBezTo>
                <a:cubicBezTo>
                  <a:pt x="87188" y="194859"/>
                  <a:pt x="84433" y="201454"/>
                  <a:pt x="78936" y="206986"/>
                </a:cubicBezTo>
                <a:cubicBezTo>
                  <a:pt x="73438" y="212507"/>
                  <a:pt x="66717" y="215273"/>
                  <a:pt x="58784" y="215273"/>
                </a:cubicBezTo>
                <a:close/>
                <a:moveTo>
                  <a:pt x="318097" y="215273"/>
                </a:moveTo>
                <a:cubicBezTo>
                  <a:pt x="310427" y="215273"/>
                  <a:pt x="303832" y="212507"/>
                  <a:pt x="298334" y="206986"/>
                </a:cubicBezTo>
                <a:cubicBezTo>
                  <a:pt x="292837" y="201454"/>
                  <a:pt x="290082" y="194813"/>
                  <a:pt x="290082" y="187063"/>
                </a:cubicBezTo>
                <a:cubicBezTo>
                  <a:pt x="290082" y="179257"/>
                  <a:pt x="292848" y="172604"/>
                  <a:pt x="298369" y="167107"/>
                </a:cubicBezTo>
                <a:cubicBezTo>
                  <a:pt x="303901" y="161597"/>
                  <a:pt x="310530" y="158854"/>
                  <a:pt x="318257" y="158854"/>
                </a:cubicBezTo>
                <a:cubicBezTo>
                  <a:pt x="326029" y="158854"/>
                  <a:pt x="332682" y="161597"/>
                  <a:pt x="338214" y="167107"/>
                </a:cubicBezTo>
                <a:cubicBezTo>
                  <a:pt x="343746" y="172604"/>
                  <a:pt x="346500" y="179291"/>
                  <a:pt x="346500" y="187178"/>
                </a:cubicBezTo>
                <a:cubicBezTo>
                  <a:pt x="346500" y="194859"/>
                  <a:pt x="343757" y="201454"/>
                  <a:pt x="338248" y="206986"/>
                </a:cubicBezTo>
                <a:cubicBezTo>
                  <a:pt x="332750" y="212507"/>
                  <a:pt x="326029" y="215273"/>
                  <a:pt x="318097" y="215273"/>
                </a:cubicBezTo>
                <a:close/>
                <a:moveTo>
                  <a:pt x="188629" y="187578"/>
                </a:moveTo>
                <a:cubicBezTo>
                  <a:pt x="175199" y="187578"/>
                  <a:pt x="163792" y="182869"/>
                  <a:pt x="154408" y="173473"/>
                </a:cubicBezTo>
                <a:cubicBezTo>
                  <a:pt x="145012" y="164066"/>
                  <a:pt x="140303" y="152659"/>
                  <a:pt x="140303" y="139252"/>
                </a:cubicBezTo>
                <a:cubicBezTo>
                  <a:pt x="140303" y="125604"/>
                  <a:pt x="145012" y="114151"/>
                  <a:pt x="154408" y="104905"/>
                </a:cubicBezTo>
                <a:cubicBezTo>
                  <a:pt x="163815" y="95658"/>
                  <a:pt x="175222" y="91040"/>
                  <a:pt x="188629" y="91040"/>
                </a:cubicBezTo>
                <a:cubicBezTo>
                  <a:pt x="202277" y="91040"/>
                  <a:pt x="213730" y="95658"/>
                  <a:pt x="222976" y="104905"/>
                </a:cubicBezTo>
                <a:cubicBezTo>
                  <a:pt x="232223" y="114151"/>
                  <a:pt x="236841" y="125604"/>
                  <a:pt x="236841" y="139252"/>
                </a:cubicBezTo>
                <a:cubicBezTo>
                  <a:pt x="236841" y="152682"/>
                  <a:pt x="232223" y="164089"/>
                  <a:pt x="222976" y="173473"/>
                </a:cubicBezTo>
                <a:cubicBezTo>
                  <a:pt x="213730" y="182869"/>
                  <a:pt x="202277" y="187578"/>
                  <a:pt x="188629" y="187578"/>
                </a:cubicBezTo>
                <a:close/>
                <a:moveTo>
                  <a:pt x="188755" y="162112"/>
                </a:moveTo>
                <a:cubicBezTo>
                  <a:pt x="195202" y="162112"/>
                  <a:pt x="200597" y="159894"/>
                  <a:pt x="204940" y="155471"/>
                </a:cubicBezTo>
                <a:cubicBezTo>
                  <a:pt x="209283" y="151047"/>
                  <a:pt x="211466" y="145584"/>
                  <a:pt x="211466" y="139092"/>
                </a:cubicBezTo>
                <a:cubicBezTo>
                  <a:pt x="211466" y="132588"/>
                  <a:pt x="209260" y="127182"/>
                  <a:pt x="204860" y="122861"/>
                </a:cubicBezTo>
                <a:cubicBezTo>
                  <a:pt x="200459" y="118541"/>
                  <a:pt x="195064" y="116380"/>
                  <a:pt x="188675" y="116380"/>
                </a:cubicBezTo>
                <a:cubicBezTo>
                  <a:pt x="182228" y="116380"/>
                  <a:pt x="176799" y="118563"/>
                  <a:pt x="172364" y="122941"/>
                </a:cubicBezTo>
                <a:cubicBezTo>
                  <a:pt x="167941" y="127284"/>
                  <a:pt x="165724" y="132702"/>
                  <a:pt x="165724" y="139172"/>
                </a:cubicBezTo>
                <a:cubicBezTo>
                  <a:pt x="165724" y="145561"/>
                  <a:pt x="167930" y="150990"/>
                  <a:pt x="172330" y="155471"/>
                </a:cubicBezTo>
                <a:cubicBezTo>
                  <a:pt x="176731" y="159929"/>
                  <a:pt x="182206" y="162157"/>
                  <a:pt x="188755" y="162157"/>
                </a:cubicBezTo>
                <a:close/>
                <a:moveTo>
                  <a:pt x="188561" y="258569"/>
                </a:moveTo>
                <a:close/>
                <a:moveTo>
                  <a:pt x="188561" y="139286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圖說"/>
          <p:cNvSpPr/>
          <p:nvPr/>
        </p:nvSpPr>
        <p:spPr>
          <a:xfrm>
            <a:off x="2049742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部門</a:t>
            </a:r>
            <a:endParaRPr lang="en-US" sz="950" dirty="0"/>
          </a:p>
        </p:txBody>
      </p:sp>
      <p:sp>
        <p:nvSpPr>
          <p:cNvPr id="12" name="圖示 組織架構"/>
          <p:cNvSpPr/>
          <p:nvPr/>
        </p:nvSpPr>
        <p:spPr>
          <a:xfrm>
            <a:off x="2924108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236761" y="306267"/>
                </a:moveTo>
                <a:lnTo>
                  <a:pt x="236761" y="283555"/>
                </a:lnTo>
                <a:lnTo>
                  <a:pt x="201991" y="283555"/>
                </a:lnTo>
                <a:cubicBezTo>
                  <a:pt x="194630" y="283555"/>
                  <a:pt x="188332" y="280949"/>
                  <a:pt x="183097" y="275737"/>
                </a:cubicBezTo>
                <a:cubicBezTo>
                  <a:pt x="177851" y="270525"/>
                  <a:pt x="175233" y="264216"/>
                  <a:pt x="175233" y="256809"/>
                </a:cubicBezTo>
                <a:lnTo>
                  <a:pt x="175233" y="120426"/>
                </a:lnTo>
                <a:lnTo>
                  <a:pt x="140852" y="120426"/>
                </a:lnTo>
                <a:lnTo>
                  <a:pt x="140852" y="145104"/>
                </a:lnTo>
                <a:cubicBezTo>
                  <a:pt x="140852" y="152305"/>
                  <a:pt x="138269" y="158500"/>
                  <a:pt x="133079" y="163689"/>
                </a:cubicBezTo>
                <a:cubicBezTo>
                  <a:pt x="127890" y="168867"/>
                  <a:pt x="121695" y="171461"/>
                  <a:pt x="114494" y="171461"/>
                </a:cubicBezTo>
                <a:lnTo>
                  <a:pt x="54453" y="171461"/>
                </a:lnTo>
                <a:cubicBezTo>
                  <a:pt x="47023" y="171461"/>
                  <a:pt x="40702" y="168844"/>
                  <a:pt x="35524" y="163609"/>
                </a:cubicBezTo>
                <a:cubicBezTo>
                  <a:pt x="30301" y="158363"/>
                  <a:pt x="27695" y="152030"/>
                  <a:pt x="27695" y="144590"/>
                </a:cubicBezTo>
                <a:lnTo>
                  <a:pt x="27695" y="71277"/>
                </a:lnTo>
                <a:cubicBezTo>
                  <a:pt x="27695" y="63837"/>
                  <a:pt x="30301" y="57493"/>
                  <a:pt x="35524" y="52258"/>
                </a:cubicBezTo>
                <a:cubicBezTo>
                  <a:pt x="40737" y="47023"/>
                  <a:pt x="47046" y="44394"/>
                  <a:pt x="54453" y="44394"/>
                </a:cubicBezTo>
                <a:lnTo>
                  <a:pt x="114449" y="44394"/>
                </a:lnTo>
                <a:cubicBezTo>
                  <a:pt x="121661" y="44394"/>
                  <a:pt x="127856" y="46989"/>
                  <a:pt x="133034" y="52178"/>
                </a:cubicBezTo>
                <a:cubicBezTo>
                  <a:pt x="138223" y="57367"/>
                  <a:pt x="140818" y="63562"/>
                  <a:pt x="140818" y="70763"/>
                </a:cubicBezTo>
                <a:lnTo>
                  <a:pt x="140818" y="93475"/>
                </a:lnTo>
                <a:lnTo>
                  <a:pt x="236727" y="93475"/>
                </a:lnTo>
                <a:lnTo>
                  <a:pt x="236727" y="70763"/>
                </a:lnTo>
                <a:cubicBezTo>
                  <a:pt x="236727" y="63562"/>
                  <a:pt x="239321" y="57367"/>
                  <a:pt x="244511" y="52178"/>
                </a:cubicBezTo>
                <a:cubicBezTo>
                  <a:pt x="249688" y="46989"/>
                  <a:pt x="255883" y="44394"/>
                  <a:pt x="263096" y="44394"/>
                </a:cubicBezTo>
                <a:lnTo>
                  <a:pt x="322692" y="44394"/>
                </a:lnTo>
                <a:cubicBezTo>
                  <a:pt x="330133" y="44394"/>
                  <a:pt x="336476" y="47023"/>
                  <a:pt x="341711" y="52258"/>
                </a:cubicBezTo>
                <a:cubicBezTo>
                  <a:pt x="346946" y="57493"/>
                  <a:pt x="349564" y="63837"/>
                  <a:pt x="349564" y="71277"/>
                </a:cubicBezTo>
                <a:lnTo>
                  <a:pt x="349564" y="144590"/>
                </a:lnTo>
                <a:cubicBezTo>
                  <a:pt x="349564" y="152030"/>
                  <a:pt x="346946" y="158363"/>
                  <a:pt x="341711" y="163609"/>
                </a:cubicBezTo>
                <a:cubicBezTo>
                  <a:pt x="336476" y="168844"/>
                  <a:pt x="330133" y="171461"/>
                  <a:pt x="322692" y="171461"/>
                </a:cubicBezTo>
                <a:lnTo>
                  <a:pt x="263130" y="171461"/>
                </a:lnTo>
                <a:cubicBezTo>
                  <a:pt x="255929" y="171461"/>
                  <a:pt x="249734" y="168867"/>
                  <a:pt x="244545" y="163689"/>
                </a:cubicBezTo>
                <a:cubicBezTo>
                  <a:pt x="239356" y="158500"/>
                  <a:pt x="236761" y="152305"/>
                  <a:pt x="236761" y="145104"/>
                </a:cubicBezTo>
                <a:lnTo>
                  <a:pt x="236761" y="120426"/>
                </a:lnTo>
                <a:lnTo>
                  <a:pt x="201991" y="120426"/>
                </a:lnTo>
                <a:lnTo>
                  <a:pt x="201991" y="256809"/>
                </a:lnTo>
                <a:lnTo>
                  <a:pt x="236761" y="256809"/>
                </a:lnTo>
                <a:lnTo>
                  <a:pt x="236761" y="232132"/>
                </a:lnTo>
                <a:cubicBezTo>
                  <a:pt x="236761" y="224931"/>
                  <a:pt x="239356" y="218736"/>
                  <a:pt x="244545" y="213547"/>
                </a:cubicBezTo>
                <a:cubicBezTo>
                  <a:pt x="249734" y="208357"/>
                  <a:pt x="255929" y="205763"/>
                  <a:pt x="263130" y="205763"/>
                </a:cubicBezTo>
                <a:lnTo>
                  <a:pt x="322737" y="205763"/>
                </a:lnTo>
                <a:cubicBezTo>
                  <a:pt x="330167" y="205763"/>
                  <a:pt x="336511" y="208380"/>
                  <a:pt x="341746" y="213627"/>
                </a:cubicBezTo>
                <a:cubicBezTo>
                  <a:pt x="346992" y="218862"/>
                  <a:pt x="349609" y="225160"/>
                  <a:pt x="349609" y="232520"/>
                </a:cubicBezTo>
                <a:lnTo>
                  <a:pt x="349609" y="305958"/>
                </a:lnTo>
                <a:cubicBezTo>
                  <a:pt x="349609" y="313365"/>
                  <a:pt x="346992" y="319686"/>
                  <a:pt x="341746" y="324898"/>
                </a:cubicBezTo>
                <a:cubicBezTo>
                  <a:pt x="336511" y="330110"/>
                  <a:pt x="330167" y="332716"/>
                  <a:pt x="322737" y="332716"/>
                </a:cubicBezTo>
                <a:lnTo>
                  <a:pt x="263130" y="332716"/>
                </a:lnTo>
                <a:cubicBezTo>
                  <a:pt x="255929" y="332716"/>
                  <a:pt x="249734" y="330133"/>
                  <a:pt x="244545" y="324978"/>
                </a:cubicBezTo>
                <a:cubicBezTo>
                  <a:pt x="239356" y="319811"/>
                  <a:pt x="236761" y="313605"/>
                  <a:pt x="236761" y="306347"/>
                </a:cubicBezTo>
                <a:close/>
                <a:moveTo>
                  <a:pt x="54453" y="71277"/>
                </a:moveTo>
                <a:lnTo>
                  <a:pt x="54453" y="144590"/>
                </a:lnTo>
                <a:lnTo>
                  <a:pt x="54453" y="71277"/>
                </a:lnTo>
                <a:close/>
                <a:moveTo>
                  <a:pt x="263599" y="232486"/>
                </a:moveTo>
                <a:lnTo>
                  <a:pt x="263599" y="305913"/>
                </a:lnTo>
                <a:lnTo>
                  <a:pt x="263599" y="232486"/>
                </a:lnTo>
                <a:close/>
                <a:moveTo>
                  <a:pt x="263599" y="71277"/>
                </a:moveTo>
                <a:lnTo>
                  <a:pt x="263599" y="144590"/>
                </a:lnTo>
                <a:lnTo>
                  <a:pt x="263599" y="71277"/>
                </a:lnTo>
                <a:close/>
                <a:moveTo>
                  <a:pt x="263599" y="144590"/>
                </a:moveTo>
                <a:lnTo>
                  <a:pt x="322737" y="144590"/>
                </a:lnTo>
                <a:lnTo>
                  <a:pt x="322737" y="71277"/>
                </a:lnTo>
                <a:lnTo>
                  <a:pt x="263599" y="71277"/>
                </a:lnTo>
                <a:lnTo>
                  <a:pt x="263599" y="144590"/>
                </a:lnTo>
                <a:close/>
                <a:moveTo>
                  <a:pt x="263599" y="305878"/>
                </a:moveTo>
                <a:lnTo>
                  <a:pt x="322737" y="305878"/>
                </a:lnTo>
                <a:lnTo>
                  <a:pt x="322737" y="232486"/>
                </a:lnTo>
                <a:lnTo>
                  <a:pt x="263599" y="232486"/>
                </a:lnTo>
                <a:lnTo>
                  <a:pt x="263599" y="305913"/>
                </a:lnTo>
                <a:close/>
                <a:moveTo>
                  <a:pt x="54418" y="144590"/>
                </a:moveTo>
                <a:lnTo>
                  <a:pt x="114060" y="144590"/>
                </a:lnTo>
                <a:lnTo>
                  <a:pt x="114060" y="71277"/>
                </a:lnTo>
                <a:lnTo>
                  <a:pt x="54453" y="71277"/>
                </a:lnTo>
                <a:lnTo>
                  <a:pt x="54453" y="144590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圖說"/>
          <p:cNvSpPr/>
          <p:nvPr/>
        </p:nvSpPr>
        <p:spPr>
          <a:xfrm>
            <a:off x="2743143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組織架構</a:t>
            </a:r>
            <a:endParaRPr lang="en-US" sz="950" dirty="0"/>
          </a:p>
        </p:txBody>
      </p:sp>
      <p:sp>
        <p:nvSpPr>
          <p:cNvPr id="14" name="圖示 員工"/>
          <p:cNvSpPr/>
          <p:nvPr/>
        </p:nvSpPr>
        <p:spPr>
          <a:xfrm>
            <a:off x="3617509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91154" y="281007"/>
                </a:moveTo>
                <a:lnTo>
                  <a:pt x="185063" y="281007"/>
                </a:lnTo>
                <a:lnTo>
                  <a:pt x="185063" y="275509"/>
                </a:lnTo>
                <a:cubicBezTo>
                  <a:pt x="185063" y="270788"/>
                  <a:pt x="183886" y="266605"/>
                  <a:pt x="181520" y="262936"/>
                </a:cubicBezTo>
                <a:cubicBezTo>
                  <a:pt x="179165" y="259267"/>
                  <a:pt x="176148" y="256775"/>
                  <a:pt x="172490" y="255472"/>
                </a:cubicBezTo>
                <a:cubicBezTo>
                  <a:pt x="164101" y="252592"/>
                  <a:pt x="157551" y="250683"/>
                  <a:pt x="152842" y="249768"/>
                </a:cubicBezTo>
                <a:cubicBezTo>
                  <a:pt x="148121" y="248854"/>
                  <a:pt x="143538" y="248397"/>
                  <a:pt x="139092" y="248397"/>
                </a:cubicBezTo>
                <a:cubicBezTo>
                  <a:pt x="134108" y="248397"/>
                  <a:pt x="128805" y="248980"/>
                  <a:pt x="123181" y="250168"/>
                </a:cubicBezTo>
                <a:cubicBezTo>
                  <a:pt x="117546" y="251346"/>
                  <a:pt x="111191" y="253106"/>
                  <a:pt x="104116" y="255472"/>
                </a:cubicBezTo>
                <a:cubicBezTo>
                  <a:pt x="100195" y="256775"/>
                  <a:pt x="97052" y="259267"/>
                  <a:pt x="94686" y="262936"/>
                </a:cubicBezTo>
                <a:cubicBezTo>
                  <a:pt x="92332" y="266605"/>
                  <a:pt x="91154" y="270788"/>
                  <a:pt x="91154" y="275509"/>
                </a:cubicBezTo>
                <a:lnTo>
                  <a:pt x="91154" y="281007"/>
                </a:lnTo>
                <a:close/>
                <a:moveTo>
                  <a:pt x="232989" y="254683"/>
                </a:moveTo>
                <a:lnTo>
                  <a:pt x="280138" y="254683"/>
                </a:lnTo>
                <a:cubicBezTo>
                  <a:pt x="283018" y="254683"/>
                  <a:pt x="285384" y="253769"/>
                  <a:pt x="287213" y="251929"/>
                </a:cubicBezTo>
                <a:cubicBezTo>
                  <a:pt x="289053" y="250100"/>
                  <a:pt x="289968" y="247745"/>
                  <a:pt x="289968" y="244865"/>
                </a:cubicBezTo>
                <a:cubicBezTo>
                  <a:pt x="289968" y="241973"/>
                  <a:pt x="289053" y="239619"/>
                  <a:pt x="287213" y="237790"/>
                </a:cubicBezTo>
                <a:cubicBezTo>
                  <a:pt x="285384" y="235949"/>
                  <a:pt x="283018" y="235035"/>
                  <a:pt x="280138" y="235035"/>
                </a:cubicBezTo>
                <a:lnTo>
                  <a:pt x="232989" y="235035"/>
                </a:lnTo>
                <a:cubicBezTo>
                  <a:pt x="230109" y="235035"/>
                  <a:pt x="227754" y="235949"/>
                  <a:pt x="225925" y="237790"/>
                </a:cubicBezTo>
                <a:cubicBezTo>
                  <a:pt x="224085" y="239619"/>
                  <a:pt x="223171" y="241973"/>
                  <a:pt x="223171" y="244865"/>
                </a:cubicBezTo>
                <a:cubicBezTo>
                  <a:pt x="223171" y="247745"/>
                  <a:pt x="224085" y="250100"/>
                  <a:pt x="225925" y="251929"/>
                </a:cubicBezTo>
                <a:cubicBezTo>
                  <a:pt x="227754" y="253769"/>
                  <a:pt x="230109" y="254683"/>
                  <a:pt x="232989" y="254683"/>
                </a:cubicBezTo>
                <a:close/>
                <a:moveTo>
                  <a:pt x="154214" y="228943"/>
                </a:moveTo>
                <a:cubicBezTo>
                  <a:pt x="158271" y="224885"/>
                  <a:pt x="160306" y="219845"/>
                  <a:pt x="160306" y="213821"/>
                </a:cubicBezTo>
                <a:cubicBezTo>
                  <a:pt x="160306" y="207797"/>
                  <a:pt x="158271" y="202757"/>
                  <a:pt x="154214" y="198688"/>
                </a:cubicBezTo>
                <a:cubicBezTo>
                  <a:pt x="150156" y="194630"/>
                  <a:pt x="145115" y="192607"/>
                  <a:pt x="139092" y="192607"/>
                </a:cubicBezTo>
                <a:cubicBezTo>
                  <a:pt x="133068" y="192607"/>
                  <a:pt x="128027" y="194630"/>
                  <a:pt x="123958" y="198688"/>
                </a:cubicBezTo>
                <a:cubicBezTo>
                  <a:pt x="119901" y="202757"/>
                  <a:pt x="117878" y="207797"/>
                  <a:pt x="117878" y="213821"/>
                </a:cubicBezTo>
                <a:cubicBezTo>
                  <a:pt x="117878" y="219845"/>
                  <a:pt x="119901" y="224885"/>
                  <a:pt x="123958" y="228943"/>
                </a:cubicBezTo>
                <a:cubicBezTo>
                  <a:pt x="128027" y="233012"/>
                  <a:pt x="133068" y="235035"/>
                  <a:pt x="139092" y="235035"/>
                </a:cubicBezTo>
                <a:cubicBezTo>
                  <a:pt x="145115" y="235035"/>
                  <a:pt x="150156" y="233012"/>
                  <a:pt x="154214" y="228943"/>
                </a:cubicBezTo>
                <a:close/>
                <a:moveTo>
                  <a:pt x="232989" y="210289"/>
                </a:moveTo>
                <a:lnTo>
                  <a:pt x="280138" y="210289"/>
                </a:lnTo>
                <a:cubicBezTo>
                  <a:pt x="283018" y="210289"/>
                  <a:pt x="285384" y="209363"/>
                  <a:pt x="287213" y="207535"/>
                </a:cubicBezTo>
                <a:cubicBezTo>
                  <a:pt x="289053" y="205694"/>
                  <a:pt x="289968" y="203340"/>
                  <a:pt x="289968" y="200459"/>
                </a:cubicBezTo>
                <a:cubicBezTo>
                  <a:pt x="289968" y="197579"/>
                  <a:pt x="289053" y="195224"/>
                  <a:pt x="287213" y="193384"/>
                </a:cubicBezTo>
                <a:cubicBezTo>
                  <a:pt x="285384" y="191555"/>
                  <a:pt x="283018" y="190641"/>
                  <a:pt x="280138" y="190641"/>
                </a:cubicBezTo>
                <a:lnTo>
                  <a:pt x="232989" y="190641"/>
                </a:lnTo>
                <a:cubicBezTo>
                  <a:pt x="230109" y="190641"/>
                  <a:pt x="227754" y="191555"/>
                  <a:pt x="225925" y="193384"/>
                </a:cubicBezTo>
                <a:cubicBezTo>
                  <a:pt x="224085" y="195224"/>
                  <a:pt x="223171" y="197579"/>
                  <a:pt x="223171" y="200459"/>
                </a:cubicBezTo>
                <a:cubicBezTo>
                  <a:pt x="223171" y="203340"/>
                  <a:pt x="224085" y="205694"/>
                  <a:pt x="225925" y="207535"/>
                </a:cubicBezTo>
                <a:cubicBezTo>
                  <a:pt x="227754" y="209363"/>
                  <a:pt x="230109" y="210289"/>
                  <a:pt x="232989" y="210289"/>
                </a:cubicBezTo>
                <a:close/>
                <a:moveTo>
                  <a:pt x="55870" y="348112"/>
                </a:moveTo>
                <a:cubicBezTo>
                  <a:pt x="48646" y="348112"/>
                  <a:pt x="42371" y="345460"/>
                  <a:pt x="37056" y="340134"/>
                </a:cubicBezTo>
                <a:cubicBezTo>
                  <a:pt x="31730" y="334819"/>
                  <a:pt x="29078" y="328544"/>
                  <a:pt x="29078" y="321320"/>
                </a:cubicBezTo>
                <a:lnTo>
                  <a:pt x="29078" y="134417"/>
                </a:lnTo>
                <a:cubicBezTo>
                  <a:pt x="29078" y="127159"/>
                  <a:pt x="31730" y="120872"/>
                  <a:pt x="37056" y="115557"/>
                </a:cubicBezTo>
                <a:cubicBezTo>
                  <a:pt x="42371" y="110231"/>
                  <a:pt x="48646" y="107579"/>
                  <a:pt x="55870" y="107579"/>
                </a:cubicBezTo>
                <a:lnTo>
                  <a:pt x="150910" y="107579"/>
                </a:lnTo>
                <a:lnTo>
                  <a:pt x="150910" y="54258"/>
                </a:lnTo>
                <a:cubicBezTo>
                  <a:pt x="150910" y="47343"/>
                  <a:pt x="153379" y="41399"/>
                  <a:pt x="158306" y="36427"/>
                </a:cubicBezTo>
                <a:cubicBezTo>
                  <a:pt x="163232" y="31444"/>
                  <a:pt x="169198" y="28952"/>
                  <a:pt x="176216" y="28952"/>
                </a:cubicBezTo>
                <a:lnTo>
                  <a:pt x="201168" y="28952"/>
                </a:lnTo>
                <a:cubicBezTo>
                  <a:pt x="208083" y="28952"/>
                  <a:pt x="214027" y="31444"/>
                  <a:pt x="219010" y="36427"/>
                </a:cubicBezTo>
                <a:cubicBezTo>
                  <a:pt x="223982" y="41399"/>
                  <a:pt x="226474" y="47343"/>
                  <a:pt x="226474" y="54258"/>
                </a:cubicBezTo>
                <a:lnTo>
                  <a:pt x="226474" y="107579"/>
                </a:lnTo>
                <a:lnTo>
                  <a:pt x="321400" y="107579"/>
                </a:lnTo>
                <a:cubicBezTo>
                  <a:pt x="328658" y="107579"/>
                  <a:pt x="334945" y="110231"/>
                  <a:pt x="340260" y="115557"/>
                </a:cubicBezTo>
                <a:cubicBezTo>
                  <a:pt x="345575" y="120872"/>
                  <a:pt x="348238" y="127159"/>
                  <a:pt x="348238" y="134417"/>
                </a:cubicBezTo>
                <a:lnTo>
                  <a:pt x="348238" y="321320"/>
                </a:lnTo>
                <a:cubicBezTo>
                  <a:pt x="348238" y="328544"/>
                  <a:pt x="345575" y="334819"/>
                  <a:pt x="340260" y="340134"/>
                </a:cubicBezTo>
                <a:cubicBezTo>
                  <a:pt x="334945" y="345460"/>
                  <a:pt x="328658" y="348112"/>
                  <a:pt x="321400" y="348112"/>
                </a:cubicBezTo>
                <a:lnTo>
                  <a:pt x="55916" y="348112"/>
                </a:lnTo>
                <a:close/>
                <a:moveTo>
                  <a:pt x="55870" y="321354"/>
                </a:moveTo>
                <a:lnTo>
                  <a:pt x="321354" y="321354"/>
                </a:lnTo>
                <a:lnTo>
                  <a:pt x="321354" y="134451"/>
                </a:lnTo>
                <a:lnTo>
                  <a:pt x="226200" y="134451"/>
                </a:lnTo>
                <a:lnTo>
                  <a:pt x="226200" y="146235"/>
                </a:lnTo>
                <a:cubicBezTo>
                  <a:pt x="225937" y="153711"/>
                  <a:pt x="223274" y="159494"/>
                  <a:pt x="218222" y="163609"/>
                </a:cubicBezTo>
                <a:cubicBezTo>
                  <a:pt x="213170" y="167747"/>
                  <a:pt x="207455" y="169816"/>
                  <a:pt x="201088" y="169816"/>
                </a:cubicBezTo>
                <a:lnTo>
                  <a:pt x="176102" y="169816"/>
                </a:lnTo>
                <a:cubicBezTo>
                  <a:pt x="169678" y="169816"/>
                  <a:pt x="163929" y="167735"/>
                  <a:pt x="158854" y="163563"/>
                </a:cubicBezTo>
                <a:cubicBezTo>
                  <a:pt x="153768" y="159403"/>
                  <a:pt x="151139" y="153631"/>
                  <a:pt x="150956" y="146235"/>
                </a:cubicBezTo>
                <a:lnTo>
                  <a:pt x="150956" y="134451"/>
                </a:lnTo>
                <a:lnTo>
                  <a:pt x="55870" y="134451"/>
                </a:lnTo>
                <a:lnTo>
                  <a:pt x="55870" y="321354"/>
                </a:lnTo>
                <a:close/>
                <a:moveTo>
                  <a:pt x="177005" y="143687"/>
                </a:moveTo>
                <a:lnTo>
                  <a:pt x="200299" y="143687"/>
                </a:lnTo>
                <a:lnTo>
                  <a:pt x="200299" y="55081"/>
                </a:lnTo>
                <a:lnTo>
                  <a:pt x="177005" y="55081"/>
                </a:lnTo>
                <a:lnTo>
                  <a:pt x="177005" y="143687"/>
                </a:lnTo>
                <a:close/>
                <a:moveTo>
                  <a:pt x="188595" y="227891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圖說"/>
          <p:cNvSpPr/>
          <p:nvPr/>
        </p:nvSpPr>
        <p:spPr>
          <a:xfrm>
            <a:off x="3436544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員工</a:t>
            </a:r>
            <a:endParaRPr lang="en-US" sz="950" dirty="0"/>
          </a:p>
        </p:txBody>
      </p:sp>
      <p:sp>
        <p:nvSpPr>
          <p:cNvPr id="16" name="圖示 合作"/>
          <p:cNvSpPr/>
          <p:nvPr/>
        </p:nvSpPr>
        <p:spPr>
          <a:xfrm>
            <a:off x="4310910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6469" y="322189"/>
                </a:moveTo>
                <a:cubicBezTo>
                  <a:pt x="187761" y="322189"/>
                  <a:pt x="189247" y="321869"/>
                  <a:pt x="190950" y="321240"/>
                </a:cubicBezTo>
                <a:cubicBezTo>
                  <a:pt x="192653" y="320612"/>
                  <a:pt x="194059" y="319743"/>
                  <a:pt x="195156" y="318646"/>
                </a:cubicBezTo>
                <a:lnTo>
                  <a:pt x="327218" y="186240"/>
                </a:lnTo>
                <a:cubicBezTo>
                  <a:pt x="330750" y="182697"/>
                  <a:pt x="333436" y="178651"/>
                  <a:pt x="335265" y="174102"/>
                </a:cubicBezTo>
                <a:cubicBezTo>
                  <a:pt x="337105" y="169541"/>
                  <a:pt x="338019" y="164855"/>
                  <a:pt x="338019" y="160031"/>
                </a:cubicBezTo>
                <a:cubicBezTo>
                  <a:pt x="338019" y="155265"/>
                  <a:pt x="337105" y="150510"/>
                  <a:pt x="335265" y="145767"/>
                </a:cubicBezTo>
                <a:cubicBezTo>
                  <a:pt x="333436" y="141058"/>
                  <a:pt x="330750" y="136897"/>
                  <a:pt x="327218" y="133308"/>
                </a:cubicBezTo>
                <a:lnTo>
                  <a:pt x="259118" y="65220"/>
                </a:lnTo>
                <a:cubicBezTo>
                  <a:pt x="255666" y="61813"/>
                  <a:pt x="251654" y="59265"/>
                  <a:pt x="247094" y="57561"/>
                </a:cubicBezTo>
                <a:cubicBezTo>
                  <a:pt x="242545" y="55858"/>
                  <a:pt x="237984" y="55013"/>
                  <a:pt x="233423" y="55013"/>
                </a:cubicBezTo>
                <a:cubicBezTo>
                  <a:pt x="228863" y="55013"/>
                  <a:pt x="224394" y="55847"/>
                  <a:pt x="219993" y="57527"/>
                </a:cubicBezTo>
                <a:cubicBezTo>
                  <a:pt x="215593" y="59196"/>
                  <a:pt x="211706" y="61676"/>
                  <a:pt x="208357" y="64945"/>
                </a:cubicBezTo>
                <a:lnTo>
                  <a:pt x="201957" y="71472"/>
                </a:lnTo>
                <a:lnTo>
                  <a:pt x="233229" y="103019"/>
                </a:lnTo>
                <a:cubicBezTo>
                  <a:pt x="236818" y="106951"/>
                  <a:pt x="239996" y="111465"/>
                  <a:pt x="242773" y="116575"/>
                </a:cubicBezTo>
                <a:cubicBezTo>
                  <a:pt x="245551" y="121707"/>
                  <a:pt x="246945" y="127342"/>
                  <a:pt x="246945" y="133468"/>
                </a:cubicBezTo>
                <a:cubicBezTo>
                  <a:pt x="246945" y="143927"/>
                  <a:pt x="242853" y="153173"/>
                  <a:pt x="234681" y="161209"/>
                </a:cubicBezTo>
                <a:cubicBezTo>
                  <a:pt x="226508" y="169255"/>
                  <a:pt x="217159" y="173267"/>
                  <a:pt x="206632" y="173267"/>
                </a:cubicBezTo>
                <a:cubicBezTo>
                  <a:pt x="199716" y="173267"/>
                  <a:pt x="193979" y="172227"/>
                  <a:pt x="189418" y="170124"/>
                </a:cubicBezTo>
                <a:cubicBezTo>
                  <a:pt x="184857" y="168032"/>
                  <a:pt x="180617" y="165038"/>
                  <a:pt x="176685" y="161129"/>
                </a:cubicBezTo>
                <a:lnTo>
                  <a:pt x="148201" y="132645"/>
                </a:lnTo>
                <a:lnTo>
                  <a:pt x="78776" y="202071"/>
                </a:lnTo>
                <a:cubicBezTo>
                  <a:pt x="77473" y="203328"/>
                  <a:pt x="76547" y="204688"/>
                  <a:pt x="76032" y="206163"/>
                </a:cubicBezTo>
                <a:cubicBezTo>
                  <a:pt x="75507" y="207626"/>
                  <a:pt x="75244" y="209146"/>
                  <a:pt x="75244" y="210712"/>
                </a:cubicBezTo>
                <a:cubicBezTo>
                  <a:pt x="75244" y="214118"/>
                  <a:pt x="76341" y="216919"/>
                  <a:pt x="78547" y="219125"/>
                </a:cubicBezTo>
                <a:cubicBezTo>
                  <a:pt x="80742" y="221319"/>
                  <a:pt x="83542" y="222428"/>
                  <a:pt x="86948" y="222428"/>
                </a:cubicBezTo>
                <a:cubicBezTo>
                  <a:pt x="88525" y="222428"/>
                  <a:pt x="90046" y="222028"/>
                  <a:pt x="91509" y="221251"/>
                </a:cubicBezTo>
                <a:cubicBezTo>
                  <a:pt x="92972" y="220462"/>
                  <a:pt x="94240" y="219547"/>
                  <a:pt x="95315" y="218496"/>
                </a:cubicBezTo>
                <a:lnTo>
                  <a:pt x="140303" y="173507"/>
                </a:lnTo>
                <a:cubicBezTo>
                  <a:pt x="142692" y="171119"/>
                  <a:pt x="145458" y="169930"/>
                  <a:pt x="148601" y="169930"/>
                </a:cubicBezTo>
                <a:cubicBezTo>
                  <a:pt x="151745" y="169930"/>
                  <a:pt x="154488" y="171119"/>
                  <a:pt x="156854" y="173507"/>
                </a:cubicBezTo>
                <a:cubicBezTo>
                  <a:pt x="159208" y="175896"/>
                  <a:pt x="160386" y="178639"/>
                  <a:pt x="160386" y="181760"/>
                </a:cubicBezTo>
                <a:cubicBezTo>
                  <a:pt x="160386" y="184880"/>
                  <a:pt x="159208" y="187612"/>
                  <a:pt x="156854" y="189967"/>
                </a:cubicBezTo>
                <a:lnTo>
                  <a:pt x="112174" y="234566"/>
                </a:lnTo>
                <a:cubicBezTo>
                  <a:pt x="110860" y="235869"/>
                  <a:pt x="109945" y="237344"/>
                  <a:pt x="109419" y="238967"/>
                </a:cubicBezTo>
                <a:cubicBezTo>
                  <a:pt x="108905" y="240590"/>
                  <a:pt x="108642" y="242179"/>
                  <a:pt x="108642" y="243722"/>
                </a:cubicBezTo>
                <a:cubicBezTo>
                  <a:pt x="108642" y="246888"/>
                  <a:pt x="109797" y="249631"/>
                  <a:pt x="112094" y="251929"/>
                </a:cubicBezTo>
                <a:cubicBezTo>
                  <a:pt x="114380" y="254237"/>
                  <a:pt x="117089" y="255392"/>
                  <a:pt x="120232" y="255392"/>
                </a:cubicBezTo>
                <a:cubicBezTo>
                  <a:pt x="121798" y="255392"/>
                  <a:pt x="123330" y="255060"/>
                  <a:pt x="124827" y="254409"/>
                </a:cubicBezTo>
                <a:cubicBezTo>
                  <a:pt x="126324" y="253757"/>
                  <a:pt x="127616" y="252900"/>
                  <a:pt x="128713" y="251849"/>
                </a:cubicBezTo>
                <a:lnTo>
                  <a:pt x="173507" y="206986"/>
                </a:lnTo>
                <a:cubicBezTo>
                  <a:pt x="175896" y="204597"/>
                  <a:pt x="178651" y="203420"/>
                  <a:pt x="181794" y="203443"/>
                </a:cubicBezTo>
                <a:cubicBezTo>
                  <a:pt x="184937" y="203477"/>
                  <a:pt x="187692" y="204643"/>
                  <a:pt x="190047" y="206940"/>
                </a:cubicBezTo>
                <a:cubicBezTo>
                  <a:pt x="192401" y="209306"/>
                  <a:pt x="193590" y="212049"/>
                  <a:pt x="193590" y="215193"/>
                </a:cubicBezTo>
                <a:cubicBezTo>
                  <a:pt x="193590" y="218336"/>
                  <a:pt x="192401" y="221090"/>
                  <a:pt x="190047" y="223445"/>
                </a:cubicBezTo>
                <a:lnTo>
                  <a:pt x="145298" y="268045"/>
                </a:lnTo>
                <a:cubicBezTo>
                  <a:pt x="144304" y="269085"/>
                  <a:pt x="143458" y="270468"/>
                  <a:pt x="142784" y="272171"/>
                </a:cubicBezTo>
                <a:cubicBezTo>
                  <a:pt x="142098" y="273874"/>
                  <a:pt x="141766" y="275509"/>
                  <a:pt x="141766" y="277075"/>
                </a:cubicBezTo>
                <a:cubicBezTo>
                  <a:pt x="141766" y="280218"/>
                  <a:pt x="142944" y="282973"/>
                  <a:pt x="145298" y="285327"/>
                </a:cubicBezTo>
                <a:cubicBezTo>
                  <a:pt x="147653" y="287682"/>
                  <a:pt x="150407" y="288870"/>
                  <a:pt x="153551" y="288870"/>
                </a:cubicBezTo>
                <a:cubicBezTo>
                  <a:pt x="155117" y="288870"/>
                  <a:pt x="156568" y="288585"/>
                  <a:pt x="157905" y="288036"/>
                </a:cubicBezTo>
                <a:cubicBezTo>
                  <a:pt x="159243" y="287487"/>
                  <a:pt x="160546" y="286584"/>
                  <a:pt x="161803" y="285327"/>
                </a:cubicBezTo>
                <a:lnTo>
                  <a:pt x="206826" y="240224"/>
                </a:lnTo>
                <a:cubicBezTo>
                  <a:pt x="209158" y="237870"/>
                  <a:pt x="211912" y="236704"/>
                  <a:pt x="215078" y="236727"/>
                </a:cubicBezTo>
                <a:cubicBezTo>
                  <a:pt x="218222" y="236750"/>
                  <a:pt x="220976" y="237915"/>
                  <a:pt x="223331" y="240224"/>
                </a:cubicBezTo>
                <a:cubicBezTo>
                  <a:pt x="225685" y="242636"/>
                  <a:pt x="226863" y="245391"/>
                  <a:pt x="226863" y="248511"/>
                </a:cubicBezTo>
                <a:cubicBezTo>
                  <a:pt x="226863" y="251631"/>
                  <a:pt x="225685" y="254363"/>
                  <a:pt x="223331" y="256729"/>
                </a:cubicBezTo>
                <a:lnTo>
                  <a:pt x="178297" y="301752"/>
                </a:lnTo>
                <a:cubicBezTo>
                  <a:pt x="177039" y="303066"/>
                  <a:pt x="176136" y="304529"/>
                  <a:pt x="175588" y="306153"/>
                </a:cubicBezTo>
                <a:cubicBezTo>
                  <a:pt x="175039" y="307776"/>
                  <a:pt x="174765" y="309227"/>
                  <a:pt x="174765" y="310519"/>
                </a:cubicBezTo>
                <a:cubicBezTo>
                  <a:pt x="174765" y="314211"/>
                  <a:pt x="175816" y="317080"/>
                  <a:pt x="177908" y="319114"/>
                </a:cubicBezTo>
                <a:cubicBezTo>
                  <a:pt x="180000" y="321160"/>
                  <a:pt x="182857" y="322189"/>
                  <a:pt x="186469" y="322189"/>
                </a:cubicBezTo>
                <a:close/>
                <a:moveTo>
                  <a:pt x="186549" y="347918"/>
                </a:moveTo>
                <a:cubicBezTo>
                  <a:pt x="177599" y="347918"/>
                  <a:pt x="169564" y="344695"/>
                  <a:pt x="162466" y="338248"/>
                </a:cubicBezTo>
                <a:cubicBezTo>
                  <a:pt x="155368" y="331813"/>
                  <a:pt x="151047" y="323778"/>
                  <a:pt x="149504" y="314165"/>
                </a:cubicBezTo>
                <a:cubicBezTo>
                  <a:pt x="140726" y="312805"/>
                  <a:pt x="133308" y="309079"/>
                  <a:pt x="127262" y="302975"/>
                </a:cubicBezTo>
                <a:cubicBezTo>
                  <a:pt x="121215" y="296894"/>
                  <a:pt x="117489" y="289499"/>
                  <a:pt x="116106" y="280767"/>
                </a:cubicBezTo>
                <a:cubicBezTo>
                  <a:pt x="107465" y="279326"/>
                  <a:pt x="100161" y="275543"/>
                  <a:pt x="94217" y="269417"/>
                </a:cubicBezTo>
                <a:cubicBezTo>
                  <a:pt x="88297" y="263290"/>
                  <a:pt x="84616" y="255986"/>
                  <a:pt x="83176" y="247528"/>
                </a:cubicBezTo>
                <a:cubicBezTo>
                  <a:pt x="73438" y="245962"/>
                  <a:pt x="65368" y="241733"/>
                  <a:pt x="58979" y="234841"/>
                </a:cubicBezTo>
                <a:cubicBezTo>
                  <a:pt x="52589" y="227948"/>
                  <a:pt x="49389" y="219765"/>
                  <a:pt x="49389" y="210289"/>
                </a:cubicBezTo>
                <a:cubicBezTo>
                  <a:pt x="49389" y="205591"/>
                  <a:pt x="50292" y="200894"/>
                  <a:pt x="52098" y="196173"/>
                </a:cubicBezTo>
                <a:cubicBezTo>
                  <a:pt x="53904" y="191487"/>
                  <a:pt x="56590" y="187338"/>
                  <a:pt x="60156" y="183726"/>
                </a:cubicBezTo>
                <a:lnTo>
                  <a:pt x="129422" y="114449"/>
                </a:lnTo>
                <a:cubicBezTo>
                  <a:pt x="134554" y="109397"/>
                  <a:pt x="140829" y="106871"/>
                  <a:pt x="148247" y="106871"/>
                </a:cubicBezTo>
                <a:cubicBezTo>
                  <a:pt x="155654" y="106871"/>
                  <a:pt x="161929" y="109408"/>
                  <a:pt x="167061" y="114494"/>
                </a:cubicBezTo>
                <a:lnTo>
                  <a:pt x="192836" y="140269"/>
                </a:lnTo>
                <a:cubicBezTo>
                  <a:pt x="194939" y="142361"/>
                  <a:pt x="197236" y="144018"/>
                  <a:pt x="199751" y="145218"/>
                </a:cubicBezTo>
                <a:cubicBezTo>
                  <a:pt x="202265" y="146418"/>
                  <a:pt x="204746" y="147024"/>
                  <a:pt x="207180" y="147024"/>
                </a:cubicBezTo>
                <a:cubicBezTo>
                  <a:pt x="210529" y="147024"/>
                  <a:pt x="213707" y="145538"/>
                  <a:pt x="216690" y="142544"/>
                </a:cubicBezTo>
                <a:cubicBezTo>
                  <a:pt x="219673" y="139560"/>
                  <a:pt x="221171" y="136360"/>
                  <a:pt x="221171" y="132965"/>
                </a:cubicBezTo>
                <a:cubicBezTo>
                  <a:pt x="221171" y="131388"/>
                  <a:pt x="220679" y="129593"/>
                  <a:pt x="219719" y="127582"/>
                </a:cubicBezTo>
                <a:cubicBezTo>
                  <a:pt x="218747" y="125559"/>
                  <a:pt x="217239" y="123490"/>
                  <a:pt x="215193" y="121364"/>
                </a:cubicBezTo>
                <a:lnTo>
                  <a:pt x="158740" y="65025"/>
                </a:lnTo>
                <a:cubicBezTo>
                  <a:pt x="155379" y="61699"/>
                  <a:pt x="151402" y="59196"/>
                  <a:pt x="146795" y="57527"/>
                </a:cubicBezTo>
                <a:cubicBezTo>
                  <a:pt x="142178" y="55847"/>
                  <a:pt x="137526" y="55013"/>
                  <a:pt x="132839" y="55013"/>
                </a:cubicBezTo>
                <a:cubicBezTo>
                  <a:pt x="128096" y="55013"/>
                  <a:pt x="123547" y="55847"/>
                  <a:pt x="119169" y="57527"/>
                </a:cubicBezTo>
                <a:cubicBezTo>
                  <a:pt x="114791" y="59196"/>
                  <a:pt x="110974" y="61699"/>
                  <a:pt x="107693" y="65025"/>
                </a:cubicBezTo>
                <a:lnTo>
                  <a:pt x="48955" y="123604"/>
                </a:lnTo>
                <a:cubicBezTo>
                  <a:pt x="44028" y="128610"/>
                  <a:pt x="41011" y="134703"/>
                  <a:pt x="39879" y="141881"/>
                </a:cubicBezTo>
                <a:cubicBezTo>
                  <a:pt x="38759" y="149059"/>
                  <a:pt x="39582" y="155894"/>
                  <a:pt x="42360" y="162386"/>
                </a:cubicBezTo>
                <a:cubicBezTo>
                  <a:pt x="43480" y="165586"/>
                  <a:pt x="43274" y="168753"/>
                  <a:pt x="41731" y="171896"/>
                </a:cubicBezTo>
                <a:cubicBezTo>
                  <a:pt x="40211" y="175039"/>
                  <a:pt x="37822" y="177222"/>
                  <a:pt x="34576" y="178457"/>
                </a:cubicBezTo>
                <a:cubicBezTo>
                  <a:pt x="31352" y="179714"/>
                  <a:pt x="28095" y="179531"/>
                  <a:pt x="24792" y="177908"/>
                </a:cubicBezTo>
                <a:cubicBezTo>
                  <a:pt x="21488" y="176285"/>
                  <a:pt x="19237" y="173850"/>
                  <a:pt x="18037" y="170604"/>
                </a:cubicBezTo>
                <a:cubicBezTo>
                  <a:pt x="13865" y="158991"/>
                  <a:pt x="12733" y="147458"/>
                  <a:pt x="14619" y="135983"/>
                </a:cubicBezTo>
                <a:cubicBezTo>
                  <a:pt x="16505" y="124507"/>
                  <a:pt x="21934" y="114289"/>
                  <a:pt x="30918" y="105305"/>
                </a:cubicBezTo>
                <a:lnTo>
                  <a:pt x="89234" y="46909"/>
                </a:lnTo>
                <a:cubicBezTo>
                  <a:pt x="95120" y="41022"/>
                  <a:pt x="101956" y="36667"/>
                  <a:pt x="109739" y="33867"/>
                </a:cubicBezTo>
                <a:cubicBezTo>
                  <a:pt x="117523" y="31067"/>
                  <a:pt x="125364" y="29661"/>
                  <a:pt x="133274" y="29661"/>
                </a:cubicBezTo>
                <a:cubicBezTo>
                  <a:pt x="141366" y="29661"/>
                  <a:pt x="149196" y="31067"/>
                  <a:pt x="156774" y="33867"/>
                </a:cubicBezTo>
                <a:cubicBezTo>
                  <a:pt x="164318" y="36667"/>
                  <a:pt x="171016" y="40954"/>
                  <a:pt x="176891" y="46714"/>
                </a:cubicBezTo>
                <a:lnTo>
                  <a:pt x="183406" y="53127"/>
                </a:lnTo>
                <a:lnTo>
                  <a:pt x="189818" y="46714"/>
                </a:lnTo>
                <a:cubicBezTo>
                  <a:pt x="195624" y="41011"/>
                  <a:pt x="202425" y="36736"/>
                  <a:pt x="210209" y="33913"/>
                </a:cubicBezTo>
                <a:cubicBezTo>
                  <a:pt x="217959" y="31055"/>
                  <a:pt x="225834" y="29627"/>
                  <a:pt x="233824" y="29627"/>
                </a:cubicBezTo>
                <a:cubicBezTo>
                  <a:pt x="241779" y="29627"/>
                  <a:pt x="249574" y="31078"/>
                  <a:pt x="257198" y="33981"/>
                </a:cubicBezTo>
                <a:cubicBezTo>
                  <a:pt x="264822" y="36896"/>
                  <a:pt x="271565" y="41297"/>
                  <a:pt x="277429" y="47183"/>
                </a:cubicBezTo>
                <a:lnTo>
                  <a:pt x="345792" y="115432"/>
                </a:lnTo>
                <a:cubicBezTo>
                  <a:pt x="351747" y="121352"/>
                  <a:pt x="356205" y="128256"/>
                  <a:pt x="359199" y="136143"/>
                </a:cubicBezTo>
                <a:cubicBezTo>
                  <a:pt x="362182" y="144029"/>
                  <a:pt x="363680" y="151973"/>
                  <a:pt x="363680" y="159997"/>
                </a:cubicBezTo>
                <a:cubicBezTo>
                  <a:pt x="363680" y="168010"/>
                  <a:pt x="362137" y="175931"/>
                  <a:pt x="359073" y="183760"/>
                </a:cubicBezTo>
                <a:cubicBezTo>
                  <a:pt x="356010" y="191590"/>
                  <a:pt x="351507" y="198505"/>
                  <a:pt x="345563" y="204506"/>
                </a:cubicBezTo>
                <a:lnTo>
                  <a:pt x="213192" y="336762"/>
                </a:lnTo>
                <a:cubicBezTo>
                  <a:pt x="209603" y="340351"/>
                  <a:pt x="205511" y="343117"/>
                  <a:pt x="200928" y="345049"/>
                </a:cubicBezTo>
                <a:cubicBezTo>
                  <a:pt x="196379" y="346992"/>
                  <a:pt x="191578" y="347963"/>
                  <a:pt x="186549" y="347963"/>
                </a:cubicBezTo>
                <a:close/>
                <a:moveTo>
                  <a:pt x="145881" y="129536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圖說"/>
          <p:cNvSpPr/>
          <p:nvPr/>
        </p:nvSpPr>
        <p:spPr>
          <a:xfrm>
            <a:off x="4129945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合作</a:t>
            </a:r>
            <a:endParaRPr lang="en-US" sz="950" dirty="0"/>
          </a:p>
        </p:txBody>
      </p:sp>
      <p:sp>
        <p:nvSpPr>
          <p:cNvPr id="18" name="圖示 工程師"/>
          <p:cNvSpPr/>
          <p:nvPr/>
        </p:nvSpPr>
        <p:spPr>
          <a:xfrm>
            <a:off x="5004311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4265" y="318920"/>
                </a:moveTo>
                <a:lnTo>
                  <a:pt x="14265" y="293694"/>
                </a:lnTo>
                <a:cubicBezTo>
                  <a:pt x="14265" y="284001"/>
                  <a:pt x="16562" y="276069"/>
                  <a:pt x="21180" y="269885"/>
                </a:cubicBezTo>
                <a:cubicBezTo>
                  <a:pt x="25786" y="263702"/>
                  <a:pt x="31913" y="258787"/>
                  <a:pt x="39571" y="255118"/>
                </a:cubicBezTo>
                <a:cubicBezTo>
                  <a:pt x="53710" y="248305"/>
                  <a:pt x="69003" y="242647"/>
                  <a:pt x="85462" y="238144"/>
                </a:cubicBezTo>
                <a:cubicBezTo>
                  <a:pt x="101910" y="233641"/>
                  <a:pt x="120358" y="231377"/>
                  <a:pt x="140818" y="231377"/>
                </a:cubicBezTo>
                <a:cubicBezTo>
                  <a:pt x="161277" y="231377"/>
                  <a:pt x="179714" y="233606"/>
                  <a:pt x="196139" y="238064"/>
                </a:cubicBezTo>
                <a:cubicBezTo>
                  <a:pt x="212564" y="242510"/>
                  <a:pt x="227868" y="248145"/>
                  <a:pt x="242065" y="254958"/>
                </a:cubicBezTo>
                <a:cubicBezTo>
                  <a:pt x="249665" y="258672"/>
                  <a:pt x="255758" y="263656"/>
                  <a:pt x="260341" y="269885"/>
                </a:cubicBezTo>
                <a:cubicBezTo>
                  <a:pt x="264947" y="276126"/>
                  <a:pt x="267256" y="284070"/>
                  <a:pt x="267256" y="293740"/>
                </a:cubicBezTo>
                <a:lnTo>
                  <a:pt x="267256" y="318966"/>
                </a:lnTo>
                <a:cubicBezTo>
                  <a:pt x="267256" y="322806"/>
                  <a:pt x="265988" y="326006"/>
                  <a:pt x="263439" y="328544"/>
                </a:cubicBezTo>
                <a:cubicBezTo>
                  <a:pt x="260901" y="331093"/>
                  <a:pt x="257712" y="332362"/>
                  <a:pt x="253860" y="332362"/>
                </a:cubicBezTo>
                <a:lnTo>
                  <a:pt x="27626" y="332362"/>
                </a:lnTo>
                <a:cubicBezTo>
                  <a:pt x="23774" y="332362"/>
                  <a:pt x="20574" y="331093"/>
                  <a:pt x="18037" y="328544"/>
                </a:cubicBezTo>
                <a:cubicBezTo>
                  <a:pt x="15499" y="326006"/>
                  <a:pt x="14219" y="322806"/>
                  <a:pt x="14219" y="318966"/>
                </a:cubicBezTo>
                <a:close/>
                <a:moveTo>
                  <a:pt x="41137" y="305444"/>
                </a:moveTo>
                <a:lnTo>
                  <a:pt x="240533" y="305444"/>
                </a:lnTo>
                <a:lnTo>
                  <a:pt x="240533" y="294014"/>
                </a:lnTo>
                <a:cubicBezTo>
                  <a:pt x="240533" y="290082"/>
                  <a:pt x="239424" y="286927"/>
                  <a:pt x="237195" y="284538"/>
                </a:cubicBezTo>
                <a:cubicBezTo>
                  <a:pt x="234967" y="282161"/>
                  <a:pt x="232292" y="280309"/>
                  <a:pt x="229149" y="279006"/>
                </a:cubicBezTo>
                <a:cubicBezTo>
                  <a:pt x="217879" y="274023"/>
                  <a:pt x="205374" y="269314"/>
                  <a:pt x="191624" y="264856"/>
                </a:cubicBezTo>
                <a:cubicBezTo>
                  <a:pt x="177874" y="260410"/>
                  <a:pt x="160946" y="258181"/>
                  <a:pt x="140852" y="258181"/>
                </a:cubicBezTo>
                <a:cubicBezTo>
                  <a:pt x="120769" y="258181"/>
                  <a:pt x="103842" y="260421"/>
                  <a:pt x="90091" y="264902"/>
                </a:cubicBezTo>
                <a:cubicBezTo>
                  <a:pt x="76341" y="269382"/>
                  <a:pt x="63837" y="274091"/>
                  <a:pt x="52567" y="279041"/>
                </a:cubicBezTo>
                <a:cubicBezTo>
                  <a:pt x="49378" y="280355"/>
                  <a:pt x="46680" y="282195"/>
                  <a:pt x="44474" y="284584"/>
                </a:cubicBezTo>
                <a:cubicBezTo>
                  <a:pt x="42280" y="286962"/>
                  <a:pt x="41182" y="290128"/>
                  <a:pt x="41182" y="294048"/>
                </a:cubicBezTo>
                <a:lnTo>
                  <a:pt x="41182" y="305490"/>
                </a:lnTo>
                <a:close/>
                <a:moveTo>
                  <a:pt x="96698" y="190241"/>
                </a:moveTo>
                <a:cubicBezTo>
                  <a:pt x="85222" y="178559"/>
                  <a:pt x="79484" y="164135"/>
                  <a:pt x="79484" y="146944"/>
                </a:cubicBezTo>
                <a:lnTo>
                  <a:pt x="75552" y="146944"/>
                </a:lnTo>
                <a:cubicBezTo>
                  <a:pt x="73255" y="146944"/>
                  <a:pt x="71255" y="146098"/>
                  <a:pt x="69586" y="144395"/>
                </a:cubicBezTo>
                <a:cubicBezTo>
                  <a:pt x="67883" y="142692"/>
                  <a:pt x="67026" y="140703"/>
                  <a:pt x="67026" y="138417"/>
                </a:cubicBezTo>
                <a:cubicBezTo>
                  <a:pt x="67026" y="136143"/>
                  <a:pt x="67883" y="134165"/>
                  <a:pt x="69586" y="132485"/>
                </a:cubicBezTo>
                <a:cubicBezTo>
                  <a:pt x="71289" y="130782"/>
                  <a:pt x="73278" y="129936"/>
                  <a:pt x="75552" y="129936"/>
                </a:cubicBezTo>
                <a:lnTo>
                  <a:pt x="79484" y="129936"/>
                </a:lnTo>
                <a:cubicBezTo>
                  <a:pt x="79484" y="119146"/>
                  <a:pt x="82273" y="109385"/>
                  <a:pt x="87851" y="100664"/>
                </a:cubicBezTo>
                <a:cubicBezTo>
                  <a:pt x="93429" y="91943"/>
                  <a:pt x="100755" y="84982"/>
                  <a:pt x="109819" y="79804"/>
                </a:cubicBezTo>
                <a:lnTo>
                  <a:pt x="109819" y="95166"/>
                </a:lnTo>
                <a:cubicBezTo>
                  <a:pt x="109819" y="96812"/>
                  <a:pt x="110402" y="98218"/>
                  <a:pt x="111591" y="99361"/>
                </a:cubicBezTo>
                <a:cubicBezTo>
                  <a:pt x="112734" y="100515"/>
                  <a:pt x="114151" y="101098"/>
                  <a:pt x="115832" y="101098"/>
                </a:cubicBezTo>
                <a:cubicBezTo>
                  <a:pt x="117615" y="101098"/>
                  <a:pt x="119055" y="100515"/>
                  <a:pt x="120152" y="99361"/>
                </a:cubicBezTo>
                <a:cubicBezTo>
                  <a:pt x="121249" y="98218"/>
                  <a:pt x="121798" y="96824"/>
                  <a:pt x="121798" y="95200"/>
                </a:cubicBezTo>
                <a:lnTo>
                  <a:pt x="121798" y="74844"/>
                </a:lnTo>
                <a:cubicBezTo>
                  <a:pt x="123924" y="74375"/>
                  <a:pt x="126827" y="73929"/>
                  <a:pt x="130519" y="73518"/>
                </a:cubicBezTo>
                <a:cubicBezTo>
                  <a:pt x="134222" y="73095"/>
                  <a:pt x="137777" y="72889"/>
                  <a:pt x="141206" y="72889"/>
                </a:cubicBezTo>
                <a:cubicBezTo>
                  <a:pt x="144590" y="72889"/>
                  <a:pt x="148110" y="73095"/>
                  <a:pt x="151779" y="73518"/>
                </a:cubicBezTo>
                <a:cubicBezTo>
                  <a:pt x="155448" y="73929"/>
                  <a:pt x="158351" y="74375"/>
                  <a:pt x="160500" y="74844"/>
                </a:cubicBezTo>
                <a:lnTo>
                  <a:pt x="160500" y="95200"/>
                </a:lnTo>
                <a:cubicBezTo>
                  <a:pt x="160500" y="96824"/>
                  <a:pt x="161060" y="98218"/>
                  <a:pt x="162192" y="99361"/>
                </a:cubicBezTo>
                <a:cubicBezTo>
                  <a:pt x="163323" y="100515"/>
                  <a:pt x="164798" y="101098"/>
                  <a:pt x="166627" y="101098"/>
                </a:cubicBezTo>
                <a:cubicBezTo>
                  <a:pt x="168261" y="101098"/>
                  <a:pt x="169655" y="100515"/>
                  <a:pt x="170833" y="99361"/>
                </a:cubicBezTo>
                <a:cubicBezTo>
                  <a:pt x="172010" y="98218"/>
                  <a:pt x="172604" y="96824"/>
                  <a:pt x="172604" y="95200"/>
                </a:cubicBezTo>
                <a:lnTo>
                  <a:pt x="172604" y="79804"/>
                </a:lnTo>
                <a:cubicBezTo>
                  <a:pt x="181611" y="84982"/>
                  <a:pt x="188778" y="91943"/>
                  <a:pt x="194093" y="100664"/>
                </a:cubicBezTo>
                <a:cubicBezTo>
                  <a:pt x="199408" y="109385"/>
                  <a:pt x="202071" y="119146"/>
                  <a:pt x="202071" y="129936"/>
                </a:cubicBezTo>
                <a:lnTo>
                  <a:pt x="206003" y="129936"/>
                </a:lnTo>
                <a:cubicBezTo>
                  <a:pt x="208300" y="129936"/>
                  <a:pt x="210301" y="130782"/>
                  <a:pt x="211969" y="132485"/>
                </a:cubicBezTo>
                <a:cubicBezTo>
                  <a:pt x="213672" y="134188"/>
                  <a:pt x="214530" y="136177"/>
                  <a:pt x="214530" y="138463"/>
                </a:cubicBezTo>
                <a:cubicBezTo>
                  <a:pt x="214530" y="140738"/>
                  <a:pt x="213672" y="142726"/>
                  <a:pt x="211969" y="144429"/>
                </a:cubicBezTo>
                <a:cubicBezTo>
                  <a:pt x="210266" y="146133"/>
                  <a:pt x="208266" y="146978"/>
                  <a:pt x="205957" y="146944"/>
                </a:cubicBezTo>
                <a:lnTo>
                  <a:pt x="202037" y="146944"/>
                </a:lnTo>
                <a:cubicBezTo>
                  <a:pt x="202037" y="164158"/>
                  <a:pt x="196310" y="178594"/>
                  <a:pt x="184857" y="190241"/>
                </a:cubicBezTo>
                <a:cubicBezTo>
                  <a:pt x="173416" y="201900"/>
                  <a:pt x="158717" y="207729"/>
                  <a:pt x="140783" y="207729"/>
                </a:cubicBezTo>
                <a:cubicBezTo>
                  <a:pt x="122838" y="207729"/>
                  <a:pt x="108128" y="201888"/>
                  <a:pt x="96652" y="190207"/>
                </a:cubicBezTo>
                <a:close/>
                <a:moveTo>
                  <a:pt x="166078" y="171347"/>
                </a:moveTo>
                <a:cubicBezTo>
                  <a:pt x="172216" y="164958"/>
                  <a:pt x="175279" y="156637"/>
                  <a:pt x="175279" y="146395"/>
                </a:cubicBezTo>
                <a:lnTo>
                  <a:pt x="106322" y="146395"/>
                </a:lnTo>
                <a:cubicBezTo>
                  <a:pt x="106322" y="156614"/>
                  <a:pt x="109385" y="164923"/>
                  <a:pt x="115512" y="171347"/>
                </a:cubicBezTo>
                <a:cubicBezTo>
                  <a:pt x="121649" y="177737"/>
                  <a:pt x="130062" y="180937"/>
                  <a:pt x="140783" y="180937"/>
                </a:cubicBezTo>
                <a:cubicBezTo>
                  <a:pt x="151493" y="180937"/>
                  <a:pt x="159917" y="177737"/>
                  <a:pt x="166044" y="171347"/>
                </a:cubicBezTo>
                <a:close/>
                <a:moveTo>
                  <a:pt x="260730" y="224508"/>
                </a:moveTo>
                <a:lnTo>
                  <a:pt x="260341" y="220576"/>
                </a:lnTo>
                <a:cubicBezTo>
                  <a:pt x="258501" y="219525"/>
                  <a:pt x="256604" y="218347"/>
                  <a:pt x="254638" y="217044"/>
                </a:cubicBezTo>
                <a:cubicBezTo>
                  <a:pt x="252683" y="215753"/>
                  <a:pt x="250911" y="214404"/>
                  <a:pt x="249334" y="212998"/>
                </a:cubicBezTo>
                <a:lnTo>
                  <a:pt x="244933" y="215353"/>
                </a:lnTo>
                <a:cubicBezTo>
                  <a:pt x="243048" y="216404"/>
                  <a:pt x="241253" y="216667"/>
                  <a:pt x="239550" y="216141"/>
                </a:cubicBezTo>
                <a:cubicBezTo>
                  <a:pt x="237847" y="215616"/>
                  <a:pt x="236384" y="214575"/>
                  <a:pt x="235149" y="213032"/>
                </a:cubicBezTo>
                <a:lnTo>
                  <a:pt x="234761" y="212289"/>
                </a:lnTo>
                <a:cubicBezTo>
                  <a:pt x="233446" y="210449"/>
                  <a:pt x="232989" y="208552"/>
                  <a:pt x="233389" y="206586"/>
                </a:cubicBezTo>
                <a:cubicBezTo>
                  <a:pt x="233778" y="204631"/>
                  <a:pt x="234761" y="202985"/>
                  <a:pt x="236338" y="201682"/>
                </a:cubicBezTo>
                <a:lnTo>
                  <a:pt x="240659" y="198539"/>
                </a:lnTo>
                <a:cubicBezTo>
                  <a:pt x="240133" y="197488"/>
                  <a:pt x="239870" y="196505"/>
                  <a:pt x="239870" y="195590"/>
                </a:cubicBezTo>
                <a:lnTo>
                  <a:pt x="239870" y="189692"/>
                </a:lnTo>
                <a:cubicBezTo>
                  <a:pt x="239870" y="188778"/>
                  <a:pt x="240133" y="187795"/>
                  <a:pt x="240659" y="186743"/>
                </a:cubicBezTo>
                <a:lnTo>
                  <a:pt x="236338" y="183600"/>
                </a:lnTo>
                <a:cubicBezTo>
                  <a:pt x="234761" y="182297"/>
                  <a:pt x="233778" y="180720"/>
                  <a:pt x="233389" y="178891"/>
                </a:cubicBezTo>
                <a:cubicBezTo>
                  <a:pt x="232989" y="177062"/>
                  <a:pt x="233446" y="175222"/>
                  <a:pt x="234761" y="173393"/>
                </a:cubicBezTo>
                <a:lnTo>
                  <a:pt x="235149" y="172216"/>
                </a:lnTo>
                <a:cubicBezTo>
                  <a:pt x="236407" y="170638"/>
                  <a:pt x="237893" y="169587"/>
                  <a:pt x="239596" y="169073"/>
                </a:cubicBezTo>
                <a:cubicBezTo>
                  <a:pt x="241299" y="168547"/>
                  <a:pt x="243093" y="168810"/>
                  <a:pt x="244979" y="169850"/>
                </a:cubicBezTo>
                <a:lnTo>
                  <a:pt x="249300" y="172216"/>
                </a:lnTo>
                <a:lnTo>
                  <a:pt x="254798" y="168284"/>
                </a:lnTo>
                <a:cubicBezTo>
                  <a:pt x="256638" y="166969"/>
                  <a:pt x="258467" y="165792"/>
                  <a:pt x="260295" y="164741"/>
                </a:cubicBezTo>
                <a:lnTo>
                  <a:pt x="260695" y="160420"/>
                </a:lnTo>
                <a:cubicBezTo>
                  <a:pt x="260958" y="158328"/>
                  <a:pt x="261804" y="156625"/>
                  <a:pt x="263244" y="155311"/>
                </a:cubicBezTo>
                <a:cubicBezTo>
                  <a:pt x="264685" y="154008"/>
                  <a:pt x="266456" y="153356"/>
                  <a:pt x="268548" y="153356"/>
                </a:cubicBezTo>
                <a:lnTo>
                  <a:pt x="269337" y="153356"/>
                </a:lnTo>
                <a:cubicBezTo>
                  <a:pt x="271382" y="153356"/>
                  <a:pt x="273120" y="154076"/>
                  <a:pt x="274560" y="155517"/>
                </a:cubicBezTo>
                <a:cubicBezTo>
                  <a:pt x="276000" y="156957"/>
                  <a:pt x="276869" y="158717"/>
                  <a:pt x="277155" y="160820"/>
                </a:cubicBezTo>
                <a:lnTo>
                  <a:pt x="277543" y="164741"/>
                </a:lnTo>
                <a:cubicBezTo>
                  <a:pt x="279383" y="165769"/>
                  <a:pt x="281201" y="166947"/>
                  <a:pt x="283007" y="168284"/>
                </a:cubicBezTo>
                <a:cubicBezTo>
                  <a:pt x="284813" y="169587"/>
                  <a:pt x="286664" y="170901"/>
                  <a:pt x="288550" y="172216"/>
                </a:cubicBezTo>
                <a:lnTo>
                  <a:pt x="292871" y="169850"/>
                </a:lnTo>
                <a:cubicBezTo>
                  <a:pt x="294711" y="168810"/>
                  <a:pt x="296471" y="168547"/>
                  <a:pt x="298174" y="169073"/>
                </a:cubicBezTo>
                <a:cubicBezTo>
                  <a:pt x="299877" y="169587"/>
                  <a:pt x="301386" y="170638"/>
                  <a:pt x="302689" y="172216"/>
                </a:cubicBezTo>
                <a:lnTo>
                  <a:pt x="303089" y="172993"/>
                </a:lnTo>
                <a:cubicBezTo>
                  <a:pt x="304347" y="174833"/>
                  <a:pt x="304792" y="176731"/>
                  <a:pt x="304427" y="178697"/>
                </a:cubicBezTo>
                <a:cubicBezTo>
                  <a:pt x="304061" y="180663"/>
                  <a:pt x="303089" y="182297"/>
                  <a:pt x="301512" y="183600"/>
                </a:cubicBezTo>
                <a:lnTo>
                  <a:pt x="297191" y="186743"/>
                </a:lnTo>
                <a:cubicBezTo>
                  <a:pt x="297660" y="187795"/>
                  <a:pt x="297912" y="188778"/>
                  <a:pt x="297946" y="189692"/>
                </a:cubicBezTo>
                <a:cubicBezTo>
                  <a:pt x="297969" y="190607"/>
                  <a:pt x="297980" y="191590"/>
                  <a:pt x="297980" y="192641"/>
                </a:cubicBezTo>
                <a:cubicBezTo>
                  <a:pt x="297980" y="193693"/>
                  <a:pt x="297969" y="194676"/>
                  <a:pt x="297946" y="195590"/>
                </a:cubicBezTo>
                <a:cubicBezTo>
                  <a:pt x="297912" y="196505"/>
                  <a:pt x="297660" y="197488"/>
                  <a:pt x="297191" y="198539"/>
                </a:cubicBezTo>
                <a:lnTo>
                  <a:pt x="301512" y="201682"/>
                </a:lnTo>
                <a:cubicBezTo>
                  <a:pt x="303089" y="202985"/>
                  <a:pt x="304061" y="204563"/>
                  <a:pt x="304427" y="206392"/>
                </a:cubicBezTo>
                <a:cubicBezTo>
                  <a:pt x="304792" y="208232"/>
                  <a:pt x="304335" y="210061"/>
                  <a:pt x="303044" y="211889"/>
                </a:cubicBezTo>
                <a:lnTo>
                  <a:pt x="302689" y="213078"/>
                </a:lnTo>
                <a:cubicBezTo>
                  <a:pt x="301386" y="214644"/>
                  <a:pt x="299877" y="215696"/>
                  <a:pt x="298174" y="216221"/>
                </a:cubicBezTo>
                <a:cubicBezTo>
                  <a:pt x="296471" y="216736"/>
                  <a:pt x="294711" y="216473"/>
                  <a:pt x="292871" y="215433"/>
                </a:cubicBezTo>
                <a:lnTo>
                  <a:pt x="288550" y="213078"/>
                </a:lnTo>
                <a:cubicBezTo>
                  <a:pt x="286984" y="214381"/>
                  <a:pt x="285213" y="215696"/>
                  <a:pt x="283247" y="216999"/>
                </a:cubicBezTo>
                <a:cubicBezTo>
                  <a:pt x="281281" y="218313"/>
                  <a:pt x="279383" y="219490"/>
                  <a:pt x="277543" y="220542"/>
                </a:cubicBezTo>
                <a:lnTo>
                  <a:pt x="277155" y="224862"/>
                </a:lnTo>
                <a:cubicBezTo>
                  <a:pt x="276892" y="226954"/>
                  <a:pt x="276035" y="228657"/>
                  <a:pt x="274560" y="229972"/>
                </a:cubicBezTo>
                <a:cubicBezTo>
                  <a:pt x="273097" y="231275"/>
                  <a:pt x="271360" y="231938"/>
                  <a:pt x="269337" y="231938"/>
                </a:cubicBezTo>
                <a:lnTo>
                  <a:pt x="268548" y="231938"/>
                </a:lnTo>
                <a:cubicBezTo>
                  <a:pt x="266456" y="231938"/>
                  <a:pt x="264685" y="231217"/>
                  <a:pt x="263244" y="229777"/>
                </a:cubicBezTo>
                <a:cubicBezTo>
                  <a:pt x="261804" y="228326"/>
                  <a:pt x="260958" y="226565"/>
                  <a:pt x="260695" y="224462"/>
                </a:cubicBezTo>
                <a:close/>
                <a:moveTo>
                  <a:pt x="279589" y="203294"/>
                </a:moveTo>
                <a:cubicBezTo>
                  <a:pt x="282470" y="200414"/>
                  <a:pt x="283910" y="196870"/>
                  <a:pt x="283910" y="192687"/>
                </a:cubicBezTo>
                <a:cubicBezTo>
                  <a:pt x="283910" y="188492"/>
                  <a:pt x="282470" y="184949"/>
                  <a:pt x="279589" y="182068"/>
                </a:cubicBezTo>
                <a:cubicBezTo>
                  <a:pt x="276709" y="179188"/>
                  <a:pt x="273154" y="177748"/>
                  <a:pt x="268902" y="177748"/>
                </a:cubicBezTo>
                <a:cubicBezTo>
                  <a:pt x="264662" y="177748"/>
                  <a:pt x="261130" y="179188"/>
                  <a:pt x="258295" y="182068"/>
                </a:cubicBezTo>
                <a:cubicBezTo>
                  <a:pt x="255472" y="184949"/>
                  <a:pt x="254055" y="188492"/>
                  <a:pt x="254055" y="192687"/>
                </a:cubicBezTo>
                <a:cubicBezTo>
                  <a:pt x="254055" y="196870"/>
                  <a:pt x="255472" y="200414"/>
                  <a:pt x="258295" y="203294"/>
                </a:cubicBezTo>
                <a:cubicBezTo>
                  <a:pt x="261130" y="206174"/>
                  <a:pt x="264662" y="207615"/>
                  <a:pt x="268902" y="207615"/>
                </a:cubicBezTo>
                <a:cubicBezTo>
                  <a:pt x="273154" y="207615"/>
                  <a:pt x="276709" y="206174"/>
                  <a:pt x="279589" y="203294"/>
                </a:cubicBezTo>
                <a:close/>
                <a:moveTo>
                  <a:pt x="302461" y="140543"/>
                </a:moveTo>
                <a:lnTo>
                  <a:pt x="300495" y="132291"/>
                </a:lnTo>
                <a:cubicBezTo>
                  <a:pt x="297877" y="131239"/>
                  <a:pt x="295191" y="129799"/>
                  <a:pt x="292437" y="127970"/>
                </a:cubicBezTo>
                <a:cubicBezTo>
                  <a:pt x="289693" y="126141"/>
                  <a:pt x="287396" y="124176"/>
                  <a:pt x="285567" y="122072"/>
                </a:cubicBezTo>
                <a:lnTo>
                  <a:pt x="274560" y="126050"/>
                </a:lnTo>
                <a:cubicBezTo>
                  <a:pt x="272731" y="126622"/>
                  <a:pt x="270960" y="126633"/>
                  <a:pt x="269257" y="126084"/>
                </a:cubicBezTo>
                <a:cubicBezTo>
                  <a:pt x="267553" y="125536"/>
                  <a:pt x="266182" y="124473"/>
                  <a:pt x="265130" y="122907"/>
                </a:cubicBezTo>
                <a:lnTo>
                  <a:pt x="263564" y="120541"/>
                </a:lnTo>
                <a:cubicBezTo>
                  <a:pt x="262513" y="118712"/>
                  <a:pt x="262181" y="116872"/>
                  <a:pt x="262581" y="115043"/>
                </a:cubicBezTo>
                <a:cubicBezTo>
                  <a:pt x="262970" y="113214"/>
                  <a:pt x="263953" y="111637"/>
                  <a:pt x="265530" y="110334"/>
                </a:cubicBezTo>
                <a:lnTo>
                  <a:pt x="274171" y="103647"/>
                </a:lnTo>
                <a:cubicBezTo>
                  <a:pt x="273646" y="102344"/>
                  <a:pt x="273188" y="100904"/>
                  <a:pt x="272800" y="99327"/>
                </a:cubicBezTo>
                <a:cubicBezTo>
                  <a:pt x="272400" y="97761"/>
                  <a:pt x="272205" y="96183"/>
                  <a:pt x="272205" y="94618"/>
                </a:cubicBezTo>
                <a:cubicBezTo>
                  <a:pt x="272205" y="93040"/>
                  <a:pt x="272400" y="91486"/>
                  <a:pt x="272800" y="89931"/>
                </a:cubicBezTo>
                <a:cubicBezTo>
                  <a:pt x="273188" y="88388"/>
                  <a:pt x="273646" y="86937"/>
                  <a:pt x="274171" y="85576"/>
                </a:cubicBezTo>
                <a:lnTo>
                  <a:pt x="265530" y="78901"/>
                </a:lnTo>
                <a:cubicBezTo>
                  <a:pt x="263953" y="77644"/>
                  <a:pt x="262970" y="76032"/>
                  <a:pt x="262581" y="74066"/>
                </a:cubicBezTo>
                <a:cubicBezTo>
                  <a:pt x="262181" y="72078"/>
                  <a:pt x="262513" y="70295"/>
                  <a:pt x="263564" y="68717"/>
                </a:cubicBezTo>
                <a:lnTo>
                  <a:pt x="265130" y="66717"/>
                </a:lnTo>
                <a:cubicBezTo>
                  <a:pt x="266182" y="65140"/>
                  <a:pt x="267553" y="64031"/>
                  <a:pt x="269257" y="63379"/>
                </a:cubicBezTo>
                <a:cubicBezTo>
                  <a:pt x="270960" y="62716"/>
                  <a:pt x="272731" y="62659"/>
                  <a:pt x="274560" y="63185"/>
                </a:cubicBezTo>
                <a:lnTo>
                  <a:pt x="285567" y="67106"/>
                </a:lnTo>
                <a:cubicBezTo>
                  <a:pt x="287396" y="65071"/>
                  <a:pt x="289693" y="63059"/>
                  <a:pt x="292437" y="61093"/>
                </a:cubicBezTo>
                <a:cubicBezTo>
                  <a:pt x="295191" y="59127"/>
                  <a:pt x="297877" y="57733"/>
                  <a:pt x="300495" y="56899"/>
                </a:cubicBezTo>
                <a:lnTo>
                  <a:pt x="302461" y="48646"/>
                </a:lnTo>
                <a:cubicBezTo>
                  <a:pt x="302986" y="47069"/>
                  <a:pt x="303901" y="45766"/>
                  <a:pt x="305215" y="44714"/>
                </a:cubicBezTo>
                <a:cubicBezTo>
                  <a:pt x="306518" y="43663"/>
                  <a:pt x="307958" y="43137"/>
                  <a:pt x="309536" y="43137"/>
                </a:cubicBezTo>
                <a:lnTo>
                  <a:pt x="313456" y="43137"/>
                </a:lnTo>
                <a:cubicBezTo>
                  <a:pt x="315034" y="43137"/>
                  <a:pt x="316474" y="43663"/>
                  <a:pt x="317788" y="44714"/>
                </a:cubicBezTo>
                <a:cubicBezTo>
                  <a:pt x="319091" y="45766"/>
                  <a:pt x="320006" y="47069"/>
                  <a:pt x="320531" y="48646"/>
                </a:cubicBezTo>
                <a:lnTo>
                  <a:pt x="322497" y="56899"/>
                </a:lnTo>
                <a:cubicBezTo>
                  <a:pt x="325115" y="57676"/>
                  <a:pt x="327801" y="59070"/>
                  <a:pt x="330556" y="61059"/>
                </a:cubicBezTo>
                <a:cubicBezTo>
                  <a:pt x="333299" y="63048"/>
                  <a:pt x="335596" y="65071"/>
                  <a:pt x="337425" y="67106"/>
                </a:cubicBezTo>
                <a:lnTo>
                  <a:pt x="348432" y="63185"/>
                </a:lnTo>
                <a:cubicBezTo>
                  <a:pt x="350261" y="62659"/>
                  <a:pt x="352033" y="62659"/>
                  <a:pt x="353736" y="63185"/>
                </a:cubicBezTo>
                <a:cubicBezTo>
                  <a:pt x="355439" y="63699"/>
                  <a:pt x="356810" y="64751"/>
                  <a:pt x="357862" y="66328"/>
                </a:cubicBezTo>
                <a:lnTo>
                  <a:pt x="359428" y="68683"/>
                </a:lnTo>
                <a:cubicBezTo>
                  <a:pt x="360479" y="70512"/>
                  <a:pt x="360811" y="72363"/>
                  <a:pt x="360411" y="74215"/>
                </a:cubicBezTo>
                <a:cubicBezTo>
                  <a:pt x="360022" y="76078"/>
                  <a:pt x="359039" y="77644"/>
                  <a:pt x="357462" y="78901"/>
                </a:cubicBezTo>
                <a:lnTo>
                  <a:pt x="348821" y="85576"/>
                </a:lnTo>
                <a:cubicBezTo>
                  <a:pt x="349347" y="86937"/>
                  <a:pt x="349804" y="88388"/>
                  <a:pt x="350192" y="89931"/>
                </a:cubicBezTo>
                <a:cubicBezTo>
                  <a:pt x="350592" y="91486"/>
                  <a:pt x="350787" y="93040"/>
                  <a:pt x="350787" y="94618"/>
                </a:cubicBezTo>
                <a:cubicBezTo>
                  <a:pt x="350787" y="96183"/>
                  <a:pt x="350592" y="97761"/>
                  <a:pt x="350192" y="99327"/>
                </a:cubicBezTo>
                <a:cubicBezTo>
                  <a:pt x="349804" y="100904"/>
                  <a:pt x="349347" y="102344"/>
                  <a:pt x="348821" y="103647"/>
                </a:cubicBezTo>
                <a:lnTo>
                  <a:pt x="357462" y="110334"/>
                </a:lnTo>
                <a:cubicBezTo>
                  <a:pt x="359039" y="111637"/>
                  <a:pt x="360022" y="113271"/>
                  <a:pt x="360411" y="115237"/>
                </a:cubicBezTo>
                <a:cubicBezTo>
                  <a:pt x="360811" y="117203"/>
                  <a:pt x="360479" y="118975"/>
                  <a:pt x="359428" y="120541"/>
                </a:cubicBezTo>
                <a:lnTo>
                  <a:pt x="357862" y="122507"/>
                </a:lnTo>
                <a:cubicBezTo>
                  <a:pt x="356810" y="124084"/>
                  <a:pt x="355439" y="125204"/>
                  <a:pt x="353736" y="125890"/>
                </a:cubicBezTo>
                <a:cubicBezTo>
                  <a:pt x="352033" y="126564"/>
                  <a:pt x="350261" y="126622"/>
                  <a:pt x="348432" y="126050"/>
                </a:cubicBezTo>
                <a:lnTo>
                  <a:pt x="337425" y="122072"/>
                </a:lnTo>
                <a:cubicBezTo>
                  <a:pt x="335596" y="124176"/>
                  <a:pt x="333299" y="126141"/>
                  <a:pt x="330556" y="127970"/>
                </a:cubicBezTo>
                <a:cubicBezTo>
                  <a:pt x="327801" y="129799"/>
                  <a:pt x="325115" y="131239"/>
                  <a:pt x="322497" y="132291"/>
                </a:cubicBezTo>
                <a:lnTo>
                  <a:pt x="320531" y="140543"/>
                </a:lnTo>
                <a:cubicBezTo>
                  <a:pt x="320006" y="142109"/>
                  <a:pt x="319091" y="143424"/>
                  <a:pt x="317788" y="144475"/>
                </a:cubicBezTo>
                <a:cubicBezTo>
                  <a:pt x="316474" y="145515"/>
                  <a:pt x="315034" y="146041"/>
                  <a:pt x="313456" y="146041"/>
                </a:cubicBezTo>
                <a:lnTo>
                  <a:pt x="309536" y="146041"/>
                </a:lnTo>
                <a:cubicBezTo>
                  <a:pt x="307958" y="146041"/>
                  <a:pt x="306518" y="145515"/>
                  <a:pt x="305215" y="144475"/>
                </a:cubicBezTo>
                <a:cubicBezTo>
                  <a:pt x="303901" y="143424"/>
                  <a:pt x="302986" y="142109"/>
                  <a:pt x="302461" y="140543"/>
                </a:cubicBezTo>
                <a:close/>
                <a:moveTo>
                  <a:pt x="327801" y="110882"/>
                </a:moveTo>
                <a:cubicBezTo>
                  <a:pt x="332122" y="106562"/>
                  <a:pt x="334282" y="101121"/>
                  <a:pt x="334282" y="94572"/>
                </a:cubicBezTo>
                <a:cubicBezTo>
                  <a:pt x="334282" y="88022"/>
                  <a:pt x="332122" y="82593"/>
                  <a:pt x="327801" y="78273"/>
                </a:cubicBezTo>
                <a:cubicBezTo>
                  <a:pt x="323480" y="73941"/>
                  <a:pt x="318040" y="71780"/>
                  <a:pt x="311502" y="71780"/>
                </a:cubicBezTo>
                <a:cubicBezTo>
                  <a:pt x="304952" y="71780"/>
                  <a:pt x="299512" y="73941"/>
                  <a:pt x="295191" y="78273"/>
                </a:cubicBezTo>
                <a:cubicBezTo>
                  <a:pt x="290871" y="82593"/>
                  <a:pt x="288710" y="88022"/>
                  <a:pt x="288710" y="94572"/>
                </a:cubicBezTo>
                <a:cubicBezTo>
                  <a:pt x="288710" y="101121"/>
                  <a:pt x="290871" y="106562"/>
                  <a:pt x="295191" y="110882"/>
                </a:cubicBezTo>
                <a:cubicBezTo>
                  <a:pt x="299512" y="115203"/>
                  <a:pt x="304952" y="117363"/>
                  <a:pt x="311502" y="117363"/>
                </a:cubicBezTo>
                <a:cubicBezTo>
                  <a:pt x="318040" y="117363"/>
                  <a:pt x="323480" y="115203"/>
                  <a:pt x="327801" y="110882"/>
                </a:cubicBezTo>
                <a:close/>
                <a:moveTo>
                  <a:pt x="140852" y="305444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圖說"/>
          <p:cNvSpPr/>
          <p:nvPr/>
        </p:nvSpPr>
        <p:spPr>
          <a:xfrm>
            <a:off x="4823346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工程師</a:t>
            </a:r>
            <a:endParaRPr lang="en-US" sz="950" dirty="0"/>
          </a:p>
        </p:txBody>
      </p:sp>
      <p:sp>
        <p:nvSpPr>
          <p:cNvPr id="20" name="圖示 客服"/>
          <p:cNvSpPr/>
          <p:nvPr/>
        </p:nvSpPr>
        <p:spPr>
          <a:xfrm>
            <a:off x="5697712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4663" y="332396"/>
                </a:moveTo>
                <a:cubicBezTo>
                  <a:pt x="180891" y="332396"/>
                  <a:pt x="177725" y="331104"/>
                  <a:pt x="175153" y="328510"/>
                </a:cubicBezTo>
                <a:cubicBezTo>
                  <a:pt x="172593" y="325915"/>
                  <a:pt x="171313" y="322715"/>
                  <a:pt x="171313" y="318920"/>
                </a:cubicBezTo>
                <a:cubicBezTo>
                  <a:pt x="171313" y="315125"/>
                  <a:pt x="172593" y="311959"/>
                  <a:pt x="175153" y="309410"/>
                </a:cubicBezTo>
                <a:cubicBezTo>
                  <a:pt x="177725" y="306873"/>
                  <a:pt x="180891" y="305604"/>
                  <a:pt x="184663" y="305604"/>
                </a:cubicBezTo>
                <a:lnTo>
                  <a:pt x="305524" y="305604"/>
                </a:lnTo>
                <a:lnTo>
                  <a:pt x="305524" y="186080"/>
                </a:lnTo>
                <a:cubicBezTo>
                  <a:pt x="305524" y="154179"/>
                  <a:pt x="294151" y="127159"/>
                  <a:pt x="271417" y="105019"/>
                </a:cubicBezTo>
                <a:cubicBezTo>
                  <a:pt x="248683" y="82890"/>
                  <a:pt x="221113" y="71826"/>
                  <a:pt x="188709" y="71826"/>
                </a:cubicBezTo>
                <a:cubicBezTo>
                  <a:pt x="156260" y="71826"/>
                  <a:pt x="128633" y="82902"/>
                  <a:pt x="105853" y="105065"/>
                </a:cubicBezTo>
                <a:cubicBezTo>
                  <a:pt x="83062" y="127227"/>
                  <a:pt x="71666" y="154259"/>
                  <a:pt x="71666" y="186160"/>
                </a:cubicBezTo>
                <a:lnTo>
                  <a:pt x="71666" y="274914"/>
                </a:lnTo>
                <a:cubicBezTo>
                  <a:pt x="71666" y="277646"/>
                  <a:pt x="70763" y="279898"/>
                  <a:pt x="68957" y="281669"/>
                </a:cubicBezTo>
                <a:cubicBezTo>
                  <a:pt x="67117" y="283453"/>
                  <a:pt x="64877" y="284344"/>
                  <a:pt x="62236" y="284344"/>
                </a:cubicBezTo>
                <a:lnTo>
                  <a:pt x="61848" y="284344"/>
                </a:lnTo>
                <a:cubicBezTo>
                  <a:pt x="52829" y="284344"/>
                  <a:pt x="45114" y="281178"/>
                  <a:pt x="38702" y="274834"/>
                </a:cubicBezTo>
                <a:cubicBezTo>
                  <a:pt x="32278" y="268502"/>
                  <a:pt x="29078" y="260821"/>
                  <a:pt x="29078" y="251814"/>
                </a:cubicBezTo>
                <a:lnTo>
                  <a:pt x="29078" y="219159"/>
                </a:lnTo>
                <a:cubicBezTo>
                  <a:pt x="29078" y="213615"/>
                  <a:pt x="30461" y="208380"/>
                  <a:pt x="33238" y="203488"/>
                </a:cubicBezTo>
                <a:cubicBezTo>
                  <a:pt x="36016" y="198585"/>
                  <a:pt x="39868" y="194641"/>
                  <a:pt x="44794" y="191658"/>
                </a:cubicBezTo>
                <a:lnTo>
                  <a:pt x="45697" y="173942"/>
                </a:lnTo>
                <a:cubicBezTo>
                  <a:pt x="47423" y="155631"/>
                  <a:pt x="52418" y="138612"/>
                  <a:pt x="60670" y="122907"/>
                </a:cubicBezTo>
                <a:cubicBezTo>
                  <a:pt x="68911" y="107191"/>
                  <a:pt x="79404" y="93497"/>
                  <a:pt x="92137" y="81839"/>
                </a:cubicBezTo>
                <a:cubicBezTo>
                  <a:pt x="104870" y="70214"/>
                  <a:pt x="119524" y="61105"/>
                  <a:pt x="136108" y="54533"/>
                </a:cubicBezTo>
                <a:cubicBezTo>
                  <a:pt x="152682" y="47960"/>
                  <a:pt x="170193" y="44668"/>
                  <a:pt x="188629" y="44668"/>
                </a:cubicBezTo>
                <a:cubicBezTo>
                  <a:pt x="207077" y="44668"/>
                  <a:pt x="224531" y="47960"/>
                  <a:pt x="241013" y="54533"/>
                </a:cubicBezTo>
                <a:cubicBezTo>
                  <a:pt x="257484" y="61105"/>
                  <a:pt x="272137" y="70157"/>
                  <a:pt x="284973" y="81690"/>
                </a:cubicBezTo>
                <a:cubicBezTo>
                  <a:pt x="297809" y="93212"/>
                  <a:pt x="308301" y="106848"/>
                  <a:pt x="316451" y="122587"/>
                </a:cubicBezTo>
                <a:cubicBezTo>
                  <a:pt x="324589" y="138303"/>
                  <a:pt x="329630" y="155357"/>
                  <a:pt x="331573" y="173747"/>
                </a:cubicBezTo>
                <a:lnTo>
                  <a:pt x="332556" y="191075"/>
                </a:lnTo>
                <a:cubicBezTo>
                  <a:pt x="337482" y="193613"/>
                  <a:pt x="341334" y="197282"/>
                  <a:pt x="344112" y="202071"/>
                </a:cubicBezTo>
                <a:cubicBezTo>
                  <a:pt x="346889" y="206837"/>
                  <a:pt x="348272" y="211912"/>
                  <a:pt x="348272" y="217273"/>
                </a:cubicBezTo>
                <a:lnTo>
                  <a:pt x="348272" y="253620"/>
                </a:lnTo>
                <a:cubicBezTo>
                  <a:pt x="348272" y="259175"/>
                  <a:pt x="346912" y="264456"/>
                  <a:pt x="344192" y="269451"/>
                </a:cubicBezTo>
                <a:cubicBezTo>
                  <a:pt x="341460" y="274457"/>
                  <a:pt x="337585" y="278252"/>
                  <a:pt x="332556" y="280847"/>
                </a:cubicBezTo>
                <a:lnTo>
                  <a:pt x="332556" y="305718"/>
                </a:lnTo>
                <a:cubicBezTo>
                  <a:pt x="332556" y="313033"/>
                  <a:pt x="329961" y="319297"/>
                  <a:pt x="324772" y="324543"/>
                </a:cubicBezTo>
                <a:cubicBezTo>
                  <a:pt x="319594" y="329778"/>
                  <a:pt x="313353" y="332396"/>
                  <a:pt x="306073" y="332396"/>
                </a:cubicBezTo>
                <a:lnTo>
                  <a:pt x="184663" y="332396"/>
                </a:lnTo>
                <a:close/>
                <a:moveTo>
                  <a:pt x="133548" y="214484"/>
                </a:moveTo>
                <a:cubicBezTo>
                  <a:pt x="131274" y="212152"/>
                  <a:pt x="130131" y="209260"/>
                  <a:pt x="130131" y="205809"/>
                </a:cubicBezTo>
                <a:cubicBezTo>
                  <a:pt x="130131" y="202345"/>
                  <a:pt x="131296" y="199476"/>
                  <a:pt x="133628" y="197202"/>
                </a:cubicBezTo>
                <a:cubicBezTo>
                  <a:pt x="135960" y="194916"/>
                  <a:pt x="138863" y="193784"/>
                  <a:pt x="142349" y="193784"/>
                </a:cubicBezTo>
                <a:cubicBezTo>
                  <a:pt x="145835" y="193784"/>
                  <a:pt x="148716" y="194950"/>
                  <a:pt x="150990" y="197282"/>
                </a:cubicBezTo>
                <a:cubicBezTo>
                  <a:pt x="153276" y="199614"/>
                  <a:pt x="154408" y="202505"/>
                  <a:pt x="154408" y="205957"/>
                </a:cubicBezTo>
                <a:cubicBezTo>
                  <a:pt x="154408" y="209420"/>
                  <a:pt x="153242" y="212289"/>
                  <a:pt x="150910" y="214564"/>
                </a:cubicBezTo>
                <a:cubicBezTo>
                  <a:pt x="148579" y="216850"/>
                  <a:pt x="145675" y="217982"/>
                  <a:pt x="142189" y="217982"/>
                </a:cubicBezTo>
                <a:cubicBezTo>
                  <a:pt x="138714" y="217982"/>
                  <a:pt x="135811" y="216816"/>
                  <a:pt x="133514" y="214484"/>
                </a:cubicBezTo>
                <a:close/>
                <a:moveTo>
                  <a:pt x="226154" y="214484"/>
                </a:moveTo>
                <a:cubicBezTo>
                  <a:pt x="223879" y="212152"/>
                  <a:pt x="222736" y="209260"/>
                  <a:pt x="222736" y="205809"/>
                </a:cubicBezTo>
                <a:cubicBezTo>
                  <a:pt x="222736" y="202345"/>
                  <a:pt x="223902" y="199476"/>
                  <a:pt x="226234" y="197202"/>
                </a:cubicBezTo>
                <a:cubicBezTo>
                  <a:pt x="228566" y="194916"/>
                  <a:pt x="231469" y="193784"/>
                  <a:pt x="234955" y="193784"/>
                </a:cubicBezTo>
                <a:cubicBezTo>
                  <a:pt x="238441" y="193784"/>
                  <a:pt x="241333" y="194950"/>
                  <a:pt x="243642" y="197282"/>
                </a:cubicBezTo>
                <a:cubicBezTo>
                  <a:pt x="245916" y="199614"/>
                  <a:pt x="247059" y="202505"/>
                  <a:pt x="247059" y="205957"/>
                </a:cubicBezTo>
                <a:cubicBezTo>
                  <a:pt x="247059" y="209420"/>
                  <a:pt x="245894" y="212289"/>
                  <a:pt x="243562" y="214564"/>
                </a:cubicBezTo>
                <a:cubicBezTo>
                  <a:pt x="241230" y="216850"/>
                  <a:pt x="238327" y="217982"/>
                  <a:pt x="234841" y="217982"/>
                </a:cubicBezTo>
                <a:cubicBezTo>
                  <a:pt x="231355" y="217982"/>
                  <a:pt x="228474" y="216816"/>
                  <a:pt x="226200" y="214484"/>
                </a:cubicBezTo>
                <a:close/>
                <a:moveTo>
                  <a:pt x="95521" y="193819"/>
                </a:moveTo>
                <a:cubicBezTo>
                  <a:pt x="93863" y="166684"/>
                  <a:pt x="102276" y="143458"/>
                  <a:pt x="120735" y="124164"/>
                </a:cubicBezTo>
                <a:cubicBezTo>
                  <a:pt x="139206" y="104859"/>
                  <a:pt x="162043" y="95200"/>
                  <a:pt x="189258" y="95200"/>
                </a:cubicBezTo>
                <a:cubicBezTo>
                  <a:pt x="211741" y="95200"/>
                  <a:pt x="231252" y="102596"/>
                  <a:pt x="247802" y="117398"/>
                </a:cubicBezTo>
                <a:cubicBezTo>
                  <a:pt x="264364" y="132199"/>
                  <a:pt x="274469" y="150705"/>
                  <a:pt x="278138" y="172913"/>
                </a:cubicBezTo>
                <a:cubicBezTo>
                  <a:pt x="255449" y="172662"/>
                  <a:pt x="234646" y="166489"/>
                  <a:pt x="215707" y="154408"/>
                </a:cubicBezTo>
                <a:cubicBezTo>
                  <a:pt x="196767" y="142338"/>
                  <a:pt x="182000" y="126187"/>
                  <a:pt x="171381" y="105968"/>
                </a:cubicBezTo>
                <a:cubicBezTo>
                  <a:pt x="167095" y="126244"/>
                  <a:pt x="158203" y="144109"/>
                  <a:pt x="144704" y="159563"/>
                </a:cubicBezTo>
                <a:cubicBezTo>
                  <a:pt x="131216" y="175016"/>
                  <a:pt x="114837" y="186435"/>
                  <a:pt x="95555" y="193819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圖說"/>
          <p:cNvSpPr/>
          <p:nvPr/>
        </p:nvSpPr>
        <p:spPr>
          <a:xfrm>
            <a:off x="5516747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客服</a:t>
            </a:r>
            <a:endParaRPr lang="en-US" sz="950" dirty="0"/>
          </a:p>
        </p:txBody>
      </p:sp>
      <p:sp>
        <p:nvSpPr>
          <p:cNvPr id="22" name="圖示 訓練"/>
          <p:cNvSpPr/>
          <p:nvPr/>
        </p:nvSpPr>
        <p:spPr>
          <a:xfrm>
            <a:off x="6391113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87188" y="275737"/>
                </a:moveTo>
                <a:cubicBezTo>
                  <a:pt x="82970" y="273383"/>
                  <a:pt x="79599" y="270114"/>
                  <a:pt x="77084" y="265919"/>
                </a:cubicBezTo>
                <a:cubicBezTo>
                  <a:pt x="74569" y="261724"/>
                  <a:pt x="73312" y="257095"/>
                  <a:pt x="73312" y="252009"/>
                </a:cubicBezTo>
                <a:lnTo>
                  <a:pt x="73312" y="173827"/>
                </a:lnTo>
                <a:lnTo>
                  <a:pt x="35524" y="153151"/>
                </a:lnTo>
                <a:cubicBezTo>
                  <a:pt x="33136" y="151688"/>
                  <a:pt x="31352" y="149973"/>
                  <a:pt x="30175" y="148007"/>
                </a:cubicBezTo>
                <a:cubicBezTo>
                  <a:pt x="28998" y="146041"/>
                  <a:pt x="28404" y="143892"/>
                  <a:pt x="28404" y="141561"/>
                </a:cubicBezTo>
                <a:cubicBezTo>
                  <a:pt x="28404" y="139206"/>
                  <a:pt x="28998" y="137034"/>
                  <a:pt x="30175" y="135045"/>
                </a:cubicBezTo>
                <a:cubicBezTo>
                  <a:pt x="31352" y="133022"/>
                  <a:pt x="33136" y="131296"/>
                  <a:pt x="35524" y="129856"/>
                </a:cubicBezTo>
                <a:lnTo>
                  <a:pt x="175279" y="53195"/>
                </a:lnTo>
                <a:cubicBezTo>
                  <a:pt x="177291" y="52018"/>
                  <a:pt x="179360" y="51206"/>
                  <a:pt x="181486" y="50761"/>
                </a:cubicBezTo>
                <a:cubicBezTo>
                  <a:pt x="183600" y="50315"/>
                  <a:pt x="185829" y="50098"/>
                  <a:pt x="188161" y="50098"/>
                </a:cubicBezTo>
                <a:cubicBezTo>
                  <a:pt x="190492" y="50098"/>
                  <a:pt x="192721" y="50349"/>
                  <a:pt x="194847" y="50841"/>
                </a:cubicBezTo>
                <a:cubicBezTo>
                  <a:pt x="196962" y="51344"/>
                  <a:pt x="199065" y="52144"/>
                  <a:pt x="201134" y="53241"/>
                </a:cubicBezTo>
                <a:lnTo>
                  <a:pt x="356410" y="137434"/>
                </a:lnTo>
                <a:cubicBezTo>
                  <a:pt x="358742" y="138874"/>
                  <a:pt x="360502" y="140646"/>
                  <a:pt x="361714" y="142738"/>
                </a:cubicBezTo>
                <a:cubicBezTo>
                  <a:pt x="362914" y="144841"/>
                  <a:pt x="363520" y="147081"/>
                  <a:pt x="363520" y="149459"/>
                </a:cubicBezTo>
                <a:lnTo>
                  <a:pt x="363520" y="254215"/>
                </a:lnTo>
                <a:cubicBezTo>
                  <a:pt x="363520" y="257849"/>
                  <a:pt x="362274" y="260901"/>
                  <a:pt x="359782" y="263370"/>
                </a:cubicBezTo>
                <a:cubicBezTo>
                  <a:pt x="357290" y="265828"/>
                  <a:pt x="354216" y="267062"/>
                  <a:pt x="350547" y="267062"/>
                </a:cubicBezTo>
                <a:cubicBezTo>
                  <a:pt x="346912" y="267062"/>
                  <a:pt x="343872" y="265828"/>
                  <a:pt x="341437" y="263370"/>
                </a:cubicBezTo>
                <a:cubicBezTo>
                  <a:pt x="339002" y="260901"/>
                  <a:pt x="337779" y="257849"/>
                  <a:pt x="337779" y="254215"/>
                </a:cubicBezTo>
                <a:lnTo>
                  <a:pt x="337779" y="156420"/>
                </a:lnTo>
                <a:lnTo>
                  <a:pt x="303169" y="173827"/>
                </a:lnTo>
                <a:lnTo>
                  <a:pt x="303169" y="252054"/>
                </a:lnTo>
                <a:cubicBezTo>
                  <a:pt x="303169" y="257129"/>
                  <a:pt x="301901" y="261770"/>
                  <a:pt x="299352" y="265953"/>
                </a:cubicBezTo>
                <a:cubicBezTo>
                  <a:pt x="296814" y="270148"/>
                  <a:pt x="293431" y="273428"/>
                  <a:pt x="289213" y="275783"/>
                </a:cubicBezTo>
                <a:lnTo>
                  <a:pt x="201088" y="323835"/>
                </a:lnTo>
                <a:cubicBezTo>
                  <a:pt x="199076" y="325069"/>
                  <a:pt x="197007" y="325892"/>
                  <a:pt x="194882" y="326304"/>
                </a:cubicBezTo>
                <a:cubicBezTo>
                  <a:pt x="192756" y="326727"/>
                  <a:pt x="190538" y="326932"/>
                  <a:pt x="188206" y="326932"/>
                </a:cubicBezTo>
                <a:cubicBezTo>
                  <a:pt x="185875" y="326932"/>
                  <a:pt x="183646" y="326727"/>
                  <a:pt x="181520" y="326304"/>
                </a:cubicBezTo>
                <a:cubicBezTo>
                  <a:pt x="179405" y="325892"/>
                  <a:pt x="177336" y="325069"/>
                  <a:pt x="175313" y="323835"/>
                </a:cubicBezTo>
                <a:lnTo>
                  <a:pt x="87188" y="275737"/>
                </a:lnTo>
                <a:close/>
                <a:moveTo>
                  <a:pt x="188206" y="207615"/>
                </a:moveTo>
                <a:lnTo>
                  <a:pt x="309330" y="141446"/>
                </a:lnTo>
                <a:lnTo>
                  <a:pt x="188206" y="76455"/>
                </a:lnTo>
                <a:lnTo>
                  <a:pt x="67860" y="141446"/>
                </a:lnTo>
                <a:lnTo>
                  <a:pt x="188206" y="207615"/>
                </a:lnTo>
                <a:close/>
                <a:moveTo>
                  <a:pt x="188206" y="301832"/>
                </a:moveTo>
                <a:lnTo>
                  <a:pt x="277349" y="252603"/>
                </a:lnTo>
                <a:lnTo>
                  <a:pt x="277349" y="189224"/>
                </a:lnTo>
                <a:lnTo>
                  <a:pt x="201088" y="230120"/>
                </a:lnTo>
                <a:cubicBezTo>
                  <a:pt x="199076" y="231229"/>
                  <a:pt x="197007" y="232029"/>
                  <a:pt x="194882" y="232520"/>
                </a:cubicBezTo>
                <a:cubicBezTo>
                  <a:pt x="192756" y="233023"/>
                  <a:pt x="190538" y="233263"/>
                  <a:pt x="188206" y="233263"/>
                </a:cubicBezTo>
                <a:cubicBezTo>
                  <a:pt x="185875" y="233263"/>
                  <a:pt x="183714" y="233023"/>
                  <a:pt x="181714" y="232520"/>
                </a:cubicBezTo>
                <a:cubicBezTo>
                  <a:pt x="179725" y="232029"/>
                  <a:pt x="177725" y="231229"/>
                  <a:pt x="175713" y="230120"/>
                </a:cubicBezTo>
                <a:lnTo>
                  <a:pt x="99052" y="188401"/>
                </a:lnTo>
                <a:lnTo>
                  <a:pt x="99052" y="252557"/>
                </a:lnTo>
                <a:lnTo>
                  <a:pt x="188206" y="301832"/>
                </a:lnTo>
                <a:close/>
                <a:moveTo>
                  <a:pt x="188595" y="207615"/>
                </a:moveTo>
                <a:close/>
                <a:moveTo>
                  <a:pt x="188206" y="246156"/>
                </a:moveTo>
                <a:close/>
                <a:moveTo>
                  <a:pt x="188206" y="246156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圖說"/>
          <p:cNvSpPr/>
          <p:nvPr/>
        </p:nvSpPr>
        <p:spPr>
          <a:xfrm>
            <a:off x="6210148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訓練</a:t>
            </a:r>
            <a:endParaRPr lang="en-US" sz="950" dirty="0"/>
          </a:p>
        </p:txBody>
      </p:sp>
      <p:sp>
        <p:nvSpPr>
          <p:cNvPr id="24" name="圖示 工廠"/>
          <p:cNvSpPr/>
          <p:nvPr/>
        </p:nvSpPr>
        <p:spPr>
          <a:xfrm>
            <a:off x="7084514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56030" y="347918"/>
                </a:moveTo>
                <a:cubicBezTo>
                  <a:pt x="48669" y="347918"/>
                  <a:pt x="42371" y="345300"/>
                  <a:pt x="37125" y="340065"/>
                </a:cubicBezTo>
                <a:cubicBezTo>
                  <a:pt x="31890" y="334819"/>
                  <a:pt x="29272" y="328521"/>
                  <a:pt x="29272" y="321160"/>
                </a:cubicBezTo>
                <a:lnTo>
                  <a:pt x="29272" y="173153"/>
                </a:lnTo>
                <a:cubicBezTo>
                  <a:pt x="29272" y="167701"/>
                  <a:pt x="30770" y="162717"/>
                  <a:pt x="33753" y="158180"/>
                </a:cubicBezTo>
                <a:cubicBezTo>
                  <a:pt x="36736" y="153653"/>
                  <a:pt x="40748" y="150339"/>
                  <a:pt x="45777" y="148247"/>
                </a:cubicBezTo>
                <a:lnTo>
                  <a:pt x="125764" y="114380"/>
                </a:lnTo>
                <a:cubicBezTo>
                  <a:pt x="130062" y="112620"/>
                  <a:pt x="134108" y="112951"/>
                  <a:pt x="137914" y="115363"/>
                </a:cubicBezTo>
                <a:cubicBezTo>
                  <a:pt x="141709" y="117763"/>
                  <a:pt x="143607" y="121295"/>
                  <a:pt x="143607" y="125924"/>
                </a:cubicBezTo>
                <a:lnTo>
                  <a:pt x="143607" y="138269"/>
                </a:lnTo>
                <a:lnTo>
                  <a:pt x="203843" y="113946"/>
                </a:lnTo>
                <a:cubicBezTo>
                  <a:pt x="208323" y="112185"/>
                  <a:pt x="212495" y="112643"/>
                  <a:pt x="216370" y="115317"/>
                </a:cubicBezTo>
                <a:cubicBezTo>
                  <a:pt x="220245" y="118015"/>
                  <a:pt x="222188" y="121718"/>
                  <a:pt x="222188" y="126439"/>
                </a:cubicBezTo>
                <a:lnTo>
                  <a:pt x="222188" y="155002"/>
                </a:lnTo>
                <a:lnTo>
                  <a:pt x="347918" y="155002"/>
                </a:lnTo>
                <a:lnTo>
                  <a:pt x="347918" y="321160"/>
                </a:lnTo>
                <a:cubicBezTo>
                  <a:pt x="347918" y="328521"/>
                  <a:pt x="345300" y="334819"/>
                  <a:pt x="340065" y="340065"/>
                </a:cubicBezTo>
                <a:cubicBezTo>
                  <a:pt x="334819" y="345300"/>
                  <a:pt x="328521" y="347918"/>
                  <a:pt x="321160" y="347918"/>
                </a:cubicBezTo>
                <a:lnTo>
                  <a:pt x="56030" y="347918"/>
                </a:lnTo>
                <a:close/>
                <a:moveTo>
                  <a:pt x="56030" y="321160"/>
                </a:moveTo>
                <a:lnTo>
                  <a:pt x="321126" y="321160"/>
                </a:lnTo>
                <a:lnTo>
                  <a:pt x="321126" y="181874"/>
                </a:lnTo>
                <a:lnTo>
                  <a:pt x="195864" y="181874"/>
                </a:lnTo>
                <a:lnTo>
                  <a:pt x="195864" y="146201"/>
                </a:lnTo>
                <a:lnTo>
                  <a:pt x="117283" y="177634"/>
                </a:lnTo>
                <a:lnTo>
                  <a:pt x="117283" y="146510"/>
                </a:lnTo>
                <a:lnTo>
                  <a:pt x="56030" y="173542"/>
                </a:lnTo>
                <a:lnTo>
                  <a:pt x="56030" y="321160"/>
                </a:lnTo>
                <a:close/>
                <a:moveTo>
                  <a:pt x="175782" y="282893"/>
                </a:moveTo>
                <a:lnTo>
                  <a:pt x="201442" y="282893"/>
                </a:lnTo>
                <a:lnTo>
                  <a:pt x="201442" y="220028"/>
                </a:lnTo>
                <a:lnTo>
                  <a:pt x="175782" y="220028"/>
                </a:lnTo>
                <a:lnTo>
                  <a:pt x="175782" y="282893"/>
                </a:lnTo>
                <a:close/>
                <a:moveTo>
                  <a:pt x="111785" y="282893"/>
                </a:moveTo>
                <a:lnTo>
                  <a:pt x="137514" y="282893"/>
                </a:lnTo>
                <a:lnTo>
                  <a:pt x="137514" y="220028"/>
                </a:lnTo>
                <a:lnTo>
                  <a:pt x="111785" y="220028"/>
                </a:lnTo>
                <a:lnTo>
                  <a:pt x="111785" y="282893"/>
                </a:lnTo>
                <a:close/>
                <a:moveTo>
                  <a:pt x="239676" y="282893"/>
                </a:moveTo>
                <a:lnTo>
                  <a:pt x="265405" y="282893"/>
                </a:lnTo>
                <a:lnTo>
                  <a:pt x="265405" y="220028"/>
                </a:lnTo>
                <a:lnTo>
                  <a:pt x="239676" y="220028"/>
                </a:lnTo>
                <a:lnTo>
                  <a:pt x="239676" y="282893"/>
                </a:lnTo>
                <a:close/>
                <a:moveTo>
                  <a:pt x="347918" y="155002"/>
                </a:moveTo>
                <a:lnTo>
                  <a:pt x="274754" y="155002"/>
                </a:lnTo>
                <a:lnTo>
                  <a:pt x="289099" y="41457"/>
                </a:lnTo>
                <a:cubicBezTo>
                  <a:pt x="289625" y="38130"/>
                  <a:pt x="291088" y="35364"/>
                  <a:pt x="293500" y="33158"/>
                </a:cubicBezTo>
                <a:cubicBezTo>
                  <a:pt x="295911" y="30930"/>
                  <a:pt x="298769" y="29821"/>
                  <a:pt x="302072" y="29821"/>
                </a:cubicBezTo>
                <a:lnTo>
                  <a:pt x="320257" y="29821"/>
                </a:lnTo>
                <a:cubicBezTo>
                  <a:pt x="323560" y="29821"/>
                  <a:pt x="326429" y="30907"/>
                  <a:pt x="328864" y="33078"/>
                </a:cubicBezTo>
                <a:cubicBezTo>
                  <a:pt x="331299" y="35262"/>
                  <a:pt x="332796" y="38005"/>
                  <a:pt x="333345" y="41331"/>
                </a:cubicBezTo>
                <a:lnTo>
                  <a:pt x="347883" y="154957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圖說"/>
          <p:cNvSpPr/>
          <p:nvPr/>
        </p:nvSpPr>
        <p:spPr>
          <a:xfrm>
            <a:off x="6903549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工廠</a:t>
            </a:r>
            <a:endParaRPr lang="en-US" sz="950" dirty="0"/>
          </a:p>
        </p:txBody>
      </p:sp>
      <p:sp>
        <p:nvSpPr>
          <p:cNvPr id="26" name="圖示 機台"/>
          <p:cNvSpPr/>
          <p:nvPr/>
        </p:nvSpPr>
        <p:spPr>
          <a:xfrm>
            <a:off x="7777915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83770" y="331653"/>
                </a:moveTo>
                <a:cubicBezTo>
                  <a:pt x="78078" y="331653"/>
                  <a:pt x="73312" y="329733"/>
                  <a:pt x="69472" y="325881"/>
                </a:cubicBezTo>
                <a:cubicBezTo>
                  <a:pt x="65620" y="322029"/>
                  <a:pt x="63688" y="317263"/>
                  <a:pt x="63688" y="311570"/>
                </a:cubicBezTo>
                <a:cubicBezTo>
                  <a:pt x="63688" y="305890"/>
                  <a:pt x="65620" y="301123"/>
                  <a:pt x="69472" y="297271"/>
                </a:cubicBezTo>
                <a:cubicBezTo>
                  <a:pt x="73312" y="293420"/>
                  <a:pt x="78078" y="291499"/>
                  <a:pt x="83770" y="291499"/>
                </a:cubicBezTo>
                <a:lnTo>
                  <a:pt x="115203" y="291499"/>
                </a:lnTo>
                <a:lnTo>
                  <a:pt x="74775" y="153505"/>
                </a:lnTo>
                <a:cubicBezTo>
                  <a:pt x="65574" y="149630"/>
                  <a:pt x="58362" y="144109"/>
                  <a:pt x="53127" y="136931"/>
                </a:cubicBezTo>
                <a:cubicBezTo>
                  <a:pt x="47880" y="129753"/>
                  <a:pt x="45263" y="120255"/>
                  <a:pt x="45263" y="108448"/>
                </a:cubicBezTo>
                <a:cubicBezTo>
                  <a:pt x="45263" y="95578"/>
                  <a:pt x="49995" y="84411"/>
                  <a:pt x="59447" y="74924"/>
                </a:cubicBezTo>
                <a:cubicBezTo>
                  <a:pt x="68877" y="65448"/>
                  <a:pt x="80033" y="60705"/>
                  <a:pt x="92926" y="60705"/>
                </a:cubicBezTo>
                <a:cubicBezTo>
                  <a:pt x="105019" y="60705"/>
                  <a:pt x="115077" y="63951"/>
                  <a:pt x="123101" y="70443"/>
                </a:cubicBezTo>
                <a:cubicBezTo>
                  <a:pt x="131136" y="76947"/>
                  <a:pt x="136566" y="85679"/>
                  <a:pt x="139366" y="96652"/>
                </a:cubicBezTo>
                <a:lnTo>
                  <a:pt x="193236" y="96652"/>
                </a:lnTo>
                <a:lnTo>
                  <a:pt x="193236" y="73472"/>
                </a:lnTo>
                <a:cubicBezTo>
                  <a:pt x="193236" y="70020"/>
                  <a:pt x="194504" y="67014"/>
                  <a:pt x="197042" y="64477"/>
                </a:cubicBezTo>
                <a:cubicBezTo>
                  <a:pt x="199579" y="61939"/>
                  <a:pt x="202585" y="60659"/>
                  <a:pt x="206037" y="60659"/>
                </a:cubicBezTo>
                <a:cubicBezTo>
                  <a:pt x="208872" y="60659"/>
                  <a:pt x="211261" y="61722"/>
                  <a:pt x="213227" y="63848"/>
                </a:cubicBezTo>
                <a:cubicBezTo>
                  <a:pt x="215193" y="65974"/>
                  <a:pt x="216198" y="68443"/>
                  <a:pt x="216256" y="71277"/>
                </a:cubicBezTo>
                <a:lnTo>
                  <a:pt x="245059" y="43651"/>
                </a:lnTo>
                <a:cubicBezTo>
                  <a:pt x="247334" y="41422"/>
                  <a:pt x="250203" y="39959"/>
                  <a:pt x="253655" y="39251"/>
                </a:cubicBezTo>
                <a:cubicBezTo>
                  <a:pt x="257118" y="38542"/>
                  <a:pt x="260638" y="38999"/>
                  <a:pt x="264227" y="40622"/>
                </a:cubicBezTo>
                <a:lnTo>
                  <a:pt x="326304" y="70489"/>
                </a:lnTo>
                <a:cubicBezTo>
                  <a:pt x="328978" y="71929"/>
                  <a:pt x="330830" y="73986"/>
                  <a:pt x="331847" y="76661"/>
                </a:cubicBezTo>
                <a:cubicBezTo>
                  <a:pt x="332876" y="79324"/>
                  <a:pt x="332624" y="82136"/>
                  <a:pt x="331104" y="85062"/>
                </a:cubicBezTo>
                <a:cubicBezTo>
                  <a:pt x="329664" y="87862"/>
                  <a:pt x="327550" y="89600"/>
                  <a:pt x="324772" y="90251"/>
                </a:cubicBezTo>
                <a:cubicBezTo>
                  <a:pt x="321995" y="90903"/>
                  <a:pt x="319320" y="90491"/>
                  <a:pt x="316725" y="88994"/>
                </a:cubicBezTo>
                <a:lnTo>
                  <a:pt x="256569" y="59802"/>
                </a:lnTo>
                <a:lnTo>
                  <a:pt x="218930" y="97829"/>
                </a:lnTo>
                <a:lnTo>
                  <a:pt x="218930" y="117318"/>
                </a:lnTo>
                <a:lnTo>
                  <a:pt x="256569" y="157048"/>
                </a:lnTo>
                <a:lnTo>
                  <a:pt x="316725" y="127650"/>
                </a:lnTo>
                <a:cubicBezTo>
                  <a:pt x="319651" y="126210"/>
                  <a:pt x="322406" y="125833"/>
                  <a:pt x="324978" y="126519"/>
                </a:cubicBezTo>
                <a:cubicBezTo>
                  <a:pt x="327538" y="127193"/>
                  <a:pt x="329584" y="128942"/>
                  <a:pt x="331104" y="131742"/>
                </a:cubicBezTo>
                <a:cubicBezTo>
                  <a:pt x="332590" y="134680"/>
                  <a:pt x="332842" y="137606"/>
                  <a:pt x="331847" y="140543"/>
                </a:cubicBezTo>
                <a:cubicBezTo>
                  <a:pt x="330830" y="143481"/>
                  <a:pt x="328853" y="145664"/>
                  <a:pt x="325915" y="147104"/>
                </a:cubicBezTo>
                <a:lnTo>
                  <a:pt x="266079" y="175313"/>
                </a:lnTo>
                <a:cubicBezTo>
                  <a:pt x="262090" y="177336"/>
                  <a:pt x="258295" y="178262"/>
                  <a:pt x="254683" y="178102"/>
                </a:cubicBezTo>
                <a:cubicBezTo>
                  <a:pt x="251071" y="177942"/>
                  <a:pt x="247848" y="176468"/>
                  <a:pt x="245013" y="173667"/>
                </a:cubicBezTo>
                <a:lnTo>
                  <a:pt x="216221" y="146041"/>
                </a:lnTo>
                <a:cubicBezTo>
                  <a:pt x="216164" y="149710"/>
                  <a:pt x="215170" y="152396"/>
                  <a:pt x="213227" y="154099"/>
                </a:cubicBezTo>
                <a:cubicBezTo>
                  <a:pt x="211295" y="155802"/>
                  <a:pt x="208883" y="156648"/>
                  <a:pt x="206003" y="156648"/>
                </a:cubicBezTo>
                <a:cubicBezTo>
                  <a:pt x="202540" y="156648"/>
                  <a:pt x="199545" y="155379"/>
                  <a:pt x="197007" y="152842"/>
                </a:cubicBezTo>
                <a:cubicBezTo>
                  <a:pt x="194459" y="150305"/>
                  <a:pt x="193190" y="147298"/>
                  <a:pt x="193190" y="143847"/>
                </a:cubicBezTo>
                <a:lnTo>
                  <a:pt x="193190" y="120266"/>
                </a:lnTo>
                <a:lnTo>
                  <a:pt x="138543" y="120266"/>
                </a:lnTo>
                <a:cubicBezTo>
                  <a:pt x="138406" y="123730"/>
                  <a:pt x="137377" y="127376"/>
                  <a:pt x="135434" y="131228"/>
                </a:cubicBezTo>
                <a:cubicBezTo>
                  <a:pt x="133468" y="135080"/>
                  <a:pt x="131216" y="138040"/>
                  <a:pt x="128679" y="140109"/>
                </a:cubicBezTo>
                <a:lnTo>
                  <a:pt x="207146" y="291534"/>
                </a:lnTo>
                <a:lnTo>
                  <a:pt x="251620" y="291534"/>
                </a:lnTo>
                <a:cubicBezTo>
                  <a:pt x="257301" y="291534"/>
                  <a:pt x="262067" y="293465"/>
                  <a:pt x="265919" y="297317"/>
                </a:cubicBezTo>
                <a:cubicBezTo>
                  <a:pt x="269771" y="301158"/>
                  <a:pt x="271691" y="305935"/>
                  <a:pt x="271691" y="311616"/>
                </a:cubicBezTo>
                <a:cubicBezTo>
                  <a:pt x="271691" y="317297"/>
                  <a:pt x="269771" y="322063"/>
                  <a:pt x="265919" y="325915"/>
                </a:cubicBezTo>
                <a:cubicBezTo>
                  <a:pt x="262067" y="329767"/>
                  <a:pt x="257301" y="331687"/>
                  <a:pt x="251620" y="331687"/>
                </a:cubicBezTo>
                <a:lnTo>
                  <a:pt x="83770" y="331687"/>
                </a:lnTo>
                <a:close/>
                <a:moveTo>
                  <a:pt x="108596" y="124164"/>
                </a:moveTo>
                <a:cubicBezTo>
                  <a:pt x="112791" y="119969"/>
                  <a:pt x="114883" y="114734"/>
                  <a:pt x="114883" y="108448"/>
                </a:cubicBezTo>
                <a:cubicBezTo>
                  <a:pt x="114883" y="102161"/>
                  <a:pt x="112791" y="96915"/>
                  <a:pt x="108596" y="92732"/>
                </a:cubicBezTo>
                <a:cubicBezTo>
                  <a:pt x="104413" y="88537"/>
                  <a:pt x="99167" y="86445"/>
                  <a:pt x="92880" y="86445"/>
                </a:cubicBezTo>
                <a:cubicBezTo>
                  <a:pt x="86594" y="86445"/>
                  <a:pt x="81359" y="88537"/>
                  <a:pt x="77164" y="92732"/>
                </a:cubicBezTo>
                <a:cubicBezTo>
                  <a:pt x="72981" y="96915"/>
                  <a:pt x="70877" y="102161"/>
                  <a:pt x="70877" y="108448"/>
                </a:cubicBezTo>
                <a:cubicBezTo>
                  <a:pt x="70877" y="114734"/>
                  <a:pt x="72981" y="119969"/>
                  <a:pt x="77164" y="124164"/>
                </a:cubicBezTo>
                <a:cubicBezTo>
                  <a:pt x="81359" y="128347"/>
                  <a:pt x="86594" y="130451"/>
                  <a:pt x="92880" y="130451"/>
                </a:cubicBezTo>
                <a:cubicBezTo>
                  <a:pt x="99167" y="130451"/>
                  <a:pt x="104413" y="128347"/>
                  <a:pt x="108596" y="124164"/>
                </a:cubicBezTo>
                <a:close/>
                <a:moveTo>
                  <a:pt x="141206" y="291499"/>
                </a:moveTo>
                <a:lnTo>
                  <a:pt x="180811" y="291499"/>
                </a:lnTo>
                <a:lnTo>
                  <a:pt x="108482" y="150682"/>
                </a:lnTo>
                <a:cubicBezTo>
                  <a:pt x="107568" y="151253"/>
                  <a:pt x="106173" y="151836"/>
                  <a:pt x="104322" y="152408"/>
                </a:cubicBezTo>
                <a:cubicBezTo>
                  <a:pt x="102459" y="152956"/>
                  <a:pt x="101007" y="153368"/>
                  <a:pt x="99955" y="153631"/>
                </a:cubicBezTo>
                <a:lnTo>
                  <a:pt x="141252" y="291499"/>
                </a:lnTo>
                <a:close/>
                <a:moveTo>
                  <a:pt x="180811" y="291499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圖說"/>
          <p:cNvSpPr/>
          <p:nvPr/>
        </p:nvSpPr>
        <p:spPr>
          <a:xfrm>
            <a:off x="7596950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機台</a:t>
            </a:r>
            <a:endParaRPr lang="en-US" sz="950" dirty="0"/>
          </a:p>
        </p:txBody>
      </p:sp>
      <p:sp>
        <p:nvSpPr>
          <p:cNvPr id="28" name="圖示 產線"/>
          <p:cNvSpPr/>
          <p:nvPr/>
        </p:nvSpPr>
        <p:spPr>
          <a:xfrm>
            <a:off x="8471316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76421" y="334087"/>
                </a:moveTo>
                <a:cubicBezTo>
                  <a:pt x="62831" y="334087"/>
                  <a:pt x="51275" y="329333"/>
                  <a:pt x="41765" y="319823"/>
                </a:cubicBezTo>
                <a:cubicBezTo>
                  <a:pt x="32255" y="310313"/>
                  <a:pt x="27501" y="298757"/>
                  <a:pt x="27501" y="285133"/>
                </a:cubicBezTo>
                <a:cubicBezTo>
                  <a:pt x="27501" y="271543"/>
                  <a:pt x="32255" y="259964"/>
                  <a:pt x="41765" y="250397"/>
                </a:cubicBezTo>
                <a:cubicBezTo>
                  <a:pt x="51275" y="240864"/>
                  <a:pt x="62831" y="236098"/>
                  <a:pt x="76421" y="236098"/>
                </a:cubicBezTo>
                <a:lnTo>
                  <a:pt x="301512" y="236098"/>
                </a:lnTo>
                <a:cubicBezTo>
                  <a:pt x="315137" y="236098"/>
                  <a:pt x="326715" y="240864"/>
                  <a:pt x="336248" y="250397"/>
                </a:cubicBezTo>
                <a:cubicBezTo>
                  <a:pt x="345780" y="259930"/>
                  <a:pt x="350547" y="271508"/>
                  <a:pt x="350547" y="285133"/>
                </a:cubicBezTo>
                <a:cubicBezTo>
                  <a:pt x="350547" y="298723"/>
                  <a:pt x="345780" y="310279"/>
                  <a:pt x="336248" y="319789"/>
                </a:cubicBezTo>
                <a:cubicBezTo>
                  <a:pt x="326715" y="329298"/>
                  <a:pt x="315137" y="334053"/>
                  <a:pt x="301512" y="334053"/>
                </a:cubicBezTo>
                <a:lnTo>
                  <a:pt x="76421" y="334053"/>
                </a:lnTo>
                <a:close/>
                <a:moveTo>
                  <a:pt x="76421" y="307958"/>
                </a:moveTo>
                <a:lnTo>
                  <a:pt x="301512" y="307958"/>
                </a:lnTo>
                <a:cubicBezTo>
                  <a:pt x="308016" y="307958"/>
                  <a:pt x="313456" y="305741"/>
                  <a:pt x="317857" y="301318"/>
                </a:cubicBezTo>
                <a:cubicBezTo>
                  <a:pt x="322257" y="296894"/>
                  <a:pt x="324452" y="291499"/>
                  <a:pt x="324418" y="285133"/>
                </a:cubicBezTo>
                <a:cubicBezTo>
                  <a:pt x="324418" y="278766"/>
                  <a:pt x="322235" y="273360"/>
                  <a:pt x="317857" y="268902"/>
                </a:cubicBezTo>
                <a:cubicBezTo>
                  <a:pt x="313491" y="264456"/>
                  <a:pt x="308039" y="262227"/>
                  <a:pt x="301512" y="262227"/>
                </a:cubicBezTo>
                <a:lnTo>
                  <a:pt x="76421" y="262227"/>
                </a:lnTo>
                <a:cubicBezTo>
                  <a:pt x="69952" y="262227"/>
                  <a:pt x="64534" y="264456"/>
                  <a:pt x="60156" y="268902"/>
                </a:cubicBezTo>
                <a:cubicBezTo>
                  <a:pt x="55778" y="273360"/>
                  <a:pt x="53595" y="278766"/>
                  <a:pt x="53595" y="285133"/>
                </a:cubicBezTo>
                <a:cubicBezTo>
                  <a:pt x="53595" y="291499"/>
                  <a:pt x="55778" y="296894"/>
                  <a:pt x="60156" y="301318"/>
                </a:cubicBezTo>
                <a:cubicBezTo>
                  <a:pt x="64534" y="305741"/>
                  <a:pt x="69952" y="307958"/>
                  <a:pt x="76421" y="307958"/>
                </a:cubicBezTo>
                <a:close/>
                <a:moveTo>
                  <a:pt x="153425" y="206083"/>
                </a:moveTo>
                <a:cubicBezTo>
                  <a:pt x="149653" y="206083"/>
                  <a:pt x="146487" y="204791"/>
                  <a:pt x="143927" y="202231"/>
                </a:cubicBezTo>
                <a:cubicBezTo>
                  <a:pt x="141355" y="199659"/>
                  <a:pt x="140075" y="196493"/>
                  <a:pt x="140075" y="192721"/>
                </a:cubicBezTo>
                <a:lnTo>
                  <a:pt x="140075" y="57996"/>
                </a:lnTo>
                <a:cubicBezTo>
                  <a:pt x="140075" y="54224"/>
                  <a:pt x="141355" y="51035"/>
                  <a:pt x="143927" y="48440"/>
                </a:cubicBezTo>
                <a:cubicBezTo>
                  <a:pt x="146487" y="45857"/>
                  <a:pt x="149653" y="44566"/>
                  <a:pt x="153425" y="44600"/>
                </a:cubicBezTo>
                <a:lnTo>
                  <a:pt x="288162" y="44600"/>
                </a:lnTo>
                <a:cubicBezTo>
                  <a:pt x="291934" y="44600"/>
                  <a:pt x="295111" y="45880"/>
                  <a:pt x="297706" y="48440"/>
                </a:cubicBezTo>
                <a:cubicBezTo>
                  <a:pt x="300300" y="51012"/>
                  <a:pt x="301581" y="54190"/>
                  <a:pt x="301558" y="57996"/>
                </a:cubicBezTo>
                <a:lnTo>
                  <a:pt x="301558" y="192721"/>
                </a:lnTo>
                <a:cubicBezTo>
                  <a:pt x="301558" y="196493"/>
                  <a:pt x="300278" y="199659"/>
                  <a:pt x="297706" y="202231"/>
                </a:cubicBezTo>
                <a:cubicBezTo>
                  <a:pt x="295134" y="204791"/>
                  <a:pt x="291956" y="206083"/>
                  <a:pt x="288162" y="206083"/>
                </a:cubicBezTo>
                <a:lnTo>
                  <a:pt x="153425" y="206083"/>
                </a:lnTo>
                <a:close/>
                <a:moveTo>
                  <a:pt x="166158" y="179954"/>
                </a:moveTo>
                <a:lnTo>
                  <a:pt x="275429" y="179954"/>
                </a:lnTo>
                <a:lnTo>
                  <a:pt x="275429" y="70729"/>
                </a:lnTo>
                <a:lnTo>
                  <a:pt x="166158" y="70729"/>
                </a:lnTo>
                <a:lnTo>
                  <a:pt x="166158" y="179988"/>
                </a:lnTo>
                <a:close/>
                <a:moveTo>
                  <a:pt x="39914" y="170524"/>
                </a:moveTo>
                <a:cubicBezTo>
                  <a:pt x="36142" y="170524"/>
                  <a:pt x="32998" y="169278"/>
                  <a:pt x="30484" y="166787"/>
                </a:cubicBezTo>
                <a:cubicBezTo>
                  <a:pt x="27969" y="164329"/>
                  <a:pt x="26723" y="161209"/>
                  <a:pt x="26723" y="157437"/>
                </a:cubicBezTo>
                <a:cubicBezTo>
                  <a:pt x="26723" y="153665"/>
                  <a:pt x="27958" y="150522"/>
                  <a:pt x="30450" y="148007"/>
                </a:cubicBezTo>
                <a:cubicBezTo>
                  <a:pt x="32941" y="145492"/>
                  <a:pt x="36073" y="144235"/>
                  <a:pt x="39845" y="144235"/>
                </a:cubicBezTo>
                <a:lnTo>
                  <a:pt x="104516" y="144235"/>
                </a:lnTo>
                <a:cubicBezTo>
                  <a:pt x="108208" y="144235"/>
                  <a:pt x="111328" y="145492"/>
                  <a:pt x="113866" y="148007"/>
                </a:cubicBezTo>
                <a:cubicBezTo>
                  <a:pt x="116426" y="150522"/>
                  <a:pt x="117718" y="153665"/>
                  <a:pt x="117718" y="157437"/>
                </a:cubicBezTo>
                <a:cubicBezTo>
                  <a:pt x="117718" y="161209"/>
                  <a:pt x="116426" y="164341"/>
                  <a:pt x="113866" y="166832"/>
                </a:cubicBezTo>
                <a:cubicBezTo>
                  <a:pt x="111294" y="169313"/>
                  <a:pt x="108185" y="170558"/>
                  <a:pt x="104516" y="170558"/>
                </a:cubicBezTo>
                <a:lnTo>
                  <a:pt x="39959" y="170558"/>
                </a:lnTo>
                <a:close/>
                <a:moveTo>
                  <a:pt x="201957" y="123570"/>
                </a:moveTo>
                <a:lnTo>
                  <a:pt x="239481" y="123570"/>
                </a:lnTo>
                <a:cubicBezTo>
                  <a:pt x="243093" y="123570"/>
                  <a:pt x="246122" y="122347"/>
                  <a:pt x="248557" y="119912"/>
                </a:cubicBezTo>
                <a:cubicBezTo>
                  <a:pt x="250991" y="117478"/>
                  <a:pt x="252203" y="114471"/>
                  <a:pt x="252203" y="110882"/>
                </a:cubicBezTo>
                <a:cubicBezTo>
                  <a:pt x="252203" y="107293"/>
                  <a:pt x="250991" y="104264"/>
                  <a:pt x="248557" y="101807"/>
                </a:cubicBezTo>
                <a:cubicBezTo>
                  <a:pt x="246122" y="99338"/>
                  <a:pt x="243093" y="98104"/>
                  <a:pt x="239481" y="98104"/>
                </a:cubicBezTo>
                <a:lnTo>
                  <a:pt x="202071" y="98104"/>
                </a:lnTo>
                <a:cubicBezTo>
                  <a:pt x="198402" y="98104"/>
                  <a:pt x="195362" y="99327"/>
                  <a:pt x="192961" y="101761"/>
                </a:cubicBezTo>
                <a:cubicBezTo>
                  <a:pt x="190550" y="104196"/>
                  <a:pt x="189338" y="107248"/>
                  <a:pt x="189338" y="110917"/>
                </a:cubicBezTo>
                <a:cubicBezTo>
                  <a:pt x="189338" y="114586"/>
                  <a:pt x="190550" y="117615"/>
                  <a:pt x="192961" y="119992"/>
                </a:cubicBezTo>
                <a:cubicBezTo>
                  <a:pt x="195362" y="122381"/>
                  <a:pt x="198368" y="123570"/>
                  <a:pt x="201957" y="123570"/>
                </a:cubicBezTo>
                <a:close/>
                <a:moveTo>
                  <a:pt x="72020" y="119329"/>
                </a:moveTo>
                <a:cubicBezTo>
                  <a:pt x="68226" y="119329"/>
                  <a:pt x="65094" y="118072"/>
                  <a:pt x="62625" y="115557"/>
                </a:cubicBezTo>
                <a:cubicBezTo>
                  <a:pt x="60168" y="113043"/>
                  <a:pt x="58933" y="109934"/>
                  <a:pt x="58933" y="106242"/>
                </a:cubicBezTo>
                <a:cubicBezTo>
                  <a:pt x="58933" y="102550"/>
                  <a:pt x="60190" y="99441"/>
                  <a:pt x="62705" y="96926"/>
                </a:cubicBezTo>
                <a:cubicBezTo>
                  <a:pt x="65220" y="94412"/>
                  <a:pt x="68306" y="93155"/>
                  <a:pt x="71940" y="93155"/>
                </a:cubicBezTo>
                <a:lnTo>
                  <a:pt x="107739" y="93155"/>
                </a:lnTo>
                <a:cubicBezTo>
                  <a:pt x="111454" y="93155"/>
                  <a:pt x="114574" y="94400"/>
                  <a:pt x="117089" y="96892"/>
                </a:cubicBezTo>
                <a:cubicBezTo>
                  <a:pt x="119569" y="99384"/>
                  <a:pt x="120815" y="102504"/>
                  <a:pt x="120815" y="106276"/>
                </a:cubicBezTo>
                <a:cubicBezTo>
                  <a:pt x="120815" y="110048"/>
                  <a:pt x="119558" y="113168"/>
                  <a:pt x="117043" y="115637"/>
                </a:cubicBezTo>
                <a:cubicBezTo>
                  <a:pt x="114529" y="118095"/>
                  <a:pt x="111420" y="119329"/>
                  <a:pt x="107693" y="119329"/>
                </a:cubicBezTo>
                <a:lnTo>
                  <a:pt x="72020" y="119329"/>
                </a:lnTo>
                <a:close/>
                <a:moveTo>
                  <a:pt x="166158" y="179954"/>
                </a:moveTo>
                <a:lnTo>
                  <a:pt x="166158" y="70729"/>
                </a:lnTo>
                <a:lnTo>
                  <a:pt x="166158" y="179988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圖說"/>
          <p:cNvSpPr/>
          <p:nvPr/>
        </p:nvSpPr>
        <p:spPr>
          <a:xfrm>
            <a:off x="8290350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產線</a:t>
            </a:r>
            <a:endParaRPr lang="en-US" sz="950" dirty="0"/>
          </a:p>
        </p:txBody>
      </p:sp>
      <p:sp>
        <p:nvSpPr>
          <p:cNvPr id="30" name="圖示 晶圓"/>
          <p:cNvSpPr/>
          <p:nvPr/>
        </p:nvSpPr>
        <p:spPr>
          <a:xfrm>
            <a:off x="9164717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30839" y="334762"/>
                </a:moveTo>
                <a:cubicBezTo>
                  <a:pt x="60659" y="307021"/>
                  <a:pt x="20094" y="233321"/>
                  <a:pt x="34210" y="159197"/>
                </a:cubicBezTo>
                <a:cubicBezTo>
                  <a:pt x="48326" y="85062"/>
                  <a:pt x="113134" y="31433"/>
                  <a:pt x="188595" y="31433"/>
                </a:cubicBezTo>
                <a:cubicBezTo>
                  <a:pt x="264056" y="31433"/>
                  <a:pt x="328864" y="85062"/>
                  <a:pt x="342980" y="159197"/>
                </a:cubicBezTo>
                <a:cubicBezTo>
                  <a:pt x="357096" y="233321"/>
                  <a:pt x="316531" y="307021"/>
                  <a:pt x="246351" y="334762"/>
                </a:cubicBezTo>
                <a:close/>
                <a:moveTo>
                  <a:pt x="240693" y="306473"/>
                </a:moveTo>
                <a:cubicBezTo>
                  <a:pt x="296414" y="281841"/>
                  <a:pt x="327275" y="221571"/>
                  <a:pt x="314691" y="161975"/>
                </a:cubicBezTo>
                <a:cubicBezTo>
                  <a:pt x="302106" y="102367"/>
                  <a:pt x="249505" y="59722"/>
                  <a:pt x="188595" y="59722"/>
                </a:cubicBezTo>
                <a:cubicBezTo>
                  <a:pt x="127685" y="59722"/>
                  <a:pt x="75084" y="102367"/>
                  <a:pt x="62499" y="161975"/>
                </a:cubicBezTo>
                <a:cubicBezTo>
                  <a:pt x="49915" y="221571"/>
                  <a:pt x="80776" y="281841"/>
                  <a:pt x="136497" y="306473"/>
                </a:cubicBezTo>
                <a:close/>
                <a:moveTo>
                  <a:pt x="129662" y="121798"/>
                </a:moveTo>
                <a:lnTo>
                  <a:pt x="168947" y="121798"/>
                </a:lnTo>
                <a:cubicBezTo>
                  <a:pt x="173290" y="121798"/>
                  <a:pt x="176811" y="125319"/>
                  <a:pt x="176811" y="129662"/>
                </a:cubicBezTo>
                <a:lnTo>
                  <a:pt x="176811" y="168947"/>
                </a:lnTo>
                <a:cubicBezTo>
                  <a:pt x="176811" y="173290"/>
                  <a:pt x="173290" y="176811"/>
                  <a:pt x="168947" y="176811"/>
                </a:cubicBezTo>
                <a:lnTo>
                  <a:pt x="129662" y="176811"/>
                </a:lnTo>
                <a:cubicBezTo>
                  <a:pt x="125319" y="176811"/>
                  <a:pt x="121798" y="173290"/>
                  <a:pt x="121798" y="168947"/>
                </a:cubicBezTo>
                <a:lnTo>
                  <a:pt x="121798" y="129662"/>
                </a:lnTo>
                <a:cubicBezTo>
                  <a:pt x="121798" y="125319"/>
                  <a:pt x="125319" y="121798"/>
                  <a:pt x="129662" y="121798"/>
                </a:cubicBezTo>
                <a:close/>
                <a:moveTo>
                  <a:pt x="208243" y="121798"/>
                </a:moveTo>
                <a:lnTo>
                  <a:pt x="247528" y="121798"/>
                </a:lnTo>
                <a:cubicBezTo>
                  <a:pt x="251871" y="121798"/>
                  <a:pt x="255392" y="125319"/>
                  <a:pt x="255392" y="129662"/>
                </a:cubicBezTo>
                <a:lnTo>
                  <a:pt x="255392" y="168947"/>
                </a:lnTo>
                <a:cubicBezTo>
                  <a:pt x="255392" y="173290"/>
                  <a:pt x="251871" y="176811"/>
                  <a:pt x="247528" y="176811"/>
                </a:cubicBezTo>
                <a:lnTo>
                  <a:pt x="208243" y="176811"/>
                </a:lnTo>
                <a:cubicBezTo>
                  <a:pt x="203900" y="176811"/>
                  <a:pt x="200379" y="173290"/>
                  <a:pt x="200379" y="168947"/>
                </a:cubicBezTo>
                <a:lnTo>
                  <a:pt x="200379" y="129662"/>
                </a:lnTo>
                <a:cubicBezTo>
                  <a:pt x="200379" y="125319"/>
                  <a:pt x="203900" y="121798"/>
                  <a:pt x="208243" y="121798"/>
                </a:cubicBezTo>
                <a:close/>
                <a:moveTo>
                  <a:pt x="129662" y="200379"/>
                </a:moveTo>
                <a:lnTo>
                  <a:pt x="168947" y="200379"/>
                </a:lnTo>
                <a:cubicBezTo>
                  <a:pt x="173290" y="200379"/>
                  <a:pt x="176811" y="203900"/>
                  <a:pt x="176811" y="208243"/>
                </a:cubicBezTo>
                <a:lnTo>
                  <a:pt x="176811" y="247528"/>
                </a:lnTo>
                <a:cubicBezTo>
                  <a:pt x="176811" y="251871"/>
                  <a:pt x="173290" y="255392"/>
                  <a:pt x="168947" y="255392"/>
                </a:cubicBezTo>
                <a:lnTo>
                  <a:pt x="129662" y="255392"/>
                </a:lnTo>
                <a:cubicBezTo>
                  <a:pt x="125319" y="255392"/>
                  <a:pt x="121798" y="251871"/>
                  <a:pt x="121798" y="247528"/>
                </a:cubicBezTo>
                <a:lnTo>
                  <a:pt x="121798" y="208243"/>
                </a:lnTo>
                <a:cubicBezTo>
                  <a:pt x="121798" y="203900"/>
                  <a:pt x="125319" y="200379"/>
                  <a:pt x="129662" y="200379"/>
                </a:cubicBezTo>
                <a:close/>
                <a:moveTo>
                  <a:pt x="208243" y="200379"/>
                </a:moveTo>
                <a:lnTo>
                  <a:pt x="247528" y="200379"/>
                </a:lnTo>
                <a:cubicBezTo>
                  <a:pt x="251871" y="200379"/>
                  <a:pt x="255392" y="203900"/>
                  <a:pt x="255392" y="208243"/>
                </a:cubicBezTo>
                <a:lnTo>
                  <a:pt x="255392" y="247528"/>
                </a:lnTo>
                <a:cubicBezTo>
                  <a:pt x="255392" y="251871"/>
                  <a:pt x="251871" y="255392"/>
                  <a:pt x="247528" y="255392"/>
                </a:cubicBezTo>
                <a:lnTo>
                  <a:pt x="208243" y="255392"/>
                </a:lnTo>
                <a:cubicBezTo>
                  <a:pt x="203900" y="255392"/>
                  <a:pt x="200379" y="251871"/>
                  <a:pt x="200379" y="247528"/>
                </a:cubicBezTo>
                <a:lnTo>
                  <a:pt x="200379" y="208243"/>
                </a:lnTo>
                <a:cubicBezTo>
                  <a:pt x="200379" y="203900"/>
                  <a:pt x="203900" y="200379"/>
                  <a:pt x="208243" y="200379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圖說"/>
          <p:cNvSpPr/>
          <p:nvPr/>
        </p:nvSpPr>
        <p:spPr>
          <a:xfrm>
            <a:off x="8983751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晶圓</a:t>
            </a:r>
            <a:endParaRPr lang="en-US" sz="950" dirty="0"/>
          </a:p>
        </p:txBody>
      </p:sp>
      <p:sp>
        <p:nvSpPr>
          <p:cNvPr id="32" name="圖示 晶片"/>
          <p:cNvSpPr/>
          <p:nvPr/>
        </p:nvSpPr>
        <p:spPr>
          <a:xfrm>
            <a:off x="9858118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48121" y="215661"/>
                </a:moveTo>
                <a:lnTo>
                  <a:pt x="148121" y="161883"/>
                </a:lnTo>
                <a:cubicBezTo>
                  <a:pt x="148121" y="158111"/>
                  <a:pt x="149413" y="154922"/>
                  <a:pt x="151973" y="152328"/>
                </a:cubicBezTo>
                <a:cubicBezTo>
                  <a:pt x="154545" y="149733"/>
                  <a:pt x="157723" y="148453"/>
                  <a:pt x="161529" y="148476"/>
                </a:cubicBezTo>
                <a:lnTo>
                  <a:pt x="215318" y="148476"/>
                </a:lnTo>
                <a:cubicBezTo>
                  <a:pt x="219090" y="148476"/>
                  <a:pt x="222268" y="149767"/>
                  <a:pt x="224862" y="152328"/>
                </a:cubicBezTo>
                <a:cubicBezTo>
                  <a:pt x="227457" y="154899"/>
                  <a:pt x="228737" y="158077"/>
                  <a:pt x="228714" y="161883"/>
                </a:cubicBezTo>
                <a:lnTo>
                  <a:pt x="228714" y="215661"/>
                </a:lnTo>
                <a:cubicBezTo>
                  <a:pt x="228714" y="219433"/>
                  <a:pt x="227423" y="222622"/>
                  <a:pt x="224862" y="225217"/>
                </a:cubicBezTo>
                <a:cubicBezTo>
                  <a:pt x="222291" y="227811"/>
                  <a:pt x="219102" y="229091"/>
                  <a:pt x="215273" y="229069"/>
                </a:cubicBezTo>
                <a:lnTo>
                  <a:pt x="161529" y="229069"/>
                </a:lnTo>
                <a:cubicBezTo>
                  <a:pt x="157757" y="229069"/>
                  <a:pt x="154568" y="227777"/>
                  <a:pt x="151973" y="225217"/>
                </a:cubicBezTo>
                <a:cubicBezTo>
                  <a:pt x="149379" y="222645"/>
                  <a:pt x="148099" y="219467"/>
                  <a:pt x="148121" y="215661"/>
                </a:cubicBezTo>
                <a:close/>
                <a:moveTo>
                  <a:pt x="171701" y="205489"/>
                </a:moveTo>
                <a:lnTo>
                  <a:pt x="205100" y="205489"/>
                </a:lnTo>
                <a:lnTo>
                  <a:pt x="205100" y="172090"/>
                </a:lnTo>
                <a:lnTo>
                  <a:pt x="171701" y="172090"/>
                </a:lnTo>
                <a:lnTo>
                  <a:pt x="171701" y="205489"/>
                </a:lnTo>
                <a:close/>
                <a:moveTo>
                  <a:pt x="139835" y="321126"/>
                </a:moveTo>
                <a:lnTo>
                  <a:pt x="139835" y="300963"/>
                </a:lnTo>
                <a:lnTo>
                  <a:pt x="102984" y="300963"/>
                </a:lnTo>
                <a:cubicBezTo>
                  <a:pt x="95749" y="300963"/>
                  <a:pt x="89474" y="298312"/>
                  <a:pt x="84159" y="292985"/>
                </a:cubicBezTo>
                <a:cubicBezTo>
                  <a:pt x="78844" y="287670"/>
                  <a:pt x="76181" y="281395"/>
                  <a:pt x="76181" y="274171"/>
                </a:cubicBezTo>
                <a:lnTo>
                  <a:pt x="76181" y="237321"/>
                </a:lnTo>
                <a:lnTo>
                  <a:pt x="55984" y="237321"/>
                </a:lnTo>
                <a:cubicBezTo>
                  <a:pt x="52475" y="237321"/>
                  <a:pt x="49538" y="236121"/>
                  <a:pt x="47149" y="233744"/>
                </a:cubicBezTo>
                <a:cubicBezTo>
                  <a:pt x="44794" y="231355"/>
                  <a:pt x="43617" y="228406"/>
                  <a:pt x="43617" y="224897"/>
                </a:cubicBezTo>
                <a:cubicBezTo>
                  <a:pt x="43617" y="221411"/>
                  <a:pt x="44806" y="218507"/>
                  <a:pt x="47183" y="216176"/>
                </a:cubicBezTo>
                <a:cubicBezTo>
                  <a:pt x="49572" y="213844"/>
                  <a:pt x="52521" y="212678"/>
                  <a:pt x="56030" y="212678"/>
                </a:cubicBezTo>
                <a:lnTo>
                  <a:pt x="76181" y="212678"/>
                </a:lnTo>
                <a:lnTo>
                  <a:pt x="76181" y="162820"/>
                </a:lnTo>
                <a:lnTo>
                  <a:pt x="56030" y="162820"/>
                </a:lnTo>
                <a:cubicBezTo>
                  <a:pt x="52521" y="162820"/>
                  <a:pt x="49572" y="161632"/>
                  <a:pt x="47183" y="159243"/>
                </a:cubicBezTo>
                <a:cubicBezTo>
                  <a:pt x="44806" y="156865"/>
                  <a:pt x="43617" y="153916"/>
                  <a:pt x="43617" y="150407"/>
                </a:cubicBezTo>
                <a:cubicBezTo>
                  <a:pt x="43617" y="146921"/>
                  <a:pt x="44806" y="144018"/>
                  <a:pt x="47183" y="141686"/>
                </a:cubicBezTo>
                <a:cubicBezTo>
                  <a:pt x="49572" y="139355"/>
                  <a:pt x="52521" y="138189"/>
                  <a:pt x="56030" y="138189"/>
                </a:cubicBezTo>
                <a:lnTo>
                  <a:pt x="76181" y="138189"/>
                </a:lnTo>
                <a:lnTo>
                  <a:pt x="76181" y="101327"/>
                </a:lnTo>
                <a:cubicBezTo>
                  <a:pt x="76181" y="94080"/>
                  <a:pt x="78844" y="87794"/>
                  <a:pt x="84159" y="82467"/>
                </a:cubicBezTo>
                <a:cubicBezTo>
                  <a:pt x="89474" y="77153"/>
                  <a:pt x="95749" y="74501"/>
                  <a:pt x="102984" y="74501"/>
                </a:cubicBezTo>
                <a:lnTo>
                  <a:pt x="139835" y="74501"/>
                </a:lnTo>
                <a:lnTo>
                  <a:pt x="139835" y="55916"/>
                </a:lnTo>
                <a:cubicBezTo>
                  <a:pt x="139835" y="52429"/>
                  <a:pt x="141023" y="49503"/>
                  <a:pt x="143412" y="47149"/>
                </a:cubicBezTo>
                <a:cubicBezTo>
                  <a:pt x="145790" y="44794"/>
                  <a:pt x="148739" y="43617"/>
                  <a:pt x="152248" y="43617"/>
                </a:cubicBezTo>
                <a:cubicBezTo>
                  <a:pt x="155734" y="43617"/>
                  <a:pt x="158637" y="44794"/>
                  <a:pt x="160969" y="47149"/>
                </a:cubicBezTo>
                <a:cubicBezTo>
                  <a:pt x="163278" y="49503"/>
                  <a:pt x="164432" y="52429"/>
                  <a:pt x="164432" y="55916"/>
                </a:cubicBezTo>
                <a:lnTo>
                  <a:pt x="164432" y="74501"/>
                </a:lnTo>
                <a:lnTo>
                  <a:pt x="214290" y="74501"/>
                </a:lnTo>
                <a:lnTo>
                  <a:pt x="214290" y="55870"/>
                </a:lnTo>
                <a:cubicBezTo>
                  <a:pt x="214290" y="52384"/>
                  <a:pt x="215478" y="49469"/>
                  <a:pt x="217867" y="47114"/>
                </a:cubicBezTo>
                <a:cubicBezTo>
                  <a:pt x="220245" y="44748"/>
                  <a:pt x="223194" y="43571"/>
                  <a:pt x="226703" y="43571"/>
                </a:cubicBezTo>
                <a:cubicBezTo>
                  <a:pt x="230189" y="43571"/>
                  <a:pt x="233103" y="44748"/>
                  <a:pt x="235435" y="47114"/>
                </a:cubicBezTo>
                <a:cubicBezTo>
                  <a:pt x="237755" y="49469"/>
                  <a:pt x="238921" y="52384"/>
                  <a:pt x="238921" y="55870"/>
                </a:cubicBezTo>
                <a:lnTo>
                  <a:pt x="238921" y="74455"/>
                </a:lnTo>
                <a:lnTo>
                  <a:pt x="275783" y="74455"/>
                </a:lnTo>
                <a:cubicBezTo>
                  <a:pt x="283041" y="74455"/>
                  <a:pt x="289328" y="77118"/>
                  <a:pt x="294643" y="82433"/>
                </a:cubicBezTo>
                <a:cubicBezTo>
                  <a:pt x="299957" y="87748"/>
                  <a:pt x="302621" y="94035"/>
                  <a:pt x="302621" y="101293"/>
                </a:cubicBezTo>
                <a:lnTo>
                  <a:pt x="302621" y="138143"/>
                </a:lnTo>
                <a:lnTo>
                  <a:pt x="321206" y="138143"/>
                </a:lnTo>
                <a:cubicBezTo>
                  <a:pt x="324681" y="138143"/>
                  <a:pt x="327607" y="139320"/>
                  <a:pt x="329961" y="141686"/>
                </a:cubicBezTo>
                <a:cubicBezTo>
                  <a:pt x="332316" y="144041"/>
                  <a:pt x="333505" y="146956"/>
                  <a:pt x="333505" y="150442"/>
                </a:cubicBezTo>
                <a:cubicBezTo>
                  <a:pt x="333505" y="153928"/>
                  <a:pt x="332316" y="156842"/>
                  <a:pt x="329961" y="159208"/>
                </a:cubicBezTo>
                <a:cubicBezTo>
                  <a:pt x="327607" y="161563"/>
                  <a:pt x="324681" y="162740"/>
                  <a:pt x="321206" y="162740"/>
                </a:cubicBezTo>
                <a:lnTo>
                  <a:pt x="302621" y="162740"/>
                </a:lnTo>
                <a:lnTo>
                  <a:pt x="302621" y="212598"/>
                </a:lnTo>
                <a:lnTo>
                  <a:pt x="321240" y="212598"/>
                </a:lnTo>
                <a:cubicBezTo>
                  <a:pt x="324726" y="212598"/>
                  <a:pt x="327641" y="213775"/>
                  <a:pt x="330007" y="216141"/>
                </a:cubicBezTo>
                <a:cubicBezTo>
                  <a:pt x="332362" y="218496"/>
                  <a:pt x="333539" y="221411"/>
                  <a:pt x="333539" y="224897"/>
                </a:cubicBezTo>
                <a:cubicBezTo>
                  <a:pt x="333539" y="228383"/>
                  <a:pt x="332362" y="231309"/>
                  <a:pt x="330007" y="233663"/>
                </a:cubicBezTo>
                <a:cubicBezTo>
                  <a:pt x="327641" y="236018"/>
                  <a:pt x="324726" y="237195"/>
                  <a:pt x="321240" y="237195"/>
                </a:cubicBezTo>
                <a:lnTo>
                  <a:pt x="302655" y="237195"/>
                </a:lnTo>
                <a:lnTo>
                  <a:pt x="302655" y="274057"/>
                </a:lnTo>
                <a:cubicBezTo>
                  <a:pt x="302655" y="281281"/>
                  <a:pt x="299992" y="287556"/>
                  <a:pt x="294677" y="292871"/>
                </a:cubicBezTo>
                <a:cubicBezTo>
                  <a:pt x="289362" y="298186"/>
                  <a:pt x="283075" y="300849"/>
                  <a:pt x="275817" y="300849"/>
                </a:cubicBezTo>
                <a:lnTo>
                  <a:pt x="238967" y="300849"/>
                </a:lnTo>
                <a:lnTo>
                  <a:pt x="238967" y="321046"/>
                </a:lnTo>
                <a:cubicBezTo>
                  <a:pt x="238967" y="324555"/>
                  <a:pt x="237790" y="327504"/>
                  <a:pt x="235435" y="329881"/>
                </a:cubicBezTo>
                <a:cubicBezTo>
                  <a:pt x="233069" y="332247"/>
                  <a:pt x="230154" y="333425"/>
                  <a:pt x="226668" y="333425"/>
                </a:cubicBezTo>
                <a:cubicBezTo>
                  <a:pt x="223182" y="333425"/>
                  <a:pt x="220268" y="332224"/>
                  <a:pt x="217902" y="329847"/>
                </a:cubicBezTo>
                <a:cubicBezTo>
                  <a:pt x="215547" y="327458"/>
                  <a:pt x="214370" y="324509"/>
                  <a:pt x="214370" y="321000"/>
                </a:cubicBezTo>
                <a:lnTo>
                  <a:pt x="214370" y="300849"/>
                </a:lnTo>
                <a:lnTo>
                  <a:pt x="164466" y="300849"/>
                </a:lnTo>
                <a:lnTo>
                  <a:pt x="164466" y="321000"/>
                </a:lnTo>
                <a:cubicBezTo>
                  <a:pt x="164466" y="324509"/>
                  <a:pt x="163289" y="327458"/>
                  <a:pt x="160934" y="329847"/>
                </a:cubicBezTo>
                <a:cubicBezTo>
                  <a:pt x="158580" y="332224"/>
                  <a:pt x="155654" y="333425"/>
                  <a:pt x="152168" y="333425"/>
                </a:cubicBezTo>
                <a:cubicBezTo>
                  <a:pt x="148693" y="333425"/>
                  <a:pt x="145767" y="332224"/>
                  <a:pt x="143412" y="329847"/>
                </a:cubicBezTo>
                <a:cubicBezTo>
                  <a:pt x="141058" y="327458"/>
                  <a:pt x="139880" y="324509"/>
                  <a:pt x="139880" y="321000"/>
                </a:cubicBezTo>
                <a:close/>
                <a:moveTo>
                  <a:pt x="275737" y="274206"/>
                </a:moveTo>
                <a:lnTo>
                  <a:pt x="275737" y="101453"/>
                </a:lnTo>
                <a:lnTo>
                  <a:pt x="102984" y="101453"/>
                </a:lnTo>
                <a:lnTo>
                  <a:pt x="102984" y="274206"/>
                </a:lnTo>
                <a:lnTo>
                  <a:pt x="275737" y="274206"/>
                </a:ln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圖說"/>
          <p:cNvSpPr/>
          <p:nvPr/>
        </p:nvSpPr>
        <p:spPr>
          <a:xfrm>
            <a:off x="9677152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晶片</a:t>
            </a:r>
            <a:endParaRPr lang="en-US" sz="950" dirty="0"/>
          </a:p>
        </p:txBody>
      </p:sp>
      <p:sp>
        <p:nvSpPr>
          <p:cNvPr id="34" name="圖示 電路板"/>
          <p:cNvSpPr/>
          <p:nvPr/>
        </p:nvSpPr>
        <p:spPr>
          <a:xfrm>
            <a:off x="10551519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59333" y="332396"/>
                </a:moveTo>
                <a:cubicBezTo>
                  <a:pt x="52075" y="332396"/>
                  <a:pt x="45789" y="329744"/>
                  <a:pt x="40474" y="324418"/>
                </a:cubicBezTo>
                <a:cubicBezTo>
                  <a:pt x="35147" y="319103"/>
                  <a:pt x="32495" y="312828"/>
                  <a:pt x="32495" y="305604"/>
                </a:cubicBezTo>
                <a:lnTo>
                  <a:pt x="32495" y="71552"/>
                </a:lnTo>
                <a:cubicBezTo>
                  <a:pt x="32495" y="64294"/>
                  <a:pt x="35147" y="58007"/>
                  <a:pt x="40474" y="52692"/>
                </a:cubicBezTo>
                <a:cubicBezTo>
                  <a:pt x="45789" y="47366"/>
                  <a:pt x="52075" y="44714"/>
                  <a:pt x="59333" y="44714"/>
                </a:cubicBezTo>
                <a:lnTo>
                  <a:pt x="293305" y="44714"/>
                </a:lnTo>
                <a:cubicBezTo>
                  <a:pt x="300563" y="44714"/>
                  <a:pt x="306850" y="47366"/>
                  <a:pt x="312165" y="52692"/>
                </a:cubicBezTo>
                <a:cubicBezTo>
                  <a:pt x="317480" y="58007"/>
                  <a:pt x="320143" y="64294"/>
                  <a:pt x="320143" y="71552"/>
                </a:cubicBezTo>
                <a:lnTo>
                  <a:pt x="320143" y="94332"/>
                </a:lnTo>
                <a:lnTo>
                  <a:pt x="332476" y="94332"/>
                </a:lnTo>
                <a:cubicBezTo>
                  <a:pt x="335962" y="94332"/>
                  <a:pt x="338865" y="95521"/>
                  <a:pt x="341197" y="97875"/>
                </a:cubicBezTo>
                <a:cubicBezTo>
                  <a:pt x="343552" y="100230"/>
                  <a:pt x="344740" y="103156"/>
                  <a:pt x="344740" y="106630"/>
                </a:cubicBezTo>
                <a:cubicBezTo>
                  <a:pt x="344740" y="110117"/>
                  <a:pt x="343552" y="113043"/>
                  <a:pt x="341197" y="115397"/>
                </a:cubicBezTo>
                <a:cubicBezTo>
                  <a:pt x="338842" y="117752"/>
                  <a:pt x="335939" y="118929"/>
                  <a:pt x="332476" y="118929"/>
                </a:cubicBezTo>
                <a:lnTo>
                  <a:pt x="320143" y="118929"/>
                </a:lnTo>
                <a:lnTo>
                  <a:pt x="320143" y="176262"/>
                </a:lnTo>
                <a:lnTo>
                  <a:pt x="332476" y="176262"/>
                </a:lnTo>
                <a:cubicBezTo>
                  <a:pt x="335962" y="176262"/>
                  <a:pt x="338877" y="177439"/>
                  <a:pt x="341243" y="179794"/>
                </a:cubicBezTo>
                <a:cubicBezTo>
                  <a:pt x="343597" y="182148"/>
                  <a:pt x="344775" y="185109"/>
                  <a:pt x="344775" y="188675"/>
                </a:cubicBezTo>
                <a:cubicBezTo>
                  <a:pt x="344775" y="192207"/>
                  <a:pt x="343586" y="195144"/>
                  <a:pt x="341197" y="197476"/>
                </a:cubicBezTo>
                <a:cubicBezTo>
                  <a:pt x="338819" y="199785"/>
                  <a:pt x="335882" y="200928"/>
                  <a:pt x="332396" y="200928"/>
                </a:cubicBezTo>
                <a:lnTo>
                  <a:pt x="320143" y="200928"/>
                </a:lnTo>
                <a:lnTo>
                  <a:pt x="320143" y="258261"/>
                </a:lnTo>
                <a:lnTo>
                  <a:pt x="332556" y="258261"/>
                </a:lnTo>
                <a:cubicBezTo>
                  <a:pt x="336042" y="258261"/>
                  <a:pt x="338945" y="259438"/>
                  <a:pt x="341277" y="261793"/>
                </a:cubicBezTo>
                <a:cubicBezTo>
                  <a:pt x="343609" y="264147"/>
                  <a:pt x="344775" y="267073"/>
                  <a:pt x="344775" y="270560"/>
                </a:cubicBezTo>
                <a:cubicBezTo>
                  <a:pt x="344775" y="274034"/>
                  <a:pt x="343597" y="276972"/>
                  <a:pt x="341243" y="279361"/>
                </a:cubicBezTo>
                <a:cubicBezTo>
                  <a:pt x="338877" y="281738"/>
                  <a:pt x="335973" y="282927"/>
                  <a:pt x="332522" y="282927"/>
                </a:cubicBezTo>
                <a:lnTo>
                  <a:pt x="320177" y="282927"/>
                </a:lnTo>
                <a:lnTo>
                  <a:pt x="320177" y="305604"/>
                </a:lnTo>
                <a:cubicBezTo>
                  <a:pt x="320177" y="312828"/>
                  <a:pt x="317525" y="319103"/>
                  <a:pt x="312199" y="324418"/>
                </a:cubicBezTo>
                <a:cubicBezTo>
                  <a:pt x="306884" y="329744"/>
                  <a:pt x="300598" y="332396"/>
                  <a:pt x="293340" y="332396"/>
                </a:cubicBezTo>
                <a:lnTo>
                  <a:pt x="59333" y="332396"/>
                </a:lnTo>
                <a:close/>
                <a:moveTo>
                  <a:pt x="59333" y="305638"/>
                </a:moveTo>
                <a:lnTo>
                  <a:pt x="293305" y="305638"/>
                </a:lnTo>
                <a:lnTo>
                  <a:pt x="293305" y="71586"/>
                </a:lnTo>
                <a:lnTo>
                  <a:pt x="59333" y="71586"/>
                </a:lnTo>
                <a:lnTo>
                  <a:pt x="59333" y="305638"/>
                </a:lnTo>
                <a:close/>
                <a:moveTo>
                  <a:pt x="95315" y="282893"/>
                </a:moveTo>
                <a:lnTo>
                  <a:pt x="167964" y="282893"/>
                </a:lnTo>
                <a:cubicBezTo>
                  <a:pt x="171736" y="282893"/>
                  <a:pt x="174913" y="281612"/>
                  <a:pt x="177474" y="279041"/>
                </a:cubicBezTo>
                <a:cubicBezTo>
                  <a:pt x="180045" y="276480"/>
                  <a:pt x="181326" y="273291"/>
                  <a:pt x="181326" y="269497"/>
                </a:cubicBezTo>
                <a:lnTo>
                  <a:pt x="181326" y="217673"/>
                </a:lnTo>
                <a:cubicBezTo>
                  <a:pt x="181326" y="213901"/>
                  <a:pt x="180045" y="210712"/>
                  <a:pt x="177474" y="208117"/>
                </a:cubicBezTo>
                <a:cubicBezTo>
                  <a:pt x="174913" y="205557"/>
                  <a:pt x="171736" y="204277"/>
                  <a:pt x="167964" y="204277"/>
                </a:cubicBezTo>
                <a:lnTo>
                  <a:pt x="95315" y="204277"/>
                </a:lnTo>
                <a:cubicBezTo>
                  <a:pt x="91543" y="204277"/>
                  <a:pt x="88377" y="205557"/>
                  <a:pt x="85816" y="208117"/>
                </a:cubicBezTo>
                <a:cubicBezTo>
                  <a:pt x="83245" y="210689"/>
                  <a:pt x="81965" y="213867"/>
                  <a:pt x="81965" y="217673"/>
                </a:cubicBezTo>
                <a:lnTo>
                  <a:pt x="81965" y="269497"/>
                </a:lnTo>
                <a:cubicBezTo>
                  <a:pt x="81965" y="273268"/>
                  <a:pt x="83245" y="276446"/>
                  <a:pt x="85816" y="279041"/>
                </a:cubicBezTo>
                <a:cubicBezTo>
                  <a:pt x="88377" y="281635"/>
                  <a:pt x="91543" y="282915"/>
                  <a:pt x="95315" y="282893"/>
                </a:cubicBezTo>
                <a:close/>
                <a:moveTo>
                  <a:pt x="206117" y="150876"/>
                </a:moveTo>
                <a:lnTo>
                  <a:pt x="257506" y="150876"/>
                </a:lnTo>
                <a:cubicBezTo>
                  <a:pt x="261153" y="150876"/>
                  <a:pt x="264227" y="149619"/>
                  <a:pt x="266742" y="147104"/>
                </a:cubicBezTo>
                <a:cubicBezTo>
                  <a:pt x="269257" y="144590"/>
                  <a:pt x="270514" y="141515"/>
                  <a:pt x="270514" y="137869"/>
                </a:cubicBezTo>
                <a:lnTo>
                  <a:pt x="270514" y="107693"/>
                </a:lnTo>
                <a:cubicBezTo>
                  <a:pt x="270514" y="103922"/>
                  <a:pt x="269234" y="100744"/>
                  <a:pt x="266662" y="98149"/>
                </a:cubicBezTo>
                <a:cubicBezTo>
                  <a:pt x="264102" y="95578"/>
                  <a:pt x="260924" y="94298"/>
                  <a:pt x="257152" y="94298"/>
                </a:cubicBezTo>
                <a:lnTo>
                  <a:pt x="206517" y="94298"/>
                </a:lnTo>
                <a:cubicBezTo>
                  <a:pt x="202745" y="94298"/>
                  <a:pt x="199568" y="95578"/>
                  <a:pt x="197007" y="98149"/>
                </a:cubicBezTo>
                <a:cubicBezTo>
                  <a:pt x="194436" y="100710"/>
                  <a:pt x="193156" y="103899"/>
                  <a:pt x="193156" y="107693"/>
                </a:cubicBezTo>
                <a:lnTo>
                  <a:pt x="193156" y="137869"/>
                </a:lnTo>
                <a:cubicBezTo>
                  <a:pt x="193156" y="141515"/>
                  <a:pt x="194413" y="144590"/>
                  <a:pt x="196927" y="147104"/>
                </a:cubicBezTo>
                <a:cubicBezTo>
                  <a:pt x="199442" y="149619"/>
                  <a:pt x="202517" y="150876"/>
                  <a:pt x="206163" y="150876"/>
                </a:cubicBezTo>
                <a:close/>
                <a:moveTo>
                  <a:pt x="95315" y="192527"/>
                </a:moveTo>
                <a:lnTo>
                  <a:pt x="167964" y="192527"/>
                </a:lnTo>
                <a:cubicBezTo>
                  <a:pt x="171736" y="192527"/>
                  <a:pt x="174913" y="191235"/>
                  <a:pt x="177474" y="188675"/>
                </a:cubicBezTo>
                <a:cubicBezTo>
                  <a:pt x="180045" y="186103"/>
                  <a:pt x="181326" y="182926"/>
                  <a:pt x="181326" y="179131"/>
                </a:cubicBezTo>
                <a:lnTo>
                  <a:pt x="181326" y="107659"/>
                </a:lnTo>
                <a:cubicBezTo>
                  <a:pt x="181326" y="103887"/>
                  <a:pt x="180045" y="100698"/>
                  <a:pt x="177474" y="98104"/>
                </a:cubicBezTo>
                <a:cubicBezTo>
                  <a:pt x="174913" y="95543"/>
                  <a:pt x="171736" y="94263"/>
                  <a:pt x="167964" y="94263"/>
                </a:cubicBezTo>
                <a:lnTo>
                  <a:pt x="95315" y="94263"/>
                </a:lnTo>
                <a:cubicBezTo>
                  <a:pt x="91543" y="94263"/>
                  <a:pt x="88377" y="95543"/>
                  <a:pt x="85816" y="98104"/>
                </a:cubicBezTo>
                <a:cubicBezTo>
                  <a:pt x="83245" y="100675"/>
                  <a:pt x="81965" y="103853"/>
                  <a:pt x="81965" y="107659"/>
                </a:cubicBezTo>
                <a:lnTo>
                  <a:pt x="81965" y="179131"/>
                </a:lnTo>
                <a:cubicBezTo>
                  <a:pt x="81965" y="182903"/>
                  <a:pt x="83245" y="186080"/>
                  <a:pt x="85816" y="188675"/>
                </a:cubicBezTo>
                <a:cubicBezTo>
                  <a:pt x="88377" y="191270"/>
                  <a:pt x="91543" y="192550"/>
                  <a:pt x="95315" y="192527"/>
                </a:cubicBezTo>
                <a:close/>
                <a:moveTo>
                  <a:pt x="206517" y="282893"/>
                </a:moveTo>
                <a:lnTo>
                  <a:pt x="257152" y="282893"/>
                </a:lnTo>
                <a:cubicBezTo>
                  <a:pt x="260924" y="282893"/>
                  <a:pt x="264102" y="281612"/>
                  <a:pt x="266662" y="279041"/>
                </a:cubicBezTo>
                <a:cubicBezTo>
                  <a:pt x="269234" y="276480"/>
                  <a:pt x="270514" y="273291"/>
                  <a:pt x="270514" y="269497"/>
                </a:cubicBezTo>
                <a:lnTo>
                  <a:pt x="270514" y="176022"/>
                </a:lnTo>
                <a:cubicBezTo>
                  <a:pt x="270514" y="172250"/>
                  <a:pt x="269234" y="169073"/>
                  <a:pt x="266662" y="166478"/>
                </a:cubicBezTo>
                <a:cubicBezTo>
                  <a:pt x="264102" y="163906"/>
                  <a:pt x="260924" y="162626"/>
                  <a:pt x="257152" y="162626"/>
                </a:cubicBezTo>
                <a:lnTo>
                  <a:pt x="206517" y="162626"/>
                </a:lnTo>
                <a:cubicBezTo>
                  <a:pt x="202745" y="162626"/>
                  <a:pt x="199568" y="163906"/>
                  <a:pt x="197007" y="166478"/>
                </a:cubicBezTo>
                <a:cubicBezTo>
                  <a:pt x="194436" y="169038"/>
                  <a:pt x="193156" y="172227"/>
                  <a:pt x="193156" y="176022"/>
                </a:cubicBezTo>
                <a:lnTo>
                  <a:pt x="193156" y="269497"/>
                </a:lnTo>
                <a:cubicBezTo>
                  <a:pt x="193156" y="273268"/>
                  <a:pt x="194436" y="276446"/>
                  <a:pt x="197007" y="279041"/>
                </a:cubicBezTo>
                <a:cubicBezTo>
                  <a:pt x="199568" y="281635"/>
                  <a:pt x="202745" y="282915"/>
                  <a:pt x="206517" y="282893"/>
                </a:cubicBezTo>
                <a:close/>
                <a:moveTo>
                  <a:pt x="59333" y="71552"/>
                </a:moveTo>
                <a:lnTo>
                  <a:pt x="59333" y="305604"/>
                </a:lnTo>
                <a:lnTo>
                  <a:pt x="59333" y="71552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圖說"/>
          <p:cNvSpPr/>
          <p:nvPr/>
        </p:nvSpPr>
        <p:spPr>
          <a:xfrm>
            <a:off x="10370553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電路板</a:t>
            </a:r>
            <a:endParaRPr lang="en-US" sz="950" dirty="0"/>
          </a:p>
        </p:txBody>
      </p:sp>
      <p:sp>
        <p:nvSpPr>
          <p:cNvPr id="36" name="圖示 檢測"/>
          <p:cNvSpPr/>
          <p:nvPr/>
        </p:nvSpPr>
        <p:spPr>
          <a:xfrm>
            <a:off x="11244920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203134" y="203054"/>
                </a:moveTo>
                <a:cubicBezTo>
                  <a:pt x="210575" y="195613"/>
                  <a:pt x="214290" y="186538"/>
                  <a:pt x="214290" y="175828"/>
                </a:cubicBezTo>
                <a:cubicBezTo>
                  <a:pt x="214290" y="165118"/>
                  <a:pt x="210575" y="156054"/>
                  <a:pt x="203134" y="148636"/>
                </a:cubicBezTo>
                <a:cubicBezTo>
                  <a:pt x="195716" y="141229"/>
                  <a:pt x="186640" y="137514"/>
                  <a:pt x="175908" y="137514"/>
                </a:cubicBezTo>
                <a:cubicBezTo>
                  <a:pt x="165163" y="137514"/>
                  <a:pt x="156077" y="141195"/>
                  <a:pt x="148636" y="148556"/>
                </a:cubicBezTo>
                <a:cubicBezTo>
                  <a:pt x="141229" y="155917"/>
                  <a:pt x="137514" y="164969"/>
                  <a:pt x="137514" y="175713"/>
                </a:cubicBezTo>
                <a:cubicBezTo>
                  <a:pt x="137514" y="186423"/>
                  <a:pt x="141229" y="195522"/>
                  <a:pt x="148636" y="203020"/>
                </a:cubicBezTo>
                <a:cubicBezTo>
                  <a:pt x="156054" y="210506"/>
                  <a:pt x="165129" y="214255"/>
                  <a:pt x="175862" y="214255"/>
                </a:cubicBezTo>
                <a:cubicBezTo>
                  <a:pt x="186629" y="214255"/>
                  <a:pt x="195727" y="210529"/>
                  <a:pt x="203168" y="203088"/>
                </a:cubicBezTo>
                <a:close/>
                <a:moveTo>
                  <a:pt x="176102" y="239676"/>
                </a:moveTo>
                <a:cubicBezTo>
                  <a:pt x="158340" y="239676"/>
                  <a:pt x="143241" y="233423"/>
                  <a:pt x="130793" y="220930"/>
                </a:cubicBezTo>
                <a:cubicBezTo>
                  <a:pt x="118358" y="208437"/>
                  <a:pt x="112140" y="193373"/>
                  <a:pt x="112140" y="175748"/>
                </a:cubicBezTo>
                <a:cubicBezTo>
                  <a:pt x="112140" y="158248"/>
                  <a:pt x="118369" y="143264"/>
                  <a:pt x="130839" y="130793"/>
                </a:cubicBezTo>
                <a:cubicBezTo>
                  <a:pt x="143309" y="118335"/>
                  <a:pt x="158328" y="112094"/>
                  <a:pt x="175908" y="112094"/>
                </a:cubicBezTo>
                <a:cubicBezTo>
                  <a:pt x="193476" y="112094"/>
                  <a:pt x="208506" y="118335"/>
                  <a:pt x="220976" y="130793"/>
                </a:cubicBezTo>
                <a:cubicBezTo>
                  <a:pt x="233435" y="143241"/>
                  <a:pt x="239676" y="158294"/>
                  <a:pt x="239676" y="175942"/>
                </a:cubicBezTo>
                <a:cubicBezTo>
                  <a:pt x="239676" y="181577"/>
                  <a:pt x="238716" y="187338"/>
                  <a:pt x="236807" y="193236"/>
                </a:cubicBezTo>
                <a:cubicBezTo>
                  <a:pt x="234898" y="199122"/>
                  <a:pt x="232143" y="204974"/>
                  <a:pt x="228554" y="210792"/>
                </a:cubicBezTo>
                <a:lnTo>
                  <a:pt x="260535" y="242773"/>
                </a:lnTo>
                <a:cubicBezTo>
                  <a:pt x="263073" y="245322"/>
                  <a:pt x="264284" y="248294"/>
                  <a:pt x="264147" y="251700"/>
                </a:cubicBezTo>
                <a:cubicBezTo>
                  <a:pt x="264022" y="255106"/>
                  <a:pt x="262707" y="258089"/>
                  <a:pt x="260227" y="260650"/>
                </a:cubicBezTo>
                <a:cubicBezTo>
                  <a:pt x="257655" y="263164"/>
                  <a:pt x="254672" y="264399"/>
                  <a:pt x="251266" y="264353"/>
                </a:cubicBezTo>
                <a:cubicBezTo>
                  <a:pt x="247837" y="264319"/>
                  <a:pt x="244842" y="263039"/>
                  <a:pt x="242305" y="260501"/>
                </a:cubicBezTo>
                <a:lnTo>
                  <a:pt x="210712" y="229023"/>
                </a:lnTo>
                <a:cubicBezTo>
                  <a:pt x="204906" y="232509"/>
                  <a:pt x="199076" y="235149"/>
                  <a:pt x="193236" y="236967"/>
                </a:cubicBezTo>
                <a:cubicBezTo>
                  <a:pt x="187418" y="238773"/>
                  <a:pt x="181691" y="239676"/>
                  <a:pt x="176056" y="239676"/>
                </a:cubicBezTo>
                <a:close/>
                <a:moveTo>
                  <a:pt x="71586" y="332396"/>
                </a:moveTo>
                <a:cubicBezTo>
                  <a:pt x="64362" y="332396"/>
                  <a:pt x="58087" y="329744"/>
                  <a:pt x="52772" y="324418"/>
                </a:cubicBezTo>
                <a:cubicBezTo>
                  <a:pt x="47446" y="319103"/>
                  <a:pt x="44794" y="312828"/>
                  <a:pt x="44794" y="305604"/>
                </a:cubicBezTo>
                <a:lnTo>
                  <a:pt x="44794" y="252249"/>
                </a:lnTo>
                <a:cubicBezTo>
                  <a:pt x="44794" y="248477"/>
                  <a:pt x="46086" y="245288"/>
                  <a:pt x="48680" y="242693"/>
                </a:cubicBezTo>
                <a:cubicBezTo>
                  <a:pt x="51275" y="240110"/>
                  <a:pt x="54475" y="238818"/>
                  <a:pt x="58270" y="238853"/>
                </a:cubicBezTo>
                <a:cubicBezTo>
                  <a:pt x="62065" y="238853"/>
                  <a:pt x="65231" y="240133"/>
                  <a:pt x="67780" y="242693"/>
                </a:cubicBezTo>
                <a:cubicBezTo>
                  <a:pt x="70317" y="245265"/>
                  <a:pt x="71586" y="248442"/>
                  <a:pt x="71586" y="252249"/>
                </a:cubicBezTo>
                <a:lnTo>
                  <a:pt x="71586" y="305604"/>
                </a:lnTo>
                <a:lnTo>
                  <a:pt x="124941" y="305604"/>
                </a:lnTo>
                <a:cubicBezTo>
                  <a:pt x="128713" y="305604"/>
                  <a:pt x="131902" y="306896"/>
                  <a:pt x="134497" y="309490"/>
                </a:cubicBezTo>
                <a:cubicBezTo>
                  <a:pt x="137080" y="312085"/>
                  <a:pt x="138372" y="315285"/>
                  <a:pt x="138337" y="319080"/>
                </a:cubicBezTo>
                <a:cubicBezTo>
                  <a:pt x="138337" y="322875"/>
                  <a:pt x="137057" y="326052"/>
                  <a:pt x="134497" y="328590"/>
                </a:cubicBezTo>
                <a:cubicBezTo>
                  <a:pt x="131925" y="331127"/>
                  <a:pt x="128748" y="332396"/>
                  <a:pt x="124941" y="332396"/>
                </a:cubicBezTo>
                <a:lnTo>
                  <a:pt x="71586" y="332396"/>
                </a:lnTo>
                <a:close/>
                <a:moveTo>
                  <a:pt x="305638" y="332396"/>
                </a:moveTo>
                <a:lnTo>
                  <a:pt x="252283" y="332396"/>
                </a:lnTo>
                <a:cubicBezTo>
                  <a:pt x="248511" y="332396"/>
                  <a:pt x="245334" y="331104"/>
                  <a:pt x="242739" y="328510"/>
                </a:cubicBezTo>
                <a:cubicBezTo>
                  <a:pt x="240144" y="325915"/>
                  <a:pt x="238864" y="322715"/>
                  <a:pt x="238887" y="318920"/>
                </a:cubicBezTo>
                <a:cubicBezTo>
                  <a:pt x="238887" y="315125"/>
                  <a:pt x="240167" y="311959"/>
                  <a:pt x="242739" y="309410"/>
                </a:cubicBezTo>
                <a:cubicBezTo>
                  <a:pt x="245299" y="306873"/>
                  <a:pt x="248488" y="305604"/>
                  <a:pt x="252283" y="305604"/>
                </a:cubicBezTo>
                <a:lnTo>
                  <a:pt x="305638" y="305604"/>
                </a:lnTo>
                <a:lnTo>
                  <a:pt x="305638" y="252249"/>
                </a:lnTo>
                <a:cubicBezTo>
                  <a:pt x="305638" y="248477"/>
                  <a:pt x="306941" y="245288"/>
                  <a:pt x="309536" y="242693"/>
                </a:cubicBezTo>
                <a:cubicBezTo>
                  <a:pt x="312130" y="240110"/>
                  <a:pt x="315319" y="238818"/>
                  <a:pt x="319114" y="238853"/>
                </a:cubicBezTo>
                <a:cubicBezTo>
                  <a:pt x="322920" y="238853"/>
                  <a:pt x="326098" y="240133"/>
                  <a:pt x="328670" y="242693"/>
                </a:cubicBezTo>
                <a:cubicBezTo>
                  <a:pt x="331230" y="245265"/>
                  <a:pt x="332522" y="248442"/>
                  <a:pt x="332522" y="252249"/>
                </a:cubicBezTo>
                <a:lnTo>
                  <a:pt x="332522" y="305604"/>
                </a:lnTo>
                <a:cubicBezTo>
                  <a:pt x="332522" y="312828"/>
                  <a:pt x="329858" y="319103"/>
                  <a:pt x="324543" y="324418"/>
                </a:cubicBezTo>
                <a:cubicBezTo>
                  <a:pt x="319228" y="329744"/>
                  <a:pt x="312942" y="332396"/>
                  <a:pt x="305684" y="332396"/>
                </a:cubicBezTo>
                <a:close/>
                <a:moveTo>
                  <a:pt x="44794" y="124907"/>
                </a:moveTo>
                <a:lnTo>
                  <a:pt x="44794" y="71552"/>
                </a:lnTo>
                <a:cubicBezTo>
                  <a:pt x="44794" y="64294"/>
                  <a:pt x="47446" y="58007"/>
                  <a:pt x="52772" y="52692"/>
                </a:cubicBezTo>
                <a:cubicBezTo>
                  <a:pt x="58087" y="47366"/>
                  <a:pt x="64362" y="44714"/>
                  <a:pt x="71586" y="44714"/>
                </a:cubicBezTo>
                <a:lnTo>
                  <a:pt x="124941" y="44714"/>
                </a:lnTo>
                <a:cubicBezTo>
                  <a:pt x="128713" y="44714"/>
                  <a:pt x="131902" y="46017"/>
                  <a:pt x="134497" y="48646"/>
                </a:cubicBezTo>
                <a:cubicBezTo>
                  <a:pt x="137057" y="51264"/>
                  <a:pt x="138337" y="54475"/>
                  <a:pt x="138337" y="58270"/>
                </a:cubicBezTo>
                <a:cubicBezTo>
                  <a:pt x="138337" y="62065"/>
                  <a:pt x="137057" y="65231"/>
                  <a:pt x="134497" y="67780"/>
                </a:cubicBezTo>
                <a:cubicBezTo>
                  <a:pt x="131925" y="70317"/>
                  <a:pt x="128748" y="71586"/>
                  <a:pt x="124941" y="71586"/>
                </a:cubicBezTo>
                <a:lnTo>
                  <a:pt x="71586" y="71586"/>
                </a:lnTo>
                <a:lnTo>
                  <a:pt x="71586" y="124941"/>
                </a:lnTo>
                <a:cubicBezTo>
                  <a:pt x="71586" y="128713"/>
                  <a:pt x="70295" y="131902"/>
                  <a:pt x="67700" y="134497"/>
                </a:cubicBezTo>
                <a:cubicBezTo>
                  <a:pt x="65105" y="137080"/>
                  <a:pt x="61905" y="138360"/>
                  <a:pt x="58110" y="138303"/>
                </a:cubicBezTo>
                <a:cubicBezTo>
                  <a:pt x="54315" y="138303"/>
                  <a:pt x="51138" y="137023"/>
                  <a:pt x="48600" y="134451"/>
                </a:cubicBezTo>
                <a:cubicBezTo>
                  <a:pt x="46063" y="131891"/>
                  <a:pt x="44794" y="128702"/>
                  <a:pt x="44794" y="124907"/>
                </a:cubicBezTo>
                <a:close/>
                <a:moveTo>
                  <a:pt x="305604" y="124907"/>
                </a:moveTo>
                <a:lnTo>
                  <a:pt x="305604" y="71552"/>
                </a:lnTo>
                <a:lnTo>
                  <a:pt x="252283" y="71552"/>
                </a:lnTo>
                <a:cubicBezTo>
                  <a:pt x="248511" y="71552"/>
                  <a:pt x="245334" y="70249"/>
                  <a:pt x="242739" y="67654"/>
                </a:cubicBezTo>
                <a:cubicBezTo>
                  <a:pt x="240144" y="65060"/>
                  <a:pt x="238864" y="61882"/>
                  <a:pt x="238887" y="58110"/>
                </a:cubicBezTo>
                <a:cubicBezTo>
                  <a:pt x="238887" y="54315"/>
                  <a:pt x="240167" y="51126"/>
                  <a:pt x="242739" y="48566"/>
                </a:cubicBezTo>
                <a:cubicBezTo>
                  <a:pt x="245299" y="45994"/>
                  <a:pt x="248488" y="44714"/>
                  <a:pt x="252283" y="44714"/>
                </a:cubicBezTo>
                <a:lnTo>
                  <a:pt x="305638" y="44714"/>
                </a:lnTo>
                <a:cubicBezTo>
                  <a:pt x="312896" y="44714"/>
                  <a:pt x="319183" y="47366"/>
                  <a:pt x="324498" y="52692"/>
                </a:cubicBezTo>
                <a:cubicBezTo>
                  <a:pt x="329824" y="58007"/>
                  <a:pt x="332476" y="64294"/>
                  <a:pt x="332476" y="71552"/>
                </a:cubicBezTo>
                <a:lnTo>
                  <a:pt x="332476" y="124907"/>
                </a:lnTo>
                <a:cubicBezTo>
                  <a:pt x="332476" y="128679"/>
                  <a:pt x="331173" y="131856"/>
                  <a:pt x="328544" y="134451"/>
                </a:cubicBezTo>
                <a:cubicBezTo>
                  <a:pt x="325926" y="137023"/>
                  <a:pt x="322715" y="138303"/>
                  <a:pt x="318920" y="138303"/>
                </a:cubicBezTo>
                <a:cubicBezTo>
                  <a:pt x="315125" y="138303"/>
                  <a:pt x="311959" y="137023"/>
                  <a:pt x="309410" y="134451"/>
                </a:cubicBezTo>
                <a:cubicBezTo>
                  <a:pt x="306873" y="131891"/>
                  <a:pt x="305604" y="128702"/>
                  <a:pt x="305604" y="124907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圖說"/>
          <p:cNvSpPr/>
          <p:nvPr/>
        </p:nvSpPr>
        <p:spPr>
          <a:xfrm>
            <a:off x="11063954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檢測</a:t>
            </a:r>
            <a:endParaRPr lang="en-US" sz="950" dirty="0"/>
          </a:p>
        </p:txBody>
      </p:sp>
      <p:sp>
        <p:nvSpPr>
          <p:cNvPr id="38" name="圖示 顯微分析"/>
          <p:cNvSpPr/>
          <p:nvPr/>
        </p:nvSpPr>
        <p:spPr>
          <a:xfrm>
            <a:off x="11938321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59288" y="305444"/>
                </a:moveTo>
                <a:lnTo>
                  <a:pt x="159288" y="266662"/>
                </a:lnTo>
                <a:lnTo>
                  <a:pt x="153391" y="266662"/>
                </a:lnTo>
                <a:cubicBezTo>
                  <a:pt x="132039" y="266399"/>
                  <a:pt x="114071" y="258855"/>
                  <a:pt x="99487" y="244030"/>
                </a:cubicBezTo>
                <a:cubicBezTo>
                  <a:pt x="84868" y="229183"/>
                  <a:pt x="77564" y="211112"/>
                  <a:pt x="77564" y="189818"/>
                </a:cubicBezTo>
                <a:cubicBezTo>
                  <a:pt x="77564" y="174045"/>
                  <a:pt x="82010" y="159666"/>
                  <a:pt x="90914" y="146670"/>
                </a:cubicBezTo>
                <a:cubicBezTo>
                  <a:pt x="99830" y="133708"/>
                  <a:pt x="111591" y="124450"/>
                  <a:pt x="126199" y="118895"/>
                </a:cubicBezTo>
                <a:cubicBezTo>
                  <a:pt x="127113" y="108368"/>
                  <a:pt x="131571" y="99670"/>
                  <a:pt x="139560" y="92800"/>
                </a:cubicBezTo>
                <a:cubicBezTo>
                  <a:pt x="147550" y="85942"/>
                  <a:pt x="156888" y="82650"/>
                  <a:pt x="167575" y="82948"/>
                </a:cubicBezTo>
                <a:lnTo>
                  <a:pt x="163803" y="72180"/>
                </a:lnTo>
                <a:cubicBezTo>
                  <a:pt x="162363" y="68797"/>
                  <a:pt x="162512" y="65551"/>
                  <a:pt x="164238" y="62431"/>
                </a:cubicBezTo>
                <a:cubicBezTo>
                  <a:pt x="165941" y="59345"/>
                  <a:pt x="168375" y="57059"/>
                  <a:pt x="171541" y="55596"/>
                </a:cubicBezTo>
                <a:lnTo>
                  <a:pt x="176571" y="53630"/>
                </a:lnTo>
                <a:lnTo>
                  <a:pt x="176182" y="52064"/>
                </a:lnTo>
                <a:cubicBezTo>
                  <a:pt x="174868" y="48497"/>
                  <a:pt x="175028" y="45000"/>
                  <a:pt x="176651" y="41571"/>
                </a:cubicBezTo>
                <a:cubicBezTo>
                  <a:pt x="178274" y="38142"/>
                  <a:pt x="181417" y="35547"/>
                  <a:pt x="186080" y="33787"/>
                </a:cubicBezTo>
                <a:cubicBezTo>
                  <a:pt x="189647" y="32427"/>
                  <a:pt x="193167" y="32484"/>
                  <a:pt x="196653" y="33947"/>
                </a:cubicBezTo>
                <a:cubicBezTo>
                  <a:pt x="200128" y="35410"/>
                  <a:pt x="202551" y="37982"/>
                  <a:pt x="203923" y="41651"/>
                </a:cubicBezTo>
                <a:lnTo>
                  <a:pt x="204700" y="43617"/>
                </a:lnTo>
                <a:lnTo>
                  <a:pt x="209420" y="42040"/>
                </a:lnTo>
                <a:cubicBezTo>
                  <a:pt x="212484" y="40942"/>
                  <a:pt x="215593" y="41068"/>
                  <a:pt x="218736" y="42440"/>
                </a:cubicBezTo>
                <a:cubicBezTo>
                  <a:pt x="221879" y="43800"/>
                  <a:pt x="224131" y="46051"/>
                  <a:pt x="225491" y="49195"/>
                </a:cubicBezTo>
                <a:lnTo>
                  <a:pt x="262501" y="145252"/>
                </a:lnTo>
                <a:cubicBezTo>
                  <a:pt x="263862" y="148716"/>
                  <a:pt x="263770" y="152042"/>
                  <a:pt x="262227" y="155242"/>
                </a:cubicBezTo>
                <a:cubicBezTo>
                  <a:pt x="260650" y="158431"/>
                  <a:pt x="258169" y="160683"/>
                  <a:pt x="254763" y="161997"/>
                </a:cubicBezTo>
                <a:lnTo>
                  <a:pt x="249380" y="163963"/>
                </a:lnTo>
                <a:lnTo>
                  <a:pt x="250168" y="165929"/>
                </a:lnTo>
                <a:cubicBezTo>
                  <a:pt x="251471" y="169587"/>
                  <a:pt x="251266" y="173119"/>
                  <a:pt x="249540" y="176491"/>
                </a:cubicBezTo>
                <a:cubicBezTo>
                  <a:pt x="247802" y="179874"/>
                  <a:pt x="244613" y="182377"/>
                  <a:pt x="239950" y="184000"/>
                </a:cubicBezTo>
                <a:cubicBezTo>
                  <a:pt x="236487" y="185360"/>
                  <a:pt x="233115" y="185246"/>
                  <a:pt x="229812" y="183646"/>
                </a:cubicBezTo>
                <a:cubicBezTo>
                  <a:pt x="226508" y="182046"/>
                  <a:pt x="224165" y="179542"/>
                  <a:pt x="222782" y="176136"/>
                </a:cubicBezTo>
                <a:lnTo>
                  <a:pt x="221993" y="173782"/>
                </a:lnTo>
                <a:lnTo>
                  <a:pt x="216096" y="175748"/>
                </a:lnTo>
                <a:cubicBezTo>
                  <a:pt x="212724" y="177188"/>
                  <a:pt x="209512" y="177199"/>
                  <a:pt x="206472" y="175782"/>
                </a:cubicBezTo>
                <a:cubicBezTo>
                  <a:pt x="203431" y="174376"/>
                  <a:pt x="201259" y="171976"/>
                  <a:pt x="199945" y="168592"/>
                </a:cubicBezTo>
                <a:lnTo>
                  <a:pt x="194447" y="154099"/>
                </a:lnTo>
                <a:cubicBezTo>
                  <a:pt x="190630" y="158180"/>
                  <a:pt x="186183" y="161129"/>
                  <a:pt x="181131" y="162935"/>
                </a:cubicBezTo>
                <a:cubicBezTo>
                  <a:pt x="176079" y="164741"/>
                  <a:pt x="170684" y="165575"/>
                  <a:pt x="164946" y="165415"/>
                </a:cubicBezTo>
                <a:cubicBezTo>
                  <a:pt x="157974" y="165255"/>
                  <a:pt x="151482" y="163243"/>
                  <a:pt x="145458" y="159368"/>
                </a:cubicBezTo>
                <a:cubicBezTo>
                  <a:pt x="139457" y="155482"/>
                  <a:pt x="134691" y="150442"/>
                  <a:pt x="131148" y="144235"/>
                </a:cubicBezTo>
                <a:cubicBezTo>
                  <a:pt x="122610" y="148556"/>
                  <a:pt x="115820" y="154831"/>
                  <a:pt x="110757" y="163060"/>
                </a:cubicBezTo>
                <a:cubicBezTo>
                  <a:pt x="105705" y="171279"/>
                  <a:pt x="103179" y="180228"/>
                  <a:pt x="103179" y="189887"/>
                </a:cubicBezTo>
                <a:cubicBezTo>
                  <a:pt x="103179" y="204140"/>
                  <a:pt x="108151" y="216244"/>
                  <a:pt x="118106" y="226200"/>
                </a:cubicBezTo>
                <a:cubicBezTo>
                  <a:pt x="128062" y="236155"/>
                  <a:pt x="140166" y="241127"/>
                  <a:pt x="154408" y="241127"/>
                </a:cubicBezTo>
                <a:lnTo>
                  <a:pt x="278961" y="241127"/>
                </a:lnTo>
                <a:cubicBezTo>
                  <a:pt x="282584" y="241127"/>
                  <a:pt x="285613" y="242373"/>
                  <a:pt x="288082" y="244865"/>
                </a:cubicBezTo>
                <a:cubicBezTo>
                  <a:pt x="290539" y="247345"/>
                  <a:pt x="291774" y="250397"/>
                  <a:pt x="291774" y="254009"/>
                </a:cubicBezTo>
                <a:cubicBezTo>
                  <a:pt x="291774" y="257632"/>
                  <a:pt x="290539" y="260673"/>
                  <a:pt x="288082" y="263130"/>
                </a:cubicBezTo>
                <a:cubicBezTo>
                  <a:pt x="285613" y="265565"/>
                  <a:pt x="282584" y="266788"/>
                  <a:pt x="278961" y="266788"/>
                </a:cubicBezTo>
                <a:lnTo>
                  <a:pt x="200619" y="266788"/>
                </a:lnTo>
                <a:lnTo>
                  <a:pt x="200619" y="305558"/>
                </a:lnTo>
                <a:lnTo>
                  <a:pt x="286824" y="305558"/>
                </a:lnTo>
                <a:cubicBezTo>
                  <a:pt x="290436" y="305558"/>
                  <a:pt x="293477" y="306804"/>
                  <a:pt x="295934" y="309296"/>
                </a:cubicBezTo>
                <a:cubicBezTo>
                  <a:pt x="298403" y="311788"/>
                  <a:pt x="299626" y="314839"/>
                  <a:pt x="299626" y="318451"/>
                </a:cubicBezTo>
                <a:cubicBezTo>
                  <a:pt x="299626" y="322063"/>
                  <a:pt x="298403" y="325103"/>
                  <a:pt x="295934" y="327561"/>
                </a:cubicBezTo>
                <a:cubicBezTo>
                  <a:pt x="293477" y="330007"/>
                  <a:pt x="290436" y="331219"/>
                  <a:pt x="286824" y="331219"/>
                </a:cubicBezTo>
                <a:lnTo>
                  <a:pt x="90366" y="331219"/>
                </a:lnTo>
                <a:cubicBezTo>
                  <a:pt x="86754" y="331219"/>
                  <a:pt x="83713" y="329973"/>
                  <a:pt x="81256" y="327492"/>
                </a:cubicBezTo>
                <a:cubicBezTo>
                  <a:pt x="78787" y="325001"/>
                  <a:pt x="77564" y="321949"/>
                  <a:pt x="77564" y="318337"/>
                </a:cubicBezTo>
                <a:cubicBezTo>
                  <a:pt x="77564" y="314714"/>
                  <a:pt x="78787" y="311685"/>
                  <a:pt x="81256" y="309216"/>
                </a:cubicBezTo>
                <a:cubicBezTo>
                  <a:pt x="83713" y="306781"/>
                  <a:pt x="86754" y="305558"/>
                  <a:pt x="90366" y="305558"/>
                </a:cubicBezTo>
                <a:lnTo>
                  <a:pt x="159288" y="305558"/>
                </a:lnTo>
                <a:close/>
                <a:moveTo>
                  <a:pt x="218462" y="152453"/>
                </a:moveTo>
                <a:lnTo>
                  <a:pt x="239276" y="144978"/>
                </a:lnTo>
                <a:lnTo>
                  <a:pt x="207843" y="64042"/>
                </a:lnTo>
                <a:lnTo>
                  <a:pt x="187029" y="71506"/>
                </a:lnTo>
                <a:lnTo>
                  <a:pt x="218462" y="152453"/>
                </a:lnTo>
                <a:close/>
                <a:moveTo>
                  <a:pt x="181326" y="137789"/>
                </a:moveTo>
                <a:cubicBezTo>
                  <a:pt x="185120" y="134051"/>
                  <a:pt x="187029" y="129399"/>
                  <a:pt x="187029" y="123844"/>
                </a:cubicBezTo>
                <a:cubicBezTo>
                  <a:pt x="187029" y="118289"/>
                  <a:pt x="185155" y="113614"/>
                  <a:pt x="181406" y="109819"/>
                </a:cubicBezTo>
                <a:cubicBezTo>
                  <a:pt x="177656" y="106025"/>
                  <a:pt x="173004" y="104116"/>
                  <a:pt x="167461" y="104116"/>
                </a:cubicBezTo>
                <a:cubicBezTo>
                  <a:pt x="161906" y="104116"/>
                  <a:pt x="157231" y="105990"/>
                  <a:pt x="153425" y="109739"/>
                </a:cubicBezTo>
                <a:cubicBezTo>
                  <a:pt x="149630" y="113488"/>
                  <a:pt x="147733" y="118129"/>
                  <a:pt x="147733" y="123684"/>
                </a:cubicBezTo>
                <a:cubicBezTo>
                  <a:pt x="147733" y="129239"/>
                  <a:pt x="149607" y="133914"/>
                  <a:pt x="153356" y="137709"/>
                </a:cubicBezTo>
                <a:cubicBezTo>
                  <a:pt x="157094" y="141515"/>
                  <a:pt x="161746" y="143412"/>
                  <a:pt x="167301" y="143412"/>
                </a:cubicBezTo>
                <a:cubicBezTo>
                  <a:pt x="172856" y="143412"/>
                  <a:pt x="177531" y="141538"/>
                  <a:pt x="181326" y="137789"/>
                </a:cubicBezTo>
                <a:close/>
                <a:moveTo>
                  <a:pt x="218462" y="152453"/>
                </a:moveTo>
                <a:close/>
                <a:moveTo>
                  <a:pt x="167381" y="122975"/>
                </a:moveTo>
                <a:close/>
                <a:moveTo>
                  <a:pt x="168170" y="122975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圖說"/>
          <p:cNvSpPr/>
          <p:nvPr/>
        </p:nvSpPr>
        <p:spPr>
          <a:xfrm>
            <a:off x="11757355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顯微分析</a:t>
            </a:r>
            <a:endParaRPr lang="en-US" sz="950" dirty="0"/>
          </a:p>
        </p:txBody>
      </p:sp>
      <p:sp>
        <p:nvSpPr>
          <p:cNvPr id="40" name="圖示 實驗"/>
          <p:cNvSpPr/>
          <p:nvPr/>
        </p:nvSpPr>
        <p:spPr>
          <a:xfrm>
            <a:off x="12631722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67586" y="332396"/>
                </a:moveTo>
                <a:cubicBezTo>
                  <a:pt x="55584" y="332396"/>
                  <a:pt x="47069" y="326841"/>
                  <a:pt x="42040" y="315742"/>
                </a:cubicBezTo>
                <a:cubicBezTo>
                  <a:pt x="37010" y="304632"/>
                  <a:pt x="38645" y="294483"/>
                  <a:pt x="46954" y="285293"/>
                </a:cubicBezTo>
                <a:lnTo>
                  <a:pt x="143847" y="175942"/>
                </a:lnTo>
                <a:lnTo>
                  <a:pt x="143847" y="72295"/>
                </a:lnTo>
                <a:lnTo>
                  <a:pt x="125570" y="72295"/>
                </a:lnTo>
                <a:cubicBezTo>
                  <a:pt x="121798" y="72295"/>
                  <a:pt x="118632" y="71003"/>
                  <a:pt x="116060" y="68409"/>
                </a:cubicBezTo>
                <a:cubicBezTo>
                  <a:pt x="113500" y="65814"/>
                  <a:pt x="112220" y="62614"/>
                  <a:pt x="112220" y="58819"/>
                </a:cubicBezTo>
                <a:cubicBezTo>
                  <a:pt x="112220" y="55024"/>
                  <a:pt x="113500" y="51846"/>
                  <a:pt x="116060" y="49309"/>
                </a:cubicBezTo>
                <a:cubicBezTo>
                  <a:pt x="118632" y="46772"/>
                  <a:pt x="121798" y="45503"/>
                  <a:pt x="125570" y="45503"/>
                </a:cubicBezTo>
                <a:lnTo>
                  <a:pt x="251700" y="45503"/>
                </a:lnTo>
                <a:cubicBezTo>
                  <a:pt x="255472" y="45503"/>
                  <a:pt x="258661" y="46794"/>
                  <a:pt x="261278" y="49389"/>
                </a:cubicBezTo>
                <a:cubicBezTo>
                  <a:pt x="263873" y="51984"/>
                  <a:pt x="265176" y="55173"/>
                  <a:pt x="265176" y="58979"/>
                </a:cubicBezTo>
                <a:cubicBezTo>
                  <a:pt x="265176" y="62774"/>
                  <a:pt x="263873" y="65940"/>
                  <a:pt x="261278" y="68489"/>
                </a:cubicBezTo>
                <a:cubicBezTo>
                  <a:pt x="258695" y="71026"/>
                  <a:pt x="255495" y="72295"/>
                  <a:pt x="251700" y="72295"/>
                </a:cubicBezTo>
                <a:lnTo>
                  <a:pt x="233503" y="72295"/>
                </a:lnTo>
                <a:lnTo>
                  <a:pt x="233503" y="175942"/>
                </a:lnTo>
                <a:lnTo>
                  <a:pt x="330396" y="285293"/>
                </a:lnTo>
                <a:cubicBezTo>
                  <a:pt x="338625" y="294483"/>
                  <a:pt x="340214" y="304632"/>
                  <a:pt x="335185" y="315742"/>
                </a:cubicBezTo>
                <a:cubicBezTo>
                  <a:pt x="330156" y="326841"/>
                  <a:pt x="321652" y="332396"/>
                  <a:pt x="309650" y="332396"/>
                </a:cubicBezTo>
                <a:lnTo>
                  <a:pt x="67586" y="332396"/>
                </a:lnTo>
                <a:close/>
                <a:moveTo>
                  <a:pt x="64751" y="305638"/>
                </a:moveTo>
                <a:lnTo>
                  <a:pt x="312553" y="305638"/>
                </a:lnTo>
                <a:lnTo>
                  <a:pt x="206632" y="185840"/>
                </a:lnTo>
                <a:lnTo>
                  <a:pt x="206632" y="72329"/>
                </a:lnTo>
                <a:lnTo>
                  <a:pt x="170604" y="72329"/>
                </a:lnTo>
                <a:lnTo>
                  <a:pt x="170604" y="185840"/>
                </a:lnTo>
                <a:lnTo>
                  <a:pt x="64751" y="305604"/>
                </a:lnTo>
                <a:close/>
                <a:moveTo>
                  <a:pt x="187806" y="188984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圖說"/>
          <p:cNvSpPr/>
          <p:nvPr/>
        </p:nvSpPr>
        <p:spPr>
          <a:xfrm>
            <a:off x="12450756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實驗</a:t>
            </a:r>
            <a:endParaRPr lang="en-US" sz="950" dirty="0"/>
          </a:p>
        </p:txBody>
      </p:sp>
      <p:sp>
        <p:nvSpPr>
          <p:cNvPr id="42" name="圖示 維修"/>
          <p:cNvSpPr/>
          <p:nvPr/>
        </p:nvSpPr>
        <p:spPr>
          <a:xfrm>
            <a:off x="13325123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38063" y="233423"/>
                </a:moveTo>
                <a:cubicBezTo>
                  <a:pt x="112003" y="233423"/>
                  <a:pt x="89874" y="224337"/>
                  <a:pt x="71666" y="206163"/>
                </a:cubicBezTo>
                <a:cubicBezTo>
                  <a:pt x="53458" y="187978"/>
                  <a:pt x="44360" y="165964"/>
                  <a:pt x="44360" y="140109"/>
                </a:cubicBezTo>
                <a:cubicBezTo>
                  <a:pt x="44360" y="134874"/>
                  <a:pt x="44783" y="129959"/>
                  <a:pt x="45617" y="125376"/>
                </a:cubicBezTo>
                <a:cubicBezTo>
                  <a:pt x="46452" y="120792"/>
                  <a:pt x="47869" y="115946"/>
                  <a:pt x="49858" y="110837"/>
                </a:cubicBezTo>
                <a:cubicBezTo>
                  <a:pt x="50703" y="108688"/>
                  <a:pt x="51972" y="106996"/>
                  <a:pt x="53675" y="105773"/>
                </a:cubicBezTo>
                <a:cubicBezTo>
                  <a:pt x="55378" y="104562"/>
                  <a:pt x="57196" y="103704"/>
                  <a:pt x="59127" y="103179"/>
                </a:cubicBezTo>
                <a:cubicBezTo>
                  <a:pt x="61070" y="102653"/>
                  <a:pt x="63059" y="102664"/>
                  <a:pt x="65105" y="103213"/>
                </a:cubicBezTo>
                <a:cubicBezTo>
                  <a:pt x="67151" y="103762"/>
                  <a:pt x="69026" y="104893"/>
                  <a:pt x="70717" y="106596"/>
                </a:cubicBezTo>
                <a:lnTo>
                  <a:pt x="114529" y="150442"/>
                </a:lnTo>
                <a:lnTo>
                  <a:pt x="150682" y="116655"/>
                </a:lnTo>
                <a:lnTo>
                  <a:pt x="104905" y="70877"/>
                </a:lnTo>
                <a:cubicBezTo>
                  <a:pt x="103156" y="69209"/>
                  <a:pt x="102013" y="67368"/>
                  <a:pt x="101487" y="65380"/>
                </a:cubicBezTo>
                <a:cubicBezTo>
                  <a:pt x="100961" y="63391"/>
                  <a:pt x="100961" y="61413"/>
                  <a:pt x="101487" y="59447"/>
                </a:cubicBezTo>
                <a:cubicBezTo>
                  <a:pt x="102013" y="57481"/>
                  <a:pt x="102859" y="55733"/>
                  <a:pt x="104047" y="54178"/>
                </a:cubicBezTo>
                <a:cubicBezTo>
                  <a:pt x="105225" y="52635"/>
                  <a:pt x="106905" y="51378"/>
                  <a:pt x="109111" y="50406"/>
                </a:cubicBezTo>
                <a:cubicBezTo>
                  <a:pt x="114140" y="48440"/>
                  <a:pt x="118918" y="46954"/>
                  <a:pt x="123455" y="45926"/>
                </a:cubicBezTo>
                <a:cubicBezTo>
                  <a:pt x="127959" y="44908"/>
                  <a:pt x="132817" y="44394"/>
                  <a:pt x="138029" y="44394"/>
                </a:cubicBezTo>
                <a:cubicBezTo>
                  <a:pt x="164592" y="44394"/>
                  <a:pt x="187166" y="53698"/>
                  <a:pt x="205763" y="72295"/>
                </a:cubicBezTo>
                <a:cubicBezTo>
                  <a:pt x="224359" y="90891"/>
                  <a:pt x="233663" y="113488"/>
                  <a:pt x="233663" y="140075"/>
                </a:cubicBezTo>
                <a:cubicBezTo>
                  <a:pt x="233663" y="146258"/>
                  <a:pt x="233058" y="152305"/>
                  <a:pt x="231858" y="158225"/>
                </a:cubicBezTo>
                <a:cubicBezTo>
                  <a:pt x="230646" y="164146"/>
                  <a:pt x="229023" y="170113"/>
                  <a:pt x="226977" y="176136"/>
                </a:cubicBezTo>
                <a:lnTo>
                  <a:pt x="314988" y="264113"/>
                </a:lnTo>
                <a:cubicBezTo>
                  <a:pt x="322509" y="271417"/>
                  <a:pt x="326189" y="280275"/>
                  <a:pt x="326029" y="290676"/>
                </a:cubicBezTo>
                <a:cubicBezTo>
                  <a:pt x="325881" y="301066"/>
                  <a:pt x="321949" y="309856"/>
                  <a:pt x="314245" y="317034"/>
                </a:cubicBezTo>
                <a:cubicBezTo>
                  <a:pt x="307021" y="323766"/>
                  <a:pt x="298449" y="327069"/>
                  <a:pt x="288550" y="326932"/>
                </a:cubicBezTo>
                <a:cubicBezTo>
                  <a:pt x="278652" y="326807"/>
                  <a:pt x="270102" y="323149"/>
                  <a:pt x="262890" y="315971"/>
                </a:cubicBezTo>
                <a:lnTo>
                  <a:pt x="174022" y="226703"/>
                </a:lnTo>
                <a:cubicBezTo>
                  <a:pt x="168124" y="228749"/>
                  <a:pt x="162260" y="230372"/>
                  <a:pt x="156420" y="231583"/>
                </a:cubicBezTo>
                <a:cubicBezTo>
                  <a:pt x="150602" y="232806"/>
                  <a:pt x="144475" y="233423"/>
                  <a:pt x="138029" y="233423"/>
                </a:cubicBezTo>
                <a:close/>
                <a:moveTo>
                  <a:pt x="138063" y="207695"/>
                </a:moveTo>
                <a:cubicBezTo>
                  <a:pt x="144612" y="207695"/>
                  <a:pt x="151562" y="206643"/>
                  <a:pt x="158888" y="204551"/>
                </a:cubicBezTo>
                <a:cubicBezTo>
                  <a:pt x="166226" y="202448"/>
                  <a:pt x="172639" y="199305"/>
                  <a:pt x="178148" y="195122"/>
                </a:cubicBezTo>
                <a:lnTo>
                  <a:pt x="281281" y="298254"/>
                </a:lnTo>
                <a:cubicBezTo>
                  <a:pt x="283373" y="300403"/>
                  <a:pt x="286001" y="301478"/>
                  <a:pt x="289145" y="301478"/>
                </a:cubicBezTo>
                <a:cubicBezTo>
                  <a:pt x="292288" y="301478"/>
                  <a:pt x="294905" y="300415"/>
                  <a:pt x="296997" y="298300"/>
                </a:cubicBezTo>
                <a:cubicBezTo>
                  <a:pt x="299089" y="296174"/>
                  <a:pt x="300140" y="293557"/>
                  <a:pt x="300140" y="290436"/>
                </a:cubicBezTo>
                <a:cubicBezTo>
                  <a:pt x="300140" y="287316"/>
                  <a:pt x="299089" y="284687"/>
                  <a:pt x="296997" y="282538"/>
                </a:cubicBezTo>
                <a:lnTo>
                  <a:pt x="195430" y="180971"/>
                </a:lnTo>
                <a:cubicBezTo>
                  <a:pt x="199625" y="175473"/>
                  <a:pt x="202768" y="168993"/>
                  <a:pt x="204860" y="161529"/>
                </a:cubicBezTo>
                <a:cubicBezTo>
                  <a:pt x="206952" y="154054"/>
                  <a:pt x="208003" y="146921"/>
                  <a:pt x="208003" y="140109"/>
                </a:cubicBezTo>
                <a:cubicBezTo>
                  <a:pt x="208003" y="120461"/>
                  <a:pt x="200734" y="103830"/>
                  <a:pt x="186195" y="90217"/>
                </a:cubicBezTo>
                <a:cubicBezTo>
                  <a:pt x="171656" y="76592"/>
                  <a:pt x="155094" y="69654"/>
                  <a:pt x="136497" y="69392"/>
                </a:cubicBezTo>
                <a:lnTo>
                  <a:pt x="175359" y="109031"/>
                </a:lnTo>
                <a:cubicBezTo>
                  <a:pt x="178022" y="111751"/>
                  <a:pt x="179291" y="114986"/>
                  <a:pt x="179165" y="118735"/>
                </a:cubicBezTo>
                <a:cubicBezTo>
                  <a:pt x="179040" y="122484"/>
                  <a:pt x="177634" y="125696"/>
                  <a:pt x="174959" y="128359"/>
                </a:cubicBezTo>
                <a:lnTo>
                  <a:pt x="125136" y="175039"/>
                </a:lnTo>
                <a:cubicBezTo>
                  <a:pt x="122312" y="177496"/>
                  <a:pt x="119055" y="178731"/>
                  <a:pt x="115363" y="178731"/>
                </a:cubicBezTo>
                <a:cubicBezTo>
                  <a:pt x="111660" y="178731"/>
                  <a:pt x="108608" y="177496"/>
                  <a:pt x="106208" y="175039"/>
                </a:cubicBezTo>
                <a:lnTo>
                  <a:pt x="68911" y="138143"/>
                </a:lnTo>
                <a:cubicBezTo>
                  <a:pt x="69700" y="158317"/>
                  <a:pt x="76867" y="174948"/>
                  <a:pt x="90411" y="188046"/>
                </a:cubicBezTo>
                <a:cubicBezTo>
                  <a:pt x="103944" y="201145"/>
                  <a:pt x="119832" y="207695"/>
                  <a:pt x="138063" y="207695"/>
                </a:cubicBezTo>
                <a:close/>
                <a:moveTo>
                  <a:pt x="185063" y="186000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圖說"/>
          <p:cNvSpPr/>
          <p:nvPr/>
        </p:nvSpPr>
        <p:spPr>
          <a:xfrm>
            <a:off x="13144157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維修</a:t>
            </a:r>
            <a:endParaRPr lang="en-US" sz="950" dirty="0"/>
          </a:p>
        </p:txBody>
      </p:sp>
      <p:sp>
        <p:nvSpPr>
          <p:cNvPr id="44" name="圖示 庫存"/>
          <p:cNvSpPr/>
          <p:nvPr/>
        </p:nvSpPr>
        <p:spPr>
          <a:xfrm>
            <a:off x="14018524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71586" y="348112"/>
                </a:moveTo>
                <a:cubicBezTo>
                  <a:pt x="64145" y="348112"/>
                  <a:pt x="57836" y="345506"/>
                  <a:pt x="52647" y="340294"/>
                </a:cubicBezTo>
                <a:cubicBezTo>
                  <a:pt x="47469" y="335082"/>
                  <a:pt x="44851" y="328773"/>
                  <a:pt x="44828" y="321354"/>
                </a:cubicBezTo>
                <a:lnTo>
                  <a:pt x="44828" y="132051"/>
                </a:lnTo>
                <a:cubicBezTo>
                  <a:pt x="40325" y="130165"/>
                  <a:pt x="36576" y="127079"/>
                  <a:pt x="33593" y="122781"/>
                </a:cubicBezTo>
                <a:cubicBezTo>
                  <a:pt x="30610" y="118461"/>
                  <a:pt x="29112" y="113568"/>
                  <a:pt x="29112" y="108094"/>
                </a:cubicBezTo>
                <a:lnTo>
                  <a:pt x="29112" y="55916"/>
                </a:lnTo>
                <a:cubicBezTo>
                  <a:pt x="29112" y="48475"/>
                  <a:pt x="31718" y="42131"/>
                  <a:pt x="36930" y="36896"/>
                </a:cubicBezTo>
                <a:cubicBezTo>
                  <a:pt x="42142" y="31650"/>
                  <a:pt x="48463" y="29032"/>
                  <a:pt x="55870" y="29032"/>
                </a:cubicBezTo>
                <a:lnTo>
                  <a:pt x="321354" y="29032"/>
                </a:lnTo>
                <a:cubicBezTo>
                  <a:pt x="328795" y="29032"/>
                  <a:pt x="335139" y="31650"/>
                  <a:pt x="340374" y="36896"/>
                </a:cubicBezTo>
                <a:cubicBezTo>
                  <a:pt x="345609" y="42131"/>
                  <a:pt x="348238" y="48475"/>
                  <a:pt x="348238" y="55916"/>
                </a:cubicBezTo>
                <a:lnTo>
                  <a:pt x="348238" y="108094"/>
                </a:lnTo>
                <a:cubicBezTo>
                  <a:pt x="348238" y="113568"/>
                  <a:pt x="346729" y="118461"/>
                  <a:pt x="343712" y="122781"/>
                </a:cubicBezTo>
                <a:cubicBezTo>
                  <a:pt x="340705" y="127102"/>
                  <a:pt x="336968" y="130211"/>
                  <a:pt x="332522" y="132097"/>
                </a:cubicBezTo>
                <a:lnTo>
                  <a:pt x="332522" y="321400"/>
                </a:lnTo>
                <a:cubicBezTo>
                  <a:pt x="332522" y="328841"/>
                  <a:pt x="329893" y="335150"/>
                  <a:pt x="324658" y="340340"/>
                </a:cubicBezTo>
                <a:cubicBezTo>
                  <a:pt x="319423" y="345517"/>
                  <a:pt x="313079" y="348124"/>
                  <a:pt x="305638" y="348158"/>
                </a:cubicBezTo>
                <a:lnTo>
                  <a:pt x="71586" y="348158"/>
                </a:lnTo>
                <a:close/>
                <a:moveTo>
                  <a:pt x="71586" y="134805"/>
                </a:moveTo>
                <a:lnTo>
                  <a:pt x="71586" y="321434"/>
                </a:lnTo>
                <a:lnTo>
                  <a:pt x="305718" y="321434"/>
                </a:lnTo>
                <a:lnTo>
                  <a:pt x="305718" y="134805"/>
                </a:lnTo>
                <a:lnTo>
                  <a:pt x="71586" y="134805"/>
                </a:lnTo>
                <a:close/>
                <a:moveTo>
                  <a:pt x="55870" y="108048"/>
                </a:moveTo>
                <a:lnTo>
                  <a:pt x="321434" y="108048"/>
                </a:lnTo>
                <a:lnTo>
                  <a:pt x="321434" y="55870"/>
                </a:lnTo>
                <a:lnTo>
                  <a:pt x="55870" y="55870"/>
                </a:lnTo>
                <a:lnTo>
                  <a:pt x="55870" y="108048"/>
                </a:lnTo>
                <a:close/>
                <a:moveTo>
                  <a:pt x="152956" y="213855"/>
                </a:moveTo>
                <a:lnTo>
                  <a:pt x="224348" y="213855"/>
                </a:lnTo>
                <a:cubicBezTo>
                  <a:pt x="227914" y="213855"/>
                  <a:pt x="230920" y="212632"/>
                  <a:pt x="233389" y="210163"/>
                </a:cubicBezTo>
                <a:cubicBezTo>
                  <a:pt x="235847" y="207706"/>
                  <a:pt x="237081" y="204666"/>
                  <a:pt x="237081" y="201054"/>
                </a:cubicBezTo>
                <a:cubicBezTo>
                  <a:pt x="237081" y="197465"/>
                  <a:pt x="235847" y="194459"/>
                  <a:pt x="233389" y="192058"/>
                </a:cubicBezTo>
                <a:cubicBezTo>
                  <a:pt x="230920" y="189647"/>
                  <a:pt x="227914" y="188435"/>
                  <a:pt x="224348" y="188435"/>
                </a:cubicBezTo>
                <a:lnTo>
                  <a:pt x="152956" y="188435"/>
                </a:lnTo>
                <a:cubicBezTo>
                  <a:pt x="149402" y="188435"/>
                  <a:pt x="146384" y="189669"/>
                  <a:pt x="143927" y="192127"/>
                </a:cubicBezTo>
                <a:cubicBezTo>
                  <a:pt x="141458" y="194596"/>
                  <a:pt x="140223" y="197636"/>
                  <a:pt x="140223" y="201248"/>
                </a:cubicBezTo>
                <a:cubicBezTo>
                  <a:pt x="140223" y="204837"/>
                  <a:pt x="141458" y="207843"/>
                  <a:pt x="143927" y="210289"/>
                </a:cubicBezTo>
                <a:cubicBezTo>
                  <a:pt x="146384" y="212689"/>
                  <a:pt x="149402" y="213901"/>
                  <a:pt x="152956" y="213901"/>
                </a:cubicBezTo>
                <a:close/>
                <a:moveTo>
                  <a:pt x="188709" y="228086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圖說"/>
          <p:cNvSpPr/>
          <p:nvPr/>
        </p:nvSpPr>
        <p:spPr>
          <a:xfrm>
            <a:off x="13837558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庫存</a:t>
            </a:r>
            <a:endParaRPr lang="en-US" sz="950" dirty="0"/>
          </a:p>
        </p:txBody>
      </p:sp>
      <p:sp>
        <p:nvSpPr>
          <p:cNvPr id="46" name="圖示 倉儲"/>
          <p:cNvSpPr/>
          <p:nvPr/>
        </p:nvSpPr>
        <p:spPr>
          <a:xfrm>
            <a:off x="843905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73518"/>
                </a:moveTo>
                <a:lnTo>
                  <a:pt x="56030" y="126473"/>
                </a:lnTo>
                <a:lnTo>
                  <a:pt x="56030" y="305444"/>
                </a:lnTo>
                <a:lnTo>
                  <a:pt x="101098" y="305444"/>
                </a:lnTo>
                <a:lnTo>
                  <a:pt x="101098" y="209775"/>
                </a:lnTo>
                <a:cubicBezTo>
                  <a:pt x="101098" y="202334"/>
                  <a:pt x="103716" y="195990"/>
                  <a:pt x="108951" y="190755"/>
                </a:cubicBezTo>
                <a:cubicBezTo>
                  <a:pt x="114197" y="185520"/>
                  <a:pt x="120495" y="182903"/>
                  <a:pt x="127856" y="182903"/>
                </a:cubicBezTo>
                <a:lnTo>
                  <a:pt x="249265" y="182903"/>
                </a:lnTo>
                <a:cubicBezTo>
                  <a:pt x="256615" y="182903"/>
                  <a:pt x="262924" y="185520"/>
                  <a:pt x="268159" y="190755"/>
                </a:cubicBezTo>
                <a:cubicBezTo>
                  <a:pt x="273394" y="195990"/>
                  <a:pt x="276012" y="202334"/>
                  <a:pt x="276012" y="209775"/>
                </a:cubicBezTo>
                <a:lnTo>
                  <a:pt x="276012" y="305444"/>
                </a:lnTo>
                <a:lnTo>
                  <a:pt x="321080" y="305444"/>
                </a:lnTo>
                <a:lnTo>
                  <a:pt x="321080" y="126473"/>
                </a:lnTo>
                <a:lnTo>
                  <a:pt x="188595" y="73518"/>
                </a:lnTo>
                <a:close/>
                <a:moveTo>
                  <a:pt x="29272" y="305444"/>
                </a:moveTo>
                <a:lnTo>
                  <a:pt x="29272" y="126793"/>
                </a:lnTo>
                <a:cubicBezTo>
                  <a:pt x="29272" y="121215"/>
                  <a:pt x="30815" y="116186"/>
                  <a:pt x="33913" y="111705"/>
                </a:cubicBezTo>
                <a:cubicBezTo>
                  <a:pt x="36999" y="107202"/>
                  <a:pt x="41125" y="103899"/>
                  <a:pt x="46280" y="101807"/>
                </a:cubicBezTo>
                <a:lnTo>
                  <a:pt x="178731" y="48840"/>
                </a:lnTo>
                <a:cubicBezTo>
                  <a:pt x="181977" y="47480"/>
                  <a:pt x="185269" y="46794"/>
                  <a:pt x="188595" y="46794"/>
                </a:cubicBezTo>
                <a:cubicBezTo>
                  <a:pt x="191921" y="46794"/>
                  <a:pt x="195213" y="47480"/>
                  <a:pt x="198459" y="48840"/>
                </a:cubicBezTo>
                <a:lnTo>
                  <a:pt x="331024" y="101807"/>
                </a:lnTo>
                <a:cubicBezTo>
                  <a:pt x="336133" y="103899"/>
                  <a:pt x="340225" y="107202"/>
                  <a:pt x="343323" y="111705"/>
                </a:cubicBezTo>
                <a:cubicBezTo>
                  <a:pt x="346409" y="116209"/>
                  <a:pt x="347963" y="121238"/>
                  <a:pt x="347963" y="126793"/>
                </a:cubicBezTo>
                <a:lnTo>
                  <a:pt x="347963" y="305444"/>
                </a:lnTo>
                <a:cubicBezTo>
                  <a:pt x="347963" y="312805"/>
                  <a:pt x="345335" y="319103"/>
                  <a:pt x="340100" y="324349"/>
                </a:cubicBezTo>
                <a:cubicBezTo>
                  <a:pt x="334865" y="329584"/>
                  <a:pt x="328567" y="332202"/>
                  <a:pt x="321206" y="332202"/>
                </a:cubicBezTo>
                <a:lnTo>
                  <a:pt x="250477" y="332202"/>
                </a:lnTo>
                <a:lnTo>
                  <a:pt x="250477" y="208632"/>
                </a:lnTo>
                <a:lnTo>
                  <a:pt x="126747" y="208632"/>
                </a:lnTo>
                <a:lnTo>
                  <a:pt x="126747" y="332202"/>
                </a:lnTo>
                <a:lnTo>
                  <a:pt x="56030" y="332202"/>
                </a:lnTo>
                <a:cubicBezTo>
                  <a:pt x="48669" y="332202"/>
                  <a:pt x="42371" y="329584"/>
                  <a:pt x="37125" y="324349"/>
                </a:cubicBezTo>
                <a:cubicBezTo>
                  <a:pt x="31890" y="319103"/>
                  <a:pt x="29272" y="312805"/>
                  <a:pt x="29272" y="305444"/>
                </a:cubicBezTo>
                <a:close/>
                <a:moveTo>
                  <a:pt x="146395" y="332202"/>
                </a:moveTo>
                <a:lnTo>
                  <a:pt x="146395" y="308633"/>
                </a:lnTo>
                <a:lnTo>
                  <a:pt x="169976" y="308633"/>
                </a:lnTo>
                <a:lnTo>
                  <a:pt x="169976" y="332202"/>
                </a:lnTo>
                <a:lnTo>
                  <a:pt x="146395" y="332202"/>
                </a:lnTo>
                <a:close/>
                <a:moveTo>
                  <a:pt x="176811" y="285053"/>
                </a:moveTo>
                <a:lnTo>
                  <a:pt x="176811" y="261484"/>
                </a:lnTo>
                <a:lnTo>
                  <a:pt x="200379" y="261484"/>
                </a:lnTo>
                <a:lnTo>
                  <a:pt x="200379" y="285053"/>
                </a:lnTo>
                <a:lnTo>
                  <a:pt x="176811" y="285053"/>
                </a:lnTo>
                <a:close/>
                <a:moveTo>
                  <a:pt x="207214" y="332202"/>
                </a:moveTo>
                <a:lnTo>
                  <a:pt x="207214" y="308633"/>
                </a:lnTo>
                <a:lnTo>
                  <a:pt x="230795" y="308633"/>
                </a:lnTo>
                <a:lnTo>
                  <a:pt x="230795" y="332202"/>
                </a:lnTo>
                <a:lnTo>
                  <a:pt x="207214" y="332202"/>
                </a:lnTo>
                <a:close/>
                <a:moveTo>
                  <a:pt x="127890" y="182903"/>
                </a:moveTo>
                <a:lnTo>
                  <a:pt x="249300" y="182903"/>
                </a:lnTo>
                <a:lnTo>
                  <a:pt x="127890" y="182903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圖說"/>
          <p:cNvSpPr/>
          <p:nvPr/>
        </p:nvSpPr>
        <p:spPr>
          <a:xfrm>
            <a:off x="662940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倉儲</a:t>
            </a:r>
            <a:endParaRPr lang="en-US" sz="950" dirty="0"/>
          </a:p>
        </p:txBody>
      </p:sp>
      <p:sp>
        <p:nvSpPr>
          <p:cNvPr id="48" name="圖示 物流"/>
          <p:cNvSpPr/>
          <p:nvPr/>
        </p:nvSpPr>
        <p:spPr>
          <a:xfrm>
            <a:off x="1537306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55287" y="302655"/>
                </a:moveTo>
                <a:cubicBezTo>
                  <a:pt x="46063" y="293694"/>
                  <a:pt x="41388" y="282721"/>
                  <a:pt x="41251" y="269725"/>
                </a:cubicBezTo>
                <a:lnTo>
                  <a:pt x="26952" y="269725"/>
                </a:lnTo>
                <a:cubicBezTo>
                  <a:pt x="23180" y="269725"/>
                  <a:pt x="20003" y="268445"/>
                  <a:pt x="17408" y="265885"/>
                </a:cubicBezTo>
                <a:cubicBezTo>
                  <a:pt x="14813" y="263313"/>
                  <a:pt x="13533" y="260135"/>
                  <a:pt x="13556" y="256329"/>
                </a:cubicBezTo>
                <a:lnTo>
                  <a:pt x="13556" y="87462"/>
                </a:lnTo>
                <a:cubicBezTo>
                  <a:pt x="13556" y="80227"/>
                  <a:pt x="16219" y="73964"/>
                  <a:pt x="21534" y="68637"/>
                </a:cubicBezTo>
                <a:cubicBezTo>
                  <a:pt x="26849" y="63322"/>
                  <a:pt x="33124" y="60659"/>
                  <a:pt x="40348" y="60659"/>
                </a:cubicBezTo>
                <a:lnTo>
                  <a:pt x="241047" y="60659"/>
                </a:lnTo>
                <a:cubicBezTo>
                  <a:pt x="248408" y="60659"/>
                  <a:pt x="254706" y="63288"/>
                  <a:pt x="259952" y="68523"/>
                </a:cubicBezTo>
                <a:cubicBezTo>
                  <a:pt x="265187" y="73758"/>
                  <a:pt x="267805" y="80056"/>
                  <a:pt x="267805" y="87417"/>
                </a:cubicBezTo>
                <a:lnTo>
                  <a:pt x="267805" y="125136"/>
                </a:lnTo>
                <a:lnTo>
                  <a:pt x="295031" y="125136"/>
                </a:lnTo>
                <a:cubicBezTo>
                  <a:pt x="299249" y="125136"/>
                  <a:pt x="303249" y="126084"/>
                  <a:pt x="307021" y="127970"/>
                </a:cubicBezTo>
                <a:cubicBezTo>
                  <a:pt x="310793" y="129856"/>
                  <a:pt x="313914" y="132485"/>
                  <a:pt x="316405" y="135868"/>
                </a:cubicBezTo>
                <a:lnTo>
                  <a:pt x="360959" y="195156"/>
                </a:lnTo>
                <a:cubicBezTo>
                  <a:pt x="361805" y="196287"/>
                  <a:pt x="362457" y="197522"/>
                  <a:pt x="362925" y="198893"/>
                </a:cubicBezTo>
                <a:cubicBezTo>
                  <a:pt x="363371" y="200254"/>
                  <a:pt x="363600" y="201717"/>
                  <a:pt x="363600" y="203294"/>
                </a:cubicBezTo>
                <a:lnTo>
                  <a:pt x="363600" y="256295"/>
                </a:lnTo>
                <a:cubicBezTo>
                  <a:pt x="363600" y="260067"/>
                  <a:pt x="362308" y="263244"/>
                  <a:pt x="359748" y="265839"/>
                </a:cubicBezTo>
                <a:cubicBezTo>
                  <a:pt x="357176" y="268434"/>
                  <a:pt x="353999" y="269714"/>
                  <a:pt x="350192" y="269691"/>
                </a:cubicBezTo>
                <a:lnTo>
                  <a:pt x="334556" y="269691"/>
                </a:lnTo>
                <a:cubicBezTo>
                  <a:pt x="334373" y="282652"/>
                  <a:pt x="329687" y="293614"/>
                  <a:pt x="320497" y="302575"/>
                </a:cubicBezTo>
                <a:cubicBezTo>
                  <a:pt x="311296" y="311536"/>
                  <a:pt x="300209" y="316028"/>
                  <a:pt x="287213" y="316051"/>
                </a:cubicBezTo>
                <a:cubicBezTo>
                  <a:pt x="274217" y="316051"/>
                  <a:pt x="263119" y="311570"/>
                  <a:pt x="253895" y="302621"/>
                </a:cubicBezTo>
                <a:cubicBezTo>
                  <a:pt x="244671" y="293660"/>
                  <a:pt x="239996" y="282687"/>
                  <a:pt x="239870" y="269691"/>
                </a:cubicBezTo>
                <a:lnTo>
                  <a:pt x="135868" y="269691"/>
                </a:lnTo>
                <a:cubicBezTo>
                  <a:pt x="135686" y="282584"/>
                  <a:pt x="131011" y="293522"/>
                  <a:pt x="121844" y="302541"/>
                </a:cubicBezTo>
                <a:cubicBezTo>
                  <a:pt x="112677" y="311548"/>
                  <a:pt x="101590" y="316051"/>
                  <a:pt x="88605" y="316051"/>
                </a:cubicBezTo>
                <a:cubicBezTo>
                  <a:pt x="75609" y="316051"/>
                  <a:pt x="64499" y="311570"/>
                  <a:pt x="55287" y="302621"/>
                </a:cubicBezTo>
                <a:close/>
                <a:moveTo>
                  <a:pt x="104676" y="284698"/>
                </a:moveTo>
                <a:cubicBezTo>
                  <a:pt x="109122" y="280252"/>
                  <a:pt x="111351" y="274880"/>
                  <a:pt x="111351" y="268594"/>
                </a:cubicBezTo>
                <a:cubicBezTo>
                  <a:pt x="111351" y="262307"/>
                  <a:pt x="109122" y="256935"/>
                  <a:pt x="104676" y="252477"/>
                </a:cubicBezTo>
                <a:cubicBezTo>
                  <a:pt x="100218" y="248031"/>
                  <a:pt x="94846" y="245802"/>
                  <a:pt x="88560" y="245802"/>
                </a:cubicBezTo>
                <a:cubicBezTo>
                  <a:pt x="82273" y="245802"/>
                  <a:pt x="76901" y="248031"/>
                  <a:pt x="72455" y="252477"/>
                </a:cubicBezTo>
                <a:cubicBezTo>
                  <a:pt x="67997" y="256935"/>
                  <a:pt x="65768" y="262307"/>
                  <a:pt x="65768" y="268594"/>
                </a:cubicBezTo>
                <a:cubicBezTo>
                  <a:pt x="65768" y="274880"/>
                  <a:pt x="67997" y="280252"/>
                  <a:pt x="72455" y="284698"/>
                </a:cubicBezTo>
                <a:cubicBezTo>
                  <a:pt x="76901" y="289156"/>
                  <a:pt x="82273" y="291385"/>
                  <a:pt x="88560" y="291385"/>
                </a:cubicBezTo>
                <a:cubicBezTo>
                  <a:pt x="94846" y="291385"/>
                  <a:pt x="100218" y="289156"/>
                  <a:pt x="104676" y="284698"/>
                </a:cubicBezTo>
                <a:close/>
                <a:moveTo>
                  <a:pt x="40314" y="242933"/>
                </a:moveTo>
                <a:lnTo>
                  <a:pt x="49343" y="242933"/>
                </a:lnTo>
                <a:cubicBezTo>
                  <a:pt x="53778" y="236178"/>
                  <a:pt x="59345" y="230795"/>
                  <a:pt x="66043" y="226783"/>
                </a:cubicBezTo>
                <a:cubicBezTo>
                  <a:pt x="72752" y="222805"/>
                  <a:pt x="80124" y="220816"/>
                  <a:pt x="88171" y="220816"/>
                </a:cubicBezTo>
                <a:cubicBezTo>
                  <a:pt x="96206" y="220816"/>
                  <a:pt x="103647" y="222862"/>
                  <a:pt x="110482" y="226943"/>
                </a:cubicBezTo>
                <a:cubicBezTo>
                  <a:pt x="117295" y="231035"/>
                  <a:pt x="122907" y="236361"/>
                  <a:pt x="127307" y="242933"/>
                </a:cubicBezTo>
                <a:lnTo>
                  <a:pt x="241047" y="242933"/>
                </a:lnTo>
                <a:lnTo>
                  <a:pt x="241047" y="87462"/>
                </a:lnTo>
                <a:lnTo>
                  <a:pt x="40314" y="87462"/>
                </a:lnTo>
                <a:lnTo>
                  <a:pt x="40314" y="242933"/>
                </a:lnTo>
                <a:close/>
                <a:moveTo>
                  <a:pt x="303329" y="284698"/>
                </a:moveTo>
                <a:cubicBezTo>
                  <a:pt x="307776" y="280252"/>
                  <a:pt x="310004" y="274880"/>
                  <a:pt x="310004" y="268594"/>
                </a:cubicBezTo>
                <a:cubicBezTo>
                  <a:pt x="310004" y="262307"/>
                  <a:pt x="307776" y="256935"/>
                  <a:pt x="303329" y="252477"/>
                </a:cubicBezTo>
                <a:cubicBezTo>
                  <a:pt x="298872" y="248031"/>
                  <a:pt x="293500" y="245802"/>
                  <a:pt x="287213" y="245802"/>
                </a:cubicBezTo>
                <a:cubicBezTo>
                  <a:pt x="280927" y="245802"/>
                  <a:pt x="275554" y="248031"/>
                  <a:pt x="271108" y="252477"/>
                </a:cubicBezTo>
                <a:cubicBezTo>
                  <a:pt x="266650" y="256935"/>
                  <a:pt x="264422" y="262307"/>
                  <a:pt x="264422" y="268594"/>
                </a:cubicBezTo>
                <a:cubicBezTo>
                  <a:pt x="264422" y="274880"/>
                  <a:pt x="266650" y="280252"/>
                  <a:pt x="271108" y="284698"/>
                </a:cubicBezTo>
                <a:cubicBezTo>
                  <a:pt x="275554" y="289156"/>
                  <a:pt x="280927" y="291385"/>
                  <a:pt x="287213" y="291385"/>
                </a:cubicBezTo>
                <a:cubicBezTo>
                  <a:pt x="293500" y="291385"/>
                  <a:pt x="298872" y="289156"/>
                  <a:pt x="303329" y="284698"/>
                </a:cubicBezTo>
                <a:close/>
                <a:moveTo>
                  <a:pt x="267805" y="210209"/>
                </a:moveTo>
                <a:lnTo>
                  <a:pt x="338648" y="210209"/>
                </a:lnTo>
                <a:lnTo>
                  <a:pt x="295031" y="152053"/>
                </a:lnTo>
                <a:lnTo>
                  <a:pt x="267805" y="152053"/>
                </a:lnTo>
                <a:lnTo>
                  <a:pt x="267805" y="210209"/>
                </a:lnTo>
                <a:close/>
                <a:moveTo>
                  <a:pt x="140898" y="165026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圖說"/>
          <p:cNvSpPr/>
          <p:nvPr/>
        </p:nvSpPr>
        <p:spPr>
          <a:xfrm>
            <a:off x="1356341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物流</a:t>
            </a:r>
            <a:endParaRPr lang="en-US" sz="950" dirty="0"/>
          </a:p>
        </p:txBody>
      </p:sp>
      <p:sp>
        <p:nvSpPr>
          <p:cNvPr id="50" name="圖示 包裝"/>
          <p:cNvSpPr/>
          <p:nvPr/>
        </p:nvSpPr>
        <p:spPr>
          <a:xfrm>
            <a:off x="2230707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75588" y="314988"/>
                </a:moveTo>
                <a:lnTo>
                  <a:pt x="175588" y="195979"/>
                </a:lnTo>
                <a:lnTo>
                  <a:pt x="71586" y="135868"/>
                </a:lnTo>
                <a:lnTo>
                  <a:pt x="71586" y="254878"/>
                </a:lnTo>
                <a:lnTo>
                  <a:pt x="175588" y="314988"/>
                </a:lnTo>
                <a:close/>
                <a:moveTo>
                  <a:pt x="201717" y="314988"/>
                </a:moveTo>
                <a:lnTo>
                  <a:pt x="305638" y="254878"/>
                </a:lnTo>
                <a:lnTo>
                  <a:pt x="305638" y="135480"/>
                </a:lnTo>
                <a:lnTo>
                  <a:pt x="201717" y="195979"/>
                </a:lnTo>
                <a:lnTo>
                  <a:pt x="201717" y="314988"/>
                </a:lnTo>
                <a:close/>
                <a:moveTo>
                  <a:pt x="175233" y="345563"/>
                </a:moveTo>
                <a:lnTo>
                  <a:pt x="58190" y="278183"/>
                </a:lnTo>
                <a:cubicBezTo>
                  <a:pt x="53950" y="275772"/>
                  <a:pt x="50658" y="272468"/>
                  <a:pt x="48326" y="268274"/>
                </a:cubicBezTo>
                <a:cubicBezTo>
                  <a:pt x="45971" y="264090"/>
                  <a:pt x="44794" y="259632"/>
                  <a:pt x="44794" y="254923"/>
                </a:cubicBezTo>
                <a:lnTo>
                  <a:pt x="44794" y="122278"/>
                </a:lnTo>
                <a:cubicBezTo>
                  <a:pt x="44794" y="117535"/>
                  <a:pt x="45971" y="113077"/>
                  <a:pt x="48326" y="108916"/>
                </a:cubicBezTo>
                <a:cubicBezTo>
                  <a:pt x="50658" y="104722"/>
                  <a:pt x="53950" y="101418"/>
                  <a:pt x="58190" y="99018"/>
                </a:cubicBezTo>
                <a:lnTo>
                  <a:pt x="175199" y="31513"/>
                </a:lnTo>
                <a:cubicBezTo>
                  <a:pt x="179360" y="29158"/>
                  <a:pt x="183829" y="27981"/>
                  <a:pt x="188595" y="27981"/>
                </a:cubicBezTo>
                <a:cubicBezTo>
                  <a:pt x="193361" y="27981"/>
                  <a:pt x="197830" y="29158"/>
                  <a:pt x="201991" y="31513"/>
                </a:cubicBezTo>
                <a:lnTo>
                  <a:pt x="319000" y="99018"/>
                </a:lnTo>
                <a:cubicBezTo>
                  <a:pt x="323240" y="101418"/>
                  <a:pt x="326544" y="104722"/>
                  <a:pt x="328898" y="108916"/>
                </a:cubicBezTo>
                <a:cubicBezTo>
                  <a:pt x="331287" y="113100"/>
                  <a:pt x="332476" y="117558"/>
                  <a:pt x="332476" y="122278"/>
                </a:cubicBezTo>
                <a:lnTo>
                  <a:pt x="332476" y="254923"/>
                </a:lnTo>
                <a:cubicBezTo>
                  <a:pt x="332476" y="259655"/>
                  <a:pt x="331287" y="264113"/>
                  <a:pt x="328898" y="268274"/>
                </a:cubicBezTo>
                <a:cubicBezTo>
                  <a:pt x="326521" y="272468"/>
                  <a:pt x="323218" y="275772"/>
                  <a:pt x="319000" y="278183"/>
                </a:cubicBezTo>
                <a:lnTo>
                  <a:pt x="201991" y="345563"/>
                </a:lnTo>
                <a:cubicBezTo>
                  <a:pt x="197830" y="347975"/>
                  <a:pt x="193361" y="349175"/>
                  <a:pt x="188595" y="349175"/>
                </a:cubicBezTo>
                <a:cubicBezTo>
                  <a:pt x="183829" y="349175"/>
                  <a:pt x="179360" y="347975"/>
                  <a:pt x="175199" y="345563"/>
                </a:cubicBezTo>
                <a:close/>
                <a:moveTo>
                  <a:pt x="252877" y="136177"/>
                </a:moveTo>
                <a:lnTo>
                  <a:pt x="291065" y="114026"/>
                </a:lnTo>
                <a:lnTo>
                  <a:pt x="188595" y="54773"/>
                </a:lnTo>
                <a:lnTo>
                  <a:pt x="150487" y="76810"/>
                </a:lnTo>
                <a:lnTo>
                  <a:pt x="252832" y="136177"/>
                </a:lnTo>
                <a:close/>
                <a:moveTo>
                  <a:pt x="188595" y="173747"/>
                </a:moveTo>
                <a:lnTo>
                  <a:pt x="227571" y="150910"/>
                </a:lnTo>
                <a:lnTo>
                  <a:pt x="124747" y="91703"/>
                </a:lnTo>
                <a:lnTo>
                  <a:pt x="85851" y="114060"/>
                </a:lnTo>
                <a:lnTo>
                  <a:pt x="188595" y="173747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圖說"/>
          <p:cNvSpPr/>
          <p:nvPr/>
        </p:nvSpPr>
        <p:spPr>
          <a:xfrm>
            <a:off x="2049742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包裝</a:t>
            </a:r>
            <a:endParaRPr lang="en-US" sz="950" dirty="0"/>
          </a:p>
        </p:txBody>
      </p:sp>
      <p:sp>
        <p:nvSpPr>
          <p:cNvPr id="52" name="圖示 資料庫"/>
          <p:cNvSpPr/>
          <p:nvPr/>
        </p:nvSpPr>
        <p:spPr>
          <a:xfrm>
            <a:off x="2924108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629" y="332396"/>
                </a:moveTo>
                <a:cubicBezTo>
                  <a:pt x="148373" y="332396"/>
                  <a:pt x="114334" y="326086"/>
                  <a:pt x="86514" y="313456"/>
                </a:cubicBezTo>
                <a:cubicBezTo>
                  <a:pt x="58704" y="300838"/>
                  <a:pt x="44794" y="285407"/>
                  <a:pt x="44794" y="267176"/>
                </a:cubicBezTo>
                <a:lnTo>
                  <a:pt x="44794" y="110014"/>
                </a:lnTo>
                <a:cubicBezTo>
                  <a:pt x="44794" y="92046"/>
                  <a:pt x="58830" y="76672"/>
                  <a:pt x="86914" y="63882"/>
                </a:cubicBezTo>
                <a:cubicBezTo>
                  <a:pt x="114986" y="51104"/>
                  <a:pt x="148887" y="44714"/>
                  <a:pt x="188595" y="44714"/>
                </a:cubicBezTo>
                <a:cubicBezTo>
                  <a:pt x="228223" y="44714"/>
                  <a:pt x="262124" y="51104"/>
                  <a:pt x="290276" y="63882"/>
                </a:cubicBezTo>
                <a:cubicBezTo>
                  <a:pt x="318417" y="76672"/>
                  <a:pt x="332476" y="92046"/>
                  <a:pt x="332476" y="110014"/>
                </a:cubicBezTo>
                <a:lnTo>
                  <a:pt x="332476" y="267176"/>
                </a:lnTo>
                <a:cubicBezTo>
                  <a:pt x="332476" y="285407"/>
                  <a:pt x="318554" y="300838"/>
                  <a:pt x="290711" y="313456"/>
                </a:cubicBezTo>
                <a:cubicBezTo>
                  <a:pt x="262867" y="326086"/>
                  <a:pt x="228840" y="332396"/>
                  <a:pt x="188629" y="332396"/>
                </a:cubicBezTo>
                <a:close/>
                <a:moveTo>
                  <a:pt x="188595" y="138223"/>
                </a:moveTo>
                <a:cubicBezTo>
                  <a:pt x="211066" y="138223"/>
                  <a:pt x="234109" y="134771"/>
                  <a:pt x="257712" y="127856"/>
                </a:cubicBezTo>
                <a:cubicBezTo>
                  <a:pt x="281304" y="120941"/>
                  <a:pt x="296620" y="113157"/>
                  <a:pt x="303638" y="104516"/>
                </a:cubicBezTo>
                <a:cubicBezTo>
                  <a:pt x="296380" y="96126"/>
                  <a:pt x="280915" y="88422"/>
                  <a:pt x="257232" y="81370"/>
                </a:cubicBezTo>
                <a:cubicBezTo>
                  <a:pt x="233561" y="74329"/>
                  <a:pt x="210666" y="70797"/>
                  <a:pt x="188561" y="70797"/>
                </a:cubicBezTo>
                <a:cubicBezTo>
                  <a:pt x="165666" y="70797"/>
                  <a:pt x="142578" y="74204"/>
                  <a:pt x="119283" y="81016"/>
                </a:cubicBezTo>
                <a:cubicBezTo>
                  <a:pt x="96001" y="87828"/>
                  <a:pt x="80662" y="95658"/>
                  <a:pt x="73278" y="104516"/>
                </a:cubicBezTo>
                <a:cubicBezTo>
                  <a:pt x="80662" y="113683"/>
                  <a:pt x="95852" y="121592"/>
                  <a:pt x="118849" y="128245"/>
                </a:cubicBezTo>
                <a:cubicBezTo>
                  <a:pt x="141823" y="134897"/>
                  <a:pt x="165083" y="138223"/>
                  <a:pt x="188629" y="138223"/>
                </a:cubicBezTo>
                <a:close/>
                <a:moveTo>
                  <a:pt x="188206" y="222233"/>
                </a:moveTo>
                <a:cubicBezTo>
                  <a:pt x="199156" y="222233"/>
                  <a:pt x="210072" y="221628"/>
                  <a:pt x="220976" y="220416"/>
                </a:cubicBezTo>
                <a:cubicBezTo>
                  <a:pt x="231892" y="219216"/>
                  <a:pt x="242373" y="217421"/>
                  <a:pt x="252397" y="215033"/>
                </a:cubicBezTo>
                <a:cubicBezTo>
                  <a:pt x="262433" y="212655"/>
                  <a:pt x="272057" y="209718"/>
                  <a:pt x="281281" y="206231"/>
                </a:cubicBezTo>
                <a:cubicBezTo>
                  <a:pt x="290505" y="202780"/>
                  <a:pt x="298872" y="198916"/>
                  <a:pt x="306393" y="194641"/>
                </a:cubicBezTo>
                <a:lnTo>
                  <a:pt x="306393" y="136851"/>
                </a:lnTo>
                <a:cubicBezTo>
                  <a:pt x="298666" y="141035"/>
                  <a:pt x="290196" y="144841"/>
                  <a:pt x="281007" y="148247"/>
                </a:cubicBezTo>
                <a:cubicBezTo>
                  <a:pt x="271817" y="151653"/>
                  <a:pt x="262136" y="154522"/>
                  <a:pt x="251974" y="156842"/>
                </a:cubicBezTo>
                <a:cubicBezTo>
                  <a:pt x="241813" y="159174"/>
                  <a:pt x="231400" y="160992"/>
                  <a:pt x="220736" y="162272"/>
                </a:cubicBezTo>
                <a:cubicBezTo>
                  <a:pt x="210049" y="163552"/>
                  <a:pt x="199202" y="164192"/>
                  <a:pt x="188206" y="164192"/>
                </a:cubicBezTo>
                <a:cubicBezTo>
                  <a:pt x="177302" y="164192"/>
                  <a:pt x="166398" y="163552"/>
                  <a:pt x="155471" y="162272"/>
                </a:cubicBezTo>
                <a:cubicBezTo>
                  <a:pt x="144555" y="160992"/>
                  <a:pt x="134051" y="159163"/>
                  <a:pt x="123958" y="156808"/>
                </a:cubicBezTo>
                <a:cubicBezTo>
                  <a:pt x="113877" y="154454"/>
                  <a:pt x="104299" y="151585"/>
                  <a:pt x="95235" y="148201"/>
                </a:cubicBezTo>
                <a:cubicBezTo>
                  <a:pt x="86182" y="144830"/>
                  <a:pt x="78067" y="141035"/>
                  <a:pt x="70923" y="136851"/>
                </a:cubicBezTo>
                <a:lnTo>
                  <a:pt x="70923" y="194641"/>
                </a:lnTo>
                <a:cubicBezTo>
                  <a:pt x="77987" y="198893"/>
                  <a:pt x="86011" y="202745"/>
                  <a:pt x="94960" y="206197"/>
                </a:cubicBezTo>
                <a:cubicBezTo>
                  <a:pt x="103922" y="209626"/>
                  <a:pt x="113443" y="212564"/>
                  <a:pt x="123524" y="214998"/>
                </a:cubicBezTo>
                <a:cubicBezTo>
                  <a:pt x="133617" y="217410"/>
                  <a:pt x="144132" y="219227"/>
                  <a:pt x="155082" y="220462"/>
                </a:cubicBezTo>
                <a:cubicBezTo>
                  <a:pt x="166032" y="221662"/>
                  <a:pt x="177074" y="222268"/>
                  <a:pt x="188206" y="222268"/>
                </a:cubicBezTo>
                <a:close/>
                <a:moveTo>
                  <a:pt x="188595" y="306313"/>
                </a:moveTo>
                <a:cubicBezTo>
                  <a:pt x="201042" y="306358"/>
                  <a:pt x="213867" y="305307"/>
                  <a:pt x="227103" y="303124"/>
                </a:cubicBezTo>
                <a:cubicBezTo>
                  <a:pt x="240327" y="300929"/>
                  <a:pt x="252512" y="298003"/>
                  <a:pt x="263644" y="294368"/>
                </a:cubicBezTo>
                <a:cubicBezTo>
                  <a:pt x="274777" y="290722"/>
                  <a:pt x="284230" y="286664"/>
                  <a:pt x="292014" y="282184"/>
                </a:cubicBezTo>
                <a:cubicBezTo>
                  <a:pt x="299809" y="277680"/>
                  <a:pt x="304610" y="273074"/>
                  <a:pt x="306393" y="268354"/>
                </a:cubicBezTo>
                <a:lnTo>
                  <a:pt x="306393" y="221319"/>
                </a:lnTo>
                <a:cubicBezTo>
                  <a:pt x="298929" y="225571"/>
                  <a:pt x="290619" y="229366"/>
                  <a:pt x="281475" y="232715"/>
                </a:cubicBezTo>
                <a:cubicBezTo>
                  <a:pt x="272331" y="236041"/>
                  <a:pt x="262719" y="238887"/>
                  <a:pt x="252637" y="241242"/>
                </a:cubicBezTo>
                <a:cubicBezTo>
                  <a:pt x="242556" y="243608"/>
                  <a:pt x="232086" y="245368"/>
                  <a:pt x="221251" y="246545"/>
                </a:cubicBezTo>
                <a:cubicBezTo>
                  <a:pt x="210403" y="247722"/>
                  <a:pt x="199385" y="248317"/>
                  <a:pt x="188206" y="248317"/>
                </a:cubicBezTo>
                <a:cubicBezTo>
                  <a:pt x="177016" y="248317"/>
                  <a:pt x="165952" y="247711"/>
                  <a:pt x="155002" y="246511"/>
                </a:cubicBezTo>
                <a:cubicBezTo>
                  <a:pt x="144052" y="245299"/>
                  <a:pt x="133548" y="243528"/>
                  <a:pt x="123490" y="241162"/>
                </a:cubicBezTo>
                <a:cubicBezTo>
                  <a:pt x="113431" y="238807"/>
                  <a:pt x="103933" y="235961"/>
                  <a:pt x="95006" y="232635"/>
                </a:cubicBezTo>
                <a:cubicBezTo>
                  <a:pt x="86068" y="229309"/>
                  <a:pt x="78033" y="225560"/>
                  <a:pt x="70877" y="221365"/>
                </a:cubicBezTo>
                <a:lnTo>
                  <a:pt x="70877" y="268788"/>
                </a:lnTo>
                <a:cubicBezTo>
                  <a:pt x="72375" y="273246"/>
                  <a:pt x="76958" y="277749"/>
                  <a:pt x="84628" y="282298"/>
                </a:cubicBezTo>
                <a:cubicBezTo>
                  <a:pt x="92286" y="286859"/>
                  <a:pt x="101727" y="290905"/>
                  <a:pt x="112963" y="294448"/>
                </a:cubicBezTo>
                <a:cubicBezTo>
                  <a:pt x="124198" y="297980"/>
                  <a:pt x="136428" y="300849"/>
                  <a:pt x="149653" y="303044"/>
                </a:cubicBezTo>
                <a:cubicBezTo>
                  <a:pt x="162889" y="305250"/>
                  <a:pt x="175851" y="306347"/>
                  <a:pt x="188561" y="306347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圖說"/>
          <p:cNvSpPr/>
          <p:nvPr/>
        </p:nvSpPr>
        <p:spPr>
          <a:xfrm>
            <a:off x="2743143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950" dirty="0"/>
          </a:p>
        </p:txBody>
      </p:sp>
      <p:sp>
        <p:nvSpPr>
          <p:cNvPr id="54" name="圖示 雲端"/>
          <p:cNvSpPr/>
          <p:nvPr/>
        </p:nvSpPr>
        <p:spPr>
          <a:xfrm>
            <a:off x="3617509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98812" y="316680"/>
                </a:moveTo>
                <a:cubicBezTo>
                  <a:pt x="75187" y="316680"/>
                  <a:pt x="55070" y="308416"/>
                  <a:pt x="38462" y="291888"/>
                </a:cubicBezTo>
                <a:cubicBezTo>
                  <a:pt x="21854" y="275360"/>
                  <a:pt x="13556" y="255266"/>
                  <a:pt x="13556" y="231618"/>
                </a:cubicBezTo>
                <a:cubicBezTo>
                  <a:pt x="13556" y="210815"/>
                  <a:pt x="20128" y="192458"/>
                  <a:pt x="33284" y="176536"/>
                </a:cubicBezTo>
                <a:cubicBezTo>
                  <a:pt x="46429" y="160603"/>
                  <a:pt x="63242" y="151002"/>
                  <a:pt x="83725" y="147733"/>
                </a:cubicBezTo>
                <a:cubicBezTo>
                  <a:pt x="89234" y="122141"/>
                  <a:pt x="101807" y="101247"/>
                  <a:pt x="121444" y="85062"/>
                </a:cubicBezTo>
                <a:cubicBezTo>
                  <a:pt x="141092" y="68900"/>
                  <a:pt x="163735" y="60819"/>
                  <a:pt x="189384" y="60819"/>
                </a:cubicBezTo>
                <a:cubicBezTo>
                  <a:pt x="218953" y="60819"/>
                  <a:pt x="243985" y="71518"/>
                  <a:pt x="264467" y="92926"/>
                </a:cubicBezTo>
                <a:cubicBezTo>
                  <a:pt x="284950" y="114323"/>
                  <a:pt x="295443" y="140063"/>
                  <a:pt x="295934" y="170124"/>
                </a:cubicBezTo>
                <a:lnTo>
                  <a:pt x="295934" y="179554"/>
                </a:lnTo>
                <a:cubicBezTo>
                  <a:pt x="314977" y="179588"/>
                  <a:pt x="331024" y="186115"/>
                  <a:pt x="344066" y="199168"/>
                </a:cubicBezTo>
                <a:cubicBezTo>
                  <a:pt x="357107" y="212209"/>
                  <a:pt x="363634" y="228531"/>
                  <a:pt x="363634" y="248122"/>
                </a:cubicBezTo>
                <a:cubicBezTo>
                  <a:pt x="363634" y="266879"/>
                  <a:pt x="356902" y="282984"/>
                  <a:pt x="343437" y="296448"/>
                </a:cubicBezTo>
                <a:cubicBezTo>
                  <a:pt x="329950" y="309936"/>
                  <a:pt x="313822" y="316680"/>
                  <a:pt x="295077" y="316680"/>
                </a:cubicBezTo>
                <a:lnTo>
                  <a:pt x="98812" y="316680"/>
                </a:lnTo>
                <a:close/>
                <a:moveTo>
                  <a:pt x="98812" y="289922"/>
                </a:moveTo>
                <a:lnTo>
                  <a:pt x="294871" y="289922"/>
                </a:lnTo>
                <a:cubicBezTo>
                  <a:pt x="306370" y="289922"/>
                  <a:pt x="316245" y="285819"/>
                  <a:pt x="324498" y="277589"/>
                </a:cubicBezTo>
                <a:cubicBezTo>
                  <a:pt x="332750" y="269359"/>
                  <a:pt x="336876" y="259472"/>
                  <a:pt x="336876" y="247928"/>
                </a:cubicBezTo>
                <a:cubicBezTo>
                  <a:pt x="336876" y="236395"/>
                  <a:pt x="332750" y="226508"/>
                  <a:pt x="324498" y="218256"/>
                </a:cubicBezTo>
                <a:cubicBezTo>
                  <a:pt x="316245" y="210038"/>
                  <a:pt x="306370" y="205923"/>
                  <a:pt x="294871" y="205923"/>
                </a:cubicBezTo>
                <a:lnTo>
                  <a:pt x="269257" y="205923"/>
                </a:lnTo>
                <a:lnTo>
                  <a:pt x="269257" y="171896"/>
                </a:lnTo>
                <a:cubicBezTo>
                  <a:pt x="269257" y="148350"/>
                  <a:pt x="261370" y="128427"/>
                  <a:pt x="245608" y="112140"/>
                </a:cubicBezTo>
                <a:cubicBezTo>
                  <a:pt x="229834" y="95841"/>
                  <a:pt x="210575" y="87691"/>
                  <a:pt x="187806" y="87691"/>
                </a:cubicBezTo>
                <a:cubicBezTo>
                  <a:pt x="164912" y="87691"/>
                  <a:pt x="145550" y="95966"/>
                  <a:pt x="129696" y="112494"/>
                </a:cubicBezTo>
                <a:cubicBezTo>
                  <a:pt x="113854" y="129022"/>
                  <a:pt x="105933" y="149173"/>
                  <a:pt x="105933" y="172959"/>
                </a:cubicBezTo>
                <a:lnTo>
                  <a:pt x="97635" y="172959"/>
                </a:lnTo>
                <a:cubicBezTo>
                  <a:pt x="81633" y="172959"/>
                  <a:pt x="68077" y="178571"/>
                  <a:pt x="56967" y="189818"/>
                </a:cubicBezTo>
                <a:cubicBezTo>
                  <a:pt x="45869" y="201054"/>
                  <a:pt x="40314" y="214918"/>
                  <a:pt x="40314" y="231423"/>
                </a:cubicBezTo>
                <a:cubicBezTo>
                  <a:pt x="40314" y="247688"/>
                  <a:pt x="45994" y="261507"/>
                  <a:pt x="57367" y="272868"/>
                </a:cubicBezTo>
                <a:cubicBezTo>
                  <a:pt x="68729" y="284241"/>
                  <a:pt x="82547" y="289922"/>
                  <a:pt x="98812" y="289922"/>
                </a:cubicBez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圖說"/>
          <p:cNvSpPr/>
          <p:nvPr/>
        </p:nvSpPr>
        <p:spPr>
          <a:xfrm>
            <a:off x="3436544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雲端</a:t>
            </a:r>
            <a:endParaRPr lang="en-US" sz="950" dirty="0"/>
          </a:p>
        </p:txBody>
      </p:sp>
      <p:sp>
        <p:nvSpPr>
          <p:cNvPr id="56" name="圖示 伺服器"/>
          <p:cNvSpPr/>
          <p:nvPr/>
        </p:nvSpPr>
        <p:spPr>
          <a:xfrm>
            <a:off x="4310910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12723" y="92652"/>
                </a:moveTo>
                <a:cubicBezTo>
                  <a:pt x="107248" y="92652"/>
                  <a:pt x="102619" y="94560"/>
                  <a:pt x="98812" y="98389"/>
                </a:cubicBezTo>
                <a:cubicBezTo>
                  <a:pt x="95018" y="102207"/>
                  <a:pt x="93120" y="106859"/>
                  <a:pt x="93120" y="112334"/>
                </a:cubicBezTo>
                <a:cubicBezTo>
                  <a:pt x="93120" y="117809"/>
                  <a:pt x="95029" y="122438"/>
                  <a:pt x="98858" y="126244"/>
                </a:cubicBezTo>
                <a:cubicBezTo>
                  <a:pt x="102676" y="130039"/>
                  <a:pt x="107328" y="131936"/>
                  <a:pt x="112803" y="131936"/>
                </a:cubicBezTo>
                <a:cubicBezTo>
                  <a:pt x="118278" y="131936"/>
                  <a:pt x="122918" y="130028"/>
                  <a:pt x="126713" y="126199"/>
                </a:cubicBezTo>
                <a:cubicBezTo>
                  <a:pt x="130508" y="122381"/>
                  <a:pt x="132405" y="117729"/>
                  <a:pt x="132405" y="112254"/>
                </a:cubicBezTo>
                <a:cubicBezTo>
                  <a:pt x="132405" y="106779"/>
                  <a:pt x="130496" y="102138"/>
                  <a:pt x="126679" y="98344"/>
                </a:cubicBezTo>
                <a:cubicBezTo>
                  <a:pt x="122850" y="94549"/>
                  <a:pt x="118198" y="92652"/>
                  <a:pt x="112723" y="92652"/>
                </a:cubicBezTo>
                <a:close/>
                <a:moveTo>
                  <a:pt x="112723" y="260101"/>
                </a:moveTo>
                <a:cubicBezTo>
                  <a:pt x="107248" y="260101"/>
                  <a:pt x="102619" y="262021"/>
                  <a:pt x="98812" y="265839"/>
                </a:cubicBezTo>
                <a:cubicBezTo>
                  <a:pt x="95018" y="269668"/>
                  <a:pt x="93120" y="274309"/>
                  <a:pt x="93120" y="279784"/>
                </a:cubicBezTo>
                <a:cubicBezTo>
                  <a:pt x="93120" y="285259"/>
                  <a:pt x="95029" y="289899"/>
                  <a:pt x="98858" y="293694"/>
                </a:cubicBezTo>
                <a:cubicBezTo>
                  <a:pt x="102676" y="297500"/>
                  <a:pt x="107328" y="299397"/>
                  <a:pt x="112803" y="299397"/>
                </a:cubicBezTo>
                <a:cubicBezTo>
                  <a:pt x="118278" y="299397"/>
                  <a:pt x="122918" y="297477"/>
                  <a:pt x="126713" y="293660"/>
                </a:cubicBezTo>
                <a:cubicBezTo>
                  <a:pt x="130508" y="289831"/>
                  <a:pt x="132405" y="285190"/>
                  <a:pt x="132405" y="279715"/>
                </a:cubicBezTo>
                <a:cubicBezTo>
                  <a:pt x="132405" y="274240"/>
                  <a:pt x="130496" y="269599"/>
                  <a:pt x="126679" y="265805"/>
                </a:cubicBezTo>
                <a:cubicBezTo>
                  <a:pt x="122850" y="261998"/>
                  <a:pt x="118198" y="260101"/>
                  <a:pt x="112723" y="260101"/>
                </a:cubicBezTo>
                <a:close/>
                <a:moveTo>
                  <a:pt x="59756" y="42280"/>
                </a:moveTo>
                <a:lnTo>
                  <a:pt x="317034" y="42280"/>
                </a:lnTo>
                <a:cubicBezTo>
                  <a:pt x="321697" y="42280"/>
                  <a:pt x="325446" y="43697"/>
                  <a:pt x="328270" y="46520"/>
                </a:cubicBezTo>
                <a:cubicBezTo>
                  <a:pt x="331081" y="49343"/>
                  <a:pt x="332476" y="53161"/>
                  <a:pt x="332476" y="57950"/>
                </a:cubicBezTo>
                <a:lnTo>
                  <a:pt x="332476" y="164546"/>
                </a:lnTo>
                <a:cubicBezTo>
                  <a:pt x="332476" y="169678"/>
                  <a:pt x="331081" y="173976"/>
                  <a:pt x="328270" y="177439"/>
                </a:cubicBezTo>
                <a:cubicBezTo>
                  <a:pt x="325469" y="180891"/>
                  <a:pt x="321720" y="182629"/>
                  <a:pt x="317034" y="182629"/>
                </a:cubicBezTo>
                <a:lnTo>
                  <a:pt x="59756" y="182629"/>
                </a:lnTo>
                <a:cubicBezTo>
                  <a:pt x="55333" y="182629"/>
                  <a:pt x="51732" y="180891"/>
                  <a:pt x="48955" y="177439"/>
                </a:cubicBezTo>
                <a:cubicBezTo>
                  <a:pt x="46177" y="173976"/>
                  <a:pt x="44794" y="169678"/>
                  <a:pt x="44794" y="164546"/>
                </a:cubicBezTo>
                <a:lnTo>
                  <a:pt x="44794" y="57950"/>
                </a:lnTo>
                <a:cubicBezTo>
                  <a:pt x="44794" y="53184"/>
                  <a:pt x="46177" y="49378"/>
                  <a:pt x="48955" y="46520"/>
                </a:cubicBezTo>
                <a:cubicBezTo>
                  <a:pt x="51732" y="43697"/>
                  <a:pt x="55333" y="42280"/>
                  <a:pt x="59756" y="42280"/>
                </a:cubicBezTo>
                <a:close/>
                <a:moveTo>
                  <a:pt x="71586" y="69152"/>
                </a:moveTo>
                <a:lnTo>
                  <a:pt x="71586" y="155871"/>
                </a:lnTo>
                <a:lnTo>
                  <a:pt x="305638" y="155871"/>
                </a:lnTo>
                <a:lnTo>
                  <a:pt x="305638" y="69152"/>
                </a:lnTo>
                <a:lnTo>
                  <a:pt x="71586" y="69152"/>
                </a:lnTo>
                <a:close/>
                <a:moveTo>
                  <a:pt x="59756" y="209340"/>
                </a:moveTo>
                <a:lnTo>
                  <a:pt x="315468" y="209340"/>
                </a:lnTo>
                <a:cubicBezTo>
                  <a:pt x="319869" y="209340"/>
                  <a:pt x="323812" y="211169"/>
                  <a:pt x="327287" y="214838"/>
                </a:cubicBezTo>
                <a:cubicBezTo>
                  <a:pt x="330750" y="218507"/>
                  <a:pt x="332476" y="222736"/>
                  <a:pt x="332476" y="227537"/>
                </a:cubicBezTo>
                <a:lnTo>
                  <a:pt x="332476" y="332282"/>
                </a:lnTo>
                <a:cubicBezTo>
                  <a:pt x="332476" y="338042"/>
                  <a:pt x="330750" y="342443"/>
                  <a:pt x="327287" y="345483"/>
                </a:cubicBezTo>
                <a:cubicBezTo>
                  <a:pt x="323812" y="348546"/>
                  <a:pt x="319869" y="350078"/>
                  <a:pt x="315468" y="350078"/>
                </a:cubicBezTo>
                <a:lnTo>
                  <a:pt x="61722" y="350078"/>
                </a:lnTo>
                <a:cubicBezTo>
                  <a:pt x="57036" y="350078"/>
                  <a:pt x="53047" y="348546"/>
                  <a:pt x="49743" y="345483"/>
                </a:cubicBezTo>
                <a:cubicBezTo>
                  <a:pt x="46440" y="342420"/>
                  <a:pt x="44794" y="338019"/>
                  <a:pt x="44794" y="332282"/>
                </a:cubicBezTo>
                <a:lnTo>
                  <a:pt x="44794" y="227537"/>
                </a:lnTo>
                <a:cubicBezTo>
                  <a:pt x="44794" y="222736"/>
                  <a:pt x="46177" y="218507"/>
                  <a:pt x="48955" y="214838"/>
                </a:cubicBezTo>
                <a:cubicBezTo>
                  <a:pt x="51732" y="211169"/>
                  <a:pt x="55333" y="209340"/>
                  <a:pt x="59756" y="209340"/>
                </a:cubicBezTo>
                <a:close/>
                <a:moveTo>
                  <a:pt x="71586" y="236212"/>
                </a:moveTo>
                <a:lnTo>
                  <a:pt x="71586" y="323240"/>
                </a:lnTo>
                <a:lnTo>
                  <a:pt x="305638" y="323240"/>
                </a:lnTo>
                <a:lnTo>
                  <a:pt x="305638" y="236212"/>
                </a:lnTo>
                <a:lnTo>
                  <a:pt x="71586" y="236212"/>
                </a:lnTo>
                <a:close/>
                <a:moveTo>
                  <a:pt x="71586" y="69152"/>
                </a:moveTo>
                <a:lnTo>
                  <a:pt x="71586" y="155871"/>
                </a:lnTo>
                <a:lnTo>
                  <a:pt x="71586" y="69152"/>
                </a:lnTo>
                <a:close/>
                <a:moveTo>
                  <a:pt x="71586" y="236212"/>
                </a:moveTo>
                <a:lnTo>
                  <a:pt x="71586" y="323240"/>
                </a:lnTo>
                <a:lnTo>
                  <a:pt x="71586" y="236212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圖說"/>
          <p:cNvSpPr/>
          <p:nvPr/>
        </p:nvSpPr>
        <p:spPr>
          <a:xfrm>
            <a:off x="4129945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伺服器</a:t>
            </a:r>
            <a:endParaRPr lang="en-US" sz="950" dirty="0"/>
          </a:p>
        </p:txBody>
      </p:sp>
      <p:sp>
        <p:nvSpPr>
          <p:cNvPr id="58" name="圖示 網路"/>
          <p:cNvSpPr/>
          <p:nvPr/>
        </p:nvSpPr>
        <p:spPr>
          <a:xfrm>
            <a:off x="5004311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44988" y="321160"/>
                </a:moveTo>
                <a:lnTo>
                  <a:pt x="44988" y="265885"/>
                </a:lnTo>
                <a:cubicBezTo>
                  <a:pt x="44988" y="258524"/>
                  <a:pt x="47606" y="252214"/>
                  <a:pt x="52841" y="246979"/>
                </a:cubicBezTo>
                <a:cubicBezTo>
                  <a:pt x="58087" y="241744"/>
                  <a:pt x="64385" y="239127"/>
                  <a:pt x="71746" y="239127"/>
                </a:cubicBezTo>
                <a:lnTo>
                  <a:pt x="92686" y="239127"/>
                </a:lnTo>
                <a:lnTo>
                  <a:pt x="92686" y="202540"/>
                </a:lnTo>
                <a:cubicBezTo>
                  <a:pt x="92686" y="195179"/>
                  <a:pt x="95303" y="188881"/>
                  <a:pt x="100550" y="183646"/>
                </a:cubicBezTo>
                <a:cubicBezTo>
                  <a:pt x="105785" y="178411"/>
                  <a:pt x="112083" y="175782"/>
                  <a:pt x="119443" y="175782"/>
                </a:cubicBezTo>
                <a:lnTo>
                  <a:pt x="175748" y="175782"/>
                </a:lnTo>
                <a:lnTo>
                  <a:pt x="175748" y="138109"/>
                </a:lnTo>
                <a:lnTo>
                  <a:pt x="154808" y="138109"/>
                </a:lnTo>
                <a:cubicBezTo>
                  <a:pt x="147447" y="138109"/>
                  <a:pt x="141149" y="135491"/>
                  <a:pt x="135903" y="130245"/>
                </a:cubicBezTo>
                <a:cubicBezTo>
                  <a:pt x="130668" y="125010"/>
                  <a:pt x="128050" y="118666"/>
                  <a:pt x="128050" y="111237"/>
                </a:cubicBezTo>
                <a:lnTo>
                  <a:pt x="128050" y="56064"/>
                </a:lnTo>
                <a:cubicBezTo>
                  <a:pt x="128050" y="48703"/>
                  <a:pt x="130668" y="42405"/>
                  <a:pt x="135903" y="37170"/>
                </a:cubicBezTo>
                <a:cubicBezTo>
                  <a:pt x="141149" y="31935"/>
                  <a:pt x="147447" y="29307"/>
                  <a:pt x="154808" y="29307"/>
                </a:cubicBezTo>
                <a:lnTo>
                  <a:pt x="222348" y="29307"/>
                </a:lnTo>
                <a:cubicBezTo>
                  <a:pt x="229709" y="29307"/>
                  <a:pt x="236007" y="31935"/>
                  <a:pt x="241242" y="37170"/>
                </a:cubicBezTo>
                <a:cubicBezTo>
                  <a:pt x="246488" y="42405"/>
                  <a:pt x="249105" y="48703"/>
                  <a:pt x="249105" y="56064"/>
                </a:cubicBezTo>
                <a:lnTo>
                  <a:pt x="249105" y="111237"/>
                </a:lnTo>
                <a:cubicBezTo>
                  <a:pt x="249105" y="118643"/>
                  <a:pt x="246488" y="124987"/>
                  <a:pt x="241242" y="130245"/>
                </a:cubicBezTo>
                <a:cubicBezTo>
                  <a:pt x="236007" y="135491"/>
                  <a:pt x="229709" y="138109"/>
                  <a:pt x="222348" y="138109"/>
                </a:cubicBezTo>
                <a:lnTo>
                  <a:pt x="201408" y="138109"/>
                </a:lnTo>
                <a:lnTo>
                  <a:pt x="201408" y="175782"/>
                </a:lnTo>
                <a:lnTo>
                  <a:pt x="257712" y="175782"/>
                </a:lnTo>
                <a:cubicBezTo>
                  <a:pt x="265073" y="175782"/>
                  <a:pt x="271371" y="178411"/>
                  <a:pt x="276606" y="183646"/>
                </a:cubicBezTo>
                <a:cubicBezTo>
                  <a:pt x="281841" y="188881"/>
                  <a:pt x="284470" y="195179"/>
                  <a:pt x="284470" y="202540"/>
                </a:cubicBezTo>
                <a:lnTo>
                  <a:pt x="284470" y="239127"/>
                </a:lnTo>
                <a:lnTo>
                  <a:pt x="305410" y="239127"/>
                </a:lnTo>
                <a:cubicBezTo>
                  <a:pt x="312771" y="239127"/>
                  <a:pt x="319068" y="241744"/>
                  <a:pt x="324303" y="246979"/>
                </a:cubicBezTo>
                <a:cubicBezTo>
                  <a:pt x="329538" y="252214"/>
                  <a:pt x="332167" y="258524"/>
                  <a:pt x="332167" y="265885"/>
                </a:cubicBezTo>
                <a:lnTo>
                  <a:pt x="332167" y="321160"/>
                </a:lnTo>
                <a:cubicBezTo>
                  <a:pt x="332167" y="328521"/>
                  <a:pt x="329538" y="334819"/>
                  <a:pt x="324303" y="340065"/>
                </a:cubicBezTo>
                <a:cubicBezTo>
                  <a:pt x="319068" y="345300"/>
                  <a:pt x="312771" y="347918"/>
                  <a:pt x="305410" y="347918"/>
                </a:cubicBezTo>
                <a:lnTo>
                  <a:pt x="238453" y="347918"/>
                </a:lnTo>
                <a:cubicBezTo>
                  <a:pt x="231046" y="347918"/>
                  <a:pt x="224702" y="345300"/>
                  <a:pt x="219433" y="340065"/>
                </a:cubicBezTo>
                <a:cubicBezTo>
                  <a:pt x="214198" y="334819"/>
                  <a:pt x="211581" y="328521"/>
                  <a:pt x="211581" y="321160"/>
                </a:cubicBezTo>
                <a:lnTo>
                  <a:pt x="211581" y="265530"/>
                </a:lnTo>
                <a:cubicBezTo>
                  <a:pt x="211581" y="258295"/>
                  <a:pt x="214175" y="252089"/>
                  <a:pt x="219365" y="246899"/>
                </a:cubicBezTo>
                <a:cubicBezTo>
                  <a:pt x="224542" y="241722"/>
                  <a:pt x="230749" y="239127"/>
                  <a:pt x="237984" y="239127"/>
                </a:cubicBezTo>
                <a:lnTo>
                  <a:pt x="258729" y="239127"/>
                </a:lnTo>
                <a:lnTo>
                  <a:pt x="258729" y="201442"/>
                </a:lnTo>
                <a:lnTo>
                  <a:pt x="118426" y="201442"/>
                </a:lnTo>
                <a:lnTo>
                  <a:pt x="118426" y="239127"/>
                </a:lnTo>
                <a:lnTo>
                  <a:pt x="139172" y="239127"/>
                </a:lnTo>
                <a:cubicBezTo>
                  <a:pt x="146395" y="239127"/>
                  <a:pt x="152602" y="241722"/>
                  <a:pt x="157791" y="246899"/>
                </a:cubicBezTo>
                <a:cubicBezTo>
                  <a:pt x="162980" y="252089"/>
                  <a:pt x="165575" y="258295"/>
                  <a:pt x="165575" y="265530"/>
                </a:cubicBezTo>
                <a:lnTo>
                  <a:pt x="165575" y="321160"/>
                </a:lnTo>
                <a:cubicBezTo>
                  <a:pt x="165575" y="328521"/>
                  <a:pt x="162946" y="334819"/>
                  <a:pt x="157711" y="340065"/>
                </a:cubicBezTo>
                <a:cubicBezTo>
                  <a:pt x="152476" y="345300"/>
                  <a:pt x="146178" y="347918"/>
                  <a:pt x="138817" y="347918"/>
                </a:cubicBezTo>
                <a:lnTo>
                  <a:pt x="71746" y="347918"/>
                </a:lnTo>
                <a:cubicBezTo>
                  <a:pt x="64385" y="347918"/>
                  <a:pt x="58087" y="345300"/>
                  <a:pt x="52841" y="340065"/>
                </a:cubicBezTo>
                <a:cubicBezTo>
                  <a:pt x="47606" y="334819"/>
                  <a:pt x="44988" y="328521"/>
                  <a:pt x="44988" y="321160"/>
                </a:cubicBezTo>
                <a:close/>
                <a:moveTo>
                  <a:pt x="153779" y="112368"/>
                </a:moveTo>
                <a:lnTo>
                  <a:pt x="223365" y="112368"/>
                </a:lnTo>
                <a:lnTo>
                  <a:pt x="223365" y="55013"/>
                </a:lnTo>
                <a:lnTo>
                  <a:pt x="153779" y="55013"/>
                </a:lnTo>
                <a:lnTo>
                  <a:pt x="153779" y="112334"/>
                </a:lnTo>
                <a:close/>
                <a:moveTo>
                  <a:pt x="70729" y="322189"/>
                </a:moveTo>
                <a:lnTo>
                  <a:pt x="139835" y="322189"/>
                </a:lnTo>
                <a:lnTo>
                  <a:pt x="139835" y="264856"/>
                </a:lnTo>
                <a:lnTo>
                  <a:pt x="70729" y="264856"/>
                </a:lnTo>
                <a:lnTo>
                  <a:pt x="70729" y="322189"/>
                </a:lnTo>
                <a:close/>
                <a:moveTo>
                  <a:pt x="237355" y="322189"/>
                </a:moveTo>
                <a:lnTo>
                  <a:pt x="306473" y="322189"/>
                </a:lnTo>
                <a:lnTo>
                  <a:pt x="306473" y="264856"/>
                </a:lnTo>
                <a:lnTo>
                  <a:pt x="237355" y="264856"/>
                </a:lnTo>
                <a:lnTo>
                  <a:pt x="237355" y="322189"/>
                </a:lnTo>
                <a:close/>
                <a:moveTo>
                  <a:pt x="188595" y="112334"/>
                </a:moveTo>
                <a:close/>
                <a:moveTo>
                  <a:pt x="139835" y="264856"/>
                </a:moveTo>
                <a:close/>
                <a:moveTo>
                  <a:pt x="237321" y="264856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圖說"/>
          <p:cNvSpPr/>
          <p:nvPr/>
        </p:nvSpPr>
        <p:spPr>
          <a:xfrm>
            <a:off x="4823346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網路</a:t>
            </a:r>
            <a:endParaRPr lang="en-US" sz="950" dirty="0"/>
          </a:p>
        </p:txBody>
      </p:sp>
      <p:sp>
        <p:nvSpPr>
          <p:cNvPr id="60" name="圖示 電腦"/>
          <p:cNvSpPr/>
          <p:nvPr/>
        </p:nvSpPr>
        <p:spPr>
          <a:xfrm>
            <a:off x="5697712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25889" y="333505"/>
                </a:moveTo>
                <a:cubicBezTo>
                  <a:pt x="22357" y="333505"/>
                  <a:pt x="19420" y="332304"/>
                  <a:pt x="17088" y="329927"/>
                </a:cubicBezTo>
                <a:cubicBezTo>
                  <a:pt x="14756" y="327538"/>
                  <a:pt x="13590" y="324589"/>
                  <a:pt x="13590" y="321080"/>
                </a:cubicBezTo>
                <a:cubicBezTo>
                  <a:pt x="13590" y="317571"/>
                  <a:pt x="14756" y="314645"/>
                  <a:pt x="17088" y="312279"/>
                </a:cubicBezTo>
                <a:cubicBezTo>
                  <a:pt x="19420" y="309947"/>
                  <a:pt x="22357" y="308781"/>
                  <a:pt x="25889" y="308781"/>
                </a:cubicBezTo>
                <a:lnTo>
                  <a:pt x="351301" y="308781"/>
                </a:lnTo>
                <a:cubicBezTo>
                  <a:pt x="354833" y="308781"/>
                  <a:pt x="357770" y="309982"/>
                  <a:pt x="360102" y="312359"/>
                </a:cubicBezTo>
                <a:cubicBezTo>
                  <a:pt x="362434" y="314748"/>
                  <a:pt x="363600" y="317685"/>
                  <a:pt x="363600" y="321206"/>
                </a:cubicBezTo>
                <a:cubicBezTo>
                  <a:pt x="363600" y="324715"/>
                  <a:pt x="362434" y="327641"/>
                  <a:pt x="360102" y="330007"/>
                </a:cubicBezTo>
                <a:cubicBezTo>
                  <a:pt x="357770" y="332362"/>
                  <a:pt x="354833" y="333539"/>
                  <a:pt x="351301" y="333539"/>
                </a:cubicBezTo>
                <a:lnTo>
                  <a:pt x="25889" y="333539"/>
                </a:lnTo>
                <a:close/>
                <a:moveTo>
                  <a:pt x="55870" y="285213"/>
                </a:moveTo>
                <a:cubicBezTo>
                  <a:pt x="48646" y="285213"/>
                  <a:pt x="42371" y="282550"/>
                  <a:pt x="37056" y="277235"/>
                </a:cubicBezTo>
                <a:cubicBezTo>
                  <a:pt x="31730" y="271920"/>
                  <a:pt x="29078" y="265645"/>
                  <a:pt x="29078" y="258409"/>
                </a:cubicBezTo>
                <a:lnTo>
                  <a:pt x="29078" y="71506"/>
                </a:lnTo>
                <a:cubicBezTo>
                  <a:pt x="29078" y="64248"/>
                  <a:pt x="31730" y="57962"/>
                  <a:pt x="37056" y="52647"/>
                </a:cubicBezTo>
                <a:cubicBezTo>
                  <a:pt x="42371" y="47332"/>
                  <a:pt x="48646" y="44668"/>
                  <a:pt x="55870" y="44668"/>
                </a:cubicBezTo>
                <a:lnTo>
                  <a:pt x="321354" y="44668"/>
                </a:lnTo>
                <a:cubicBezTo>
                  <a:pt x="328613" y="44668"/>
                  <a:pt x="334899" y="47332"/>
                  <a:pt x="340214" y="52647"/>
                </a:cubicBezTo>
                <a:cubicBezTo>
                  <a:pt x="345540" y="57962"/>
                  <a:pt x="348192" y="64248"/>
                  <a:pt x="348192" y="71506"/>
                </a:cubicBezTo>
                <a:lnTo>
                  <a:pt x="348192" y="258409"/>
                </a:lnTo>
                <a:cubicBezTo>
                  <a:pt x="348192" y="265645"/>
                  <a:pt x="345540" y="271920"/>
                  <a:pt x="340214" y="277235"/>
                </a:cubicBezTo>
                <a:cubicBezTo>
                  <a:pt x="334899" y="282550"/>
                  <a:pt x="328613" y="285213"/>
                  <a:pt x="321354" y="285213"/>
                </a:cubicBezTo>
                <a:lnTo>
                  <a:pt x="55870" y="285213"/>
                </a:lnTo>
                <a:close/>
                <a:moveTo>
                  <a:pt x="55870" y="258455"/>
                </a:moveTo>
                <a:lnTo>
                  <a:pt x="321354" y="258455"/>
                </a:lnTo>
                <a:lnTo>
                  <a:pt x="321354" y="71552"/>
                </a:lnTo>
                <a:lnTo>
                  <a:pt x="55870" y="71552"/>
                </a:lnTo>
                <a:lnTo>
                  <a:pt x="55870" y="258455"/>
                </a:lnTo>
                <a:close/>
                <a:moveTo>
                  <a:pt x="55870" y="258455"/>
                </a:moveTo>
                <a:lnTo>
                  <a:pt x="55870" y="71552"/>
                </a:lnTo>
                <a:lnTo>
                  <a:pt x="55870" y="258455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圖說"/>
          <p:cNvSpPr/>
          <p:nvPr/>
        </p:nvSpPr>
        <p:spPr>
          <a:xfrm>
            <a:off x="5516747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電腦</a:t>
            </a:r>
            <a:endParaRPr lang="en-US" sz="950" dirty="0"/>
          </a:p>
        </p:txBody>
      </p:sp>
      <p:sp>
        <p:nvSpPr>
          <p:cNvPr id="62" name="圖示 程式"/>
          <p:cNvSpPr/>
          <p:nvPr/>
        </p:nvSpPr>
        <p:spPr>
          <a:xfrm>
            <a:off x="6391113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66523" y="187726"/>
                </a:moveTo>
                <a:lnTo>
                  <a:pt x="134531" y="255746"/>
                </a:lnTo>
                <a:cubicBezTo>
                  <a:pt x="137206" y="258467"/>
                  <a:pt x="138463" y="261610"/>
                  <a:pt x="138303" y="265176"/>
                </a:cubicBezTo>
                <a:cubicBezTo>
                  <a:pt x="138143" y="268731"/>
                  <a:pt x="136714" y="271874"/>
                  <a:pt x="134017" y="274606"/>
                </a:cubicBezTo>
                <a:cubicBezTo>
                  <a:pt x="131319" y="277326"/>
                  <a:pt x="128130" y="278675"/>
                  <a:pt x="124438" y="278652"/>
                </a:cubicBezTo>
                <a:cubicBezTo>
                  <a:pt x="120735" y="278618"/>
                  <a:pt x="117558" y="277269"/>
                  <a:pt x="114883" y="274606"/>
                </a:cubicBezTo>
                <a:lnTo>
                  <a:pt x="37479" y="197282"/>
                </a:lnTo>
                <a:cubicBezTo>
                  <a:pt x="36039" y="195842"/>
                  <a:pt x="34999" y="194344"/>
                  <a:pt x="34336" y="192801"/>
                </a:cubicBezTo>
                <a:cubicBezTo>
                  <a:pt x="33684" y="191224"/>
                  <a:pt x="33353" y="189567"/>
                  <a:pt x="33353" y="187806"/>
                </a:cubicBezTo>
                <a:cubicBezTo>
                  <a:pt x="33353" y="186058"/>
                  <a:pt x="33684" y="184389"/>
                  <a:pt x="34336" y="182823"/>
                </a:cubicBezTo>
                <a:cubicBezTo>
                  <a:pt x="34999" y="181246"/>
                  <a:pt x="36039" y="179760"/>
                  <a:pt x="37479" y="178342"/>
                </a:cubicBezTo>
                <a:lnTo>
                  <a:pt x="116060" y="99761"/>
                </a:lnTo>
                <a:cubicBezTo>
                  <a:pt x="118735" y="97086"/>
                  <a:pt x="121935" y="95749"/>
                  <a:pt x="125650" y="95749"/>
                </a:cubicBezTo>
                <a:cubicBezTo>
                  <a:pt x="129376" y="95749"/>
                  <a:pt x="132565" y="97086"/>
                  <a:pt x="135240" y="99761"/>
                </a:cubicBezTo>
                <a:cubicBezTo>
                  <a:pt x="137914" y="102436"/>
                  <a:pt x="139252" y="105636"/>
                  <a:pt x="139252" y="109385"/>
                </a:cubicBezTo>
                <a:cubicBezTo>
                  <a:pt x="139252" y="113134"/>
                  <a:pt x="137914" y="116335"/>
                  <a:pt x="135240" y="119009"/>
                </a:cubicBezTo>
                <a:lnTo>
                  <a:pt x="66523" y="187726"/>
                </a:lnTo>
                <a:close/>
                <a:moveTo>
                  <a:pt x="310713" y="187932"/>
                </a:moveTo>
                <a:lnTo>
                  <a:pt x="242739" y="119878"/>
                </a:lnTo>
                <a:cubicBezTo>
                  <a:pt x="240019" y="117146"/>
                  <a:pt x="238727" y="114003"/>
                  <a:pt x="238887" y="110448"/>
                </a:cubicBezTo>
                <a:cubicBezTo>
                  <a:pt x="239047" y="106882"/>
                  <a:pt x="240476" y="103739"/>
                  <a:pt x="243173" y="101018"/>
                </a:cubicBezTo>
                <a:cubicBezTo>
                  <a:pt x="245871" y="98287"/>
                  <a:pt x="249060" y="96938"/>
                  <a:pt x="252752" y="96972"/>
                </a:cubicBezTo>
                <a:cubicBezTo>
                  <a:pt x="256455" y="96995"/>
                  <a:pt x="259632" y="98344"/>
                  <a:pt x="262307" y="101018"/>
                </a:cubicBezTo>
                <a:lnTo>
                  <a:pt x="339711" y="178342"/>
                </a:lnTo>
                <a:cubicBezTo>
                  <a:pt x="341151" y="179782"/>
                  <a:pt x="342191" y="181268"/>
                  <a:pt x="342854" y="182823"/>
                </a:cubicBezTo>
                <a:cubicBezTo>
                  <a:pt x="343506" y="184389"/>
                  <a:pt x="343837" y="186058"/>
                  <a:pt x="343837" y="187806"/>
                </a:cubicBezTo>
                <a:cubicBezTo>
                  <a:pt x="343837" y="189567"/>
                  <a:pt x="343506" y="191224"/>
                  <a:pt x="342854" y="192801"/>
                </a:cubicBezTo>
                <a:cubicBezTo>
                  <a:pt x="342191" y="194367"/>
                  <a:pt x="341151" y="195864"/>
                  <a:pt x="339711" y="197282"/>
                </a:cubicBezTo>
                <a:lnTo>
                  <a:pt x="261130" y="275863"/>
                </a:lnTo>
                <a:cubicBezTo>
                  <a:pt x="258455" y="278526"/>
                  <a:pt x="255323" y="279818"/>
                  <a:pt x="251734" y="279715"/>
                </a:cubicBezTo>
                <a:cubicBezTo>
                  <a:pt x="248145" y="279601"/>
                  <a:pt x="245002" y="278206"/>
                  <a:pt x="242305" y="275509"/>
                </a:cubicBezTo>
                <a:cubicBezTo>
                  <a:pt x="239607" y="272811"/>
                  <a:pt x="238258" y="269599"/>
                  <a:pt x="238258" y="265885"/>
                </a:cubicBezTo>
                <a:cubicBezTo>
                  <a:pt x="238258" y="262158"/>
                  <a:pt x="239619" y="258970"/>
                  <a:pt x="242350" y="256295"/>
                </a:cubicBezTo>
                <a:lnTo>
                  <a:pt x="310747" y="187886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圖說"/>
          <p:cNvSpPr/>
          <p:nvPr/>
        </p:nvSpPr>
        <p:spPr>
          <a:xfrm>
            <a:off x="6210148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程式</a:t>
            </a:r>
            <a:endParaRPr lang="en-US" sz="950" dirty="0"/>
          </a:p>
        </p:txBody>
      </p:sp>
      <p:sp>
        <p:nvSpPr>
          <p:cNvPr id="64" name="圖示 API"/>
          <p:cNvSpPr/>
          <p:nvPr/>
        </p:nvSpPr>
        <p:spPr>
          <a:xfrm>
            <a:off x="7084514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232086"/>
                </a:moveTo>
                <a:lnTo>
                  <a:pt x="145104" y="188595"/>
                </a:lnTo>
                <a:lnTo>
                  <a:pt x="188595" y="145104"/>
                </a:lnTo>
                <a:lnTo>
                  <a:pt x="232086" y="188595"/>
                </a:lnTo>
                <a:lnTo>
                  <a:pt x="188595" y="232086"/>
                </a:lnTo>
                <a:close/>
                <a:moveTo>
                  <a:pt x="155197" y="112528"/>
                </a:moveTo>
                <a:lnTo>
                  <a:pt x="121089" y="78421"/>
                </a:lnTo>
                <a:lnTo>
                  <a:pt x="169850" y="29787"/>
                </a:lnTo>
                <a:cubicBezTo>
                  <a:pt x="172524" y="27112"/>
                  <a:pt x="175485" y="25169"/>
                  <a:pt x="178731" y="23969"/>
                </a:cubicBezTo>
                <a:cubicBezTo>
                  <a:pt x="181977" y="22757"/>
                  <a:pt x="185269" y="22163"/>
                  <a:pt x="188595" y="22163"/>
                </a:cubicBezTo>
                <a:cubicBezTo>
                  <a:pt x="191921" y="22163"/>
                  <a:pt x="195213" y="22757"/>
                  <a:pt x="198459" y="23969"/>
                </a:cubicBezTo>
                <a:cubicBezTo>
                  <a:pt x="201705" y="25169"/>
                  <a:pt x="204666" y="27112"/>
                  <a:pt x="207340" y="29787"/>
                </a:cubicBezTo>
                <a:lnTo>
                  <a:pt x="256101" y="78421"/>
                </a:lnTo>
                <a:lnTo>
                  <a:pt x="221993" y="112563"/>
                </a:lnTo>
                <a:lnTo>
                  <a:pt x="188595" y="79176"/>
                </a:lnTo>
                <a:lnTo>
                  <a:pt x="155197" y="112563"/>
                </a:lnTo>
                <a:close/>
                <a:moveTo>
                  <a:pt x="78547" y="256101"/>
                </a:moveTo>
                <a:lnTo>
                  <a:pt x="29787" y="207340"/>
                </a:lnTo>
                <a:cubicBezTo>
                  <a:pt x="27112" y="204666"/>
                  <a:pt x="25169" y="201705"/>
                  <a:pt x="23969" y="198459"/>
                </a:cubicBezTo>
                <a:cubicBezTo>
                  <a:pt x="22757" y="195213"/>
                  <a:pt x="22163" y="191921"/>
                  <a:pt x="22163" y="188595"/>
                </a:cubicBezTo>
                <a:cubicBezTo>
                  <a:pt x="22163" y="185269"/>
                  <a:pt x="22757" y="181977"/>
                  <a:pt x="23969" y="178731"/>
                </a:cubicBezTo>
                <a:cubicBezTo>
                  <a:pt x="25169" y="175485"/>
                  <a:pt x="27112" y="172524"/>
                  <a:pt x="29787" y="169850"/>
                </a:cubicBezTo>
                <a:lnTo>
                  <a:pt x="78547" y="121089"/>
                </a:lnTo>
                <a:lnTo>
                  <a:pt x="112563" y="155197"/>
                </a:lnTo>
                <a:lnTo>
                  <a:pt x="79176" y="188595"/>
                </a:lnTo>
                <a:lnTo>
                  <a:pt x="112563" y="221993"/>
                </a:lnTo>
                <a:lnTo>
                  <a:pt x="78547" y="256101"/>
                </a:lnTo>
                <a:close/>
                <a:moveTo>
                  <a:pt x="298769" y="256101"/>
                </a:moveTo>
                <a:lnTo>
                  <a:pt x="264627" y="221993"/>
                </a:lnTo>
                <a:lnTo>
                  <a:pt x="298014" y="188595"/>
                </a:lnTo>
                <a:lnTo>
                  <a:pt x="264627" y="155197"/>
                </a:lnTo>
                <a:lnTo>
                  <a:pt x="298723" y="121089"/>
                </a:lnTo>
                <a:lnTo>
                  <a:pt x="347369" y="169850"/>
                </a:lnTo>
                <a:cubicBezTo>
                  <a:pt x="350044" y="172524"/>
                  <a:pt x="351975" y="175485"/>
                  <a:pt x="353187" y="178731"/>
                </a:cubicBezTo>
                <a:cubicBezTo>
                  <a:pt x="354387" y="181977"/>
                  <a:pt x="354993" y="185269"/>
                  <a:pt x="354993" y="188595"/>
                </a:cubicBezTo>
                <a:cubicBezTo>
                  <a:pt x="354993" y="191921"/>
                  <a:pt x="354387" y="195213"/>
                  <a:pt x="353187" y="198459"/>
                </a:cubicBezTo>
                <a:cubicBezTo>
                  <a:pt x="351975" y="201705"/>
                  <a:pt x="350044" y="204666"/>
                  <a:pt x="347369" y="207340"/>
                </a:cubicBezTo>
                <a:lnTo>
                  <a:pt x="298769" y="256101"/>
                </a:lnTo>
                <a:close/>
                <a:moveTo>
                  <a:pt x="169850" y="347403"/>
                </a:moveTo>
                <a:lnTo>
                  <a:pt x="121089" y="298643"/>
                </a:lnTo>
                <a:lnTo>
                  <a:pt x="155197" y="264627"/>
                </a:lnTo>
                <a:lnTo>
                  <a:pt x="188595" y="298014"/>
                </a:lnTo>
                <a:lnTo>
                  <a:pt x="221993" y="264627"/>
                </a:lnTo>
                <a:lnTo>
                  <a:pt x="256101" y="298643"/>
                </a:lnTo>
                <a:lnTo>
                  <a:pt x="207340" y="347403"/>
                </a:lnTo>
                <a:cubicBezTo>
                  <a:pt x="204666" y="350078"/>
                  <a:pt x="201705" y="352021"/>
                  <a:pt x="198459" y="353221"/>
                </a:cubicBezTo>
                <a:cubicBezTo>
                  <a:pt x="195213" y="354433"/>
                  <a:pt x="191921" y="355027"/>
                  <a:pt x="188595" y="355027"/>
                </a:cubicBezTo>
                <a:cubicBezTo>
                  <a:pt x="185269" y="355027"/>
                  <a:pt x="181977" y="354433"/>
                  <a:pt x="178731" y="353221"/>
                </a:cubicBezTo>
                <a:cubicBezTo>
                  <a:pt x="175485" y="352021"/>
                  <a:pt x="172524" y="350078"/>
                  <a:pt x="169850" y="347403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圖說"/>
          <p:cNvSpPr/>
          <p:nvPr/>
        </p:nvSpPr>
        <p:spPr>
          <a:xfrm>
            <a:off x="6903549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API</a:t>
            </a:r>
            <a:endParaRPr lang="en-US" sz="950" dirty="0"/>
          </a:p>
        </p:txBody>
      </p:sp>
      <p:sp>
        <p:nvSpPr>
          <p:cNvPr id="66" name="圖示 AI 機器人"/>
          <p:cNvSpPr/>
          <p:nvPr/>
        </p:nvSpPr>
        <p:spPr>
          <a:xfrm>
            <a:off x="7777915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55596" y="229457"/>
                </a:moveTo>
                <a:cubicBezTo>
                  <a:pt x="43811" y="229457"/>
                  <a:pt x="33856" y="225377"/>
                  <a:pt x="25740" y="217204"/>
                </a:cubicBezTo>
                <a:cubicBezTo>
                  <a:pt x="17614" y="209032"/>
                  <a:pt x="13556" y="199099"/>
                  <a:pt x="13556" y="187418"/>
                </a:cubicBezTo>
                <a:cubicBezTo>
                  <a:pt x="13556" y="175736"/>
                  <a:pt x="17636" y="165804"/>
                  <a:pt x="25809" y="157631"/>
                </a:cubicBezTo>
                <a:cubicBezTo>
                  <a:pt x="33981" y="149459"/>
                  <a:pt x="43914" y="145378"/>
                  <a:pt x="55596" y="145378"/>
                </a:cubicBezTo>
                <a:lnTo>
                  <a:pt x="55596" y="94892"/>
                </a:lnTo>
                <a:cubicBezTo>
                  <a:pt x="55596" y="88605"/>
                  <a:pt x="57950" y="83096"/>
                  <a:pt x="62671" y="78387"/>
                </a:cubicBezTo>
                <a:cubicBezTo>
                  <a:pt x="67380" y="73666"/>
                  <a:pt x="72889" y="71312"/>
                  <a:pt x="79176" y="71312"/>
                </a:cubicBezTo>
                <a:lnTo>
                  <a:pt x="146555" y="71312"/>
                </a:lnTo>
                <a:cubicBezTo>
                  <a:pt x="146555" y="59527"/>
                  <a:pt x="150613" y="49572"/>
                  <a:pt x="158740" y="41457"/>
                </a:cubicBezTo>
                <a:cubicBezTo>
                  <a:pt x="166855" y="33330"/>
                  <a:pt x="176811" y="29272"/>
                  <a:pt x="188595" y="29272"/>
                </a:cubicBezTo>
                <a:cubicBezTo>
                  <a:pt x="200379" y="29272"/>
                  <a:pt x="210335" y="33353"/>
                  <a:pt x="218462" y="41525"/>
                </a:cubicBezTo>
                <a:cubicBezTo>
                  <a:pt x="226577" y="49698"/>
                  <a:pt x="230635" y="59630"/>
                  <a:pt x="230635" y="71312"/>
                </a:cubicBezTo>
                <a:lnTo>
                  <a:pt x="298014" y="71312"/>
                </a:lnTo>
                <a:cubicBezTo>
                  <a:pt x="304301" y="71312"/>
                  <a:pt x="309810" y="73666"/>
                  <a:pt x="314519" y="78387"/>
                </a:cubicBezTo>
                <a:cubicBezTo>
                  <a:pt x="319240" y="83096"/>
                  <a:pt x="321594" y="88605"/>
                  <a:pt x="321594" y="94892"/>
                </a:cubicBezTo>
                <a:lnTo>
                  <a:pt x="321594" y="145378"/>
                </a:lnTo>
                <a:cubicBezTo>
                  <a:pt x="333379" y="145378"/>
                  <a:pt x="343334" y="149459"/>
                  <a:pt x="351450" y="157631"/>
                </a:cubicBezTo>
                <a:cubicBezTo>
                  <a:pt x="359576" y="165804"/>
                  <a:pt x="363634" y="175736"/>
                  <a:pt x="363634" y="187418"/>
                </a:cubicBezTo>
                <a:cubicBezTo>
                  <a:pt x="363634" y="199099"/>
                  <a:pt x="359554" y="209032"/>
                  <a:pt x="351381" y="217204"/>
                </a:cubicBezTo>
                <a:cubicBezTo>
                  <a:pt x="343209" y="225377"/>
                  <a:pt x="333276" y="229457"/>
                  <a:pt x="321594" y="229457"/>
                </a:cubicBezTo>
                <a:lnTo>
                  <a:pt x="321594" y="308633"/>
                </a:lnTo>
                <a:cubicBezTo>
                  <a:pt x="321594" y="314919"/>
                  <a:pt x="319240" y="320417"/>
                  <a:pt x="314519" y="325126"/>
                </a:cubicBezTo>
                <a:cubicBezTo>
                  <a:pt x="309810" y="329847"/>
                  <a:pt x="304301" y="332202"/>
                  <a:pt x="298014" y="332202"/>
                </a:cubicBezTo>
                <a:lnTo>
                  <a:pt x="79176" y="332202"/>
                </a:lnTo>
                <a:cubicBezTo>
                  <a:pt x="72889" y="332202"/>
                  <a:pt x="67380" y="329847"/>
                  <a:pt x="62671" y="325126"/>
                </a:cubicBezTo>
                <a:cubicBezTo>
                  <a:pt x="57950" y="320417"/>
                  <a:pt x="55596" y="314919"/>
                  <a:pt x="55596" y="308633"/>
                </a:cubicBezTo>
                <a:lnTo>
                  <a:pt x="55596" y="229457"/>
                </a:lnTo>
                <a:close/>
                <a:moveTo>
                  <a:pt x="146864" y="184857"/>
                </a:moveTo>
                <a:cubicBezTo>
                  <a:pt x="149984" y="181691"/>
                  <a:pt x="151539" y="177828"/>
                  <a:pt x="151539" y="173267"/>
                </a:cubicBezTo>
                <a:cubicBezTo>
                  <a:pt x="151539" y="168718"/>
                  <a:pt x="149962" y="164889"/>
                  <a:pt x="146795" y="161803"/>
                </a:cubicBezTo>
                <a:cubicBezTo>
                  <a:pt x="143618" y="158683"/>
                  <a:pt x="139777" y="157128"/>
                  <a:pt x="135274" y="157128"/>
                </a:cubicBezTo>
                <a:cubicBezTo>
                  <a:pt x="130771" y="157128"/>
                  <a:pt x="126953" y="158706"/>
                  <a:pt x="123810" y="161883"/>
                </a:cubicBezTo>
                <a:cubicBezTo>
                  <a:pt x="120632" y="165049"/>
                  <a:pt x="119055" y="168913"/>
                  <a:pt x="119055" y="173473"/>
                </a:cubicBezTo>
                <a:cubicBezTo>
                  <a:pt x="119055" y="178022"/>
                  <a:pt x="120644" y="181851"/>
                  <a:pt x="123844" y="184937"/>
                </a:cubicBezTo>
                <a:cubicBezTo>
                  <a:pt x="127044" y="188058"/>
                  <a:pt x="130908" y="189612"/>
                  <a:pt x="135434" y="189612"/>
                </a:cubicBezTo>
                <a:cubicBezTo>
                  <a:pt x="139937" y="189612"/>
                  <a:pt x="143755" y="188035"/>
                  <a:pt x="146864" y="184857"/>
                </a:cubicBezTo>
                <a:close/>
                <a:moveTo>
                  <a:pt x="253460" y="184857"/>
                </a:moveTo>
                <a:cubicBezTo>
                  <a:pt x="256581" y="181691"/>
                  <a:pt x="258135" y="177828"/>
                  <a:pt x="258135" y="173267"/>
                </a:cubicBezTo>
                <a:cubicBezTo>
                  <a:pt x="258135" y="168718"/>
                  <a:pt x="256546" y="164889"/>
                  <a:pt x="253346" y="161803"/>
                </a:cubicBezTo>
                <a:cubicBezTo>
                  <a:pt x="250146" y="158683"/>
                  <a:pt x="246282" y="157128"/>
                  <a:pt x="241756" y="157128"/>
                </a:cubicBezTo>
                <a:cubicBezTo>
                  <a:pt x="237253" y="157128"/>
                  <a:pt x="233435" y="158706"/>
                  <a:pt x="230326" y="161883"/>
                </a:cubicBezTo>
                <a:cubicBezTo>
                  <a:pt x="227206" y="165049"/>
                  <a:pt x="225651" y="168913"/>
                  <a:pt x="225651" y="173473"/>
                </a:cubicBezTo>
                <a:cubicBezTo>
                  <a:pt x="225651" y="178022"/>
                  <a:pt x="227228" y="181851"/>
                  <a:pt x="230406" y="184937"/>
                </a:cubicBezTo>
                <a:cubicBezTo>
                  <a:pt x="233572" y="188058"/>
                  <a:pt x="237413" y="189612"/>
                  <a:pt x="241916" y="189612"/>
                </a:cubicBezTo>
                <a:cubicBezTo>
                  <a:pt x="246419" y="189612"/>
                  <a:pt x="250237" y="188035"/>
                  <a:pt x="253380" y="184857"/>
                </a:cubicBezTo>
                <a:close/>
                <a:moveTo>
                  <a:pt x="135983" y="265210"/>
                </a:moveTo>
                <a:lnTo>
                  <a:pt x="241322" y="265210"/>
                </a:lnTo>
                <a:cubicBezTo>
                  <a:pt x="244808" y="265210"/>
                  <a:pt x="247711" y="264022"/>
                  <a:pt x="250043" y="261633"/>
                </a:cubicBezTo>
                <a:cubicBezTo>
                  <a:pt x="252374" y="259255"/>
                  <a:pt x="253552" y="256318"/>
                  <a:pt x="253586" y="252832"/>
                </a:cubicBezTo>
                <a:cubicBezTo>
                  <a:pt x="253586" y="249357"/>
                  <a:pt x="252409" y="246442"/>
                  <a:pt x="250043" y="244111"/>
                </a:cubicBezTo>
                <a:cubicBezTo>
                  <a:pt x="247688" y="241779"/>
                  <a:pt x="244785" y="240613"/>
                  <a:pt x="241322" y="240613"/>
                </a:cubicBezTo>
                <a:lnTo>
                  <a:pt x="135983" y="240613"/>
                </a:lnTo>
                <a:cubicBezTo>
                  <a:pt x="132474" y="240613"/>
                  <a:pt x="129536" y="241790"/>
                  <a:pt x="127182" y="244156"/>
                </a:cubicBezTo>
                <a:cubicBezTo>
                  <a:pt x="124827" y="246511"/>
                  <a:pt x="123650" y="249425"/>
                  <a:pt x="123650" y="252912"/>
                </a:cubicBezTo>
                <a:cubicBezTo>
                  <a:pt x="123650" y="256398"/>
                  <a:pt x="124827" y="259324"/>
                  <a:pt x="127182" y="261678"/>
                </a:cubicBezTo>
                <a:cubicBezTo>
                  <a:pt x="129536" y="264033"/>
                  <a:pt x="132474" y="265210"/>
                  <a:pt x="135983" y="265210"/>
                </a:cubicBezTo>
                <a:close/>
                <a:moveTo>
                  <a:pt x="82353" y="305444"/>
                </a:moveTo>
                <a:lnTo>
                  <a:pt x="294803" y="305444"/>
                </a:lnTo>
                <a:lnTo>
                  <a:pt x="294803" y="98104"/>
                </a:lnTo>
                <a:lnTo>
                  <a:pt x="82353" y="98104"/>
                </a:lnTo>
                <a:lnTo>
                  <a:pt x="82353" y="305444"/>
                </a:lnTo>
                <a:close/>
                <a:moveTo>
                  <a:pt x="188595" y="201557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圖說"/>
          <p:cNvSpPr/>
          <p:nvPr/>
        </p:nvSpPr>
        <p:spPr>
          <a:xfrm>
            <a:off x="7596950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機器人</a:t>
            </a:r>
            <a:endParaRPr lang="en-US" sz="950" dirty="0"/>
          </a:p>
        </p:txBody>
      </p:sp>
      <p:sp>
        <p:nvSpPr>
          <p:cNvPr id="68" name="圖示 AI"/>
          <p:cNvSpPr/>
          <p:nvPr/>
        </p:nvSpPr>
        <p:spPr>
          <a:xfrm>
            <a:off x="8471316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51265" y="332007"/>
                </a:moveTo>
                <a:cubicBezTo>
                  <a:pt x="138040" y="332007"/>
                  <a:pt x="126724" y="327195"/>
                  <a:pt x="117318" y="317583"/>
                </a:cubicBezTo>
                <a:cubicBezTo>
                  <a:pt x="107922" y="307970"/>
                  <a:pt x="102356" y="297043"/>
                  <a:pt x="100618" y="284778"/>
                </a:cubicBezTo>
                <a:cubicBezTo>
                  <a:pt x="84273" y="284093"/>
                  <a:pt x="70569" y="277760"/>
                  <a:pt x="59482" y="265759"/>
                </a:cubicBezTo>
                <a:cubicBezTo>
                  <a:pt x="48383" y="253769"/>
                  <a:pt x="42828" y="238967"/>
                  <a:pt x="42828" y="221365"/>
                </a:cubicBezTo>
                <a:cubicBezTo>
                  <a:pt x="42828" y="215318"/>
                  <a:pt x="43594" y="209489"/>
                  <a:pt x="45149" y="203877"/>
                </a:cubicBezTo>
                <a:cubicBezTo>
                  <a:pt x="46692" y="198276"/>
                  <a:pt x="49000" y="192893"/>
                  <a:pt x="52064" y="187726"/>
                </a:cubicBezTo>
                <a:cubicBezTo>
                  <a:pt x="49000" y="182880"/>
                  <a:pt x="46692" y="177714"/>
                  <a:pt x="45149" y="172216"/>
                </a:cubicBezTo>
                <a:cubicBezTo>
                  <a:pt x="43594" y="166707"/>
                  <a:pt x="42828" y="160809"/>
                  <a:pt x="42828" y="154488"/>
                </a:cubicBezTo>
                <a:cubicBezTo>
                  <a:pt x="42828" y="138463"/>
                  <a:pt x="48406" y="124656"/>
                  <a:pt x="59562" y="113077"/>
                </a:cubicBezTo>
                <a:cubicBezTo>
                  <a:pt x="70729" y="101498"/>
                  <a:pt x="83988" y="94835"/>
                  <a:pt x="99361" y="93074"/>
                </a:cubicBezTo>
                <a:cubicBezTo>
                  <a:pt x="100333" y="79667"/>
                  <a:pt x="105670" y="68340"/>
                  <a:pt x="115363" y="59093"/>
                </a:cubicBezTo>
                <a:cubicBezTo>
                  <a:pt x="125044" y="49846"/>
                  <a:pt x="136680" y="45229"/>
                  <a:pt x="150247" y="45229"/>
                </a:cubicBezTo>
                <a:cubicBezTo>
                  <a:pt x="158180" y="45229"/>
                  <a:pt x="165209" y="46680"/>
                  <a:pt x="171313" y="49583"/>
                </a:cubicBezTo>
                <a:cubicBezTo>
                  <a:pt x="177405" y="52498"/>
                  <a:pt x="183177" y="56727"/>
                  <a:pt x="188595" y="62271"/>
                </a:cubicBezTo>
                <a:cubicBezTo>
                  <a:pt x="194013" y="56796"/>
                  <a:pt x="199728" y="52589"/>
                  <a:pt x="205729" y="49629"/>
                </a:cubicBezTo>
                <a:cubicBezTo>
                  <a:pt x="211729" y="46692"/>
                  <a:pt x="218667" y="45229"/>
                  <a:pt x="226554" y="45229"/>
                </a:cubicBezTo>
                <a:cubicBezTo>
                  <a:pt x="239836" y="45229"/>
                  <a:pt x="251277" y="49858"/>
                  <a:pt x="260890" y="59127"/>
                </a:cubicBezTo>
                <a:cubicBezTo>
                  <a:pt x="270525" y="68409"/>
                  <a:pt x="275954" y="79747"/>
                  <a:pt x="277155" y="93155"/>
                </a:cubicBezTo>
                <a:cubicBezTo>
                  <a:pt x="292768" y="94446"/>
                  <a:pt x="306221" y="100893"/>
                  <a:pt x="317503" y="112528"/>
                </a:cubicBezTo>
                <a:cubicBezTo>
                  <a:pt x="328795" y="124130"/>
                  <a:pt x="334442" y="138120"/>
                  <a:pt x="334442" y="154488"/>
                </a:cubicBezTo>
                <a:cubicBezTo>
                  <a:pt x="334442" y="160912"/>
                  <a:pt x="333573" y="166958"/>
                  <a:pt x="331847" y="172639"/>
                </a:cubicBezTo>
                <a:cubicBezTo>
                  <a:pt x="330121" y="178297"/>
                  <a:pt x="327687" y="183566"/>
                  <a:pt x="324543" y="188435"/>
                </a:cubicBezTo>
                <a:cubicBezTo>
                  <a:pt x="327424" y="193727"/>
                  <a:pt x="329653" y="199305"/>
                  <a:pt x="331219" y="205180"/>
                </a:cubicBezTo>
                <a:cubicBezTo>
                  <a:pt x="332796" y="211044"/>
                  <a:pt x="333573" y="216759"/>
                  <a:pt x="333573" y="222302"/>
                </a:cubicBezTo>
                <a:cubicBezTo>
                  <a:pt x="333573" y="239641"/>
                  <a:pt x="328144" y="254055"/>
                  <a:pt x="317274" y="265530"/>
                </a:cubicBezTo>
                <a:cubicBezTo>
                  <a:pt x="306404" y="276995"/>
                  <a:pt x="292928" y="283213"/>
                  <a:pt x="276846" y="284150"/>
                </a:cubicBezTo>
                <a:cubicBezTo>
                  <a:pt x="275166" y="296597"/>
                  <a:pt x="269519" y="307696"/>
                  <a:pt x="259907" y="317468"/>
                </a:cubicBezTo>
                <a:cubicBezTo>
                  <a:pt x="250294" y="327241"/>
                  <a:pt x="238967" y="332087"/>
                  <a:pt x="225925" y="332007"/>
                </a:cubicBezTo>
                <a:cubicBezTo>
                  <a:pt x="218039" y="332007"/>
                  <a:pt x="211238" y="330727"/>
                  <a:pt x="205534" y="328155"/>
                </a:cubicBezTo>
                <a:cubicBezTo>
                  <a:pt x="199819" y="325584"/>
                  <a:pt x="194173" y="321754"/>
                  <a:pt x="188595" y="316645"/>
                </a:cubicBezTo>
                <a:cubicBezTo>
                  <a:pt x="183040" y="321777"/>
                  <a:pt x="177382" y="325618"/>
                  <a:pt x="171621" y="328155"/>
                </a:cubicBezTo>
                <a:cubicBezTo>
                  <a:pt x="165884" y="330693"/>
                  <a:pt x="159106" y="331961"/>
                  <a:pt x="151265" y="331961"/>
                </a:cubicBezTo>
                <a:close/>
                <a:moveTo>
                  <a:pt x="201717" y="94298"/>
                </a:moveTo>
                <a:lnTo>
                  <a:pt x="201717" y="283555"/>
                </a:lnTo>
                <a:cubicBezTo>
                  <a:pt x="201717" y="289796"/>
                  <a:pt x="204128" y="295088"/>
                  <a:pt x="208952" y="299432"/>
                </a:cubicBezTo>
                <a:cubicBezTo>
                  <a:pt x="213764" y="303752"/>
                  <a:pt x="219559" y="305913"/>
                  <a:pt x="226314" y="305913"/>
                </a:cubicBezTo>
                <a:cubicBezTo>
                  <a:pt x="232806" y="305913"/>
                  <a:pt x="238441" y="303066"/>
                  <a:pt x="243208" y="297351"/>
                </a:cubicBezTo>
                <a:cubicBezTo>
                  <a:pt x="247974" y="291636"/>
                  <a:pt x="250580" y="285796"/>
                  <a:pt x="251026" y="279829"/>
                </a:cubicBezTo>
                <a:cubicBezTo>
                  <a:pt x="245505" y="277783"/>
                  <a:pt x="240339" y="275097"/>
                  <a:pt x="235549" y="271771"/>
                </a:cubicBezTo>
                <a:cubicBezTo>
                  <a:pt x="230749" y="268422"/>
                  <a:pt x="226680" y="264307"/>
                  <a:pt x="223331" y="259438"/>
                </a:cubicBezTo>
                <a:cubicBezTo>
                  <a:pt x="221045" y="256295"/>
                  <a:pt x="220199" y="253049"/>
                  <a:pt x="220770" y="249688"/>
                </a:cubicBezTo>
                <a:cubicBezTo>
                  <a:pt x="221376" y="246339"/>
                  <a:pt x="223239" y="243528"/>
                  <a:pt x="226348" y="241242"/>
                </a:cubicBezTo>
                <a:cubicBezTo>
                  <a:pt x="229469" y="238967"/>
                  <a:pt x="232726" y="238133"/>
                  <a:pt x="236132" y="238727"/>
                </a:cubicBezTo>
                <a:cubicBezTo>
                  <a:pt x="239516" y="239310"/>
                  <a:pt x="242350" y="241162"/>
                  <a:pt x="244625" y="244305"/>
                </a:cubicBezTo>
                <a:cubicBezTo>
                  <a:pt x="247894" y="248843"/>
                  <a:pt x="251929" y="252294"/>
                  <a:pt x="256729" y="254683"/>
                </a:cubicBezTo>
                <a:cubicBezTo>
                  <a:pt x="261518" y="257061"/>
                  <a:pt x="266822" y="258261"/>
                  <a:pt x="272640" y="258261"/>
                </a:cubicBezTo>
                <a:cubicBezTo>
                  <a:pt x="282230" y="258261"/>
                  <a:pt x="290425" y="254969"/>
                  <a:pt x="297237" y="248397"/>
                </a:cubicBezTo>
                <a:cubicBezTo>
                  <a:pt x="304049" y="241825"/>
                  <a:pt x="307444" y="233115"/>
                  <a:pt x="307444" y="222268"/>
                </a:cubicBezTo>
                <a:cubicBezTo>
                  <a:pt x="307444" y="219993"/>
                  <a:pt x="307204" y="217581"/>
                  <a:pt x="306701" y="215033"/>
                </a:cubicBezTo>
                <a:cubicBezTo>
                  <a:pt x="306210" y="212495"/>
                  <a:pt x="305672" y="209958"/>
                  <a:pt x="305090" y="207420"/>
                </a:cubicBezTo>
                <a:cubicBezTo>
                  <a:pt x="300689" y="210449"/>
                  <a:pt x="295843" y="212758"/>
                  <a:pt x="290551" y="214335"/>
                </a:cubicBezTo>
                <a:cubicBezTo>
                  <a:pt x="285259" y="215901"/>
                  <a:pt x="279784" y="216690"/>
                  <a:pt x="274126" y="216690"/>
                </a:cubicBezTo>
                <a:cubicBezTo>
                  <a:pt x="270411" y="216690"/>
                  <a:pt x="267325" y="215456"/>
                  <a:pt x="264856" y="212998"/>
                </a:cubicBezTo>
                <a:cubicBezTo>
                  <a:pt x="262364" y="210506"/>
                  <a:pt x="261130" y="207386"/>
                  <a:pt x="261130" y="203648"/>
                </a:cubicBezTo>
                <a:cubicBezTo>
                  <a:pt x="261130" y="199899"/>
                  <a:pt x="262364" y="196779"/>
                  <a:pt x="264856" y="194287"/>
                </a:cubicBezTo>
                <a:cubicBezTo>
                  <a:pt x="267348" y="191830"/>
                  <a:pt x="270434" y="190595"/>
                  <a:pt x="274126" y="190595"/>
                </a:cubicBezTo>
                <a:cubicBezTo>
                  <a:pt x="283693" y="190595"/>
                  <a:pt x="291774" y="187052"/>
                  <a:pt x="298369" y="179954"/>
                </a:cubicBezTo>
                <a:cubicBezTo>
                  <a:pt x="304975" y="172856"/>
                  <a:pt x="308279" y="164375"/>
                  <a:pt x="308279" y="154534"/>
                </a:cubicBezTo>
                <a:cubicBezTo>
                  <a:pt x="308279" y="144921"/>
                  <a:pt x="304735" y="136703"/>
                  <a:pt x="297671" y="129891"/>
                </a:cubicBezTo>
                <a:cubicBezTo>
                  <a:pt x="290596" y="123055"/>
                  <a:pt x="282527" y="119375"/>
                  <a:pt x="273463" y="118849"/>
                </a:cubicBezTo>
                <a:cubicBezTo>
                  <a:pt x="270708" y="125456"/>
                  <a:pt x="266833" y="131285"/>
                  <a:pt x="261838" y="136337"/>
                </a:cubicBezTo>
                <a:cubicBezTo>
                  <a:pt x="256832" y="141389"/>
                  <a:pt x="251026" y="145161"/>
                  <a:pt x="244431" y="147653"/>
                </a:cubicBezTo>
                <a:cubicBezTo>
                  <a:pt x="240922" y="149013"/>
                  <a:pt x="237527" y="148933"/>
                  <a:pt x="234246" y="147413"/>
                </a:cubicBezTo>
                <a:cubicBezTo>
                  <a:pt x="230977" y="145870"/>
                  <a:pt x="228760" y="143344"/>
                  <a:pt x="227606" y="139835"/>
                </a:cubicBezTo>
                <a:cubicBezTo>
                  <a:pt x="226508" y="136383"/>
                  <a:pt x="226703" y="132999"/>
                  <a:pt x="228200" y="129696"/>
                </a:cubicBezTo>
                <a:cubicBezTo>
                  <a:pt x="229697" y="126393"/>
                  <a:pt x="232143" y="124130"/>
                  <a:pt x="235549" y="122907"/>
                </a:cubicBezTo>
                <a:cubicBezTo>
                  <a:pt x="240156" y="121329"/>
                  <a:pt x="243905" y="118209"/>
                  <a:pt x="246785" y="113546"/>
                </a:cubicBezTo>
                <a:cubicBezTo>
                  <a:pt x="249688" y="108882"/>
                  <a:pt x="251151" y="103647"/>
                  <a:pt x="251151" y="97829"/>
                </a:cubicBezTo>
                <a:cubicBezTo>
                  <a:pt x="251151" y="90446"/>
                  <a:pt x="248683" y="84171"/>
                  <a:pt x="243756" y="79016"/>
                </a:cubicBezTo>
                <a:cubicBezTo>
                  <a:pt x="238830" y="73849"/>
                  <a:pt x="233012" y="71277"/>
                  <a:pt x="226280" y="71277"/>
                </a:cubicBezTo>
                <a:cubicBezTo>
                  <a:pt x="219593" y="71277"/>
                  <a:pt x="213832" y="73529"/>
                  <a:pt x="208986" y="78033"/>
                </a:cubicBezTo>
                <a:cubicBezTo>
                  <a:pt x="204140" y="82536"/>
                  <a:pt x="201717" y="87954"/>
                  <a:pt x="201717" y="94298"/>
                </a:cubicBezTo>
                <a:close/>
                <a:moveTo>
                  <a:pt x="175588" y="283555"/>
                </a:moveTo>
                <a:lnTo>
                  <a:pt x="175588" y="94298"/>
                </a:lnTo>
                <a:cubicBezTo>
                  <a:pt x="175588" y="87954"/>
                  <a:pt x="173210" y="82536"/>
                  <a:pt x="168444" y="78033"/>
                </a:cubicBezTo>
                <a:cubicBezTo>
                  <a:pt x="163666" y="73529"/>
                  <a:pt x="157860" y="71277"/>
                  <a:pt x="150990" y="71277"/>
                </a:cubicBezTo>
                <a:cubicBezTo>
                  <a:pt x="144235" y="71277"/>
                  <a:pt x="138337" y="73849"/>
                  <a:pt x="133308" y="79016"/>
                </a:cubicBezTo>
                <a:cubicBezTo>
                  <a:pt x="128279" y="84171"/>
                  <a:pt x="125764" y="90434"/>
                  <a:pt x="125764" y="97795"/>
                </a:cubicBezTo>
                <a:cubicBezTo>
                  <a:pt x="125764" y="103659"/>
                  <a:pt x="127147" y="108848"/>
                  <a:pt x="129891" y="113351"/>
                </a:cubicBezTo>
                <a:cubicBezTo>
                  <a:pt x="132645" y="117855"/>
                  <a:pt x="136314" y="120907"/>
                  <a:pt x="140898" y="122507"/>
                </a:cubicBezTo>
                <a:cubicBezTo>
                  <a:pt x="144304" y="123741"/>
                  <a:pt x="146807" y="126004"/>
                  <a:pt x="148396" y="129308"/>
                </a:cubicBezTo>
                <a:cubicBezTo>
                  <a:pt x="149996" y="132611"/>
                  <a:pt x="150247" y="135857"/>
                  <a:pt x="149150" y="139046"/>
                </a:cubicBezTo>
                <a:cubicBezTo>
                  <a:pt x="147790" y="142555"/>
                  <a:pt x="145401" y="145150"/>
                  <a:pt x="141995" y="146830"/>
                </a:cubicBezTo>
                <a:cubicBezTo>
                  <a:pt x="138623" y="148510"/>
                  <a:pt x="135160" y="148647"/>
                  <a:pt x="131628" y="147264"/>
                </a:cubicBezTo>
                <a:cubicBezTo>
                  <a:pt x="125021" y="145035"/>
                  <a:pt x="119283" y="141389"/>
                  <a:pt x="114414" y="136337"/>
                </a:cubicBezTo>
                <a:cubicBezTo>
                  <a:pt x="109545" y="131285"/>
                  <a:pt x="105728" y="125456"/>
                  <a:pt x="102984" y="118849"/>
                </a:cubicBezTo>
                <a:cubicBezTo>
                  <a:pt x="94126" y="119695"/>
                  <a:pt x="86239" y="123455"/>
                  <a:pt x="79324" y="130131"/>
                </a:cubicBezTo>
                <a:cubicBezTo>
                  <a:pt x="72409" y="136783"/>
                  <a:pt x="68957" y="144887"/>
                  <a:pt x="68957" y="154454"/>
                </a:cubicBezTo>
                <a:cubicBezTo>
                  <a:pt x="68957" y="164375"/>
                  <a:pt x="72238" y="172890"/>
                  <a:pt x="78821" y="179988"/>
                </a:cubicBezTo>
                <a:cubicBezTo>
                  <a:pt x="85394" y="187063"/>
                  <a:pt x="93463" y="190595"/>
                  <a:pt x="103019" y="190595"/>
                </a:cubicBezTo>
                <a:cubicBezTo>
                  <a:pt x="106768" y="190595"/>
                  <a:pt x="109888" y="191830"/>
                  <a:pt x="112368" y="194287"/>
                </a:cubicBezTo>
                <a:cubicBezTo>
                  <a:pt x="114860" y="196779"/>
                  <a:pt x="116106" y="199899"/>
                  <a:pt x="116106" y="203648"/>
                </a:cubicBezTo>
                <a:cubicBezTo>
                  <a:pt x="116106" y="207386"/>
                  <a:pt x="114860" y="210506"/>
                  <a:pt x="112368" y="212998"/>
                </a:cubicBezTo>
                <a:cubicBezTo>
                  <a:pt x="109888" y="215456"/>
                  <a:pt x="106768" y="216690"/>
                  <a:pt x="103019" y="216690"/>
                </a:cubicBezTo>
                <a:cubicBezTo>
                  <a:pt x="97315" y="216690"/>
                  <a:pt x="91783" y="215844"/>
                  <a:pt x="86445" y="214175"/>
                </a:cubicBezTo>
                <a:cubicBezTo>
                  <a:pt x="81096" y="212495"/>
                  <a:pt x="76158" y="210221"/>
                  <a:pt x="71632" y="207340"/>
                </a:cubicBezTo>
                <a:cubicBezTo>
                  <a:pt x="70786" y="209615"/>
                  <a:pt x="70134" y="211958"/>
                  <a:pt x="69666" y="214370"/>
                </a:cubicBezTo>
                <a:cubicBezTo>
                  <a:pt x="69220" y="216781"/>
                  <a:pt x="68991" y="219227"/>
                  <a:pt x="68991" y="221719"/>
                </a:cubicBezTo>
                <a:cubicBezTo>
                  <a:pt x="68991" y="232635"/>
                  <a:pt x="72329" y="241584"/>
                  <a:pt x="79016" y="248557"/>
                </a:cubicBezTo>
                <a:cubicBezTo>
                  <a:pt x="85691" y="255518"/>
                  <a:pt x="93829" y="259004"/>
                  <a:pt x="103419" y="259004"/>
                </a:cubicBezTo>
                <a:cubicBezTo>
                  <a:pt x="108939" y="259004"/>
                  <a:pt x="114174" y="257747"/>
                  <a:pt x="119135" y="255232"/>
                </a:cubicBezTo>
                <a:cubicBezTo>
                  <a:pt x="124084" y="252717"/>
                  <a:pt x="128187" y="249288"/>
                  <a:pt x="131468" y="244933"/>
                </a:cubicBezTo>
                <a:cubicBezTo>
                  <a:pt x="133742" y="242053"/>
                  <a:pt x="136634" y="240259"/>
                  <a:pt x="140155" y="239550"/>
                </a:cubicBezTo>
                <a:cubicBezTo>
                  <a:pt x="143629" y="238853"/>
                  <a:pt x="146830" y="239641"/>
                  <a:pt x="149733" y="241950"/>
                </a:cubicBezTo>
                <a:cubicBezTo>
                  <a:pt x="152648" y="244202"/>
                  <a:pt x="154454" y="247094"/>
                  <a:pt x="155162" y="250637"/>
                </a:cubicBezTo>
                <a:cubicBezTo>
                  <a:pt x="155871" y="254146"/>
                  <a:pt x="155082" y="257335"/>
                  <a:pt x="152796" y="260227"/>
                </a:cubicBezTo>
                <a:cubicBezTo>
                  <a:pt x="149504" y="264913"/>
                  <a:pt x="145584" y="268868"/>
                  <a:pt x="141058" y="272091"/>
                </a:cubicBezTo>
                <a:cubicBezTo>
                  <a:pt x="136497" y="275314"/>
                  <a:pt x="131582" y="277898"/>
                  <a:pt x="126324" y="279864"/>
                </a:cubicBezTo>
                <a:cubicBezTo>
                  <a:pt x="126793" y="285864"/>
                  <a:pt x="129388" y="291716"/>
                  <a:pt x="134097" y="297431"/>
                </a:cubicBezTo>
                <a:cubicBezTo>
                  <a:pt x="138840" y="303135"/>
                  <a:pt x="144590" y="305993"/>
                  <a:pt x="151345" y="305993"/>
                </a:cubicBezTo>
                <a:cubicBezTo>
                  <a:pt x="158111" y="305993"/>
                  <a:pt x="163838" y="303832"/>
                  <a:pt x="168558" y="299512"/>
                </a:cubicBezTo>
                <a:cubicBezTo>
                  <a:pt x="173267" y="295191"/>
                  <a:pt x="175633" y="289899"/>
                  <a:pt x="175633" y="283635"/>
                </a:cubicBezTo>
                <a:close/>
                <a:moveTo>
                  <a:pt x="188595" y="189258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圖說"/>
          <p:cNvSpPr/>
          <p:nvPr/>
        </p:nvSpPr>
        <p:spPr>
          <a:xfrm>
            <a:off x="8290350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</a:t>
            </a:r>
            <a:endParaRPr lang="en-US" sz="950" dirty="0"/>
          </a:p>
        </p:txBody>
      </p:sp>
      <p:sp>
        <p:nvSpPr>
          <p:cNvPr id="70" name="圖示 模組"/>
          <p:cNvSpPr/>
          <p:nvPr/>
        </p:nvSpPr>
        <p:spPr>
          <a:xfrm>
            <a:off x="9164717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75588" y="314988"/>
                </a:moveTo>
                <a:lnTo>
                  <a:pt x="175588" y="195979"/>
                </a:lnTo>
                <a:lnTo>
                  <a:pt x="71586" y="135868"/>
                </a:lnTo>
                <a:lnTo>
                  <a:pt x="71586" y="254878"/>
                </a:lnTo>
                <a:lnTo>
                  <a:pt x="175588" y="314988"/>
                </a:lnTo>
                <a:close/>
                <a:moveTo>
                  <a:pt x="201717" y="314988"/>
                </a:moveTo>
                <a:lnTo>
                  <a:pt x="305638" y="254878"/>
                </a:lnTo>
                <a:lnTo>
                  <a:pt x="305638" y="135480"/>
                </a:lnTo>
                <a:lnTo>
                  <a:pt x="201717" y="195899"/>
                </a:lnTo>
                <a:lnTo>
                  <a:pt x="201717" y="314988"/>
                </a:lnTo>
                <a:close/>
                <a:moveTo>
                  <a:pt x="188595" y="173747"/>
                </a:moveTo>
                <a:lnTo>
                  <a:pt x="291031" y="114060"/>
                </a:lnTo>
                <a:lnTo>
                  <a:pt x="188595" y="54773"/>
                </a:lnTo>
                <a:lnTo>
                  <a:pt x="85851" y="114060"/>
                </a:lnTo>
                <a:lnTo>
                  <a:pt x="188595" y="173747"/>
                </a:lnTo>
                <a:close/>
                <a:moveTo>
                  <a:pt x="58190" y="278183"/>
                </a:moveTo>
                <a:cubicBezTo>
                  <a:pt x="53892" y="275669"/>
                  <a:pt x="50589" y="272331"/>
                  <a:pt x="48292" y="268194"/>
                </a:cubicBezTo>
                <a:cubicBezTo>
                  <a:pt x="45983" y="264056"/>
                  <a:pt x="44828" y="259632"/>
                  <a:pt x="44828" y="254923"/>
                </a:cubicBezTo>
                <a:lnTo>
                  <a:pt x="44828" y="122278"/>
                </a:lnTo>
                <a:cubicBezTo>
                  <a:pt x="44828" y="117535"/>
                  <a:pt x="45983" y="113100"/>
                  <a:pt x="48292" y="108996"/>
                </a:cubicBezTo>
                <a:cubicBezTo>
                  <a:pt x="50589" y="104859"/>
                  <a:pt x="53892" y="101533"/>
                  <a:pt x="58190" y="99018"/>
                </a:cubicBezTo>
                <a:lnTo>
                  <a:pt x="175199" y="31513"/>
                </a:lnTo>
                <a:cubicBezTo>
                  <a:pt x="179462" y="29158"/>
                  <a:pt x="183943" y="27981"/>
                  <a:pt x="188629" y="27981"/>
                </a:cubicBezTo>
                <a:cubicBezTo>
                  <a:pt x="193350" y="27981"/>
                  <a:pt x="197785" y="29158"/>
                  <a:pt x="201957" y="31513"/>
                </a:cubicBezTo>
                <a:lnTo>
                  <a:pt x="318966" y="99018"/>
                </a:lnTo>
                <a:cubicBezTo>
                  <a:pt x="323252" y="101533"/>
                  <a:pt x="326589" y="104859"/>
                  <a:pt x="328944" y="108996"/>
                </a:cubicBezTo>
                <a:cubicBezTo>
                  <a:pt x="331276" y="113134"/>
                  <a:pt x="332442" y="117558"/>
                  <a:pt x="332442" y="122267"/>
                </a:cubicBezTo>
                <a:lnTo>
                  <a:pt x="332442" y="254923"/>
                </a:lnTo>
                <a:cubicBezTo>
                  <a:pt x="332442" y="259655"/>
                  <a:pt x="331276" y="264090"/>
                  <a:pt x="328944" y="268194"/>
                </a:cubicBezTo>
                <a:cubicBezTo>
                  <a:pt x="326612" y="272331"/>
                  <a:pt x="323286" y="275669"/>
                  <a:pt x="318966" y="278183"/>
                </a:cubicBezTo>
                <a:lnTo>
                  <a:pt x="201991" y="345563"/>
                </a:lnTo>
                <a:cubicBezTo>
                  <a:pt x="197728" y="347975"/>
                  <a:pt x="193247" y="349175"/>
                  <a:pt x="188561" y="349175"/>
                </a:cubicBezTo>
                <a:cubicBezTo>
                  <a:pt x="183840" y="349175"/>
                  <a:pt x="179405" y="347975"/>
                  <a:pt x="175233" y="345563"/>
                </a:cubicBezTo>
                <a:lnTo>
                  <a:pt x="58190" y="278183"/>
                </a:ln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圖說"/>
          <p:cNvSpPr/>
          <p:nvPr/>
        </p:nvSpPr>
        <p:spPr>
          <a:xfrm>
            <a:off x="8983751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模組</a:t>
            </a:r>
            <a:endParaRPr lang="en-US" sz="950" dirty="0"/>
          </a:p>
        </p:txBody>
      </p:sp>
      <p:sp>
        <p:nvSpPr>
          <p:cNvPr id="72" name="圖示 分析"/>
          <p:cNvSpPr/>
          <p:nvPr/>
        </p:nvSpPr>
        <p:spPr>
          <a:xfrm>
            <a:off x="9858118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15397" y="191190"/>
                </a:moveTo>
                <a:cubicBezTo>
                  <a:pt x="113168" y="193441"/>
                  <a:pt x="112060" y="196242"/>
                  <a:pt x="112060" y="199602"/>
                </a:cubicBezTo>
                <a:lnTo>
                  <a:pt x="112060" y="256569"/>
                </a:lnTo>
                <a:cubicBezTo>
                  <a:pt x="112060" y="259918"/>
                  <a:pt x="113191" y="262719"/>
                  <a:pt x="115477" y="264970"/>
                </a:cubicBezTo>
                <a:cubicBezTo>
                  <a:pt x="117752" y="267233"/>
                  <a:pt x="120552" y="268354"/>
                  <a:pt x="123878" y="268354"/>
                </a:cubicBezTo>
                <a:cubicBezTo>
                  <a:pt x="127204" y="268354"/>
                  <a:pt x="130005" y="267233"/>
                  <a:pt x="132257" y="264970"/>
                </a:cubicBezTo>
                <a:cubicBezTo>
                  <a:pt x="134508" y="262719"/>
                  <a:pt x="135628" y="259918"/>
                  <a:pt x="135628" y="256569"/>
                </a:cubicBezTo>
                <a:lnTo>
                  <a:pt x="135628" y="199602"/>
                </a:lnTo>
                <a:cubicBezTo>
                  <a:pt x="135628" y="196242"/>
                  <a:pt x="134474" y="193441"/>
                  <a:pt x="132177" y="191190"/>
                </a:cubicBezTo>
                <a:cubicBezTo>
                  <a:pt x="129868" y="188938"/>
                  <a:pt x="127056" y="187806"/>
                  <a:pt x="123730" y="187806"/>
                </a:cubicBezTo>
                <a:cubicBezTo>
                  <a:pt x="120404" y="187806"/>
                  <a:pt x="117626" y="188938"/>
                  <a:pt x="115397" y="191190"/>
                </a:cubicBezTo>
                <a:close/>
                <a:moveTo>
                  <a:pt x="244979" y="106710"/>
                </a:moveTo>
                <a:cubicBezTo>
                  <a:pt x="242750" y="108962"/>
                  <a:pt x="241642" y="111774"/>
                  <a:pt x="241642" y="115123"/>
                </a:cubicBezTo>
                <a:lnTo>
                  <a:pt x="241642" y="256569"/>
                </a:lnTo>
                <a:cubicBezTo>
                  <a:pt x="241642" y="259918"/>
                  <a:pt x="242773" y="262719"/>
                  <a:pt x="245059" y="264970"/>
                </a:cubicBezTo>
                <a:cubicBezTo>
                  <a:pt x="247334" y="267233"/>
                  <a:pt x="250134" y="268354"/>
                  <a:pt x="253460" y="268354"/>
                </a:cubicBezTo>
                <a:cubicBezTo>
                  <a:pt x="256786" y="268354"/>
                  <a:pt x="259575" y="267233"/>
                  <a:pt x="261838" y="264970"/>
                </a:cubicBezTo>
                <a:cubicBezTo>
                  <a:pt x="264090" y="262719"/>
                  <a:pt x="265210" y="259918"/>
                  <a:pt x="265210" y="256569"/>
                </a:cubicBezTo>
                <a:lnTo>
                  <a:pt x="265210" y="115123"/>
                </a:lnTo>
                <a:cubicBezTo>
                  <a:pt x="265210" y="111774"/>
                  <a:pt x="264056" y="108962"/>
                  <a:pt x="261758" y="106710"/>
                </a:cubicBezTo>
                <a:cubicBezTo>
                  <a:pt x="259450" y="104459"/>
                  <a:pt x="256638" y="103339"/>
                  <a:pt x="253312" y="103339"/>
                </a:cubicBezTo>
                <a:cubicBezTo>
                  <a:pt x="249986" y="103339"/>
                  <a:pt x="247208" y="104459"/>
                  <a:pt x="244979" y="106710"/>
                </a:cubicBezTo>
                <a:close/>
                <a:moveTo>
                  <a:pt x="180148" y="225377"/>
                </a:moveTo>
                <a:cubicBezTo>
                  <a:pt x="177919" y="227628"/>
                  <a:pt x="176811" y="230429"/>
                  <a:pt x="176811" y="233778"/>
                </a:cubicBezTo>
                <a:lnTo>
                  <a:pt x="176811" y="256569"/>
                </a:lnTo>
                <a:cubicBezTo>
                  <a:pt x="176811" y="259918"/>
                  <a:pt x="177942" y="262719"/>
                  <a:pt x="180228" y="264970"/>
                </a:cubicBezTo>
                <a:cubicBezTo>
                  <a:pt x="182503" y="267233"/>
                  <a:pt x="185326" y="268354"/>
                  <a:pt x="188675" y="268354"/>
                </a:cubicBezTo>
                <a:cubicBezTo>
                  <a:pt x="192024" y="268354"/>
                  <a:pt x="194813" y="267233"/>
                  <a:pt x="197042" y="264970"/>
                </a:cubicBezTo>
                <a:cubicBezTo>
                  <a:pt x="199271" y="262719"/>
                  <a:pt x="200379" y="259918"/>
                  <a:pt x="200379" y="256569"/>
                </a:cubicBezTo>
                <a:lnTo>
                  <a:pt x="200379" y="233778"/>
                </a:lnTo>
                <a:cubicBezTo>
                  <a:pt x="200379" y="230429"/>
                  <a:pt x="199248" y="227628"/>
                  <a:pt x="196962" y="225377"/>
                </a:cubicBezTo>
                <a:cubicBezTo>
                  <a:pt x="194687" y="223114"/>
                  <a:pt x="191864" y="221993"/>
                  <a:pt x="188515" y="221993"/>
                </a:cubicBezTo>
                <a:cubicBezTo>
                  <a:pt x="185166" y="221993"/>
                  <a:pt x="182377" y="223114"/>
                  <a:pt x="180148" y="225377"/>
                </a:cubicBezTo>
                <a:close/>
                <a:moveTo>
                  <a:pt x="71586" y="332396"/>
                </a:moveTo>
                <a:cubicBezTo>
                  <a:pt x="64362" y="332396"/>
                  <a:pt x="58087" y="329744"/>
                  <a:pt x="52772" y="324418"/>
                </a:cubicBezTo>
                <a:cubicBezTo>
                  <a:pt x="47446" y="319103"/>
                  <a:pt x="44794" y="312828"/>
                  <a:pt x="44794" y="305604"/>
                </a:cubicBezTo>
                <a:lnTo>
                  <a:pt x="44794" y="71552"/>
                </a:lnTo>
                <a:cubicBezTo>
                  <a:pt x="44794" y="64294"/>
                  <a:pt x="47446" y="58007"/>
                  <a:pt x="52772" y="52692"/>
                </a:cubicBezTo>
                <a:cubicBezTo>
                  <a:pt x="58087" y="47366"/>
                  <a:pt x="64362" y="44714"/>
                  <a:pt x="71586" y="44714"/>
                </a:cubicBezTo>
                <a:lnTo>
                  <a:pt x="305638" y="44714"/>
                </a:lnTo>
                <a:cubicBezTo>
                  <a:pt x="312896" y="44714"/>
                  <a:pt x="319183" y="47366"/>
                  <a:pt x="324498" y="52692"/>
                </a:cubicBezTo>
                <a:cubicBezTo>
                  <a:pt x="329824" y="58007"/>
                  <a:pt x="332476" y="64294"/>
                  <a:pt x="332476" y="71552"/>
                </a:cubicBezTo>
                <a:lnTo>
                  <a:pt x="332476" y="305604"/>
                </a:lnTo>
                <a:cubicBezTo>
                  <a:pt x="332476" y="312828"/>
                  <a:pt x="329824" y="319103"/>
                  <a:pt x="324498" y="324418"/>
                </a:cubicBezTo>
                <a:cubicBezTo>
                  <a:pt x="319183" y="329744"/>
                  <a:pt x="312896" y="332396"/>
                  <a:pt x="305638" y="332396"/>
                </a:cubicBezTo>
                <a:lnTo>
                  <a:pt x="71586" y="332396"/>
                </a:lnTo>
                <a:close/>
                <a:moveTo>
                  <a:pt x="71586" y="305638"/>
                </a:moveTo>
                <a:lnTo>
                  <a:pt x="305638" y="305638"/>
                </a:lnTo>
                <a:lnTo>
                  <a:pt x="305638" y="71586"/>
                </a:lnTo>
                <a:lnTo>
                  <a:pt x="71586" y="71586"/>
                </a:lnTo>
                <a:lnTo>
                  <a:pt x="71586" y="305638"/>
                </a:lnTo>
                <a:close/>
                <a:moveTo>
                  <a:pt x="71586" y="71586"/>
                </a:moveTo>
                <a:lnTo>
                  <a:pt x="71586" y="305638"/>
                </a:lnTo>
                <a:lnTo>
                  <a:pt x="71586" y="71586"/>
                </a:lnTo>
                <a:close/>
                <a:moveTo>
                  <a:pt x="197042" y="184389"/>
                </a:moveTo>
                <a:cubicBezTo>
                  <a:pt x="199271" y="182114"/>
                  <a:pt x="200379" y="179291"/>
                  <a:pt x="200379" y="175942"/>
                </a:cubicBezTo>
                <a:cubicBezTo>
                  <a:pt x="200379" y="172593"/>
                  <a:pt x="199248" y="169804"/>
                  <a:pt x="196962" y="167575"/>
                </a:cubicBezTo>
                <a:cubicBezTo>
                  <a:pt x="194687" y="165346"/>
                  <a:pt x="191864" y="164238"/>
                  <a:pt x="188515" y="164238"/>
                </a:cubicBezTo>
                <a:cubicBezTo>
                  <a:pt x="185166" y="164238"/>
                  <a:pt x="182377" y="165369"/>
                  <a:pt x="180148" y="167655"/>
                </a:cubicBezTo>
                <a:cubicBezTo>
                  <a:pt x="177919" y="169930"/>
                  <a:pt x="176811" y="172753"/>
                  <a:pt x="176811" y="176102"/>
                </a:cubicBezTo>
                <a:cubicBezTo>
                  <a:pt x="176811" y="179451"/>
                  <a:pt x="177942" y="182240"/>
                  <a:pt x="180228" y="184469"/>
                </a:cubicBezTo>
                <a:cubicBezTo>
                  <a:pt x="182503" y="186698"/>
                  <a:pt x="185326" y="187806"/>
                  <a:pt x="188675" y="187806"/>
                </a:cubicBezTo>
                <a:cubicBezTo>
                  <a:pt x="192024" y="187806"/>
                  <a:pt x="194813" y="186675"/>
                  <a:pt x="197042" y="184389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圖說"/>
          <p:cNvSpPr/>
          <p:nvPr/>
        </p:nvSpPr>
        <p:spPr>
          <a:xfrm>
            <a:off x="9677152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950" dirty="0"/>
          </a:p>
        </p:txBody>
      </p:sp>
      <p:sp>
        <p:nvSpPr>
          <p:cNvPr id="74" name="圖示 長條圖"/>
          <p:cNvSpPr/>
          <p:nvPr/>
        </p:nvSpPr>
        <p:spPr>
          <a:xfrm>
            <a:off x="10551519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272994" y="316680"/>
                </a:moveTo>
                <a:cubicBezTo>
                  <a:pt x="269142" y="316680"/>
                  <a:pt x="265930" y="315399"/>
                  <a:pt x="263370" y="312828"/>
                </a:cubicBezTo>
                <a:cubicBezTo>
                  <a:pt x="260798" y="310267"/>
                  <a:pt x="259518" y="307078"/>
                  <a:pt x="259518" y="303284"/>
                </a:cubicBezTo>
                <a:lnTo>
                  <a:pt x="259518" y="216770"/>
                </a:lnTo>
                <a:cubicBezTo>
                  <a:pt x="259518" y="212998"/>
                  <a:pt x="260798" y="209798"/>
                  <a:pt x="263370" y="207180"/>
                </a:cubicBezTo>
                <a:cubicBezTo>
                  <a:pt x="265930" y="204563"/>
                  <a:pt x="269142" y="203260"/>
                  <a:pt x="272994" y="203294"/>
                </a:cubicBezTo>
                <a:lnTo>
                  <a:pt x="303284" y="203294"/>
                </a:lnTo>
                <a:cubicBezTo>
                  <a:pt x="307056" y="203294"/>
                  <a:pt x="310256" y="204586"/>
                  <a:pt x="312873" y="207180"/>
                </a:cubicBezTo>
                <a:cubicBezTo>
                  <a:pt x="315468" y="209775"/>
                  <a:pt x="316760" y="212964"/>
                  <a:pt x="316760" y="216770"/>
                </a:cubicBezTo>
                <a:lnTo>
                  <a:pt x="316760" y="303284"/>
                </a:lnTo>
                <a:cubicBezTo>
                  <a:pt x="316760" y="307056"/>
                  <a:pt x="315468" y="310244"/>
                  <a:pt x="312873" y="312828"/>
                </a:cubicBezTo>
                <a:cubicBezTo>
                  <a:pt x="310279" y="315422"/>
                  <a:pt x="307078" y="316714"/>
                  <a:pt x="303284" y="316680"/>
                </a:cubicBezTo>
                <a:lnTo>
                  <a:pt x="272994" y="316680"/>
                </a:lnTo>
                <a:close/>
                <a:moveTo>
                  <a:pt x="173473" y="316680"/>
                </a:moveTo>
                <a:cubicBezTo>
                  <a:pt x="169701" y="316680"/>
                  <a:pt x="166524" y="315399"/>
                  <a:pt x="163963" y="312828"/>
                </a:cubicBezTo>
                <a:cubicBezTo>
                  <a:pt x="161392" y="310267"/>
                  <a:pt x="160111" y="307078"/>
                  <a:pt x="160111" y="303284"/>
                </a:cubicBezTo>
                <a:lnTo>
                  <a:pt x="160111" y="73906"/>
                </a:lnTo>
                <a:cubicBezTo>
                  <a:pt x="160111" y="70134"/>
                  <a:pt x="161392" y="66934"/>
                  <a:pt x="163963" y="64317"/>
                </a:cubicBezTo>
                <a:cubicBezTo>
                  <a:pt x="166524" y="61722"/>
                  <a:pt x="169701" y="60430"/>
                  <a:pt x="173473" y="60430"/>
                </a:cubicBezTo>
                <a:lnTo>
                  <a:pt x="203763" y="60430"/>
                </a:lnTo>
                <a:cubicBezTo>
                  <a:pt x="207535" y="60430"/>
                  <a:pt x="210701" y="61722"/>
                  <a:pt x="213272" y="64317"/>
                </a:cubicBezTo>
                <a:cubicBezTo>
                  <a:pt x="215833" y="66911"/>
                  <a:pt x="217124" y="70112"/>
                  <a:pt x="217124" y="73906"/>
                </a:cubicBezTo>
                <a:lnTo>
                  <a:pt x="217124" y="303284"/>
                </a:lnTo>
                <a:cubicBezTo>
                  <a:pt x="217124" y="307056"/>
                  <a:pt x="215833" y="310244"/>
                  <a:pt x="213272" y="312828"/>
                </a:cubicBezTo>
                <a:cubicBezTo>
                  <a:pt x="210701" y="315422"/>
                  <a:pt x="207535" y="316714"/>
                  <a:pt x="203763" y="316680"/>
                </a:cubicBezTo>
                <a:lnTo>
                  <a:pt x="173473" y="316680"/>
                </a:lnTo>
                <a:close/>
                <a:moveTo>
                  <a:pt x="73941" y="316680"/>
                </a:moveTo>
                <a:cubicBezTo>
                  <a:pt x="70169" y="316680"/>
                  <a:pt x="66991" y="315399"/>
                  <a:pt x="64397" y="312828"/>
                </a:cubicBezTo>
                <a:cubicBezTo>
                  <a:pt x="61802" y="310267"/>
                  <a:pt x="60522" y="307078"/>
                  <a:pt x="60545" y="303284"/>
                </a:cubicBezTo>
                <a:lnTo>
                  <a:pt x="60545" y="152488"/>
                </a:lnTo>
                <a:cubicBezTo>
                  <a:pt x="60545" y="148716"/>
                  <a:pt x="61825" y="145515"/>
                  <a:pt x="64397" y="142898"/>
                </a:cubicBezTo>
                <a:cubicBezTo>
                  <a:pt x="66968" y="140303"/>
                  <a:pt x="70146" y="139012"/>
                  <a:pt x="73941" y="139012"/>
                </a:cubicBezTo>
                <a:lnTo>
                  <a:pt x="104356" y="139012"/>
                </a:lnTo>
                <a:cubicBezTo>
                  <a:pt x="108128" y="139012"/>
                  <a:pt x="111294" y="140303"/>
                  <a:pt x="113866" y="142898"/>
                </a:cubicBezTo>
                <a:cubicBezTo>
                  <a:pt x="116426" y="145492"/>
                  <a:pt x="117718" y="148693"/>
                  <a:pt x="117718" y="152488"/>
                </a:cubicBezTo>
                <a:lnTo>
                  <a:pt x="117718" y="303284"/>
                </a:lnTo>
                <a:cubicBezTo>
                  <a:pt x="117718" y="307056"/>
                  <a:pt x="116426" y="310233"/>
                  <a:pt x="113866" y="312828"/>
                </a:cubicBezTo>
                <a:cubicBezTo>
                  <a:pt x="111294" y="315422"/>
                  <a:pt x="108128" y="316714"/>
                  <a:pt x="104356" y="316680"/>
                </a:cubicBezTo>
                <a:lnTo>
                  <a:pt x="73941" y="316680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圖說"/>
          <p:cNvSpPr/>
          <p:nvPr/>
        </p:nvSpPr>
        <p:spPr>
          <a:xfrm>
            <a:off x="10370553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長條圖</a:t>
            </a:r>
            <a:endParaRPr lang="en-US" sz="950" dirty="0"/>
          </a:p>
        </p:txBody>
      </p:sp>
      <p:sp>
        <p:nvSpPr>
          <p:cNvPr id="76" name="圖示 排名"/>
          <p:cNvSpPr/>
          <p:nvPr/>
        </p:nvSpPr>
        <p:spPr>
          <a:xfrm>
            <a:off x="11244920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55870" y="305604"/>
                </a:moveTo>
                <a:lnTo>
                  <a:pt x="126633" y="305604"/>
                </a:lnTo>
                <a:lnTo>
                  <a:pt x="126633" y="165849"/>
                </a:lnTo>
                <a:lnTo>
                  <a:pt x="55870" y="165849"/>
                </a:lnTo>
                <a:lnTo>
                  <a:pt x="55870" y="305604"/>
                </a:lnTo>
                <a:close/>
                <a:moveTo>
                  <a:pt x="153391" y="305604"/>
                </a:moveTo>
                <a:lnTo>
                  <a:pt x="223834" y="305604"/>
                </a:lnTo>
                <a:lnTo>
                  <a:pt x="223834" y="71552"/>
                </a:lnTo>
                <a:lnTo>
                  <a:pt x="153391" y="71552"/>
                </a:lnTo>
                <a:lnTo>
                  <a:pt x="153391" y="305604"/>
                </a:lnTo>
                <a:close/>
                <a:moveTo>
                  <a:pt x="250591" y="305604"/>
                </a:moveTo>
                <a:lnTo>
                  <a:pt x="321354" y="305604"/>
                </a:lnTo>
                <a:lnTo>
                  <a:pt x="321354" y="197282"/>
                </a:lnTo>
                <a:lnTo>
                  <a:pt x="250591" y="197282"/>
                </a:lnTo>
                <a:lnTo>
                  <a:pt x="250591" y="305604"/>
                </a:lnTo>
                <a:close/>
                <a:moveTo>
                  <a:pt x="29078" y="305604"/>
                </a:moveTo>
                <a:lnTo>
                  <a:pt x="29078" y="165849"/>
                </a:lnTo>
                <a:cubicBezTo>
                  <a:pt x="29078" y="158408"/>
                  <a:pt x="31684" y="152065"/>
                  <a:pt x="36896" y="146830"/>
                </a:cubicBezTo>
                <a:cubicBezTo>
                  <a:pt x="42108" y="141595"/>
                  <a:pt x="48417" y="138966"/>
                  <a:pt x="55836" y="138966"/>
                </a:cubicBezTo>
                <a:lnTo>
                  <a:pt x="126599" y="138966"/>
                </a:lnTo>
                <a:lnTo>
                  <a:pt x="126599" y="71552"/>
                </a:lnTo>
                <a:cubicBezTo>
                  <a:pt x="126599" y="64111"/>
                  <a:pt x="129216" y="57767"/>
                  <a:pt x="134451" y="52532"/>
                </a:cubicBezTo>
                <a:cubicBezTo>
                  <a:pt x="139686" y="47297"/>
                  <a:pt x="145995" y="44668"/>
                  <a:pt x="153356" y="44668"/>
                </a:cubicBezTo>
                <a:lnTo>
                  <a:pt x="223799" y="44668"/>
                </a:lnTo>
                <a:cubicBezTo>
                  <a:pt x="231160" y="44668"/>
                  <a:pt x="237458" y="47297"/>
                  <a:pt x="242693" y="52532"/>
                </a:cubicBezTo>
                <a:cubicBezTo>
                  <a:pt x="247940" y="57767"/>
                  <a:pt x="250557" y="64111"/>
                  <a:pt x="250557" y="71552"/>
                </a:cubicBezTo>
                <a:lnTo>
                  <a:pt x="250557" y="170398"/>
                </a:lnTo>
                <a:lnTo>
                  <a:pt x="321320" y="170398"/>
                </a:lnTo>
                <a:cubicBezTo>
                  <a:pt x="328761" y="170398"/>
                  <a:pt x="335093" y="173027"/>
                  <a:pt x="340340" y="178262"/>
                </a:cubicBezTo>
                <a:cubicBezTo>
                  <a:pt x="345575" y="183497"/>
                  <a:pt x="348192" y="189841"/>
                  <a:pt x="348192" y="197282"/>
                </a:cubicBezTo>
                <a:lnTo>
                  <a:pt x="348192" y="305604"/>
                </a:lnTo>
                <a:cubicBezTo>
                  <a:pt x="348192" y="313045"/>
                  <a:pt x="345575" y="319354"/>
                  <a:pt x="340340" y="324543"/>
                </a:cubicBezTo>
                <a:cubicBezTo>
                  <a:pt x="335093" y="329733"/>
                  <a:pt x="328761" y="332339"/>
                  <a:pt x="321320" y="332362"/>
                </a:cubicBezTo>
                <a:lnTo>
                  <a:pt x="55836" y="332362"/>
                </a:lnTo>
                <a:cubicBezTo>
                  <a:pt x="48395" y="332362"/>
                  <a:pt x="42085" y="329756"/>
                  <a:pt x="36896" y="324543"/>
                </a:cubicBezTo>
                <a:cubicBezTo>
                  <a:pt x="31707" y="319331"/>
                  <a:pt x="29101" y="313011"/>
                  <a:pt x="29078" y="305604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7" name="圖說"/>
          <p:cNvSpPr/>
          <p:nvPr/>
        </p:nvSpPr>
        <p:spPr>
          <a:xfrm>
            <a:off x="11063954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排名</a:t>
            </a:r>
            <a:endParaRPr lang="en-US" sz="950" dirty="0"/>
          </a:p>
        </p:txBody>
      </p:sp>
      <p:sp>
        <p:nvSpPr>
          <p:cNvPr id="78" name="圖示 監控"/>
          <p:cNvSpPr/>
          <p:nvPr/>
        </p:nvSpPr>
        <p:spPr>
          <a:xfrm>
            <a:off x="11938321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49309" y="327847"/>
                </a:moveTo>
                <a:cubicBezTo>
                  <a:pt x="46794" y="325298"/>
                  <a:pt x="45537" y="322143"/>
                  <a:pt x="45537" y="318371"/>
                </a:cubicBezTo>
                <a:lnTo>
                  <a:pt x="45537" y="299512"/>
                </a:lnTo>
                <a:cubicBezTo>
                  <a:pt x="45537" y="295797"/>
                  <a:pt x="46817" y="292654"/>
                  <a:pt x="49389" y="290082"/>
                </a:cubicBezTo>
                <a:cubicBezTo>
                  <a:pt x="51961" y="287510"/>
                  <a:pt x="55115" y="286230"/>
                  <a:pt x="58853" y="286230"/>
                </a:cubicBezTo>
                <a:cubicBezTo>
                  <a:pt x="62625" y="286230"/>
                  <a:pt x="65757" y="287510"/>
                  <a:pt x="68249" y="290082"/>
                </a:cubicBezTo>
                <a:cubicBezTo>
                  <a:pt x="70763" y="292654"/>
                  <a:pt x="72020" y="295808"/>
                  <a:pt x="72020" y="299557"/>
                </a:cubicBezTo>
                <a:lnTo>
                  <a:pt x="72020" y="318417"/>
                </a:lnTo>
                <a:cubicBezTo>
                  <a:pt x="72020" y="322155"/>
                  <a:pt x="70740" y="325298"/>
                  <a:pt x="68169" y="327847"/>
                </a:cubicBezTo>
                <a:cubicBezTo>
                  <a:pt x="65597" y="330384"/>
                  <a:pt x="62442" y="331653"/>
                  <a:pt x="58704" y="331653"/>
                </a:cubicBezTo>
                <a:cubicBezTo>
                  <a:pt x="54933" y="331653"/>
                  <a:pt x="51789" y="330384"/>
                  <a:pt x="49275" y="327847"/>
                </a:cubicBezTo>
                <a:close/>
                <a:moveTo>
                  <a:pt x="114220" y="327847"/>
                </a:moveTo>
                <a:cubicBezTo>
                  <a:pt x="111705" y="325298"/>
                  <a:pt x="110448" y="322143"/>
                  <a:pt x="110448" y="318371"/>
                </a:cubicBezTo>
                <a:lnTo>
                  <a:pt x="110448" y="239401"/>
                </a:lnTo>
                <a:cubicBezTo>
                  <a:pt x="110448" y="235652"/>
                  <a:pt x="111717" y="232520"/>
                  <a:pt x="114254" y="230006"/>
                </a:cubicBezTo>
                <a:cubicBezTo>
                  <a:pt x="116803" y="227468"/>
                  <a:pt x="119958" y="226200"/>
                  <a:pt x="123730" y="226200"/>
                </a:cubicBezTo>
                <a:cubicBezTo>
                  <a:pt x="127502" y="226200"/>
                  <a:pt x="130645" y="227468"/>
                  <a:pt x="133160" y="230006"/>
                </a:cubicBezTo>
                <a:cubicBezTo>
                  <a:pt x="135674" y="232543"/>
                  <a:pt x="136931" y="235675"/>
                  <a:pt x="136931" y="239401"/>
                </a:cubicBezTo>
                <a:lnTo>
                  <a:pt x="136931" y="318371"/>
                </a:lnTo>
                <a:cubicBezTo>
                  <a:pt x="136931" y="322143"/>
                  <a:pt x="135663" y="325298"/>
                  <a:pt x="133114" y="327847"/>
                </a:cubicBezTo>
                <a:cubicBezTo>
                  <a:pt x="130576" y="330384"/>
                  <a:pt x="127422" y="331653"/>
                  <a:pt x="123650" y="331653"/>
                </a:cubicBezTo>
                <a:cubicBezTo>
                  <a:pt x="119878" y="331653"/>
                  <a:pt x="116735" y="330384"/>
                  <a:pt x="114220" y="327847"/>
                </a:cubicBezTo>
                <a:close/>
                <a:moveTo>
                  <a:pt x="179200" y="327847"/>
                </a:moveTo>
                <a:cubicBezTo>
                  <a:pt x="176662" y="325298"/>
                  <a:pt x="175393" y="322143"/>
                  <a:pt x="175393" y="318371"/>
                </a:cubicBezTo>
                <a:lnTo>
                  <a:pt x="175393" y="262970"/>
                </a:lnTo>
                <a:cubicBezTo>
                  <a:pt x="175393" y="259255"/>
                  <a:pt x="176685" y="256112"/>
                  <a:pt x="179280" y="253540"/>
                </a:cubicBezTo>
                <a:cubicBezTo>
                  <a:pt x="181874" y="250980"/>
                  <a:pt x="185029" y="249688"/>
                  <a:pt x="188755" y="249688"/>
                </a:cubicBezTo>
                <a:cubicBezTo>
                  <a:pt x="192470" y="249688"/>
                  <a:pt x="195590" y="250980"/>
                  <a:pt x="198105" y="253540"/>
                </a:cubicBezTo>
                <a:cubicBezTo>
                  <a:pt x="200619" y="256112"/>
                  <a:pt x="201877" y="259255"/>
                  <a:pt x="201877" y="262970"/>
                </a:cubicBezTo>
                <a:lnTo>
                  <a:pt x="201877" y="318451"/>
                </a:lnTo>
                <a:cubicBezTo>
                  <a:pt x="201877" y="322166"/>
                  <a:pt x="200597" y="325298"/>
                  <a:pt x="198025" y="327847"/>
                </a:cubicBezTo>
                <a:cubicBezTo>
                  <a:pt x="195453" y="330384"/>
                  <a:pt x="192310" y="331653"/>
                  <a:pt x="188595" y="331653"/>
                </a:cubicBezTo>
                <a:cubicBezTo>
                  <a:pt x="184880" y="331653"/>
                  <a:pt x="181748" y="330384"/>
                  <a:pt x="179200" y="327847"/>
                </a:cubicBezTo>
                <a:close/>
                <a:moveTo>
                  <a:pt x="244076" y="327847"/>
                </a:moveTo>
                <a:cubicBezTo>
                  <a:pt x="241562" y="325298"/>
                  <a:pt x="240304" y="322143"/>
                  <a:pt x="240304" y="318371"/>
                </a:cubicBezTo>
                <a:lnTo>
                  <a:pt x="240304" y="221993"/>
                </a:lnTo>
                <a:cubicBezTo>
                  <a:pt x="240304" y="218267"/>
                  <a:pt x="241584" y="215147"/>
                  <a:pt x="244156" y="212598"/>
                </a:cubicBezTo>
                <a:cubicBezTo>
                  <a:pt x="246717" y="210061"/>
                  <a:pt x="249871" y="208792"/>
                  <a:pt x="253620" y="208792"/>
                </a:cubicBezTo>
                <a:cubicBezTo>
                  <a:pt x="257392" y="208792"/>
                  <a:pt x="260535" y="210061"/>
                  <a:pt x="263050" y="212598"/>
                </a:cubicBezTo>
                <a:cubicBezTo>
                  <a:pt x="265565" y="215147"/>
                  <a:pt x="266822" y="218267"/>
                  <a:pt x="266822" y="221993"/>
                </a:cubicBezTo>
                <a:lnTo>
                  <a:pt x="266822" y="318451"/>
                </a:lnTo>
                <a:cubicBezTo>
                  <a:pt x="266822" y="322166"/>
                  <a:pt x="265542" y="325298"/>
                  <a:pt x="262970" y="327847"/>
                </a:cubicBezTo>
                <a:cubicBezTo>
                  <a:pt x="260410" y="330384"/>
                  <a:pt x="257244" y="331653"/>
                  <a:pt x="253506" y="331653"/>
                </a:cubicBezTo>
                <a:cubicBezTo>
                  <a:pt x="249734" y="331653"/>
                  <a:pt x="246602" y="330384"/>
                  <a:pt x="244111" y="327847"/>
                </a:cubicBezTo>
                <a:close/>
                <a:moveTo>
                  <a:pt x="308987" y="327847"/>
                </a:moveTo>
                <a:cubicBezTo>
                  <a:pt x="306473" y="325298"/>
                  <a:pt x="305215" y="322143"/>
                  <a:pt x="305215" y="318371"/>
                </a:cubicBezTo>
                <a:lnTo>
                  <a:pt x="305215" y="174845"/>
                </a:lnTo>
                <a:cubicBezTo>
                  <a:pt x="305215" y="171119"/>
                  <a:pt x="306495" y="167998"/>
                  <a:pt x="309056" y="165449"/>
                </a:cubicBezTo>
                <a:cubicBezTo>
                  <a:pt x="311628" y="162912"/>
                  <a:pt x="314771" y="161643"/>
                  <a:pt x="318486" y="161643"/>
                </a:cubicBezTo>
                <a:cubicBezTo>
                  <a:pt x="322212" y="161643"/>
                  <a:pt x="325332" y="162912"/>
                  <a:pt x="327847" y="165449"/>
                </a:cubicBezTo>
                <a:cubicBezTo>
                  <a:pt x="330361" y="167998"/>
                  <a:pt x="331607" y="171119"/>
                  <a:pt x="331619" y="174845"/>
                </a:cubicBezTo>
                <a:lnTo>
                  <a:pt x="331619" y="318451"/>
                </a:lnTo>
                <a:cubicBezTo>
                  <a:pt x="331619" y="322166"/>
                  <a:pt x="330327" y="325298"/>
                  <a:pt x="327767" y="327847"/>
                </a:cubicBezTo>
                <a:cubicBezTo>
                  <a:pt x="325195" y="330384"/>
                  <a:pt x="322052" y="331653"/>
                  <a:pt x="318337" y="331653"/>
                </a:cubicBezTo>
                <a:cubicBezTo>
                  <a:pt x="314611" y="331653"/>
                  <a:pt x="311502" y="330384"/>
                  <a:pt x="308987" y="327847"/>
                </a:cubicBezTo>
                <a:close/>
                <a:moveTo>
                  <a:pt x="219867" y="181600"/>
                </a:moveTo>
                <a:cubicBezTo>
                  <a:pt x="216438" y="181600"/>
                  <a:pt x="213101" y="180903"/>
                  <a:pt x="209855" y="179520"/>
                </a:cubicBezTo>
                <a:cubicBezTo>
                  <a:pt x="206574" y="178125"/>
                  <a:pt x="203591" y="176148"/>
                  <a:pt x="200894" y="173587"/>
                </a:cubicBezTo>
                <a:lnTo>
                  <a:pt x="157163" y="129856"/>
                </a:lnTo>
                <a:lnTo>
                  <a:pt x="68797" y="217833"/>
                </a:lnTo>
                <a:cubicBezTo>
                  <a:pt x="66100" y="220496"/>
                  <a:pt x="62876" y="221765"/>
                  <a:pt x="59127" y="221639"/>
                </a:cubicBezTo>
                <a:cubicBezTo>
                  <a:pt x="55390" y="221502"/>
                  <a:pt x="52212" y="220108"/>
                  <a:pt x="49629" y="217433"/>
                </a:cubicBezTo>
                <a:cubicBezTo>
                  <a:pt x="47160" y="214758"/>
                  <a:pt x="45869" y="211638"/>
                  <a:pt x="45731" y="208049"/>
                </a:cubicBezTo>
                <a:cubicBezTo>
                  <a:pt x="45606" y="204460"/>
                  <a:pt x="46874" y="201328"/>
                  <a:pt x="49549" y="198653"/>
                </a:cubicBezTo>
                <a:lnTo>
                  <a:pt x="138383" y="110608"/>
                </a:lnTo>
                <a:cubicBezTo>
                  <a:pt x="141080" y="107933"/>
                  <a:pt x="144052" y="105979"/>
                  <a:pt x="147298" y="104745"/>
                </a:cubicBezTo>
                <a:cubicBezTo>
                  <a:pt x="150545" y="103522"/>
                  <a:pt x="153836" y="102904"/>
                  <a:pt x="157163" y="102904"/>
                </a:cubicBezTo>
                <a:cubicBezTo>
                  <a:pt x="160489" y="102904"/>
                  <a:pt x="163815" y="103522"/>
                  <a:pt x="167141" y="104745"/>
                </a:cubicBezTo>
                <a:cubicBezTo>
                  <a:pt x="170490" y="105979"/>
                  <a:pt x="173416" y="107933"/>
                  <a:pt x="175908" y="110608"/>
                </a:cubicBezTo>
                <a:lnTo>
                  <a:pt x="220028" y="154728"/>
                </a:lnTo>
                <a:lnTo>
                  <a:pt x="308781" y="65974"/>
                </a:lnTo>
                <a:cubicBezTo>
                  <a:pt x="311456" y="63299"/>
                  <a:pt x="314599" y="61962"/>
                  <a:pt x="318211" y="61962"/>
                </a:cubicBezTo>
                <a:cubicBezTo>
                  <a:pt x="321835" y="61962"/>
                  <a:pt x="324932" y="63299"/>
                  <a:pt x="327527" y="65974"/>
                </a:cubicBezTo>
                <a:cubicBezTo>
                  <a:pt x="329984" y="68637"/>
                  <a:pt x="331287" y="71769"/>
                  <a:pt x="331413" y="75358"/>
                </a:cubicBezTo>
                <a:cubicBezTo>
                  <a:pt x="331550" y="78947"/>
                  <a:pt x="330281" y="82079"/>
                  <a:pt x="327607" y="84753"/>
                </a:cubicBezTo>
                <a:lnTo>
                  <a:pt x="238773" y="173587"/>
                </a:lnTo>
                <a:cubicBezTo>
                  <a:pt x="236361" y="176262"/>
                  <a:pt x="233469" y="178262"/>
                  <a:pt x="230086" y="179600"/>
                </a:cubicBezTo>
                <a:cubicBezTo>
                  <a:pt x="226703" y="180937"/>
                  <a:pt x="223296" y="181600"/>
                  <a:pt x="219867" y="181600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9" name="圖說"/>
          <p:cNvSpPr/>
          <p:nvPr/>
        </p:nvSpPr>
        <p:spPr>
          <a:xfrm>
            <a:off x="11757355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監控</a:t>
            </a:r>
            <a:endParaRPr lang="en-US" sz="950" dirty="0"/>
          </a:p>
        </p:txBody>
      </p:sp>
      <p:sp>
        <p:nvSpPr>
          <p:cNvPr id="80" name="圖示 數據查詢"/>
          <p:cNvSpPr/>
          <p:nvPr/>
        </p:nvSpPr>
        <p:spPr>
          <a:xfrm>
            <a:off x="12631722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23260" y="206472"/>
                </a:moveTo>
                <a:cubicBezTo>
                  <a:pt x="20220" y="204426"/>
                  <a:pt x="18425" y="201614"/>
                  <a:pt x="17877" y="198025"/>
                </a:cubicBezTo>
                <a:cubicBezTo>
                  <a:pt x="17328" y="194459"/>
                  <a:pt x="17991" y="191212"/>
                  <a:pt x="19877" y="188286"/>
                </a:cubicBezTo>
                <a:lnTo>
                  <a:pt x="74021" y="103419"/>
                </a:lnTo>
                <a:cubicBezTo>
                  <a:pt x="78421" y="96606"/>
                  <a:pt x="84571" y="92880"/>
                  <a:pt x="92446" y="92252"/>
                </a:cubicBezTo>
                <a:cubicBezTo>
                  <a:pt x="100333" y="91623"/>
                  <a:pt x="107031" y="94275"/>
                  <a:pt x="112528" y="100195"/>
                </a:cubicBezTo>
                <a:lnTo>
                  <a:pt x="139800" y="131422"/>
                </a:lnTo>
                <a:lnTo>
                  <a:pt x="185566" y="58156"/>
                </a:lnTo>
                <a:cubicBezTo>
                  <a:pt x="190229" y="50818"/>
                  <a:pt x="196893" y="47034"/>
                  <a:pt x="205569" y="46794"/>
                </a:cubicBezTo>
                <a:cubicBezTo>
                  <a:pt x="214244" y="46589"/>
                  <a:pt x="221090" y="49915"/>
                  <a:pt x="226120" y="56773"/>
                </a:cubicBezTo>
                <a:lnTo>
                  <a:pt x="254878" y="98184"/>
                </a:lnTo>
                <a:lnTo>
                  <a:pt x="302346" y="24632"/>
                </a:lnTo>
                <a:cubicBezTo>
                  <a:pt x="304358" y="21466"/>
                  <a:pt x="307250" y="19522"/>
                  <a:pt x="311022" y="18825"/>
                </a:cubicBezTo>
                <a:cubicBezTo>
                  <a:pt x="314794" y="18117"/>
                  <a:pt x="318268" y="18962"/>
                  <a:pt x="321434" y="21374"/>
                </a:cubicBezTo>
                <a:cubicBezTo>
                  <a:pt x="324452" y="23466"/>
                  <a:pt x="326189" y="26278"/>
                  <a:pt x="326658" y="29787"/>
                </a:cubicBezTo>
                <a:cubicBezTo>
                  <a:pt x="327138" y="33296"/>
                  <a:pt x="326429" y="36542"/>
                  <a:pt x="324543" y="39525"/>
                </a:cubicBezTo>
                <a:lnTo>
                  <a:pt x="275383" y="115317"/>
                </a:lnTo>
                <a:cubicBezTo>
                  <a:pt x="270754" y="122655"/>
                  <a:pt x="264159" y="126450"/>
                  <a:pt x="255621" y="126713"/>
                </a:cubicBezTo>
                <a:cubicBezTo>
                  <a:pt x="247082" y="126976"/>
                  <a:pt x="240327" y="123638"/>
                  <a:pt x="235355" y="116689"/>
                </a:cubicBezTo>
                <a:lnTo>
                  <a:pt x="206666" y="75747"/>
                </a:lnTo>
                <a:lnTo>
                  <a:pt x="161014" y="148327"/>
                </a:lnTo>
                <a:cubicBezTo>
                  <a:pt x="156740" y="155105"/>
                  <a:pt x="150545" y="158831"/>
                  <a:pt x="142429" y="159483"/>
                </a:cubicBezTo>
                <a:cubicBezTo>
                  <a:pt x="134337" y="160157"/>
                  <a:pt x="127536" y="157540"/>
                  <a:pt x="122038" y="151619"/>
                </a:cubicBezTo>
                <a:lnTo>
                  <a:pt x="94892" y="120701"/>
                </a:lnTo>
                <a:lnTo>
                  <a:pt x="42200" y="203020"/>
                </a:lnTo>
                <a:cubicBezTo>
                  <a:pt x="40108" y="206209"/>
                  <a:pt x="37205" y="208197"/>
                  <a:pt x="33513" y="208986"/>
                </a:cubicBezTo>
                <a:cubicBezTo>
                  <a:pt x="29798" y="209775"/>
                  <a:pt x="26380" y="208929"/>
                  <a:pt x="23260" y="206472"/>
                </a:cubicBezTo>
                <a:close/>
                <a:moveTo>
                  <a:pt x="231183" y="291419"/>
                </a:moveTo>
                <a:cubicBezTo>
                  <a:pt x="243413" y="291419"/>
                  <a:pt x="253895" y="287190"/>
                  <a:pt x="262616" y="278732"/>
                </a:cubicBezTo>
                <a:cubicBezTo>
                  <a:pt x="271337" y="270262"/>
                  <a:pt x="275703" y="259884"/>
                  <a:pt x="275703" y="247574"/>
                </a:cubicBezTo>
                <a:cubicBezTo>
                  <a:pt x="275703" y="235264"/>
                  <a:pt x="271417" y="224805"/>
                  <a:pt x="262856" y="216221"/>
                </a:cubicBezTo>
                <a:cubicBezTo>
                  <a:pt x="254295" y="207626"/>
                  <a:pt x="243768" y="203328"/>
                  <a:pt x="231309" y="203328"/>
                </a:cubicBezTo>
                <a:cubicBezTo>
                  <a:pt x="219045" y="203328"/>
                  <a:pt x="208712" y="207695"/>
                  <a:pt x="200299" y="216416"/>
                </a:cubicBezTo>
                <a:cubicBezTo>
                  <a:pt x="191898" y="225137"/>
                  <a:pt x="187692" y="235618"/>
                  <a:pt x="187692" y="247848"/>
                </a:cubicBezTo>
                <a:cubicBezTo>
                  <a:pt x="187692" y="260078"/>
                  <a:pt x="191898" y="270400"/>
                  <a:pt x="200299" y="278801"/>
                </a:cubicBezTo>
                <a:cubicBezTo>
                  <a:pt x="208712" y="287213"/>
                  <a:pt x="219033" y="291419"/>
                  <a:pt x="231263" y="291419"/>
                </a:cubicBezTo>
                <a:close/>
                <a:moveTo>
                  <a:pt x="231229" y="318177"/>
                </a:moveTo>
                <a:cubicBezTo>
                  <a:pt x="211661" y="318177"/>
                  <a:pt x="195030" y="311330"/>
                  <a:pt x="181326" y="297626"/>
                </a:cubicBezTo>
                <a:cubicBezTo>
                  <a:pt x="167632" y="283933"/>
                  <a:pt x="160774" y="267291"/>
                  <a:pt x="160774" y="247722"/>
                </a:cubicBezTo>
                <a:cubicBezTo>
                  <a:pt x="160774" y="228166"/>
                  <a:pt x="167632" y="211398"/>
                  <a:pt x="181326" y="197430"/>
                </a:cubicBezTo>
                <a:cubicBezTo>
                  <a:pt x="195030" y="183474"/>
                  <a:pt x="211661" y="176491"/>
                  <a:pt x="231229" y="176491"/>
                </a:cubicBezTo>
                <a:cubicBezTo>
                  <a:pt x="251003" y="176491"/>
                  <a:pt x="267816" y="183417"/>
                  <a:pt x="281669" y="197282"/>
                </a:cubicBezTo>
                <a:cubicBezTo>
                  <a:pt x="295534" y="211135"/>
                  <a:pt x="302461" y="227948"/>
                  <a:pt x="302461" y="247722"/>
                </a:cubicBezTo>
                <a:cubicBezTo>
                  <a:pt x="302461" y="255266"/>
                  <a:pt x="301375" y="262353"/>
                  <a:pt x="299203" y="268982"/>
                </a:cubicBezTo>
                <a:cubicBezTo>
                  <a:pt x="297020" y="275589"/>
                  <a:pt x="293945" y="281761"/>
                  <a:pt x="289968" y="287533"/>
                </a:cubicBezTo>
                <a:lnTo>
                  <a:pt x="322692" y="319983"/>
                </a:lnTo>
                <a:cubicBezTo>
                  <a:pt x="325366" y="322657"/>
                  <a:pt x="326704" y="325766"/>
                  <a:pt x="326704" y="329333"/>
                </a:cubicBezTo>
                <a:cubicBezTo>
                  <a:pt x="326704" y="332899"/>
                  <a:pt x="325366" y="336031"/>
                  <a:pt x="322692" y="338728"/>
                </a:cubicBezTo>
                <a:cubicBezTo>
                  <a:pt x="320017" y="341426"/>
                  <a:pt x="316897" y="342786"/>
                  <a:pt x="313308" y="342809"/>
                </a:cubicBezTo>
                <a:cubicBezTo>
                  <a:pt x="309719" y="342831"/>
                  <a:pt x="306587" y="341483"/>
                  <a:pt x="303912" y="338762"/>
                </a:cubicBezTo>
                <a:lnTo>
                  <a:pt x="271188" y="306038"/>
                </a:lnTo>
                <a:cubicBezTo>
                  <a:pt x="265416" y="309833"/>
                  <a:pt x="259198" y="312816"/>
                  <a:pt x="252523" y="314988"/>
                </a:cubicBezTo>
                <a:cubicBezTo>
                  <a:pt x="245836" y="317171"/>
                  <a:pt x="238727" y="318257"/>
                  <a:pt x="231183" y="318257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1" name="圖說"/>
          <p:cNvSpPr/>
          <p:nvPr/>
        </p:nvSpPr>
        <p:spPr>
          <a:xfrm>
            <a:off x="12450756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數據查詢</a:t>
            </a:r>
            <a:endParaRPr lang="en-US" sz="950" dirty="0"/>
          </a:p>
        </p:txBody>
      </p:sp>
      <p:sp>
        <p:nvSpPr>
          <p:cNvPr id="82" name="圖示 上升"/>
          <p:cNvSpPr/>
          <p:nvPr/>
        </p:nvSpPr>
        <p:spPr>
          <a:xfrm>
            <a:off x="13325123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38862" y="279669"/>
                </a:moveTo>
                <a:cubicBezTo>
                  <a:pt x="36187" y="276995"/>
                  <a:pt x="34839" y="273806"/>
                  <a:pt x="34816" y="270079"/>
                </a:cubicBezTo>
                <a:cubicBezTo>
                  <a:pt x="34781" y="266365"/>
                  <a:pt x="36130" y="263141"/>
                  <a:pt x="38862" y="260421"/>
                </a:cubicBezTo>
                <a:lnTo>
                  <a:pt x="127776" y="172090"/>
                </a:lnTo>
                <a:cubicBezTo>
                  <a:pt x="132828" y="166958"/>
                  <a:pt x="139057" y="164398"/>
                  <a:pt x="146475" y="164398"/>
                </a:cubicBezTo>
                <a:cubicBezTo>
                  <a:pt x="153894" y="164398"/>
                  <a:pt x="160157" y="166958"/>
                  <a:pt x="165301" y="172090"/>
                </a:cubicBezTo>
                <a:lnTo>
                  <a:pt x="212175" y="218850"/>
                </a:lnTo>
                <a:lnTo>
                  <a:pt x="303284" y="127536"/>
                </a:lnTo>
                <a:lnTo>
                  <a:pt x="267611" y="127536"/>
                </a:lnTo>
                <a:cubicBezTo>
                  <a:pt x="263839" y="127536"/>
                  <a:pt x="260650" y="126244"/>
                  <a:pt x="258067" y="123650"/>
                </a:cubicBezTo>
                <a:cubicBezTo>
                  <a:pt x="255472" y="121055"/>
                  <a:pt x="254180" y="117855"/>
                  <a:pt x="254215" y="114060"/>
                </a:cubicBezTo>
                <a:cubicBezTo>
                  <a:pt x="254215" y="110265"/>
                  <a:pt x="255495" y="107088"/>
                  <a:pt x="258067" y="104550"/>
                </a:cubicBezTo>
                <a:cubicBezTo>
                  <a:pt x="260627" y="102013"/>
                  <a:pt x="263816" y="100744"/>
                  <a:pt x="267611" y="100744"/>
                </a:cubicBezTo>
                <a:lnTo>
                  <a:pt x="334716" y="100744"/>
                </a:lnTo>
                <a:cubicBezTo>
                  <a:pt x="338488" y="100744"/>
                  <a:pt x="341688" y="102024"/>
                  <a:pt x="344306" y="104596"/>
                </a:cubicBezTo>
                <a:cubicBezTo>
                  <a:pt x="346901" y="107156"/>
                  <a:pt x="348192" y="110345"/>
                  <a:pt x="348192" y="114140"/>
                </a:cubicBezTo>
                <a:lnTo>
                  <a:pt x="348192" y="181246"/>
                </a:lnTo>
                <a:cubicBezTo>
                  <a:pt x="348192" y="184835"/>
                  <a:pt x="346946" y="187966"/>
                  <a:pt x="344466" y="190641"/>
                </a:cubicBezTo>
                <a:cubicBezTo>
                  <a:pt x="341974" y="193304"/>
                  <a:pt x="338900" y="194641"/>
                  <a:pt x="335230" y="194641"/>
                </a:cubicBezTo>
                <a:cubicBezTo>
                  <a:pt x="331561" y="194641"/>
                  <a:pt x="328395" y="193304"/>
                  <a:pt x="325721" y="190641"/>
                </a:cubicBezTo>
                <a:cubicBezTo>
                  <a:pt x="323046" y="187966"/>
                  <a:pt x="321709" y="184835"/>
                  <a:pt x="321709" y="181246"/>
                </a:cubicBezTo>
                <a:lnTo>
                  <a:pt x="321709" y="147070"/>
                </a:lnTo>
                <a:lnTo>
                  <a:pt x="230520" y="237904"/>
                </a:lnTo>
                <a:cubicBezTo>
                  <a:pt x="225388" y="243036"/>
                  <a:pt x="219125" y="245608"/>
                  <a:pt x="211741" y="245608"/>
                </a:cubicBezTo>
                <a:cubicBezTo>
                  <a:pt x="204323" y="245608"/>
                  <a:pt x="198093" y="243036"/>
                  <a:pt x="193030" y="237904"/>
                </a:cubicBezTo>
                <a:lnTo>
                  <a:pt x="146167" y="191544"/>
                </a:lnTo>
                <a:lnTo>
                  <a:pt x="57996" y="279669"/>
                </a:lnTo>
                <a:cubicBezTo>
                  <a:pt x="55321" y="282344"/>
                  <a:pt x="52121" y="283681"/>
                  <a:pt x="48406" y="283681"/>
                </a:cubicBezTo>
                <a:cubicBezTo>
                  <a:pt x="44691" y="283681"/>
                  <a:pt x="41491" y="282344"/>
                  <a:pt x="38816" y="279669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3" name="圖說"/>
          <p:cNvSpPr/>
          <p:nvPr/>
        </p:nvSpPr>
        <p:spPr>
          <a:xfrm>
            <a:off x="13144157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上升</a:t>
            </a:r>
            <a:endParaRPr lang="en-US" sz="950" dirty="0"/>
          </a:p>
        </p:txBody>
      </p:sp>
      <p:sp>
        <p:nvSpPr>
          <p:cNvPr id="84" name="圖示 下降"/>
          <p:cNvSpPr/>
          <p:nvPr/>
        </p:nvSpPr>
        <p:spPr>
          <a:xfrm>
            <a:off x="14018524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303284" y="258181"/>
                </a:moveTo>
                <a:lnTo>
                  <a:pt x="212175" y="166867"/>
                </a:lnTo>
                <a:lnTo>
                  <a:pt x="165301" y="213741"/>
                </a:lnTo>
                <a:cubicBezTo>
                  <a:pt x="160157" y="218873"/>
                  <a:pt x="153905" y="221445"/>
                  <a:pt x="146510" y="221445"/>
                </a:cubicBezTo>
                <a:cubicBezTo>
                  <a:pt x="139103" y="221445"/>
                  <a:pt x="132862" y="218873"/>
                  <a:pt x="127810" y="213741"/>
                </a:cubicBezTo>
                <a:lnTo>
                  <a:pt x="38862" y="124827"/>
                </a:lnTo>
                <a:cubicBezTo>
                  <a:pt x="36130" y="122152"/>
                  <a:pt x="34781" y="118963"/>
                  <a:pt x="34816" y="115237"/>
                </a:cubicBezTo>
                <a:cubicBezTo>
                  <a:pt x="34839" y="111523"/>
                  <a:pt x="36187" y="108322"/>
                  <a:pt x="38862" y="105647"/>
                </a:cubicBezTo>
                <a:cubicBezTo>
                  <a:pt x="41525" y="102984"/>
                  <a:pt x="44726" y="101647"/>
                  <a:pt x="48440" y="101647"/>
                </a:cubicBezTo>
                <a:cubicBezTo>
                  <a:pt x="52167" y="101647"/>
                  <a:pt x="55355" y="102984"/>
                  <a:pt x="58030" y="105647"/>
                </a:cubicBezTo>
                <a:lnTo>
                  <a:pt x="146167" y="194173"/>
                </a:lnTo>
                <a:lnTo>
                  <a:pt x="192996" y="147344"/>
                </a:lnTo>
                <a:cubicBezTo>
                  <a:pt x="198048" y="142201"/>
                  <a:pt x="204288" y="139640"/>
                  <a:pt x="211695" y="139640"/>
                </a:cubicBezTo>
                <a:cubicBezTo>
                  <a:pt x="219113" y="139640"/>
                  <a:pt x="225388" y="142201"/>
                  <a:pt x="230520" y="147344"/>
                </a:cubicBezTo>
                <a:lnTo>
                  <a:pt x="321754" y="238647"/>
                </a:lnTo>
                <a:lnTo>
                  <a:pt x="321754" y="204071"/>
                </a:lnTo>
                <a:cubicBezTo>
                  <a:pt x="321754" y="200414"/>
                  <a:pt x="323092" y="197328"/>
                  <a:pt x="325755" y="194847"/>
                </a:cubicBezTo>
                <a:cubicBezTo>
                  <a:pt x="328430" y="192355"/>
                  <a:pt x="331596" y="191110"/>
                  <a:pt x="335265" y="191110"/>
                </a:cubicBezTo>
                <a:cubicBezTo>
                  <a:pt x="338934" y="191110"/>
                  <a:pt x="342008" y="192355"/>
                  <a:pt x="344500" y="194847"/>
                </a:cubicBezTo>
                <a:cubicBezTo>
                  <a:pt x="346992" y="197328"/>
                  <a:pt x="348238" y="200414"/>
                  <a:pt x="348238" y="204071"/>
                </a:cubicBezTo>
                <a:lnTo>
                  <a:pt x="348238" y="271577"/>
                </a:lnTo>
                <a:cubicBezTo>
                  <a:pt x="348238" y="275349"/>
                  <a:pt x="346935" y="278515"/>
                  <a:pt x="344340" y="281087"/>
                </a:cubicBezTo>
                <a:cubicBezTo>
                  <a:pt x="341746" y="283647"/>
                  <a:pt x="338557" y="284938"/>
                  <a:pt x="334762" y="284938"/>
                </a:cubicBezTo>
                <a:lnTo>
                  <a:pt x="267611" y="284938"/>
                </a:lnTo>
                <a:cubicBezTo>
                  <a:pt x="263839" y="284938"/>
                  <a:pt x="260650" y="283635"/>
                  <a:pt x="258067" y="281041"/>
                </a:cubicBezTo>
                <a:cubicBezTo>
                  <a:pt x="255472" y="278458"/>
                  <a:pt x="254180" y="275257"/>
                  <a:pt x="254215" y="271463"/>
                </a:cubicBezTo>
                <a:cubicBezTo>
                  <a:pt x="254215" y="267656"/>
                  <a:pt x="255495" y="264490"/>
                  <a:pt x="258067" y="261953"/>
                </a:cubicBezTo>
                <a:cubicBezTo>
                  <a:pt x="260627" y="259415"/>
                  <a:pt x="263816" y="258135"/>
                  <a:pt x="267611" y="258135"/>
                </a:cubicBezTo>
                <a:lnTo>
                  <a:pt x="303284" y="258135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5" name="圖說"/>
          <p:cNvSpPr/>
          <p:nvPr/>
        </p:nvSpPr>
        <p:spPr>
          <a:xfrm>
            <a:off x="13837558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下降</a:t>
            </a:r>
            <a:endParaRPr lang="en-US" sz="950" dirty="0"/>
          </a:p>
        </p:txBody>
      </p:sp>
      <p:sp>
        <p:nvSpPr>
          <p:cNvPr id="86" name="圖示 占比"/>
          <p:cNvSpPr/>
          <p:nvPr/>
        </p:nvSpPr>
        <p:spPr>
          <a:xfrm>
            <a:off x="843905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201991" y="175199"/>
                </a:moveTo>
                <a:lnTo>
                  <a:pt x="320577" y="175199"/>
                </a:lnTo>
                <a:cubicBezTo>
                  <a:pt x="317640" y="144109"/>
                  <a:pt x="304975" y="117112"/>
                  <a:pt x="282584" y="94217"/>
                </a:cubicBezTo>
                <a:cubicBezTo>
                  <a:pt x="260181" y="71300"/>
                  <a:pt x="233321" y="58762"/>
                  <a:pt x="201991" y="56613"/>
                </a:cubicBezTo>
                <a:lnTo>
                  <a:pt x="201991" y="175199"/>
                </a:lnTo>
                <a:close/>
                <a:moveTo>
                  <a:pt x="175233" y="320577"/>
                </a:moveTo>
                <a:lnTo>
                  <a:pt x="175233" y="56613"/>
                </a:lnTo>
                <a:cubicBezTo>
                  <a:pt x="141549" y="59813"/>
                  <a:pt x="113237" y="74089"/>
                  <a:pt x="90286" y="99441"/>
                </a:cubicBezTo>
                <a:cubicBezTo>
                  <a:pt x="67346" y="124804"/>
                  <a:pt x="55870" y="154522"/>
                  <a:pt x="55870" y="188595"/>
                </a:cubicBezTo>
                <a:cubicBezTo>
                  <a:pt x="55870" y="222668"/>
                  <a:pt x="67346" y="252386"/>
                  <a:pt x="90286" y="277749"/>
                </a:cubicBezTo>
                <a:cubicBezTo>
                  <a:pt x="113237" y="303101"/>
                  <a:pt x="141549" y="317377"/>
                  <a:pt x="175233" y="320577"/>
                </a:cubicBezTo>
                <a:close/>
                <a:moveTo>
                  <a:pt x="201991" y="320577"/>
                </a:moveTo>
                <a:cubicBezTo>
                  <a:pt x="233343" y="318348"/>
                  <a:pt x="260193" y="305798"/>
                  <a:pt x="282538" y="282927"/>
                </a:cubicBezTo>
                <a:cubicBezTo>
                  <a:pt x="304884" y="260067"/>
                  <a:pt x="317560" y="233081"/>
                  <a:pt x="320577" y="201991"/>
                </a:cubicBezTo>
                <a:lnTo>
                  <a:pt x="201991" y="201991"/>
                </a:lnTo>
                <a:lnTo>
                  <a:pt x="201991" y="320577"/>
                </a:lnTo>
                <a:close/>
                <a:moveTo>
                  <a:pt x="188595" y="188595"/>
                </a:moveTo>
                <a:close/>
                <a:moveTo>
                  <a:pt x="188595" y="348112"/>
                </a:moveTo>
                <a:cubicBezTo>
                  <a:pt x="166535" y="348112"/>
                  <a:pt x="145813" y="343940"/>
                  <a:pt x="126393" y="335585"/>
                </a:cubicBezTo>
                <a:cubicBezTo>
                  <a:pt x="106985" y="327229"/>
                  <a:pt x="90091" y="315857"/>
                  <a:pt x="75712" y="301478"/>
                </a:cubicBezTo>
                <a:cubicBezTo>
                  <a:pt x="61311" y="287076"/>
                  <a:pt x="49938" y="270171"/>
                  <a:pt x="41605" y="250797"/>
                </a:cubicBezTo>
                <a:cubicBezTo>
                  <a:pt x="33250" y="231377"/>
                  <a:pt x="29078" y="210655"/>
                  <a:pt x="29078" y="188595"/>
                </a:cubicBezTo>
                <a:cubicBezTo>
                  <a:pt x="29078" y="166535"/>
                  <a:pt x="33250" y="145813"/>
                  <a:pt x="41605" y="126393"/>
                </a:cubicBezTo>
                <a:cubicBezTo>
                  <a:pt x="49961" y="106985"/>
                  <a:pt x="61333" y="90080"/>
                  <a:pt x="75712" y="75678"/>
                </a:cubicBezTo>
                <a:cubicBezTo>
                  <a:pt x="90091" y="61265"/>
                  <a:pt x="106985" y="49881"/>
                  <a:pt x="126393" y="41525"/>
                </a:cubicBezTo>
                <a:cubicBezTo>
                  <a:pt x="145813" y="33147"/>
                  <a:pt x="166535" y="28952"/>
                  <a:pt x="188595" y="28952"/>
                </a:cubicBezTo>
                <a:cubicBezTo>
                  <a:pt x="210701" y="28952"/>
                  <a:pt x="231446" y="33147"/>
                  <a:pt x="250831" y="41525"/>
                </a:cubicBezTo>
                <a:cubicBezTo>
                  <a:pt x="270217" y="49915"/>
                  <a:pt x="287099" y="61276"/>
                  <a:pt x="301478" y="75632"/>
                </a:cubicBezTo>
                <a:cubicBezTo>
                  <a:pt x="315857" y="89988"/>
                  <a:pt x="327241" y="106871"/>
                  <a:pt x="335619" y="126279"/>
                </a:cubicBezTo>
                <a:cubicBezTo>
                  <a:pt x="343997" y="145687"/>
                  <a:pt x="348192" y="166467"/>
                  <a:pt x="348192" y="188595"/>
                </a:cubicBezTo>
                <a:cubicBezTo>
                  <a:pt x="348192" y="210723"/>
                  <a:pt x="343997" y="231503"/>
                  <a:pt x="335619" y="250911"/>
                </a:cubicBezTo>
                <a:cubicBezTo>
                  <a:pt x="327241" y="270320"/>
                  <a:pt x="315857" y="287202"/>
                  <a:pt x="301478" y="301558"/>
                </a:cubicBezTo>
                <a:cubicBezTo>
                  <a:pt x="287099" y="315914"/>
                  <a:pt x="270205" y="327264"/>
                  <a:pt x="250797" y="335619"/>
                </a:cubicBezTo>
                <a:cubicBezTo>
                  <a:pt x="231377" y="343974"/>
                  <a:pt x="210655" y="348158"/>
                  <a:pt x="188595" y="348158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7" name="圖說"/>
          <p:cNvSpPr/>
          <p:nvPr/>
        </p:nvSpPr>
        <p:spPr>
          <a:xfrm>
            <a:off x="662940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占比</a:t>
            </a:r>
            <a:endParaRPr lang="en-US" sz="950" dirty="0"/>
          </a:p>
        </p:txBody>
      </p:sp>
      <p:sp>
        <p:nvSpPr>
          <p:cNvPr id="88" name="圖示 表格"/>
          <p:cNvSpPr/>
          <p:nvPr/>
        </p:nvSpPr>
        <p:spPr>
          <a:xfrm>
            <a:off x="1537306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305638" y="332007"/>
                </a:moveTo>
                <a:lnTo>
                  <a:pt x="71586" y="332007"/>
                </a:lnTo>
                <a:cubicBezTo>
                  <a:pt x="64362" y="332007"/>
                  <a:pt x="58087" y="329344"/>
                  <a:pt x="52772" y="324029"/>
                </a:cubicBezTo>
                <a:cubicBezTo>
                  <a:pt x="47446" y="318714"/>
                  <a:pt x="44794" y="312439"/>
                  <a:pt x="44794" y="305215"/>
                </a:cubicBezTo>
                <a:lnTo>
                  <a:pt x="44794" y="71552"/>
                </a:lnTo>
                <a:cubicBezTo>
                  <a:pt x="44794" y="64294"/>
                  <a:pt x="47446" y="58007"/>
                  <a:pt x="52772" y="52692"/>
                </a:cubicBezTo>
                <a:cubicBezTo>
                  <a:pt x="58087" y="47366"/>
                  <a:pt x="64362" y="44714"/>
                  <a:pt x="71586" y="44714"/>
                </a:cubicBezTo>
                <a:lnTo>
                  <a:pt x="305638" y="44714"/>
                </a:lnTo>
                <a:cubicBezTo>
                  <a:pt x="312896" y="44714"/>
                  <a:pt x="319183" y="47366"/>
                  <a:pt x="324498" y="52692"/>
                </a:cubicBezTo>
                <a:cubicBezTo>
                  <a:pt x="329824" y="58007"/>
                  <a:pt x="332476" y="64294"/>
                  <a:pt x="332476" y="71552"/>
                </a:cubicBezTo>
                <a:lnTo>
                  <a:pt x="332476" y="305215"/>
                </a:lnTo>
                <a:cubicBezTo>
                  <a:pt x="332476" y="312439"/>
                  <a:pt x="329824" y="318714"/>
                  <a:pt x="324498" y="324029"/>
                </a:cubicBezTo>
                <a:cubicBezTo>
                  <a:pt x="319183" y="329344"/>
                  <a:pt x="312896" y="332007"/>
                  <a:pt x="305638" y="332007"/>
                </a:cubicBezTo>
                <a:close/>
                <a:moveTo>
                  <a:pt x="71586" y="126324"/>
                </a:moveTo>
                <a:lnTo>
                  <a:pt x="305638" y="126324"/>
                </a:lnTo>
                <a:lnTo>
                  <a:pt x="305638" y="71586"/>
                </a:lnTo>
                <a:lnTo>
                  <a:pt x="71586" y="71586"/>
                </a:lnTo>
                <a:lnTo>
                  <a:pt x="71586" y="126324"/>
                </a:lnTo>
                <a:close/>
                <a:moveTo>
                  <a:pt x="122198" y="149893"/>
                </a:moveTo>
                <a:lnTo>
                  <a:pt x="71586" y="149893"/>
                </a:lnTo>
                <a:lnTo>
                  <a:pt x="71586" y="305250"/>
                </a:lnTo>
                <a:lnTo>
                  <a:pt x="122198" y="305250"/>
                </a:lnTo>
                <a:lnTo>
                  <a:pt x="122198" y="149893"/>
                </a:lnTo>
                <a:close/>
                <a:moveTo>
                  <a:pt x="255038" y="149893"/>
                </a:moveTo>
                <a:lnTo>
                  <a:pt x="255038" y="305250"/>
                </a:lnTo>
                <a:lnTo>
                  <a:pt x="305638" y="305250"/>
                </a:lnTo>
                <a:lnTo>
                  <a:pt x="305638" y="149893"/>
                </a:lnTo>
                <a:lnTo>
                  <a:pt x="254992" y="149893"/>
                </a:lnTo>
                <a:close/>
                <a:moveTo>
                  <a:pt x="231458" y="149893"/>
                </a:moveTo>
                <a:lnTo>
                  <a:pt x="145767" y="149893"/>
                </a:lnTo>
                <a:lnTo>
                  <a:pt x="145767" y="305250"/>
                </a:lnTo>
                <a:lnTo>
                  <a:pt x="231458" y="305250"/>
                </a:lnTo>
                <a:lnTo>
                  <a:pt x="231458" y="149893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9" name="圖說"/>
          <p:cNvSpPr/>
          <p:nvPr/>
        </p:nvSpPr>
        <p:spPr>
          <a:xfrm>
            <a:off x="1356341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表格</a:t>
            </a:r>
            <a:endParaRPr lang="en-US" sz="950" dirty="0"/>
          </a:p>
        </p:txBody>
      </p:sp>
      <p:sp>
        <p:nvSpPr>
          <p:cNvPr id="90" name="圖示 儀表板"/>
          <p:cNvSpPr/>
          <p:nvPr/>
        </p:nvSpPr>
        <p:spPr>
          <a:xfrm>
            <a:off x="2230707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99831" y="138817"/>
                </a:moveTo>
                <a:lnTo>
                  <a:pt x="199831" y="56304"/>
                </a:lnTo>
                <a:cubicBezTo>
                  <a:pt x="199831" y="52532"/>
                  <a:pt x="201111" y="49366"/>
                  <a:pt x="203683" y="46794"/>
                </a:cubicBezTo>
                <a:cubicBezTo>
                  <a:pt x="206254" y="44223"/>
                  <a:pt x="209420" y="42943"/>
                  <a:pt x="213192" y="42943"/>
                </a:cubicBezTo>
                <a:lnTo>
                  <a:pt x="320886" y="42943"/>
                </a:lnTo>
                <a:cubicBezTo>
                  <a:pt x="324658" y="42943"/>
                  <a:pt x="327824" y="44223"/>
                  <a:pt x="330396" y="46794"/>
                </a:cubicBezTo>
                <a:cubicBezTo>
                  <a:pt x="332967" y="49366"/>
                  <a:pt x="334247" y="52532"/>
                  <a:pt x="334247" y="56304"/>
                </a:cubicBezTo>
                <a:lnTo>
                  <a:pt x="334247" y="138817"/>
                </a:lnTo>
                <a:cubicBezTo>
                  <a:pt x="334247" y="142589"/>
                  <a:pt x="332967" y="145767"/>
                  <a:pt x="330396" y="148361"/>
                </a:cubicBezTo>
                <a:cubicBezTo>
                  <a:pt x="327824" y="150956"/>
                  <a:pt x="324658" y="152236"/>
                  <a:pt x="320886" y="152213"/>
                </a:cubicBezTo>
                <a:lnTo>
                  <a:pt x="213192" y="152213"/>
                </a:lnTo>
                <a:cubicBezTo>
                  <a:pt x="209420" y="152213"/>
                  <a:pt x="206254" y="150933"/>
                  <a:pt x="203683" y="148361"/>
                </a:cubicBezTo>
                <a:cubicBezTo>
                  <a:pt x="201111" y="145790"/>
                  <a:pt x="199831" y="142612"/>
                  <a:pt x="199831" y="138817"/>
                </a:cubicBezTo>
                <a:close/>
                <a:moveTo>
                  <a:pt x="42908" y="188789"/>
                </a:moveTo>
                <a:lnTo>
                  <a:pt x="42908" y="56304"/>
                </a:lnTo>
                <a:cubicBezTo>
                  <a:pt x="42908" y="52532"/>
                  <a:pt x="44188" y="49366"/>
                  <a:pt x="46760" y="46794"/>
                </a:cubicBezTo>
                <a:cubicBezTo>
                  <a:pt x="49320" y="44223"/>
                  <a:pt x="52498" y="42943"/>
                  <a:pt x="56270" y="42943"/>
                </a:cubicBezTo>
                <a:lnTo>
                  <a:pt x="163963" y="42943"/>
                </a:lnTo>
                <a:cubicBezTo>
                  <a:pt x="167735" y="42943"/>
                  <a:pt x="170901" y="44223"/>
                  <a:pt x="173473" y="46794"/>
                </a:cubicBezTo>
                <a:cubicBezTo>
                  <a:pt x="176033" y="49366"/>
                  <a:pt x="177314" y="52532"/>
                  <a:pt x="177314" y="56304"/>
                </a:cubicBezTo>
                <a:lnTo>
                  <a:pt x="177314" y="188789"/>
                </a:lnTo>
                <a:cubicBezTo>
                  <a:pt x="177314" y="192561"/>
                  <a:pt x="176033" y="195727"/>
                  <a:pt x="173473" y="198299"/>
                </a:cubicBezTo>
                <a:cubicBezTo>
                  <a:pt x="170901" y="200871"/>
                  <a:pt x="167735" y="202151"/>
                  <a:pt x="163963" y="202151"/>
                </a:cubicBezTo>
                <a:lnTo>
                  <a:pt x="56304" y="202151"/>
                </a:lnTo>
                <a:cubicBezTo>
                  <a:pt x="52532" y="202151"/>
                  <a:pt x="49366" y="200871"/>
                  <a:pt x="46794" y="198299"/>
                </a:cubicBezTo>
                <a:cubicBezTo>
                  <a:pt x="44223" y="195727"/>
                  <a:pt x="42943" y="192561"/>
                  <a:pt x="42943" y="188789"/>
                </a:cubicBezTo>
                <a:close/>
                <a:moveTo>
                  <a:pt x="199796" y="320612"/>
                </a:moveTo>
                <a:lnTo>
                  <a:pt x="199796" y="188126"/>
                </a:lnTo>
                <a:cubicBezTo>
                  <a:pt x="199796" y="184354"/>
                  <a:pt x="201077" y="181177"/>
                  <a:pt x="203648" y="178617"/>
                </a:cubicBezTo>
                <a:cubicBezTo>
                  <a:pt x="206209" y="176045"/>
                  <a:pt x="209375" y="174765"/>
                  <a:pt x="213147" y="174765"/>
                </a:cubicBezTo>
                <a:lnTo>
                  <a:pt x="320886" y="174765"/>
                </a:lnTo>
                <a:cubicBezTo>
                  <a:pt x="324658" y="174765"/>
                  <a:pt x="327824" y="176045"/>
                  <a:pt x="330396" y="178617"/>
                </a:cubicBezTo>
                <a:cubicBezTo>
                  <a:pt x="332967" y="181177"/>
                  <a:pt x="334247" y="184354"/>
                  <a:pt x="334247" y="188126"/>
                </a:cubicBezTo>
                <a:lnTo>
                  <a:pt x="334247" y="320612"/>
                </a:lnTo>
                <a:cubicBezTo>
                  <a:pt x="334247" y="324463"/>
                  <a:pt x="332967" y="327675"/>
                  <a:pt x="330396" y="330236"/>
                </a:cubicBezTo>
                <a:cubicBezTo>
                  <a:pt x="327824" y="332807"/>
                  <a:pt x="324658" y="334087"/>
                  <a:pt x="320886" y="334087"/>
                </a:cubicBezTo>
                <a:lnTo>
                  <a:pt x="213192" y="334087"/>
                </a:lnTo>
                <a:cubicBezTo>
                  <a:pt x="209420" y="334087"/>
                  <a:pt x="206254" y="332807"/>
                  <a:pt x="203683" y="330236"/>
                </a:cubicBezTo>
                <a:cubicBezTo>
                  <a:pt x="201111" y="327675"/>
                  <a:pt x="199831" y="324463"/>
                  <a:pt x="199831" y="320612"/>
                </a:cubicBezTo>
                <a:close/>
                <a:moveTo>
                  <a:pt x="42908" y="320612"/>
                </a:moveTo>
                <a:lnTo>
                  <a:pt x="42908" y="238098"/>
                </a:lnTo>
                <a:cubicBezTo>
                  <a:pt x="42908" y="234326"/>
                  <a:pt x="44188" y="231149"/>
                  <a:pt x="46760" y="228554"/>
                </a:cubicBezTo>
                <a:cubicBezTo>
                  <a:pt x="49320" y="225960"/>
                  <a:pt x="52498" y="224680"/>
                  <a:pt x="56270" y="224702"/>
                </a:cubicBezTo>
                <a:lnTo>
                  <a:pt x="163963" y="224702"/>
                </a:lnTo>
                <a:cubicBezTo>
                  <a:pt x="167735" y="224702"/>
                  <a:pt x="170901" y="225983"/>
                  <a:pt x="173473" y="228554"/>
                </a:cubicBezTo>
                <a:cubicBezTo>
                  <a:pt x="176033" y="231126"/>
                  <a:pt x="177314" y="234304"/>
                  <a:pt x="177314" y="238098"/>
                </a:cubicBezTo>
                <a:lnTo>
                  <a:pt x="177314" y="320612"/>
                </a:lnTo>
                <a:cubicBezTo>
                  <a:pt x="177314" y="324463"/>
                  <a:pt x="176033" y="327675"/>
                  <a:pt x="173473" y="330236"/>
                </a:cubicBezTo>
                <a:cubicBezTo>
                  <a:pt x="170901" y="332807"/>
                  <a:pt x="167735" y="334087"/>
                  <a:pt x="163963" y="334087"/>
                </a:cubicBezTo>
                <a:lnTo>
                  <a:pt x="56304" y="334087"/>
                </a:lnTo>
                <a:cubicBezTo>
                  <a:pt x="52532" y="334087"/>
                  <a:pt x="49366" y="332807"/>
                  <a:pt x="46794" y="330236"/>
                </a:cubicBezTo>
                <a:cubicBezTo>
                  <a:pt x="44223" y="327675"/>
                  <a:pt x="42943" y="324463"/>
                  <a:pt x="42943" y="320612"/>
                </a:cubicBezTo>
                <a:close/>
                <a:moveTo>
                  <a:pt x="69780" y="175393"/>
                </a:moveTo>
                <a:lnTo>
                  <a:pt x="150602" y="175393"/>
                </a:lnTo>
                <a:lnTo>
                  <a:pt x="150602" y="69700"/>
                </a:lnTo>
                <a:lnTo>
                  <a:pt x="69780" y="69700"/>
                </a:lnTo>
                <a:lnTo>
                  <a:pt x="69780" y="175393"/>
                </a:lnTo>
                <a:close/>
                <a:moveTo>
                  <a:pt x="226668" y="307216"/>
                </a:moveTo>
                <a:lnTo>
                  <a:pt x="307490" y="307216"/>
                </a:lnTo>
                <a:lnTo>
                  <a:pt x="307490" y="201602"/>
                </a:lnTo>
                <a:lnTo>
                  <a:pt x="226668" y="201602"/>
                </a:lnTo>
                <a:lnTo>
                  <a:pt x="226668" y="307216"/>
                </a:lnTo>
                <a:close/>
                <a:moveTo>
                  <a:pt x="226668" y="125421"/>
                </a:moveTo>
                <a:lnTo>
                  <a:pt x="307490" y="125421"/>
                </a:lnTo>
                <a:lnTo>
                  <a:pt x="307490" y="69666"/>
                </a:lnTo>
                <a:lnTo>
                  <a:pt x="226668" y="69666"/>
                </a:lnTo>
                <a:lnTo>
                  <a:pt x="226668" y="125421"/>
                </a:lnTo>
                <a:close/>
                <a:moveTo>
                  <a:pt x="69780" y="307216"/>
                </a:moveTo>
                <a:lnTo>
                  <a:pt x="150602" y="307216"/>
                </a:lnTo>
                <a:lnTo>
                  <a:pt x="150602" y="251574"/>
                </a:lnTo>
                <a:lnTo>
                  <a:pt x="69780" y="251574"/>
                </a:lnTo>
                <a:lnTo>
                  <a:pt x="69780" y="307216"/>
                </a:lnTo>
                <a:close/>
                <a:moveTo>
                  <a:pt x="150602" y="175393"/>
                </a:moveTo>
                <a:close/>
                <a:moveTo>
                  <a:pt x="226668" y="125410"/>
                </a:moveTo>
                <a:close/>
                <a:moveTo>
                  <a:pt x="226668" y="201602"/>
                </a:moveTo>
                <a:close/>
                <a:moveTo>
                  <a:pt x="150602" y="251574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1" name="圖說"/>
          <p:cNvSpPr/>
          <p:nvPr/>
        </p:nvSpPr>
        <p:spPr>
          <a:xfrm>
            <a:off x="2049742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儀表板</a:t>
            </a:r>
            <a:endParaRPr lang="en-US" sz="950" dirty="0"/>
          </a:p>
        </p:txBody>
      </p:sp>
      <p:sp>
        <p:nvSpPr>
          <p:cNvPr id="92" name="圖示 時間軸"/>
          <p:cNvSpPr/>
          <p:nvPr/>
        </p:nvSpPr>
        <p:spPr>
          <a:xfrm>
            <a:off x="2924108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44200" y="283910"/>
                </a:moveTo>
                <a:cubicBezTo>
                  <a:pt x="36085" y="283910"/>
                  <a:pt x="29124" y="281018"/>
                  <a:pt x="23340" y="275234"/>
                </a:cubicBezTo>
                <a:cubicBezTo>
                  <a:pt x="17545" y="269439"/>
                  <a:pt x="14653" y="262467"/>
                  <a:pt x="14653" y="254295"/>
                </a:cubicBezTo>
                <a:cubicBezTo>
                  <a:pt x="14653" y="246145"/>
                  <a:pt x="17545" y="239150"/>
                  <a:pt x="23340" y="233309"/>
                </a:cubicBezTo>
                <a:cubicBezTo>
                  <a:pt x="29124" y="227491"/>
                  <a:pt x="36050" y="224588"/>
                  <a:pt x="44120" y="224588"/>
                </a:cubicBezTo>
                <a:cubicBezTo>
                  <a:pt x="45640" y="224588"/>
                  <a:pt x="47092" y="224680"/>
                  <a:pt x="48486" y="224862"/>
                </a:cubicBezTo>
                <a:cubicBezTo>
                  <a:pt x="49903" y="225045"/>
                  <a:pt x="51766" y="225400"/>
                  <a:pt x="54098" y="225925"/>
                </a:cubicBezTo>
                <a:lnTo>
                  <a:pt x="128759" y="151265"/>
                </a:lnTo>
                <a:cubicBezTo>
                  <a:pt x="128233" y="148967"/>
                  <a:pt x="127890" y="147104"/>
                  <a:pt x="127730" y="145687"/>
                </a:cubicBezTo>
                <a:cubicBezTo>
                  <a:pt x="127582" y="144269"/>
                  <a:pt x="127502" y="142829"/>
                  <a:pt x="127502" y="141366"/>
                </a:cubicBezTo>
                <a:cubicBezTo>
                  <a:pt x="127502" y="133194"/>
                  <a:pt x="130416" y="126210"/>
                  <a:pt x="136257" y="120426"/>
                </a:cubicBezTo>
                <a:cubicBezTo>
                  <a:pt x="142098" y="114631"/>
                  <a:pt x="149093" y="111740"/>
                  <a:pt x="157243" y="111740"/>
                </a:cubicBezTo>
                <a:cubicBezTo>
                  <a:pt x="165392" y="111740"/>
                  <a:pt x="172353" y="114666"/>
                  <a:pt x="178148" y="120506"/>
                </a:cubicBezTo>
                <a:cubicBezTo>
                  <a:pt x="183932" y="126347"/>
                  <a:pt x="186823" y="133354"/>
                  <a:pt x="186823" y="141526"/>
                </a:cubicBezTo>
                <a:cubicBezTo>
                  <a:pt x="186823" y="142361"/>
                  <a:pt x="186412" y="145538"/>
                  <a:pt x="185566" y="151036"/>
                </a:cubicBezTo>
                <a:lnTo>
                  <a:pt x="226120" y="191624"/>
                </a:lnTo>
                <a:cubicBezTo>
                  <a:pt x="228371" y="191098"/>
                  <a:pt x="230189" y="190755"/>
                  <a:pt x="231583" y="190595"/>
                </a:cubicBezTo>
                <a:cubicBezTo>
                  <a:pt x="232989" y="190447"/>
                  <a:pt x="234384" y="190367"/>
                  <a:pt x="235744" y="190367"/>
                </a:cubicBezTo>
                <a:cubicBezTo>
                  <a:pt x="237104" y="190367"/>
                  <a:pt x="238510" y="190447"/>
                  <a:pt x="239950" y="190595"/>
                </a:cubicBezTo>
                <a:cubicBezTo>
                  <a:pt x="241390" y="190755"/>
                  <a:pt x="243230" y="191098"/>
                  <a:pt x="245494" y="191624"/>
                </a:cubicBezTo>
                <a:lnTo>
                  <a:pt x="304541" y="132645"/>
                </a:lnTo>
                <a:cubicBezTo>
                  <a:pt x="304015" y="130393"/>
                  <a:pt x="303672" y="128542"/>
                  <a:pt x="303524" y="127102"/>
                </a:cubicBezTo>
                <a:cubicBezTo>
                  <a:pt x="303364" y="125661"/>
                  <a:pt x="303284" y="124210"/>
                  <a:pt x="303284" y="122747"/>
                </a:cubicBezTo>
                <a:cubicBezTo>
                  <a:pt x="303284" y="114597"/>
                  <a:pt x="306187" y="107648"/>
                  <a:pt x="312005" y="101876"/>
                </a:cubicBezTo>
                <a:cubicBezTo>
                  <a:pt x="317823" y="96115"/>
                  <a:pt x="324818" y="93235"/>
                  <a:pt x="332990" y="93235"/>
                </a:cubicBezTo>
                <a:cubicBezTo>
                  <a:pt x="341163" y="93235"/>
                  <a:pt x="348124" y="96126"/>
                  <a:pt x="353896" y="101921"/>
                </a:cubicBezTo>
                <a:cubicBezTo>
                  <a:pt x="359622" y="107705"/>
                  <a:pt x="362491" y="114689"/>
                  <a:pt x="362491" y="122861"/>
                </a:cubicBezTo>
                <a:cubicBezTo>
                  <a:pt x="362491" y="131034"/>
                  <a:pt x="359611" y="138017"/>
                  <a:pt x="353850" y="143801"/>
                </a:cubicBezTo>
                <a:cubicBezTo>
                  <a:pt x="348089" y="149596"/>
                  <a:pt x="341151" y="152488"/>
                  <a:pt x="333024" y="152488"/>
                </a:cubicBezTo>
                <a:cubicBezTo>
                  <a:pt x="331504" y="152488"/>
                  <a:pt x="330030" y="152408"/>
                  <a:pt x="328590" y="152248"/>
                </a:cubicBezTo>
                <a:cubicBezTo>
                  <a:pt x="327149" y="152099"/>
                  <a:pt x="325298" y="151756"/>
                  <a:pt x="323046" y="151230"/>
                </a:cubicBezTo>
                <a:lnTo>
                  <a:pt x="264147" y="210289"/>
                </a:lnTo>
                <a:cubicBezTo>
                  <a:pt x="264673" y="212541"/>
                  <a:pt x="265016" y="214381"/>
                  <a:pt x="265176" y="215821"/>
                </a:cubicBezTo>
                <a:cubicBezTo>
                  <a:pt x="265325" y="217261"/>
                  <a:pt x="265405" y="218713"/>
                  <a:pt x="265405" y="220188"/>
                </a:cubicBezTo>
                <a:cubicBezTo>
                  <a:pt x="265405" y="228257"/>
                  <a:pt x="262501" y="235195"/>
                  <a:pt x="256684" y="241013"/>
                </a:cubicBezTo>
                <a:cubicBezTo>
                  <a:pt x="250866" y="246819"/>
                  <a:pt x="243893" y="249734"/>
                  <a:pt x="235744" y="249734"/>
                </a:cubicBezTo>
                <a:cubicBezTo>
                  <a:pt x="227594" y="249734"/>
                  <a:pt x="220622" y="246819"/>
                  <a:pt x="214804" y="241013"/>
                </a:cubicBezTo>
                <a:cubicBezTo>
                  <a:pt x="208986" y="235195"/>
                  <a:pt x="206083" y="228257"/>
                  <a:pt x="206083" y="220188"/>
                </a:cubicBezTo>
                <a:cubicBezTo>
                  <a:pt x="206083" y="218667"/>
                  <a:pt x="206163" y="217216"/>
                  <a:pt x="206312" y="215821"/>
                </a:cubicBezTo>
                <a:cubicBezTo>
                  <a:pt x="206472" y="214438"/>
                  <a:pt x="206814" y="212575"/>
                  <a:pt x="207340" y="210243"/>
                </a:cubicBezTo>
                <a:lnTo>
                  <a:pt x="166981" y="169850"/>
                </a:lnTo>
                <a:cubicBezTo>
                  <a:pt x="164683" y="170376"/>
                  <a:pt x="162820" y="170718"/>
                  <a:pt x="161403" y="170879"/>
                </a:cubicBezTo>
                <a:cubicBezTo>
                  <a:pt x="159997" y="171027"/>
                  <a:pt x="158534" y="171107"/>
                  <a:pt x="157048" y="171107"/>
                </a:cubicBezTo>
                <a:cubicBezTo>
                  <a:pt x="156202" y="171107"/>
                  <a:pt x="153036" y="170696"/>
                  <a:pt x="147538" y="169850"/>
                </a:cubicBezTo>
                <a:lnTo>
                  <a:pt x="72649" y="244739"/>
                </a:lnTo>
                <a:cubicBezTo>
                  <a:pt x="73175" y="246991"/>
                  <a:pt x="73529" y="248797"/>
                  <a:pt x="73712" y="250168"/>
                </a:cubicBezTo>
                <a:cubicBezTo>
                  <a:pt x="73895" y="251529"/>
                  <a:pt x="73986" y="252969"/>
                  <a:pt x="73986" y="254489"/>
                </a:cubicBezTo>
                <a:cubicBezTo>
                  <a:pt x="73986" y="262559"/>
                  <a:pt x="71060" y="269485"/>
                  <a:pt x="65220" y="275269"/>
                </a:cubicBezTo>
                <a:cubicBezTo>
                  <a:pt x="59379" y="281064"/>
                  <a:pt x="52361" y="283955"/>
                  <a:pt x="44166" y="283955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3" name="圖說"/>
          <p:cNvSpPr/>
          <p:nvPr/>
        </p:nvSpPr>
        <p:spPr>
          <a:xfrm>
            <a:off x="2743143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時間軸</a:t>
            </a:r>
            <a:endParaRPr lang="en-US" sz="950" dirty="0"/>
          </a:p>
        </p:txBody>
      </p:sp>
      <p:sp>
        <p:nvSpPr>
          <p:cNvPr id="94" name="圖示 完成"/>
          <p:cNvSpPr/>
          <p:nvPr/>
        </p:nvSpPr>
        <p:spPr>
          <a:xfrm>
            <a:off x="3617509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65221" y="221913"/>
                </a:moveTo>
                <a:lnTo>
                  <a:pt x="128485" y="185177"/>
                </a:lnTo>
                <a:cubicBezTo>
                  <a:pt x="125856" y="182560"/>
                  <a:pt x="122667" y="181246"/>
                  <a:pt x="118895" y="181246"/>
                </a:cubicBezTo>
                <a:cubicBezTo>
                  <a:pt x="115123" y="181246"/>
                  <a:pt x="111774" y="182686"/>
                  <a:pt x="108836" y="185566"/>
                </a:cubicBezTo>
                <a:cubicBezTo>
                  <a:pt x="106242" y="188241"/>
                  <a:pt x="104950" y="191464"/>
                  <a:pt x="104950" y="195236"/>
                </a:cubicBezTo>
                <a:cubicBezTo>
                  <a:pt x="104950" y="199008"/>
                  <a:pt x="106276" y="202208"/>
                  <a:pt x="108951" y="204826"/>
                </a:cubicBezTo>
                <a:lnTo>
                  <a:pt x="155745" y="252009"/>
                </a:lnTo>
                <a:cubicBezTo>
                  <a:pt x="158443" y="254683"/>
                  <a:pt x="161597" y="256021"/>
                  <a:pt x="165221" y="256021"/>
                </a:cubicBezTo>
                <a:cubicBezTo>
                  <a:pt x="168833" y="256021"/>
                  <a:pt x="171999" y="254683"/>
                  <a:pt x="174730" y="252009"/>
                </a:cubicBezTo>
                <a:lnTo>
                  <a:pt x="267496" y="159128"/>
                </a:lnTo>
                <a:cubicBezTo>
                  <a:pt x="270422" y="156248"/>
                  <a:pt x="271897" y="152933"/>
                  <a:pt x="271897" y="149184"/>
                </a:cubicBezTo>
                <a:cubicBezTo>
                  <a:pt x="271897" y="145435"/>
                  <a:pt x="270422" y="142098"/>
                  <a:pt x="267496" y="139172"/>
                </a:cubicBezTo>
                <a:cubicBezTo>
                  <a:pt x="264605" y="136543"/>
                  <a:pt x="261221" y="135308"/>
                  <a:pt x="257312" y="135434"/>
                </a:cubicBezTo>
                <a:cubicBezTo>
                  <a:pt x="253415" y="135571"/>
                  <a:pt x="250123" y="136943"/>
                  <a:pt x="247448" y="139560"/>
                </a:cubicBezTo>
                <a:lnTo>
                  <a:pt x="165221" y="221913"/>
                </a:lnTo>
                <a:close/>
                <a:moveTo>
                  <a:pt x="188595" y="348112"/>
                </a:moveTo>
                <a:cubicBezTo>
                  <a:pt x="166718" y="348112"/>
                  <a:pt x="146098" y="343940"/>
                  <a:pt x="126713" y="335585"/>
                </a:cubicBezTo>
                <a:cubicBezTo>
                  <a:pt x="107305" y="327229"/>
                  <a:pt x="90354" y="315799"/>
                  <a:pt x="75872" y="301318"/>
                </a:cubicBezTo>
                <a:cubicBezTo>
                  <a:pt x="61391" y="286836"/>
                  <a:pt x="49961" y="269885"/>
                  <a:pt x="41605" y="250477"/>
                </a:cubicBezTo>
                <a:cubicBezTo>
                  <a:pt x="33250" y="231092"/>
                  <a:pt x="29078" y="210472"/>
                  <a:pt x="29078" y="188595"/>
                </a:cubicBezTo>
                <a:cubicBezTo>
                  <a:pt x="29078" y="166467"/>
                  <a:pt x="33250" y="145698"/>
                  <a:pt x="41605" y="126324"/>
                </a:cubicBezTo>
                <a:cubicBezTo>
                  <a:pt x="49961" y="106905"/>
                  <a:pt x="61391" y="90023"/>
                  <a:pt x="75872" y="75678"/>
                </a:cubicBezTo>
                <a:cubicBezTo>
                  <a:pt x="90354" y="61322"/>
                  <a:pt x="107293" y="49949"/>
                  <a:pt x="126679" y="41571"/>
                </a:cubicBezTo>
                <a:cubicBezTo>
                  <a:pt x="146087" y="33193"/>
                  <a:pt x="166718" y="28998"/>
                  <a:pt x="188595" y="28998"/>
                </a:cubicBezTo>
                <a:cubicBezTo>
                  <a:pt x="210723" y="28998"/>
                  <a:pt x="231503" y="33193"/>
                  <a:pt x="250911" y="41571"/>
                </a:cubicBezTo>
                <a:cubicBezTo>
                  <a:pt x="270320" y="49949"/>
                  <a:pt x="287202" y="61322"/>
                  <a:pt x="301558" y="75678"/>
                </a:cubicBezTo>
                <a:cubicBezTo>
                  <a:pt x="315914" y="90023"/>
                  <a:pt x="327275" y="106905"/>
                  <a:pt x="335665" y="126324"/>
                </a:cubicBezTo>
                <a:cubicBezTo>
                  <a:pt x="344043" y="145733"/>
                  <a:pt x="348238" y="166501"/>
                  <a:pt x="348238" y="188629"/>
                </a:cubicBezTo>
                <a:cubicBezTo>
                  <a:pt x="348238" y="210506"/>
                  <a:pt x="344043" y="231149"/>
                  <a:pt x="335665" y="250557"/>
                </a:cubicBezTo>
                <a:cubicBezTo>
                  <a:pt x="327275" y="269965"/>
                  <a:pt x="315914" y="286916"/>
                  <a:pt x="301558" y="301398"/>
                </a:cubicBezTo>
                <a:cubicBezTo>
                  <a:pt x="287202" y="315879"/>
                  <a:pt x="270320" y="327309"/>
                  <a:pt x="250911" y="335665"/>
                </a:cubicBezTo>
                <a:cubicBezTo>
                  <a:pt x="231526" y="344020"/>
                  <a:pt x="210769" y="348192"/>
                  <a:pt x="188629" y="348192"/>
                </a:cubicBezTo>
                <a:close/>
                <a:moveTo>
                  <a:pt x="188595" y="321354"/>
                </a:moveTo>
                <a:cubicBezTo>
                  <a:pt x="225525" y="321354"/>
                  <a:pt x="256878" y="308416"/>
                  <a:pt x="282652" y="282538"/>
                </a:cubicBezTo>
                <a:cubicBezTo>
                  <a:pt x="308427" y="256661"/>
                  <a:pt x="321320" y="225342"/>
                  <a:pt x="321320" y="188595"/>
                </a:cubicBezTo>
                <a:cubicBezTo>
                  <a:pt x="321320" y="151665"/>
                  <a:pt x="308427" y="120312"/>
                  <a:pt x="282652" y="94538"/>
                </a:cubicBezTo>
                <a:cubicBezTo>
                  <a:pt x="256878" y="68763"/>
                  <a:pt x="225502" y="55870"/>
                  <a:pt x="188515" y="55870"/>
                </a:cubicBezTo>
                <a:cubicBezTo>
                  <a:pt x="151790" y="55870"/>
                  <a:pt x="120506" y="68763"/>
                  <a:pt x="94652" y="94538"/>
                </a:cubicBezTo>
                <a:cubicBezTo>
                  <a:pt x="68774" y="120312"/>
                  <a:pt x="55836" y="151688"/>
                  <a:pt x="55836" y="188675"/>
                </a:cubicBezTo>
                <a:cubicBezTo>
                  <a:pt x="55836" y="225400"/>
                  <a:pt x="68774" y="256684"/>
                  <a:pt x="94652" y="282538"/>
                </a:cubicBezTo>
                <a:cubicBezTo>
                  <a:pt x="120529" y="308416"/>
                  <a:pt x="151848" y="321354"/>
                  <a:pt x="188595" y="321354"/>
                </a:cubicBez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5" name="圖說"/>
          <p:cNvSpPr/>
          <p:nvPr/>
        </p:nvSpPr>
        <p:spPr>
          <a:xfrm>
            <a:off x="3436544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完成</a:t>
            </a:r>
            <a:endParaRPr lang="en-US" sz="950" dirty="0"/>
          </a:p>
        </p:txBody>
      </p:sp>
      <p:sp>
        <p:nvSpPr>
          <p:cNvPr id="96" name="圖示 達成"/>
          <p:cNvSpPr/>
          <p:nvPr/>
        </p:nvSpPr>
        <p:spPr>
          <a:xfrm>
            <a:off x="4310910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348112"/>
                </a:moveTo>
                <a:cubicBezTo>
                  <a:pt x="166021" y="348112"/>
                  <a:pt x="145012" y="344054"/>
                  <a:pt x="125570" y="335939"/>
                </a:cubicBezTo>
                <a:cubicBezTo>
                  <a:pt x="106139" y="327812"/>
                  <a:pt x="89257" y="316588"/>
                  <a:pt x="74924" y="302266"/>
                </a:cubicBezTo>
                <a:cubicBezTo>
                  <a:pt x="60602" y="287933"/>
                  <a:pt x="49378" y="271051"/>
                  <a:pt x="41251" y="251620"/>
                </a:cubicBezTo>
                <a:cubicBezTo>
                  <a:pt x="33136" y="232178"/>
                  <a:pt x="29078" y="211169"/>
                  <a:pt x="29078" y="188595"/>
                </a:cubicBezTo>
                <a:cubicBezTo>
                  <a:pt x="29078" y="166226"/>
                  <a:pt x="33136" y="145332"/>
                  <a:pt x="41251" y="125924"/>
                </a:cubicBezTo>
                <a:cubicBezTo>
                  <a:pt x="49378" y="106516"/>
                  <a:pt x="60602" y="89634"/>
                  <a:pt x="74924" y="75278"/>
                </a:cubicBezTo>
                <a:cubicBezTo>
                  <a:pt x="89257" y="60922"/>
                  <a:pt x="106139" y="49629"/>
                  <a:pt x="125570" y="41377"/>
                </a:cubicBezTo>
                <a:cubicBezTo>
                  <a:pt x="145012" y="33124"/>
                  <a:pt x="166021" y="28998"/>
                  <a:pt x="188595" y="28998"/>
                </a:cubicBezTo>
                <a:cubicBezTo>
                  <a:pt x="203945" y="28998"/>
                  <a:pt x="218873" y="31192"/>
                  <a:pt x="233389" y="35593"/>
                </a:cubicBezTo>
                <a:cubicBezTo>
                  <a:pt x="247928" y="39994"/>
                  <a:pt x="261610" y="46452"/>
                  <a:pt x="274446" y="54967"/>
                </a:cubicBezTo>
                <a:cubicBezTo>
                  <a:pt x="277692" y="56796"/>
                  <a:pt x="279715" y="59516"/>
                  <a:pt x="280492" y="63105"/>
                </a:cubicBezTo>
                <a:cubicBezTo>
                  <a:pt x="281281" y="66694"/>
                  <a:pt x="280538" y="69952"/>
                  <a:pt x="278252" y="72889"/>
                </a:cubicBezTo>
                <a:cubicBezTo>
                  <a:pt x="275977" y="75872"/>
                  <a:pt x="273028" y="77610"/>
                  <a:pt x="269417" y="78113"/>
                </a:cubicBezTo>
                <a:cubicBezTo>
                  <a:pt x="265805" y="78581"/>
                  <a:pt x="262330" y="77895"/>
                  <a:pt x="259004" y="76067"/>
                </a:cubicBezTo>
                <a:cubicBezTo>
                  <a:pt x="248557" y="69437"/>
                  <a:pt x="237355" y="64408"/>
                  <a:pt x="225411" y="60979"/>
                </a:cubicBezTo>
                <a:cubicBezTo>
                  <a:pt x="213467" y="57550"/>
                  <a:pt x="201191" y="55836"/>
                  <a:pt x="188595" y="55836"/>
                </a:cubicBezTo>
                <a:cubicBezTo>
                  <a:pt x="150876" y="55836"/>
                  <a:pt x="119329" y="68511"/>
                  <a:pt x="93943" y="93863"/>
                </a:cubicBezTo>
                <a:cubicBezTo>
                  <a:pt x="68557" y="119226"/>
                  <a:pt x="55870" y="150796"/>
                  <a:pt x="55870" y="188595"/>
                </a:cubicBezTo>
                <a:cubicBezTo>
                  <a:pt x="55870" y="226394"/>
                  <a:pt x="68557" y="257964"/>
                  <a:pt x="93943" y="283327"/>
                </a:cubicBezTo>
                <a:cubicBezTo>
                  <a:pt x="119329" y="308679"/>
                  <a:pt x="150876" y="321354"/>
                  <a:pt x="188595" y="321354"/>
                </a:cubicBezTo>
                <a:cubicBezTo>
                  <a:pt x="226257" y="321354"/>
                  <a:pt x="257804" y="308690"/>
                  <a:pt x="283213" y="283361"/>
                </a:cubicBezTo>
                <a:cubicBezTo>
                  <a:pt x="308610" y="258032"/>
                  <a:pt x="321320" y="226531"/>
                  <a:pt x="321320" y="188869"/>
                </a:cubicBezTo>
                <a:cubicBezTo>
                  <a:pt x="321320" y="184263"/>
                  <a:pt x="321137" y="179794"/>
                  <a:pt x="320772" y="175473"/>
                </a:cubicBezTo>
                <a:cubicBezTo>
                  <a:pt x="320406" y="171119"/>
                  <a:pt x="319731" y="166878"/>
                  <a:pt x="318760" y="162740"/>
                </a:cubicBezTo>
                <a:cubicBezTo>
                  <a:pt x="318245" y="158843"/>
                  <a:pt x="318908" y="155288"/>
                  <a:pt x="320772" y="152099"/>
                </a:cubicBezTo>
                <a:cubicBezTo>
                  <a:pt x="322623" y="148899"/>
                  <a:pt x="325378" y="147013"/>
                  <a:pt x="329024" y="146441"/>
                </a:cubicBezTo>
                <a:cubicBezTo>
                  <a:pt x="332876" y="145595"/>
                  <a:pt x="336408" y="146293"/>
                  <a:pt x="339631" y="148521"/>
                </a:cubicBezTo>
                <a:cubicBezTo>
                  <a:pt x="342854" y="150773"/>
                  <a:pt x="344717" y="153825"/>
                  <a:pt x="345243" y="157677"/>
                </a:cubicBezTo>
                <a:cubicBezTo>
                  <a:pt x="346169" y="162603"/>
                  <a:pt x="346889" y="167644"/>
                  <a:pt x="347403" y="172799"/>
                </a:cubicBezTo>
                <a:cubicBezTo>
                  <a:pt x="347929" y="177965"/>
                  <a:pt x="348192" y="183234"/>
                  <a:pt x="348192" y="188629"/>
                </a:cubicBezTo>
                <a:cubicBezTo>
                  <a:pt x="348192" y="211215"/>
                  <a:pt x="344066" y="232223"/>
                  <a:pt x="335813" y="251654"/>
                </a:cubicBezTo>
                <a:cubicBezTo>
                  <a:pt x="327561" y="271097"/>
                  <a:pt x="316268" y="287979"/>
                  <a:pt x="301912" y="302301"/>
                </a:cubicBezTo>
                <a:cubicBezTo>
                  <a:pt x="287556" y="316634"/>
                  <a:pt x="270674" y="327858"/>
                  <a:pt x="251266" y="335973"/>
                </a:cubicBezTo>
                <a:cubicBezTo>
                  <a:pt x="231858" y="344066"/>
                  <a:pt x="210964" y="348112"/>
                  <a:pt x="188595" y="348112"/>
                </a:cubicBezTo>
                <a:close/>
                <a:moveTo>
                  <a:pt x="165221" y="221913"/>
                </a:moveTo>
                <a:lnTo>
                  <a:pt x="318886" y="68169"/>
                </a:lnTo>
                <a:cubicBezTo>
                  <a:pt x="321560" y="65551"/>
                  <a:pt x="324772" y="64237"/>
                  <a:pt x="328544" y="64237"/>
                </a:cubicBezTo>
                <a:cubicBezTo>
                  <a:pt x="332316" y="64237"/>
                  <a:pt x="335642" y="65551"/>
                  <a:pt x="338534" y="68169"/>
                </a:cubicBezTo>
                <a:cubicBezTo>
                  <a:pt x="341380" y="71106"/>
                  <a:pt x="342809" y="74455"/>
                  <a:pt x="342809" y="78227"/>
                </a:cubicBezTo>
                <a:cubicBezTo>
                  <a:pt x="342809" y="81999"/>
                  <a:pt x="341380" y="85325"/>
                  <a:pt x="338534" y="88205"/>
                </a:cubicBezTo>
                <a:lnTo>
                  <a:pt x="174685" y="252054"/>
                </a:lnTo>
                <a:cubicBezTo>
                  <a:pt x="171964" y="254718"/>
                  <a:pt x="168798" y="256055"/>
                  <a:pt x="165175" y="256055"/>
                </a:cubicBezTo>
                <a:cubicBezTo>
                  <a:pt x="161563" y="256055"/>
                  <a:pt x="158420" y="254718"/>
                  <a:pt x="155745" y="252054"/>
                </a:cubicBezTo>
                <a:lnTo>
                  <a:pt x="108836" y="204746"/>
                </a:lnTo>
                <a:cubicBezTo>
                  <a:pt x="106242" y="202128"/>
                  <a:pt x="105007" y="198871"/>
                  <a:pt x="105145" y="194996"/>
                </a:cubicBezTo>
                <a:cubicBezTo>
                  <a:pt x="105270" y="191121"/>
                  <a:pt x="106665" y="187863"/>
                  <a:pt x="109305" y="185212"/>
                </a:cubicBezTo>
                <a:cubicBezTo>
                  <a:pt x="111957" y="182571"/>
                  <a:pt x="115226" y="181246"/>
                  <a:pt x="119135" y="181246"/>
                </a:cubicBezTo>
                <a:cubicBezTo>
                  <a:pt x="123033" y="181246"/>
                  <a:pt x="126290" y="182560"/>
                  <a:pt x="128908" y="185177"/>
                </a:cubicBezTo>
                <a:lnTo>
                  <a:pt x="165255" y="221913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7" name="圖說"/>
          <p:cNvSpPr/>
          <p:nvPr/>
        </p:nvSpPr>
        <p:spPr>
          <a:xfrm>
            <a:off x="4129945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達成</a:t>
            </a:r>
            <a:endParaRPr lang="en-US" sz="950" dirty="0"/>
          </a:p>
        </p:txBody>
      </p:sp>
      <p:sp>
        <p:nvSpPr>
          <p:cNvPr id="98" name="圖示 錯誤"/>
          <p:cNvSpPr/>
          <p:nvPr/>
        </p:nvSpPr>
        <p:spPr>
          <a:xfrm>
            <a:off x="5004311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205843"/>
                </a:moveTo>
                <a:lnTo>
                  <a:pt x="238144" y="255392"/>
                </a:lnTo>
                <a:cubicBezTo>
                  <a:pt x="240624" y="257872"/>
                  <a:pt x="243505" y="259118"/>
                  <a:pt x="246785" y="259118"/>
                </a:cubicBezTo>
                <a:cubicBezTo>
                  <a:pt x="250054" y="259118"/>
                  <a:pt x="252957" y="257861"/>
                  <a:pt x="255472" y="255346"/>
                </a:cubicBezTo>
                <a:cubicBezTo>
                  <a:pt x="257987" y="252832"/>
                  <a:pt x="259244" y="249951"/>
                  <a:pt x="259244" y="246705"/>
                </a:cubicBezTo>
                <a:cubicBezTo>
                  <a:pt x="259244" y="243459"/>
                  <a:pt x="257964" y="240579"/>
                  <a:pt x="255426" y="238064"/>
                </a:cubicBezTo>
                <a:lnTo>
                  <a:pt x="205843" y="188595"/>
                </a:lnTo>
                <a:lnTo>
                  <a:pt x="255392" y="139046"/>
                </a:lnTo>
                <a:cubicBezTo>
                  <a:pt x="257872" y="136566"/>
                  <a:pt x="259130" y="133685"/>
                  <a:pt x="259164" y="130405"/>
                </a:cubicBezTo>
                <a:cubicBezTo>
                  <a:pt x="259187" y="127136"/>
                  <a:pt x="257941" y="124233"/>
                  <a:pt x="255426" y="121718"/>
                </a:cubicBezTo>
                <a:cubicBezTo>
                  <a:pt x="252912" y="119203"/>
                  <a:pt x="250020" y="117946"/>
                  <a:pt x="246751" y="117946"/>
                </a:cubicBezTo>
                <a:cubicBezTo>
                  <a:pt x="243493" y="117946"/>
                  <a:pt x="240624" y="119226"/>
                  <a:pt x="238144" y="121764"/>
                </a:cubicBezTo>
                <a:lnTo>
                  <a:pt x="188595" y="171347"/>
                </a:lnTo>
                <a:lnTo>
                  <a:pt x="139046" y="121798"/>
                </a:lnTo>
                <a:cubicBezTo>
                  <a:pt x="136566" y="119318"/>
                  <a:pt x="133708" y="118060"/>
                  <a:pt x="130485" y="118026"/>
                </a:cubicBezTo>
                <a:cubicBezTo>
                  <a:pt x="127239" y="118003"/>
                  <a:pt x="124370" y="119249"/>
                  <a:pt x="121878" y="121764"/>
                </a:cubicBezTo>
                <a:cubicBezTo>
                  <a:pt x="119363" y="124278"/>
                  <a:pt x="118106" y="127170"/>
                  <a:pt x="118106" y="130451"/>
                </a:cubicBezTo>
                <a:cubicBezTo>
                  <a:pt x="118106" y="133697"/>
                  <a:pt x="119375" y="136566"/>
                  <a:pt x="121924" y="139046"/>
                </a:cubicBezTo>
                <a:lnTo>
                  <a:pt x="171347" y="188595"/>
                </a:lnTo>
                <a:lnTo>
                  <a:pt x="121798" y="238144"/>
                </a:lnTo>
                <a:cubicBezTo>
                  <a:pt x="119318" y="240624"/>
                  <a:pt x="118072" y="243482"/>
                  <a:pt x="118072" y="246705"/>
                </a:cubicBezTo>
                <a:cubicBezTo>
                  <a:pt x="118072" y="249928"/>
                  <a:pt x="119329" y="252797"/>
                  <a:pt x="121844" y="255312"/>
                </a:cubicBezTo>
                <a:cubicBezTo>
                  <a:pt x="124358" y="257827"/>
                  <a:pt x="127239" y="259084"/>
                  <a:pt x="130485" y="259084"/>
                </a:cubicBezTo>
                <a:cubicBezTo>
                  <a:pt x="133731" y="259084"/>
                  <a:pt x="136611" y="257815"/>
                  <a:pt x="139126" y="255266"/>
                </a:cubicBezTo>
                <a:lnTo>
                  <a:pt x="188595" y="205843"/>
                </a:lnTo>
                <a:close/>
                <a:moveTo>
                  <a:pt x="188595" y="348112"/>
                </a:moveTo>
                <a:cubicBezTo>
                  <a:pt x="166718" y="348112"/>
                  <a:pt x="146098" y="343940"/>
                  <a:pt x="126713" y="335585"/>
                </a:cubicBezTo>
                <a:cubicBezTo>
                  <a:pt x="107328" y="327229"/>
                  <a:pt x="90377" y="315799"/>
                  <a:pt x="75872" y="301318"/>
                </a:cubicBezTo>
                <a:cubicBezTo>
                  <a:pt x="61391" y="286836"/>
                  <a:pt x="49961" y="269885"/>
                  <a:pt x="41605" y="250477"/>
                </a:cubicBezTo>
                <a:cubicBezTo>
                  <a:pt x="33250" y="231092"/>
                  <a:pt x="29078" y="210472"/>
                  <a:pt x="29078" y="188595"/>
                </a:cubicBezTo>
                <a:cubicBezTo>
                  <a:pt x="29078" y="166467"/>
                  <a:pt x="33250" y="145698"/>
                  <a:pt x="41605" y="126324"/>
                </a:cubicBezTo>
                <a:cubicBezTo>
                  <a:pt x="49961" y="106939"/>
                  <a:pt x="61391" y="90057"/>
                  <a:pt x="75872" y="75678"/>
                </a:cubicBezTo>
                <a:cubicBezTo>
                  <a:pt x="90354" y="61299"/>
                  <a:pt x="107305" y="49926"/>
                  <a:pt x="126713" y="41571"/>
                </a:cubicBezTo>
                <a:cubicBezTo>
                  <a:pt x="146121" y="33193"/>
                  <a:pt x="166764" y="28998"/>
                  <a:pt x="188629" y="28998"/>
                </a:cubicBezTo>
                <a:cubicBezTo>
                  <a:pt x="210769" y="28998"/>
                  <a:pt x="231538" y="33170"/>
                  <a:pt x="250946" y="41525"/>
                </a:cubicBezTo>
                <a:cubicBezTo>
                  <a:pt x="270354" y="49881"/>
                  <a:pt x="287236" y="61253"/>
                  <a:pt x="301592" y="75632"/>
                </a:cubicBezTo>
                <a:cubicBezTo>
                  <a:pt x="315948" y="89988"/>
                  <a:pt x="327321" y="106871"/>
                  <a:pt x="335699" y="126279"/>
                </a:cubicBezTo>
                <a:cubicBezTo>
                  <a:pt x="344077" y="145687"/>
                  <a:pt x="348272" y="166467"/>
                  <a:pt x="348272" y="188595"/>
                </a:cubicBezTo>
                <a:cubicBezTo>
                  <a:pt x="348272" y="210472"/>
                  <a:pt x="344077" y="231103"/>
                  <a:pt x="335699" y="250523"/>
                </a:cubicBezTo>
                <a:cubicBezTo>
                  <a:pt x="327321" y="269931"/>
                  <a:pt x="315948" y="286870"/>
                  <a:pt x="301592" y="301363"/>
                </a:cubicBezTo>
                <a:cubicBezTo>
                  <a:pt x="287213" y="315845"/>
                  <a:pt x="270331" y="327264"/>
                  <a:pt x="250946" y="335619"/>
                </a:cubicBezTo>
                <a:cubicBezTo>
                  <a:pt x="231560" y="343974"/>
                  <a:pt x="210803" y="348158"/>
                  <a:pt x="188675" y="348158"/>
                </a:cubicBezTo>
                <a:close/>
                <a:moveTo>
                  <a:pt x="188595" y="321354"/>
                </a:moveTo>
                <a:cubicBezTo>
                  <a:pt x="225525" y="321354"/>
                  <a:pt x="256878" y="308416"/>
                  <a:pt x="282652" y="282538"/>
                </a:cubicBezTo>
                <a:cubicBezTo>
                  <a:pt x="308427" y="256661"/>
                  <a:pt x="321320" y="225342"/>
                  <a:pt x="321320" y="188595"/>
                </a:cubicBezTo>
                <a:cubicBezTo>
                  <a:pt x="321320" y="151665"/>
                  <a:pt x="308427" y="120312"/>
                  <a:pt x="282652" y="94538"/>
                </a:cubicBezTo>
                <a:cubicBezTo>
                  <a:pt x="256878" y="68763"/>
                  <a:pt x="225502" y="55870"/>
                  <a:pt x="188515" y="55870"/>
                </a:cubicBezTo>
                <a:cubicBezTo>
                  <a:pt x="151790" y="55870"/>
                  <a:pt x="120506" y="68763"/>
                  <a:pt x="94652" y="94538"/>
                </a:cubicBezTo>
                <a:cubicBezTo>
                  <a:pt x="68774" y="120312"/>
                  <a:pt x="55836" y="151688"/>
                  <a:pt x="55836" y="188675"/>
                </a:cubicBezTo>
                <a:cubicBezTo>
                  <a:pt x="55836" y="225400"/>
                  <a:pt x="68774" y="256684"/>
                  <a:pt x="94652" y="282538"/>
                </a:cubicBezTo>
                <a:cubicBezTo>
                  <a:pt x="120529" y="308416"/>
                  <a:pt x="151848" y="321354"/>
                  <a:pt x="188595" y="321354"/>
                </a:cubicBez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9" name="圖說"/>
          <p:cNvSpPr/>
          <p:nvPr/>
        </p:nvSpPr>
        <p:spPr>
          <a:xfrm>
            <a:off x="4823346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錯誤</a:t>
            </a:r>
            <a:endParaRPr lang="en-US" sz="950" dirty="0"/>
          </a:p>
        </p:txBody>
      </p:sp>
      <p:sp>
        <p:nvSpPr>
          <p:cNvPr id="100" name="圖示 警示"/>
          <p:cNvSpPr/>
          <p:nvPr/>
        </p:nvSpPr>
        <p:spPr>
          <a:xfrm>
            <a:off x="5697712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36896" y="331264"/>
                </a:moveTo>
                <a:cubicBezTo>
                  <a:pt x="34221" y="331264"/>
                  <a:pt x="31913" y="330647"/>
                  <a:pt x="29981" y="329413"/>
                </a:cubicBezTo>
                <a:cubicBezTo>
                  <a:pt x="28015" y="328178"/>
                  <a:pt x="26460" y="326555"/>
                  <a:pt x="25306" y="324543"/>
                </a:cubicBezTo>
                <a:cubicBezTo>
                  <a:pt x="24129" y="322520"/>
                  <a:pt x="23466" y="320371"/>
                  <a:pt x="23340" y="318097"/>
                </a:cubicBezTo>
                <a:cubicBezTo>
                  <a:pt x="23203" y="315822"/>
                  <a:pt x="23866" y="313479"/>
                  <a:pt x="25306" y="311067"/>
                </a:cubicBezTo>
                <a:lnTo>
                  <a:pt x="176971" y="49115"/>
                </a:lnTo>
                <a:cubicBezTo>
                  <a:pt x="178411" y="46760"/>
                  <a:pt x="180125" y="45068"/>
                  <a:pt x="182114" y="44040"/>
                </a:cubicBezTo>
                <a:cubicBezTo>
                  <a:pt x="184103" y="43000"/>
                  <a:pt x="186263" y="42474"/>
                  <a:pt x="188595" y="42474"/>
                </a:cubicBezTo>
                <a:cubicBezTo>
                  <a:pt x="190927" y="42474"/>
                  <a:pt x="193087" y="43000"/>
                  <a:pt x="195076" y="44040"/>
                </a:cubicBezTo>
                <a:cubicBezTo>
                  <a:pt x="197065" y="45091"/>
                  <a:pt x="198779" y="46783"/>
                  <a:pt x="200231" y="49115"/>
                </a:cubicBezTo>
                <a:lnTo>
                  <a:pt x="351930" y="311022"/>
                </a:lnTo>
                <a:cubicBezTo>
                  <a:pt x="353370" y="313433"/>
                  <a:pt x="354021" y="315777"/>
                  <a:pt x="353896" y="318063"/>
                </a:cubicBezTo>
                <a:cubicBezTo>
                  <a:pt x="353759" y="320337"/>
                  <a:pt x="353107" y="322486"/>
                  <a:pt x="351930" y="324498"/>
                </a:cubicBezTo>
                <a:cubicBezTo>
                  <a:pt x="350752" y="326521"/>
                  <a:pt x="349186" y="328144"/>
                  <a:pt x="347255" y="329378"/>
                </a:cubicBezTo>
                <a:cubicBezTo>
                  <a:pt x="345312" y="330601"/>
                  <a:pt x="343003" y="331219"/>
                  <a:pt x="340340" y="331219"/>
                </a:cubicBezTo>
                <a:lnTo>
                  <a:pt x="36896" y="331219"/>
                </a:lnTo>
                <a:close/>
                <a:moveTo>
                  <a:pt x="58350" y="305444"/>
                </a:moveTo>
                <a:lnTo>
                  <a:pt x="318806" y="305444"/>
                </a:lnTo>
                <a:lnTo>
                  <a:pt x="188595" y="80547"/>
                </a:lnTo>
                <a:lnTo>
                  <a:pt x="58350" y="305444"/>
                </a:lnTo>
                <a:close/>
                <a:moveTo>
                  <a:pt x="198848" y="280412"/>
                </a:moveTo>
                <a:cubicBezTo>
                  <a:pt x="201179" y="278080"/>
                  <a:pt x="202345" y="275189"/>
                  <a:pt x="202345" y="271737"/>
                </a:cubicBezTo>
                <a:cubicBezTo>
                  <a:pt x="202345" y="268274"/>
                  <a:pt x="201179" y="265393"/>
                  <a:pt x="198848" y="263096"/>
                </a:cubicBezTo>
                <a:cubicBezTo>
                  <a:pt x="196516" y="260787"/>
                  <a:pt x="193624" y="259644"/>
                  <a:pt x="190172" y="259667"/>
                </a:cubicBezTo>
                <a:cubicBezTo>
                  <a:pt x="186709" y="259667"/>
                  <a:pt x="183817" y="260810"/>
                  <a:pt x="181486" y="263096"/>
                </a:cubicBezTo>
                <a:cubicBezTo>
                  <a:pt x="179154" y="265370"/>
                  <a:pt x="177988" y="268251"/>
                  <a:pt x="177988" y="271737"/>
                </a:cubicBezTo>
                <a:cubicBezTo>
                  <a:pt x="177988" y="275189"/>
                  <a:pt x="179154" y="278080"/>
                  <a:pt x="181486" y="280412"/>
                </a:cubicBezTo>
                <a:cubicBezTo>
                  <a:pt x="183817" y="282744"/>
                  <a:pt x="186709" y="283910"/>
                  <a:pt x="190172" y="283910"/>
                </a:cubicBezTo>
                <a:cubicBezTo>
                  <a:pt x="193624" y="283910"/>
                  <a:pt x="196516" y="282744"/>
                  <a:pt x="198848" y="280412"/>
                </a:cubicBezTo>
                <a:close/>
                <a:moveTo>
                  <a:pt x="198619" y="237115"/>
                </a:moveTo>
                <a:cubicBezTo>
                  <a:pt x="200837" y="234898"/>
                  <a:pt x="201957" y="232075"/>
                  <a:pt x="201957" y="228669"/>
                </a:cubicBezTo>
                <a:lnTo>
                  <a:pt x="201957" y="164981"/>
                </a:lnTo>
                <a:cubicBezTo>
                  <a:pt x="201957" y="161574"/>
                  <a:pt x="200837" y="158763"/>
                  <a:pt x="198619" y="156534"/>
                </a:cubicBezTo>
                <a:cubicBezTo>
                  <a:pt x="196390" y="154305"/>
                  <a:pt x="193567" y="153196"/>
                  <a:pt x="190172" y="153196"/>
                </a:cubicBezTo>
                <a:cubicBezTo>
                  <a:pt x="186766" y="153196"/>
                  <a:pt x="183943" y="154305"/>
                  <a:pt x="181714" y="156534"/>
                </a:cubicBezTo>
                <a:cubicBezTo>
                  <a:pt x="179497" y="158763"/>
                  <a:pt x="178377" y="161574"/>
                  <a:pt x="178377" y="164981"/>
                </a:cubicBezTo>
                <a:lnTo>
                  <a:pt x="178377" y="228669"/>
                </a:lnTo>
                <a:cubicBezTo>
                  <a:pt x="178377" y="232075"/>
                  <a:pt x="179497" y="234898"/>
                  <a:pt x="181714" y="237115"/>
                </a:cubicBezTo>
                <a:cubicBezTo>
                  <a:pt x="183943" y="239344"/>
                  <a:pt x="186766" y="240464"/>
                  <a:pt x="190172" y="240464"/>
                </a:cubicBezTo>
                <a:cubicBezTo>
                  <a:pt x="193567" y="240464"/>
                  <a:pt x="196390" y="239344"/>
                  <a:pt x="198619" y="237115"/>
                </a:cubicBezTo>
                <a:close/>
                <a:moveTo>
                  <a:pt x="188595" y="192996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1" name="圖說"/>
          <p:cNvSpPr/>
          <p:nvPr/>
        </p:nvSpPr>
        <p:spPr>
          <a:xfrm>
            <a:off x="5516747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</a:t>
            </a:r>
            <a:endParaRPr lang="en-US" sz="950" dirty="0"/>
          </a:p>
        </p:txBody>
      </p:sp>
      <p:sp>
        <p:nvSpPr>
          <p:cNvPr id="102" name="圖示 異常"/>
          <p:cNvSpPr/>
          <p:nvPr/>
        </p:nvSpPr>
        <p:spPr>
          <a:xfrm>
            <a:off x="6391113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99316" y="265290"/>
                </a:moveTo>
                <a:cubicBezTo>
                  <a:pt x="202174" y="262467"/>
                  <a:pt x="203603" y="258901"/>
                  <a:pt x="203603" y="254603"/>
                </a:cubicBezTo>
                <a:cubicBezTo>
                  <a:pt x="203603" y="250306"/>
                  <a:pt x="202174" y="246705"/>
                  <a:pt x="199316" y="243802"/>
                </a:cubicBezTo>
                <a:cubicBezTo>
                  <a:pt x="196470" y="240887"/>
                  <a:pt x="192893" y="239436"/>
                  <a:pt x="188595" y="239436"/>
                </a:cubicBezTo>
                <a:cubicBezTo>
                  <a:pt x="184274" y="239436"/>
                  <a:pt x="180685" y="240876"/>
                  <a:pt x="177828" y="243756"/>
                </a:cubicBezTo>
                <a:cubicBezTo>
                  <a:pt x="174970" y="246637"/>
                  <a:pt x="173542" y="250237"/>
                  <a:pt x="173542" y="254569"/>
                </a:cubicBezTo>
                <a:cubicBezTo>
                  <a:pt x="173542" y="258890"/>
                  <a:pt x="174970" y="262444"/>
                  <a:pt x="177828" y="265256"/>
                </a:cubicBezTo>
                <a:cubicBezTo>
                  <a:pt x="180685" y="268079"/>
                  <a:pt x="184263" y="269497"/>
                  <a:pt x="188561" y="269497"/>
                </a:cubicBezTo>
                <a:cubicBezTo>
                  <a:pt x="192881" y="269497"/>
                  <a:pt x="196470" y="268091"/>
                  <a:pt x="199316" y="265290"/>
                </a:cubicBezTo>
                <a:close/>
                <a:moveTo>
                  <a:pt x="199316" y="203294"/>
                </a:moveTo>
                <a:cubicBezTo>
                  <a:pt x="201865" y="200722"/>
                  <a:pt x="203134" y="197545"/>
                  <a:pt x="203134" y="193739"/>
                </a:cubicBezTo>
                <a:lnTo>
                  <a:pt x="203134" y="119524"/>
                </a:lnTo>
                <a:cubicBezTo>
                  <a:pt x="203134" y="115752"/>
                  <a:pt x="201831" y="112563"/>
                  <a:pt x="199248" y="109979"/>
                </a:cubicBezTo>
                <a:cubicBezTo>
                  <a:pt x="196653" y="107408"/>
                  <a:pt x="193453" y="106128"/>
                  <a:pt x="189658" y="106128"/>
                </a:cubicBezTo>
                <a:cubicBezTo>
                  <a:pt x="185863" y="106128"/>
                  <a:pt x="182686" y="107408"/>
                  <a:pt x="180148" y="109979"/>
                </a:cubicBezTo>
                <a:cubicBezTo>
                  <a:pt x="177611" y="112540"/>
                  <a:pt x="176342" y="115729"/>
                  <a:pt x="176342" y="119524"/>
                </a:cubicBezTo>
                <a:lnTo>
                  <a:pt x="176342" y="193739"/>
                </a:lnTo>
                <a:cubicBezTo>
                  <a:pt x="176342" y="197510"/>
                  <a:pt x="177634" y="200699"/>
                  <a:pt x="180228" y="203294"/>
                </a:cubicBezTo>
                <a:cubicBezTo>
                  <a:pt x="182823" y="205854"/>
                  <a:pt x="186012" y="207146"/>
                  <a:pt x="189818" y="207146"/>
                </a:cubicBezTo>
                <a:cubicBezTo>
                  <a:pt x="193613" y="207146"/>
                  <a:pt x="196779" y="205854"/>
                  <a:pt x="199316" y="203294"/>
                </a:cubicBezTo>
                <a:close/>
                <a:moveTo>
                  <a:pt x="188675" y="348112"/>
                </a:moveTo>
                <a:cubicBezTo>
                  <a:pt x="166615" y="348112"/>
                  <a:pt x="145927" y="343940"/>
                  <a:pt x="126599" y="335585"/>
                </a:cubicBezTo>
                <a:cubicBezTo>
                  <a:pt x="107259" y="327229"/>
                  <a:pt x="90343" y="315799"/>
                  <a:pt x="75827" y="301318"/>
                </a:cubicBezTo>
                <a:cubicBezTo>
                  <a:pt x="61345" y="286836"/>
                  <a:pt x="49926" y="269908"/>
                  <a:pt x="41571" y="250557"/>
                </a:cubicBezTo>
                <a:cubicBezTo>
                  <a:pt x="33216" y="231195"/>
                  <a:pt x="29032" y="210483"/>
                  <a:pt x="29032" y="188401"/>
                </a:cubicBezTo>
                <a:cubicBezTo>
                  <a:pt x="29032" y="166318"/>
                  <a:pt x="33216" y="145595"/>
                  <a:pt x="41571" y="126244"/>
                </a:cubicBezTo>
                <a:cubicBezTo>
                  <a:pt x="49926" y="106882"/>
                  <a:pt x="61345" y="90023"/>
                  <a:pt x="75827" y="75678"/>
                </a:cubicBezTo>
                <a:cubicBezTo>
                  <a:pt x="90320" y="61322"/>
                  <a:pt x="107236" y="49949"/>
                  <a:pt x="126599" y="41571"/>
                </a:cubicBezTo>
                <a:cubicBezTo>
                  <a:pt x="145950" y="33193"/>
                  <a:pt x="166672" y="28998"/>
                  <a:pt x="188755" y="28998"/>
                </a:cubicBezTo>
                <a:cubicBezTo>
                  <a:pt x="210838" y="28998"/>
                  <a:pt x="231549" y="33193"/>
                  <a:pt x="250911" y="41571"/>
                </a:cubicBezTo>
                <a:cubicBezTo>
                  <a:pt x="270262" y="49949"/>
                  <a:pt x="287122" y="61322"/>
                  <a:pt x="301478" y="75678"/>
                </a:cubicBezTo>
                <a:cubicBezTo>
                  <a:pt x="315834" y="90023"/>
                  <a:pt x="327195" y="106905"/>
                  <a:pt x="335585" y="126324"/>
                </a:cubicBezTo>
                <a:cubicBezTo>
                  <a:pt x="343963" y="145733"/>
                  <a:pt x="348158" y="166444"/>
                  <a:pt x="348158" y="188481"/>
                </a:cubicBezTo>
                <a:cubicBezTo>
                  <a:pt x="348158" y="210529"/>
                  <a:pt x="343963" y="231229"/>
                  <a:pt x="335585" y="250557"/>
                </a:cubicBezTo>
                <a:cubicBezTo>
                  <a:pt x="327195" y="269885"/>
                  <a:pt x="315834" y="286779"/>
                  <a:pt x="301478" y="301238"/>
                </a:cubicBezTo>
                <a:cubicBezTo>
                  <a:pt x="287122" y="315674"/>
                  <a:pt x="270239" y="327092"/>
                  <a:pt x="250831" y="335505"/>
                </a:cubicBezTo>
                <a:cubicBezTo>
                  <a:pt x="231423" y="343906"/>
                  <a:pt x="210701" y="348112"/>
                  <a:pt x="188675" y="348112"/>
                </a:cubicBezTo>
                <a:close/>
                <a:moveTo>
                  <a:pt x="188755" y="321354"/>
                </a:moveTo>
                <a:cubicBezTo>
                  <a:pt x="225560" y="321354"/>
                  <a:pt x="256844" y="308416"/>
                  <a:pt x="282618" y="282538"/>
                </a:cubicBezTo>
                <a:cubicBezTo>
                  <a:pt x="308393" y="256661"/>
                  <a:pt x="321274" y="225274"/>
                  <a:pt x="321274" y="188401"/>
                </a:cubicBezTo>
                <a:cubicBezTo>
                  <a:pt x="321274" y="151596"/>
                  <a:pt x="308416" y="120312"/>
                  <a:pt x="282698" y="94538"/>
                </a:cubicBezTo>
                <a:cubicBezTo>
                  <a:pt x="256969" y="68763"/>
                  <a:pt x="225594" y="55870"/>
                  <a:pt x="188561" y="55870"/>
                </a:cubicBezTo>
                <a:cubicBezTo>
                  <a:pt x="151802" y="55870"/>
                  <a:pt x="120495" y="68729"/>
                  <a:pt x="94606" y="94458"/>
                </a:cubicBezTo>
                <a:cubicBezTo>
                  <a:pt x="68729" y="120175"/>
                  <a:pt x="55790" y="151562"/>
                  <a:pt x="55790" y="188595"/>
                </a:cubicBezTo>
                <a:cubicBezTo>
                  <a:pt x="55790" y="225342"/>
                  <a:pt x="68729" y="256661"/>
                  <a:pt x="94606" y="282538"/>
                </a:cubicBezTo>
                <a:cubicBezTo>
                  <a:pt x="120495" y="308416"/>
                  <a:pt x="151870" y="321354"/>
                  <a:pt x="188755" y="321354"/>
                </a:cubicBez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3" name="圖說"/>
          <p:cNvSpPr/>
          <p:nvPr/>
        </p:nvSpPr>
        <p:spPr>
          <a:xfrm>
            <a:off x="6210148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異常</a:t>
            </a:r>
            <a:endParaRPr lang="en-US" sz="950" dirty="0"/>
          </a:p>
        </p:txBody>
      </p:sp>
      <p:sp>
        <p:nvSpPr>
          <p:cNvPr id="104" name="圖示 資訊"/>
          <p:cNvSpPr/>
          <p:nvPr/>
        </p:nvSpPr>
        <p:spPr>
          <a:xfrm>
            <a:off x="7084514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98928" y="264502"/>
                </a:moveTo>
                <a:cubicBezTo>
                  <a:pt x="201362" y="262044"/>
                  <a:pt x="202585" y="258992"/>
                  <a:pt x="202585" y="255346"/>
                </a:cubicBezTo>
                <a:lnTo>
                  <a:pt x="202585" y="185646"/>
                </a:lnTo>
                <a:cubicBezTo>
                  <a:pt x="202585" y="182011"/>
                  <a:pt x="201339" y="178960"/>
                  <a:pt x="198848" y="176491"/>
                </a:cubicBezTo>
                <a:cubicBezTo>
                  <a:pt x="196356" y="174033"/>
                  <a:pt x="193316" y="172799"/>
                  <a:pt x="189692" y="172799"/>
                </a:cubicBezTo>
                <a:cubicBezTo>
                  <a:pt x="186080" y="172799"/>
                  <a:pt x="183040" y="174033"/>
                  <a:pt x="180583" y="176491"/>
                </a:cubicBezTo>
                <a:cubicBezTo>
                  <a:pt x="178148" y="178960"/>
                  <a:pt x="176925" y="182011"/>
                  <a:pt x="176925" y="185646"/>
                </a:cubicBezTo>
                <a:lnTo>
                  <a:pt x="176925" y="255392"/>
                </a:lnTo>
                <a:cubicBezTo>
                  <a:pt x="176925" y="259027"/>
                  <a:pt x="178171" y="262078"/>
                  <a:pt x="180663" y="264547"/>
                </a:cubicBezTo>
                <a:cubicBezTo>
                  <a:pt x="183143" y="267005"/>
                  <a:pt x="186195" y="268239"/>
                  <a:pt x="189818" y="268239"/>
                </a:cubicBezTo>
                <a:cubicBezTo>
                  <a:pt x="193430" y="268239"/>
                  <a:pt x="196470" y="267005"/>
                  <a:pt x="198928" y="264547"/>
                </a:cubicBezTo>
                <a:close/>
                <a:moveTo>
                  <a:pt x="198813" y="141172"/>
                </a:moveTo>
                <a:cubicBezTo>
                  <a:pt x="201591" y="138497"/>
                  <a:pt x="202974" y="135171"/>
                  <a:pt x="202974" y="131194"/>
                </a:cubicBezTo>
                <a:cubicBezTo>
                  <a:pt x="202974" y="126953"/>
                  <a:pt x="201602" y="123421"/>
                  <a:pt x="198848" y="120621"/>
                </a:cubicBezTo>
                <a:cubicBezTo>
                  <a:pt x="196105" y="117820"/>
                  <a:pt x="192687" y="116415"/>
                  <a:pt x="188595" y="116415"/>
                </a:cubicBezTo>
                <a:cubicBezTo>
                  <a:pt x="184457" y="116415"/>
                  <a:pt x="181028" y="117820"/>
                  <a:pt x="178297" y="120621"/>
                </a:cubicBezTo>
                <a:cubicBezTo>
                  <a:pt x="175576" y="123421"/>
                  <a:pt x="174216" y="126930"/>
                  <a:pt x="174216" y="131148"/>
                </a:cubicBezTo>
                <a:cubicBezTo>
                  <a:pt x="174216" y="135160"/>
                  <a:pt x="175599" y="138497"/>
                  <a:pt x="178377" y="141172"/>
                </a:cubicBezTo>
                <a:cubicBezTo>
                  <a:pt x="181154" y="143847"/>
                  <a:pt x="184560" y="145184"/>
                  <a:pt x="188595" y="145184"/>
                </a:cubicBezTo>
                <a:cubicBezTo>
                  <a:pt x="192630" y="145184"/>
                  <a:pt x="196036" y="143847"/>
                  <a:pt x="198813" y="141172"/>
                </a:cubicBezTo>
                <a:close/>
                <a:moveTo>
                  <a:pt x="188709" y="348112"/>
                </a:moveTo>
                <a:cubicBezTo>
                  <a:pt x="166661" y="348112"/>
                  <a:pt x="145961" y="343940"/>
                  <a:pt x="126633" y="335585"/>
                </a:cubicBezTo>
                <a:cubicBezTo>
                  <a:pt x="107305" y="327229"/>
                  <a:pt x="90377" y="315799"/>
                  <a:pt x="75872" y="301318"/>
                </a:cubicBezTo>
                <a:cubicBezTo>
                  <a:pt x="61391" y="286836"/>
                  <a:pt x="49961" y="269908"/>
                  <a:pt x="41605" y="250557"/>
                </a:cubicBezTo>
                <a:cubicBezTo>
                  <a:pt x="33250" y="231195"/>
                  <a:pt x="29078" y="210483"/>
                  <a:pt x="29078" y="188401"/>
                </a:cubicBezTo>
                <a:cubicBezTo>
                  <a:pt x="29078" y="166318"/>
                  <a:pt x="33250" y="145595"/>
                  <a:pt x="41605" y="126244"/>
                </a:cubicBezTo>
                <a:cubicBezTo>
                  <a:pt x="49961" y="106882"/>
                  <a:pt x="61391" y="90023"/>
                  <a:pt x="75872" y="75678"/>
                </a:cubicBezTo>
                <a:cubicBezTo>
                  <a:pt x="90354" y="61322"/>
                  <a:pt x="107282" y="49949"/>
                  <a:pt x="126633" y="41571"/>
                </a:cubicBezTo>
                <a:cubicBezTo>
                  <a:pt x="145995" y="33193"/>
                  <a:pt x="166707" y="28998"/>
                  <a:pt x="188789" y="28998"/>
                </a:cubicBezTo>
                <a:cubicBezTo>
                  <a:pt x="210872" y="28998"/>
                  <a:pt x="231606" y="33193"/>
                  <a:pt x="250991" y="41571"/>
                </a:cubicBezTo>
                <a:cubicBezTo>
                  <a:pt x="270342" y="49949"/>
                  <a:pt x="287213" y="61322"/>
                  <a:pt x="301592" y="75678"/>
                </a:cubicBezTo>
                <a:cubicBezTo>
                  <a:pt x="315948" y="90023"/>
                  <a:pt x="327321" y="106905"/>
                  <a:pt x="335699" y="126324"/>
                </a:cubicBezTo>
                <a:cubicBezTo>
                  <a:pt x="344077" y="145733"/>
                  <a:pt x="348272" y="166467"/>
                  <a:pt x="348272" y="188515"/>
                </a:cubicBezTo>
                <a:cubicBezTo>
                  <a:pt x="348272" y="210575"/>
                  <a:pt x="344077" y="231275"/>
                  <a:pt x="335699" y="250637"/>
                </a:cubicBezTo>
                <a:cubicBezTo>
                  <a:pt x="327321" y="269965"/>
                  <a:pt x="315948" y="286847"/>
                  <a:pt x="301592" y="301283"/>
                </a:cubicBezTo>
                <a:cubicBezTo>
                  <a:pt x="287236" y="315708"/>
                  <a:pt x="270354" y="327138"/>
                  <a:pt x="250946" y="335539"/>
                </a:cubicBezTo>
                <a:cubicBezTo>
                  <a:pt x="231515" y="343929"/>
                  <a:pt x="210769" y="348112"/>
                  <a:pt x="188709" y="348112"/>
                </a:cubicBezTo>
                <a:close/>
                <a:moveTo>
                  <a:pt x="188789" y="321354"/>
                </a:moveTo>
                <a:cubicBezTo>
                  <a:pt x="225594" y="321354"/>
                  <a:pt x="256878" y="308416"/>
                  <a:pt x="282652" y="282538"/>
                </a:cubicBezTo>
                <a:cubicBezTo>
                  <a:pt x="308427" y="256661"/>
                  <a:pt x="321320" y="225274"/>
                  <a:pt x="321320" y="188401"/>
                </a:cubicBezTo>
                <a:cubicBezTo>
                  <a:pt x="321320" y="151596"/>
                  <a:pt x="308461" y="120312"/>
                  <a:pt x="282732" y="94538"/>
                </a:cubicBezTo>
                <a:cubicBezTo>
                  <a:pt x="257015" y="68763"/>
                  <a:pt x="225605" y="55870"/>
                  <a:pt x="188515" y="55870"/>
                </a:cubicBezTo>
                <a:cubicBezTo>
                  <a:pt x="151790" y="55870"/>
                  <a:pt x="120506" y="68729"/>
                  <a:pt x="94652" y="94458"/>
                </a:cubicBezTo>
                <a:cubicBezTo>
                  <a:pt x="68774" y="120175"/>
                  <a:pt x="55836" y="151585"/>
                  <a:pt x="55836" y="188675"/>
                </a:cubicBezTo>
                <a:cubicBezTo>
                  <a:pt x="55836" y="225400"/>
                  <a:pt x="68774" y="256684"/>
                  <a:pt x="94652" y="282538"/>
                </a:cubicBezTo>
                <a:cubicBezTo>
                  <a:pt x="120529" y="308416"/>
                  <a:pt x="151916" y="321354"/>
                  <a:pt x="188789" y="321354"/>
                </a:cubicBez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5" name="圖說"/>
          <p:cNvSpPr/>
          <p:nvPr/>
        </p:nvSpPr>
        <p:spPr>
          <a:xfrm>
            <a:off x="6903549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</a:t>
            </a:r>
            <a:endParaRPr lang="en-US" sz="950" dirty="0"/>
          </a:p>
        </p:txBody>
      </p:sp>
      <p:sp>
        <p:nvSpPr>
          <p:cNvPr id="106" name="圖示 問題"/>
          <p:cNvSpPr/>
          <p:nvPr/>
        </p:nvSpPr>
        <p:spPr>
          <a:xfrm>
            <a:off x="7777915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201054" y="275509"/>
                </a:moveTo>
                <a:cubicBezTo>
                  <a:pt x="204117" y="272445"/>
                  <a:pt x="205649" y="268731"/>
                  <a:pt x="205649" y="264387"/>
                </a:cubicBezTo>
                <a:cubicBezTo>
                  <a:pt x="205649" y="260044"/>
                  <a:pt x="204117" y="256341"/>
                  <a:pt x="201054" y="253312"/>
                </a:cubicBezTo>
                <a:cubicBezTo>
                  <a:pt x="197956" y="250271"/>
                  <a:pt x="194253" y="248751"/>
                  <a:pt x="189932" y="248751"/>
                </a:cubicBezTo>
                <a:cubicBezTo>
                  <a:pt x="185577" y="248751"/>
                  <a:pt x="181886" y="250271"/>
                  <a:pt x="178857" y="253312"/>
                </a:cubicBezTo>
                <a:cubicBezTo>
                  <a:pt x="175816" y="256341"/>
                  <a:pt x="174296" y="260044"/>
                  <a:pt x="174296" y="264387"/>
                </a:cubicBezTo>
                <a:cubicBezTo>
                  <a:pt x="174296" y="268731"/>
                  <a:pt x="175816" y="272445"/>
                  <a:pt x="178857" y="275509"/>
                </a:cubicBezTo>
                <a:cubicBezTo>
                  <a:pt x="181920" y="278595"/>
                  <a:pt x="185612" y="280138"/>
                  <a:pt x="189932" y="280138"/>
                </a:cubicBezTo>
                <a:cubicBezTo>
                  <a:pt x="194276" y="280138"/>
                  <a:pt x="197990" y="278595"/>
                  <a:pt x="201054" y="275509"/>
                </a:cubicBezTo>
                <a:close/>
                <a:moveTo>
                  <a:pt x="188709" y="348112"/>
                </a:moveTo>
                <a:cubicBezTo>
                  <a:pt x="166661" y="348112"/>
                  <a:pt x="145961" y="343940"/>
                  <a:pt x="126633" y="335585"/>
                </a:cubicBezTo>
                <a:cubicBezTo>
                  <a:pt x="107305" y="327229"/>
                  <a:pt x="90377" y="315799"/>
                  <a:pt x="75872" y="301318"/>
                </a:cubicBezTo>
                <a:cubicBezTo>
                  <a:pt x="61391" y="286836"/>
                  <a:pt x="49961" y="269908"/>
                  <a:pt x="41605" y="250557"/>
                </a:cubicBezTo>
                <a:cubicBezTo>
                  <a:pt x="33250" y="231195"/>
                  <a:pt x="29078" y="210483"/>
                  <a:pt x="29078" y="188401"/>
                </a:cubicBezTo>
                <a:cubicBezTo>
                  <a:pt x="29078" y="166318"/>
                  <a:pt x="33250" y="145595"/>
                  <a:pt x="41605" y="126244"/>
                </a:cubicBezTo>
                <a:cubicBezTo>
                  <a:pt x="49961" y="106882"/>
                  <a:pt x="61391" y="90023"/>
                  <a:pt x="75872" y="75678"/>
                </a:cubicBezTo>
                <a:cubicBezTo>
                  <a:pt x="90354" y="61322"/>
                  <a:pt x="107282" y="49949"/>
                  <a:pt x="126633" y="41571"/>
                </a:cubicBezTo>
                <a:cubicBezTo>
                  <a:pt x="145995" y="33193"/>
                  <a:pt x="166707" y="28998"/>
                  <a:pt x="188789" y="28998"/>
                </a:cubicBezTo>
                <a:cubicBezTo>
                  <a:pt x="210872" y="28998"/>
                  <a:pt x="231606" y="33193"/>
                  <a:pt x="250991" y="41571"/>
                </a:cubicBezTo>
                <a:cubicBezTo>
                  <a:pt x="270342" y="49949"/>
                  <a:pt x="287213" y="61322"/>
                  <a:pt x="301592" y="75678"/>
                </a:cubicBezTo>
                <a:cubicBezTo>
                  <a:pt x="315948" y="90023"/>
                  <a:pt x="327321" y="106905"/>
                  <a:pt x="335699" y="126324"/>
                </a:cubicBezTo>
                <a:cubicBezTo>
                  <a:pt x="344077" y="145733"/>
                  <a:pt x="348272" y="166467"/>
                  <a:pt x="348272" y="188515"/>
                </a:cubicBezTo>
                <a:cubicBezTo>
                  <a:pt x="348272" y="210575"/>
                  <a:pt x="344077" y="231275"/>
                  <a:pt x="335699" y="250637"/>
                </a:cubicBezTo>
                <a:cubicBezTo>
                  <a:pt x="327321" y="269965"/>
                  <a:pt x="315948" y="286847"/>
                  <a:pt x="301592" y="301283"/>
                </a:cubicBezTo>
                <a:cubicBezTo>
                  <a:pt x="287236" y="315708"/>
                  <a:pt x="270354" y="327138"/>
                  <a:pt x="250946" y="335539"/>
                </a:cubicBezTo>
                <a:cubicBezTo>
                  <a:pt x="231515" y="343929"/>
                  <a:pt x="210769" y="348112"/>
                  <a:pt x="188709" y="348112"/>
                </a:cubicBezTo>
                <a:close/>
                <a:moveTo>
                  <a:pt x="188789" y="321354"/>
                </a:moveTo>
                <a:cubicBezTo>
                  <a:pt x="225594" y="321354"/>
                  <a:pt x="256878" y="308416"/>
                  <a:pt x="282652" y="282538"/>
                </a:cubicBezTo>
                <a:cubicBezTo>
                  <a:pt x="308427" y="256661"/>
                  <a:pt x="321320" y="225274"/>
                  <a:pt x="321320" y="188401"/>
                </a:cubicBezTo>
                <a:cubicBezTo>
                  <a:pt x="321320" y="151596"/>
                  <a:pt x="308461" y="120312"/>
                  <a:pt x="282732" y="94538"/>
                </a:cubicBezTo>
                <a:cubicBezTo>
                  <a:pt x="257015" y="68763"/>
                  <a:pt x="225605" y="55870"/>
                  <a:pt x="188515" y="55870"/>
                </a:cubicBezTo>
                <a:cubicBezTo>
                  <a:pt x="151790" y="55870"/>
                  <a:pt x="120506" y="68729"/>
                  <a:pt x="94652" y="94458"/>
                </a:cubicBezTo>
                <a:cubicBezTo>
                  <a:pt x="68774" y="120175"/>
                  <a:pt x="55836" y="151585"/>
                  <a:pt x="55836" y="188675"/>
                </a:cubicBezTo>
                <a:cubicBezTo>
                  <a:pt x="55836" y="225400"/>
                  <a:pt x="68774" y="256684"/>
                  <a:pt x="94652" y="282538"/>
                </a:cubicBezTo>
                <a:cubicBezTo>
                  <a:pt x="120529" y="308416"/>
                  <a:pt x="151916" y="321354"/>
                  <a:pt x="188789" y="321354"/>
                </a:cubicBezTo>
                <a:close/>
                <a:moveTo>
                  <a:pt x="188595" y="188595"/>
                </a:moveTo>
                <a:close/>
                <a:moveTo>
                  <a:pt x="189498" y="119363"/>
                </a:moveTo>
                <a:cubicBezTo>
                  <a:pt x="197042" y="119363"/>
                  <a:pt x="203683" y="121695"/>
                  <a:pt x="209420" y="126359"/>
                </a:cubicBezTo>
                <a:cubicBezTo>
                  <a:pt x="215158" y="131022"/>
                  <a:pt x="218027" y="136931"/>
                  <a:pt x="218027" y="144075"/>
                </a:cubicBezTo>
                <a:cubicBezTo>
                  <a:pt x="218027" y="150727"/>
                  <a:pt x="216050" y="156534"/>
                  <a:pt x="212095" y="161483"/>
                </a:cubicBezTo>
                <a:cubicBezTo>
                  <a:pt x="208140" y="166432"/>
                  <a:pt x="203683" y="171027"/>
                  <a:pt x="198733" y="175279"/>
                </a:cubicBezTo>
                <a:cubicBezTo>
                  <a:pt x="192710" y="180308"/>
                  <a:pt x="187452" y="185909"/>
                  <a:pt x="182971" y="192093"/>
                </a:cubicBezTo>
                <a:cubicBezTo>
                  <a:pt x="178502" y="198276"/>
                  <a:pt x="176262" y="205180"/>
                  <a:pt x="176262" y="212792"/>
                </a:cubicBezTo>
                <a:cubicBezTo>
                  <a:pt x="176262" y="215833"/>
                  <a:pt x="177428" y="218256"/>
                  <a:pt x="179760" y="220062"/>
                </a:cubicBezTo>
                <a:cubicBezTo>
                  <a:pt x="182091" y="221879"/>
                  <a:pt x="184812" y="222782"/>
                  <a:pt x="187932" y="222782"/>
                </a:cubicBezTo>
                <a:cubicBezTo>
                  <a:pt x="191258" y="222782"/>
                  <a:pt x="194036" y="221662"/>
                  <a:pt x="196253" y="219433"/>
                </a:cubicBezTo>
                <a:cubicBezTo>
                  <a:pt x="198482" y="217216"/>
                  <a:pt x="199979" y="214473"/>
                  <a:pt x="200734" y="211226"/>
                </a:cubicBezTo>
                <a:cubicBezTo>
                  <a:pt x="201579" y="205911"/>
                  <a:pt x="203614" y="201099"/>
                  <a:pt x="206860" y="196802"/>
                </a:cubicBezTo>
                <a:cubicBezTo>
                  <a:pt x="210118" y="192515"/>
                  <a:pt x="213935" y="188618"/>
                  <a:pt x="218336" y="185143"/>
                </a:cubicBezTo>
                <a:cubicBezTo>
                  <a:pt x="224760" y="179897"/>
                  <a:pt x="230029" y="173713"/>
                  <a:pt x="234178" y="166592"/>
                </a:cubicBezTo>
                <a:cubicBezTo>
                  <a:pt x="238316" y="159437"/>
                  <a:pt x="240384" y="151779"/>
                  <a:pt x="240384" y="143607"/>
                </a:cubicBezTo>
                <a:cubicBezTo>
                  <a:pt x="240384" y="130325"/>
                  <a:pt x="235492" y="119226"/>
                  <a:pt x="225720" y="110288"/>
                </a:cubicBezTo>
                <a:cubicBezTo>
                  <a:pt x="215958" y="101361"/>
                  <a:pt x="204380" y="96892"/>
                  <a:pt x="190995" y="96892"/>
                </a:cubicBezTo>
                <a:cubicBezTo>
                  <a:pt x="181428" y="96892"/>
                  <a:pt x="172284" y="98904"/>
                  <a:pt x="163563" y="102939"/>
                </a:cubicBezTo>
                <a:cubicBezTo>
                  <a:pt x="154842" y="106973"/>
                  <a:pt x="147641" y="112837"/>
                  <a:pt x="141961" y="120541"/>
                </a:cubicBezTo>
                <a:cubicBezTo>
                  <a:pt x="140075" y="123295"/>
                  <a:pt x="139206" y="126267"/>
                  <a:pt x="139366" y="129468"/>
                </a:cubicBezTo>
                <a:cubicBezTo>
                  <a:pt x="139526" y="132657"/>
                  <a:pt x="140875" y="135240"/>
                  <a:pt x="143412" y="137206"/>
                </a:cubicBezTo>
                <a:cubicBezTo>
                  <a:pt x="146578" y="139355"/>
                  <a:pt x="149882" y="140018"/>
                  <a:pt x="153311" y="139206"/>
                </a:cubicBezTo>
                <a:cubicBezTo>
                  <a:pt x="156740" y="138394"/>
                  <a:pt x="159586" y="136486"/>
                  <a:pt x="161837" y="133468"/>
                </a:cubicBezTo>
                <a:cubicBezTo>
                  <a:pt x="165061" y="129045"/>
                  <a:pt x="169095" y="125581"/>
                  <a:pt x="173942" y="123101"/>
                </a:cubicBezTo>
                <a:cubicBezTo>
                  <a:pt x="178788" y="120632"/>
                  <a:pt x="183977" y="119409"/>
                  <a:pt x="189498" y="119409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7" name="圖說"/>
          <p:cNvSpPr/>
          <p:nvPr/>
        </p:nvSpPr>
        <p:spPr>
          <a:xfrm>
            <a:off x="7596950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950" dirty="0"/>
          </a:p>
        </p:txBody>
      </p:sp>
      <p:sp>
        <p:nvSpPr>
          <p:cNvPr id="108" name="圖示 緊急"/>
          <p:cNvSpPr/>
          <p:nvPr/>
        </p:nvSpPr>
        <p:spPr>
          <a:xfrm>
            <a:off x="8471316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333813"/>
                </a:moveTo>
                <a:cubicBezTo>
                  <a:pt x="180445" y="333813"/>
                  <a:pt x="173473" y="330910"/>
                  <a:pt x="167655" y="325092"/>
                </a:cubicBezTo>
                <a:cubicBezTo>
                  <a:pt x="161837" y="319274"/>
                  <a:pt x="158934" y="312268"/>
                  <a:pt x="158934" y="304072"/>
                </a:cubicBezTo>
                <a:cubicBezTo>
                  <a:pt x="158934" y="295900"/>
                  <a:pt x="161849" y="288916"/>
                  <a:pt x="167690" y="283133"/>
                </a:cubicBezTo>
                <a:cubicBezTo>
                  <a:pt x="173530" y="277338"/>
                  <a:pt x="180525" y="274446"/>
                  <a:pt x="188675" y="274446"/>
                </a:cubicBezTo>
                <a:cubicBezTo>
                  <a:pt x="196825" y="274446"/>
                  <a:pt x="203785" y="277349"/>
                  <a:pt x="209580" y="283167"/>
                </a:cubicBezTo>
                <a:cubicBezTo>
                  <a:pt x="215364" y="288985"/>
                  <a:pt x="218256" y="295991"/>
                  <a:pt x="218256" y="304187"/>
                </a:cubicBezTo>
                <a:cubicBezTo>
                  <a:pt x="218256" y="312359"/>
                  <a:pt x="215353" y="319343"/>
                  <a:pt x="209535" y="325126"/>
                </a:cubicBezTo>
                <a:cubicBezTo>
                  <a:pt x="203717" y="330921"/>
                  <a:pt x="196745" y="333813"/>
                  <a:pt x="188595" y="333813"/>
                </a:cubicBezTo>
                <a:close/>
                <a:moveTo>
                  <a:pt x="188595" y="235195"/>
                </a:moveTo>
                <a:cubicBezTo>
                  <a:pt x="180685" y="235195"/>
                  <a:pt x="173953" y="232406"/>
                  <a:pt x="168398" y="226828"/>
                </a:cubicBezTo>
                <a:cubicBezTo>
                  <a:pt x="162843" y="221251"/>
                  <a:pt x="160066" y="214518"/>
                  <a:pt x="160066" y="206632"/>
                </a:cubicBezTo>
                <a:lnTo>
                  <a:pt x="160066" y="72489"/>
                </a:lnTo>
                <a:cubicBezTo>
                  <a:pt x="160066" y="64602"/>
                  <a:pt x="162843" y="57859"/>
                  <a:pt x="168398" y="52258"/>
                </a:cubicBezTo>
                <a:cubicBezTo>
                  <a:pt x="173953" y="46646"/>
                  <a:pt x="180685" y="43845"/>
                  <a:pt x="188595" y="43845"/>
                </a:cubicBezTo>
                <a:cubicBezTo>
                  <a:pt x="196505" y="43845"/>
                  <a:pt x="203237" y="46646"/>
                  <a:pt x="208792" y="52258"/>
                </a:cubicBezTo>
                <a:cubicBezTo>
                  <a:pt x="214347" y="57859"/>
                  <a:pt x="217124" y="64602"/>
                  <a:pt x="217124" y="72489"/>
                </a:cubicBezTo>
                <a:lnTo>
                  <a:pt x="217124" y="206632"/>
                </a:lnTo>
                <a:cubicBezTo>
                  <a:pt x="217124" y="214518"/>
                  <a:pt x="214347" y="221251"/>
                  <a:pt x="208792" y="226828"/>
                </a:cubicBezTo>
                <a:cubicBezTo>
                  <a:pt x="203237" y="232406"/>
                  <a:pt x="196505" y="235195"/>
                  <a:pt x="188595" y="235195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9" name="圖說"/>
          <p:cNvSpPr/>
          <p:nvPr/>
        </p:nvSpPr>
        <p:spPr>
          <a:xfrm>
            <a:off x="8290350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緊急</a:t>
            </a:r>
            <a:endParaRPr lang="en-US" sz="950" dirty="0"/>
          </a:p>
        </p:txBody>
      </p:sp>
      <p:sp>
        <p:nvSpPr>
          <p:cNvPr id="110" name="圖示 阻擋"/>
          <p:cNvSpPr/>
          <p:nvPr/>
        </p:nvSpPr>
        <p:spPr>
          <a:xfrm>
            <a:off x="9164717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26393" y="335539"/>
                </a:moveTo>
                <a:cubicBezTo>
                  <a:pt x="106985" y="327161"/>
                  <a:pt x="90091" y="315777"/>
                  <a:pt x="75712" y="301398"/>
                </a:cubicBezTo>
                <a:cubicBezTo>
                  <a:pt x="61311" y="286996"/>
                  <a:pt x="49938" y="270102"/>
                  <a:pt x="41605" y="250717"/>
                </a:cubicBezTo>
                <a:cubicBezTo>
                  <a:pt x="33250" y="231332"/>
                  <a:pt x="29078" y="210575"/>
                  <a:pt x="29078" y="188435"/>
                </a:cubicBezTo>
                <a:cubicBezTo>
                  <a:pt x="29078" y="166467"/>
                  <a:pt x="33261" y="145767"/>
                  <a:pt x="41651" y="126359"/>
                </a:cubicBezTo>
                <a:cubicBezTo>
                  <a:pt x="50029" y="106928"/>
                  <a:pt x="61402" y="90046"/>
                  <a:pt x="75758" y="75712"/>
                </a:cubicBezTo>
                <a:cubicBezTo>
                  <a:pt x="90080" y="61356"/>
                  <a:pt x="106962" y="49995"/>
                  <a:pt x="126393" y="41605"/>
                </a:cubicBezTo>
                <a:cubicBezTo>
                  <a:pt x="145813" y="33227"/>
                  <a:pt x="166535" y="29032"/>
                  <a:pt x="188595" y="29032"/>
                </a:cubicBezTo>
                <a:cubicBezTo>
                  <a:pt x="210655" y="29032"/>
                  <a:pt x="231377" y="33227"/>
                  <a:pt x="250797" y="41605"/>
                </a:cubicBezTo>
                <a:cubicBezTo>
                  <a:pt x="270205" y="49995"/>
                  <a:pt x="287087" y="61356"/>
                  <a:pt x="301443" y="75712"/>
                </a:cubicBezTo>
                <a:cubicBezTo>
                  <a:pt x="315765" y="90068"/>
                  <a:pt x="327149" y="106951"/>
                  <a:pt x="335585" y="126359"/>
                </a:cubicBezTo>
                <a:cubicBezTo>
                  <a:pt x="343986" y="145790"/>
                  <a:pt x="348192" y="166489"/>
                  <a:pt x="348192" y="188435"/>
                </a:cubicBezTo>
                <a:cubicBezTo>
                  <a:pt x="348192" y="210575"/>
                  <a:pt x="343997" y="231332"/>
                  <a:pt x="335619" y="250717"/>
                </a:cubicBezTo>
                <a:cubicBezTo>
                  <a:pt x="327241" y="270102"/>
                  <a:pt x="315857" y="286996"/>
                  <a:pt x="301478" y="301398"/>
                </a:cubicBezTo>
                <a:cubicBezTo>
                  <a:pt x="287076" y="315799"/>
                  <a:pt x="270159" y="327184"/>
                  <a:pt x="250751" y="335539"/>
                </a:cubicBezTo>
                <a:cubicBezTo>
                  <a:pt x="231343" y="343929"/>
                  <a:pt x="210609" y="348112"/>
                  <a:pt x="188561" y="348112"/>
                </a:cubicBezTo>
                <a:cubicBezTo>
                  <a:pt x="166501" y="348112"/>
                  <a:pt x="145778" y="343929"/>
                  <a:pt x="126393" y="335539"/>
                </a:cubicBezTo>
                <a:close/>
                <a:moveTo>
                  <a:pt x="188595" y="321320"/>
                </a:moveTo>
                <a:cubicBezTo>
                  <a:pt x="204208" y="321320"/>
                  <a:pt x="219273" y="318748"/>
                  <a:pt x="233778" y="313616"/>
                </a:cubicBezTo>
                <a:cubicBezTo>
                  <a:pt x="248294" y="308507"/>
                  <a:pt x="261324" y="300940"/>
                  <a:pt x="272868" y="290905"/>
                </a:cubicBezTo>
                <a:lnTo>
                  <a:pt x="86045" y="104322"/>
                </a:lnTo>
                <a:cubicBezTo>
                  <a:pt x="76410" y="116106"/>
                  <a:pt x="68969" y="129205"/>
                  <a:pt x="63734" y="143607"/>
                </a:cubicBezTo>
                <a:cubicBezTo>
                  <a:pt x="58464" y="158008"/>
                  <a:pt x="55836" y="172947"/>
                  <a:pt x="55836" y="188401"/>
                </a:cubicBezTo>
                <a:cubicBezTo>
                  <a:pt x="55836" y="225514"/>
                  <a:pt x="68694" y="256946"/>
                  <a:pt x="94412" y="282698"/>
                </a:cubicBezTo>
                <a:cubicBezTo>
                  <a:pt x="120141" y="308450"/>
                  <a:pt x="151516" y="321320"/>
                  <a:pt x="188561" y="321320"/>
                </a:cubicBezTo>
                <a:close/>
                <a:moveTo>
                  <a:pt x="290825" y="272560"/>
                </a:moveTo>
                <a:cubicBezTo>
                  <a:pt x="300072" y="260958"/>
                  <a:pt x="307478" y="247928"/>
                  <a:pt x="313033" y="233469"/>
                </a:cubicBezTo>
                <a:cubicBezTo>
                  <a:pt x="318577" y="219010"/>
                  <a:pt x="321354" y="203968"/>
                  <a:pt x="321354" y="188355"/>
                </a:cubicBezTo>
                <a:cubicBezTo>
                  <a:pt x="321354" y="151379"/>
                  <a:pt x="308496" y="120038"/>
                  <a:pt x="282778" y="94332"/>
                </a:cubicBezTo>
                <a:cubicBezTo>
                  <a:pt x="257049" y="68637"/>
                  <a:pt x="225674" y="55790"/>
                  <a:pt x="188629" y="55790"/>
                </a:cubicBezTo>
                <a:cubicBezTo>
                  <a:pt x="173130" y="55790"/>
                  <a:pt x="158203" y="58396"/>
                  <a:pt x="143847" y="63608"/>
                </a:cubicBezTo>
                <a:cubicBezTo>
                  <a:pt x="129490" y="68877"/>
                  <a:pt x="116380" y="76432"/>
                  <a:pt x="104516" y="86285"/>
                </a:cubicBezTo>
                <a:lnTo>
                  <a:pt x="290825" y="272560"/>
                </a:lnTo>
                <a:close/>
                <a:moveTo>
                  <a:pt x="188595" y="188401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1" name="圖說"/>
          <p:cNvSpPr/>
          <p:nvPr/>
        </p:nvSpPr>
        <p:spPr>
          <a:xfrm>
            <a:off x="8983751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阻擋</a:t>
            </a:r>
            <a:endParaRPr lang="en-US" sz="950" dirty="0"/>
          </a:p>
        </p:txBody>
      </p:sp>
      <p:sp>
        <p:nvSpPr>
          <p:cNvPr id="112" name="圖示 進行中"/>
          <p:cNvSpPr/>
          <p:nvPr/>
        </p:nvSpPr>
        <p:spPr>
          <a:xfrm>
            <a:off x="9858118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19283" y="202505"/>
                </a:moveTo>
                <a:cubicBezTo>
                  <a:pt x="123090" y="198676"/>
                  <a:pt x="124987" y="194036"/>
                  <a:pt x="124987" y="188561"/>
                </a:cubicBezTo>
                <a:cubicBezTo>
                  <a:pt x="124987" y="183086"/>
                  <a:pt x="123067" y="178445"/>
                  <a:pt x="119249" y="174650"/>
                </a:cubicBezTo>
                <a:cubicBezTo>
                  <a:pt x="115420" y="170844"/>
                  <a:pt x="110768" y="168947"/>
                  <a:pt x="105305" y="168947"/>
                </a:cubicBezTo>
                <a:cubicBezTo>
                  <a:pt x="99830" y="168947"/>
                  <a:pt x="95189" y="170867"/>
                  <a:pt x="91394" y="174685"/>
                </a:cubicBezTo>
                <a:cubicBezTo>
                  <a:pt x="87588" y="178514"/>
                  <a:pt x="85691" y="183154"/>
                  <a:pt x="85691" y="188629"/>
                </a:cubicBezTo>
                <a:cubicBezTo>
                  <a:pt x="85691" y="194104"/>
                  <a:pt x="87600" y="198745"/>
                  <a:pt x="91429" y="202540"/>
                </a:cubicBezTo>
                <a:cubicBezTo>
                  <a:pt x="95258" y="206346"/>
                  <a:pt x="99898" y="208243"/>
                  <a:pt x="105373" y="208243"/>
                </a:cubicBezTo>
                <a:cubicBezTo>
                  <a:pt x="110848" y="208243"/>
                  <a:pt x="115489" y="206323"/>
                  <a:pt x="119283" y="202505"/>
                </a:cubicBezTo>
                <a:close/>
                <a:moveTo>
                  <a:pt x="202505" y="202505"/>
                </a:moveTo>
                <a:cubicBezTo>
                  <a:pt x="206300" y="198676"/>
                  <a:pt x="208197" y="194036"/>
                  <a:pt x="208197" y="188561"/>
                </a:cubicBezTo>
                <a:cubicBezTo>
                  <a:pt x="208197" y="183086"/>
                  <a:pt x="206289" y="178445"/>
                  <a:pt x="202460" y="174650"/>
                </a:cubicBezTo>
                <a:cubicBezTo>
                  <a:pt x="198642" y="170844"/>
                  <a:pt x="193990" y="168947"/>
                  <a:pt x="188515" y="168947"/>
                </a:cubicBezTo>
                <a:cubicBezTo>
                  <a:pt x="183040" y="168947"/>
                  <a:pt x="178411" y="170867"/>
                  <a:pt x="174605" y="174685"/>
                </a:cubicBezTo>
                <a:cubicBezTo>
                  <a:pt x="170810" y="178514"/>
                  <a:pt x="168913" y="183154"/>
                  <a:pt x="168913" y="188629"/>
                </a:cubicBezTo>
                <a:cubicBezTo>
                  <a:pt x="168913" y="194104"/>
                  <a:pt x="170821" y="198745"/>
                  <a:pt x="174650" y="202540"/>
                </a:cubicBezTo>
                <a:cubicBezTo>
                  <a:pt x="178468" y="206346"/>
                  <a:pt x="183120" y="208243"/>
                  <a:pt x="188595" y="208243"/>
                </a:cubicBezTo>
                <a:cubicBezTo>
                  <a:pt x="194070" y="208243"/>
                  <a:pt x="198711" y="206323"/>
                  <a:pt x="202505" y="202505"/>
                </a:cubicBezTo>
                <a:close/>
                <a:moveTo>
                  <a:pt x="285327" y="202505"/>
                </a:moveTo>
                <a:cubicBezTo>
                  <a:pt x="289122" y="198676"/>
                  <a:pt x="291031" y="194036"/>
                  <a:pt x="291031" y="188561"/>
                </a:cubicBezTo>
                <a:cubicBezTo>
                  <a:pt x="291031" y="183086"/>
                  <a:pt x="289110" y="178445"/>
                  <a:pt x="285293" y="174650"/>
                </a:cubicBezTo>
                <a:cubicBezTo>
                  <a:pt x="281464" y="170844"/>
                  <a:pt x="276812" y="168947"/>
                  <a:pt x="271337" y="168947"/>
                </a:cubicBezTo>
                <a:cubicBezTo>
                  <a:pt x="265862" y="168947"/>
                  <a:pt x="261233" y="170867"/>
                  <a:pt x="257438" y="174685"/>
                </a:cubicBezTo>
                <a:cubicBezTo>
                  <a:pt x="253632" y="178514"/>
                  <a:pt x="251734" y="183154"/>
                  <a:pt x="251734" y="188629"/>
                </a:cubicBezTo>
                <a:cubicBezTo>
                  <a:pt x="251734" y="194104"/>
                  <a:pt x="253643" y="198745"/>
                  <a:pt x="257472" y="202540"/>
                </a:cubicBezTo>
                <a:cubicBezTo>
                  <a:pt x="261301" y="206346"/>
                  <a:pt x="265942" y="208243"/>
                  <a:pt x="271417" y="208243"/>
                </a:cubicBezTo>
                <a:cubicBezTo>
                  <a:pt x="276892" y="208243"/>
                  <a:pt x="281532" y="206323"/>
                  <a:pt x="285327" y="202505"/>
                </a:cubicBezTo>
                <a:close/>
                <a:moveTo>
                  <a:pt x="188709" y="348112"/>
                </a:moveTo>
                <a:cubicBezTo>
                  <a:pt x="166661" y="348112"/>
                  <a:pt x="145961" y="343940"/>
                  <a:pt x="126633" y="335585"/>
                </a:cubicBezTo>
                <a:cubicBezTo>
                  <a:pt x="107305" y="327229"/>
                  <a:pt x="90377" y="315799"/>
                  <a:pt x="75872" y="301318"/>
                </a:cubicBezTo>
                <a:cubicBezTo>
                  <a:pt x="61391" y="286836"/>
                  <a:pt x="49961" y="269908"/>
                  <a:pt x="41605" y="250557"/>
                </a:cubicBezTo>
                <a:cubicBezTo>
                  <a:pt x="33250" y="231195"/>
                  <a:pt x="29078" y="210483"/>
                  <a:pt x="29078" y="188401"/>
                </a:cubicBezTo>
                <a:cubicBezTo>
                  <a:pt x="29078" y="166318"/>
                  <a:pt x="33250" y="145595"/>
                  <a:pt x="41605" y="126244"/>
                </a:cubicBezTo>
                <a:cubicBezTo>
                  <a:pt x="49961" y="106882"/>
                  <a:pt x="61391" y="90023"/>
                  <a:pt x="75872" y="75678"/>
                </a:cubicBezTo>
                <a:cubicBezTo>
                  <a:pt x="90354" y="61322"/>
                  <a:pt x="107282" y="49949"/>
                  <a:pt x="126633" y="41571"/>
                </a:cubicBezTo>
                <a:cubicBezTo>
                  <a:pt x="145995" y="33193"/>
                  <a:pt x="166707" y="28998"/>
                  <a:pt x="188789" y="28998"/>
                </a:cubicBezTo>
                <a:cubicBezTo>
                  <a:pt x="210872" y="28998"/>
                  <a:pt x="231606" y="33193"/>
                  <a:pt x="250991" y="41571"/>
                </a:cubicBezTo>
                <a:cubicBezTo>
                  <a:pt x="270342" y="49949"/>
                  <a:pt x="287213" y="61322"/>
                  <a:pt x="301592" y="75678"/>
                </a:cubicBezTo>
                <a:cubicBezTo>
                  <a:pt x="315948" y="90023"/>
                  <a:pt x="327321" y="106905"/>
                  <a:pt x="335699" y="126324"/>
                </a:cubicBezTo>
                <a:cubicBezTo>
                  <a:pt x="344077" y="145733"/>
                  <a:pt x="348272" y="166467"/>
                  <a:pt x="348272" y="188515"/>
                </a:cubicBezTo>
                <a:cubicBezTo>
                  <a:pt x="348272" y="210575"/>
                  <a:pt x="344077" y="231275"/>
                  <a:pt x="335699" y="250637"/>
                </a:cubicBezTo>
                <a:cubicBezTo>
                  <a:pt x="327321" y="269965"/>
                  <a:pt x="315948" y="286847"/>
                  <a:pt x="301592" y="301283"/>
                </a:cubicBezTo>
                <a:cubicBezTo>
                  <a:pt x="287236" y="315708"/>
                  <a:pt x="270354" y="327138"/>
                  <a:pt x="250946" y="335539"/>
                </a:cubicBezTo>
                <a:cubicBezTo>
                  <a:pt x="231515" y="343929"/>
                  <a:pt x="210769" y="348112"/>
                  <a:pt x="188709" y="348112"/>
                </a:cubicBezTo>
                <a:close/>
                <a:moveTo>
                  <a:pt x="188789" y="321354"/>
                </a:moveTo>
                <a:cubicBezTo>
                  <a:pt x="225594" y="321354"/>
                  <a:pt x="256878" y="308416"/>
                  <a:pt x="282652" y="282538"/>
                </a:cubicBezTo>
                <a:cubicBezTo>
                  <a:pt x="308427" y="256661"/>
                  <a:pt x="321320" y="225274"/>
                  <a:pt x="321320" y="188401"/>
                </a:cubicBezTo>
                <a:cubicBezTo>
                  <a:pt x="321320" y="151596"/>
                  <a:pt x="308461" y="120312"/>
                  <a:pt x="282732" y="94538"/>
                </a:cubicBezTo>
                <a:cubicBezTo>
                  <a:pt x="257015" y="68763"/>
                  <a:pt x="225605" y="55870"/>
                  <a:pt x="188515" y="55870"/>
                </a:cubicBezTo>
                <a:cubicBezTo>
                  <a:pt x="151790" y="55870"/>
                  <a:pt x="120506" y="68729"/>
                  <a:pt x="94652" y="94458"/>
                </a:cubicBezTo>
                <a:cubicBezTo>
                  <a:pt x="68774" y="120175"/>
                  <a:pt x="55836" y="151585"/>
                  <a:pt x="55836" y="188675"/>
                </a:cubicBezTo>
                <a:cubicBezTo>
                  <a:pt x="55836" y="225400"/>
                  <a:pt x="68774" y="256684"/>
                  <a:pt x="94652" y="282538"/>
                </a:cubicBezTo>
                <a:cubicBezTo>
                  <a:pt x="120529" y="308416"/>
                  <a:pt x="151916" y="321354"/>
                  <a:pt x="188789" y="321354"/>
                </a:cubicBez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3" name="圖說"/>
          <p:cNvSpPr/>
          <p:nvPr/>
        </p:nvSpPr>
        <p:spPr>
          <a:xfrm>
            <a:off x="9677152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進行中</a:t>
            </a:r>
            <a:endParaRPr lang="en-US" sz="950" dirty="0"/>
          </a:p>
        </p:txBody>
      </p:sp>
      <p:sp>
        <p:nvSpPr>
          <p:cNvPr id="114" name="圖示 已驗證"/>
          <p:cNvSpPr/>
          <p:nvPr/>
        </p:nvSpPr>
        <p:spPr>
          <a:xfrm>
            <a:off x="10551519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71701" y="206312"/>
                </a:moveTo>
                <a:lnTo>
                  <a:pt x="143492" y="176845"/>
                </a:lnTo>
                <a:cubicBezTo>
                  <a:pt x="141000" y="174102"/>
                  <a:pt x="137972" y="172719"/>
                  <a:pt x="134417" y="172719"/>
                </a:cubicBezTo>
                <a:cubicBezTo>
                  <a:pt x="130851" y="172719"/>
                  <a:pt x="127696" y="173930"/>
                  <a:pt x="124941" y="176342"/>
                </a:cubicBezTo>
                <a:cubicBezTo>
                  <a:pt x="122198" y="179108"/>
                  <a:pt x="120815" y="182274"/>
                  <a:pt x="120815" y="185806"/>
                </a:cubicBezTo>
                <a:cubicBezTo>
                  <a:pt x="120815" y="189338"/>
                  <a:pt x="122198" y="192481"/>
                  <a:pt x="124941" y="195236"/>
                </a:cubicBezTo>
                <a:lnTo>
                  <a:pt x="162192" y="232086"/>
                </a:lnTo>
                <a:cubicBezTo>
                  <a:pt x="164889" y="234818"/>
                  <a:pt x="168044" y="236178"/>
                  <a:pt x="171656" y="236178"/>
                </a:cubicBezTo>
                <a:cubicBezTo>
                  <a:pt x="175279" y="236178"/>
                  <a:pt x="178434" y="234818"/>
                  <a:pt x="181131" y="232086"/>
                </a:cubicBezTo>
                <a:lnTo>
                  <a:pt x="252169" y="161449"/>
                </a:lnTo>
                <a:cubicBezTo>
                  <a:pt x="254660" y="159037"/>
                  <a:pt x="255895" y="156020"/>
                  <a:pt x="255895" y="152408"/>
                </a:cubicBezTo>
                <a:cubicBezTo>
                  <a:pt x="255895" y="148796"/>
                  <a:pt x="254523" y="145755"/>
                  <a:pt x="251780" y="143298"/>
                </a:cubicBezTo>
                <a:cubicBezTo>
                  <a:pt x="249288" y="141149"/>
                  <a:pt x="246328" y="140132"/>
                  <a:pt x="242899" y="140269"/>
                </a:cubicBezTo>
                <a:cubicBezTo>
                  <a:pt x="239458" y="140395"/>
                  <a:pt x="236670" y="141572"/>
                  <a:pt x="234521" y="143801"/>
                </a:cubicBezTo>
                <a:lnTo>
                  <a:pt x="171701" y="206312"/>
                </a:lnTo>
                <a:close/>
                <a:moveTo>
                  <a:pt x="128759" y="345952"/>
                </a:moveTo>
                <a:lnTo>
                  <a:pt x="104596" y="304587"/>
                </a:lnTo>
                <a:lnTo>
                  <a:pt x="56270" y="294757"/>
                </a:lnTo>
                <a:cubicBezTo>
                  <a:pt x="52932" y="294185"/>
                  <a:pt x="50189" y="292414"/>
                  <a:pt x="48017" y="289453"/>
                </a:cubicBezTo>
                <a:cubicBezTo>
                  <a:pt x="45834" y="286516"/>
                  <a:pt x="45011" y="283407"/>
                  <a:pt x="45537" y="280104"/>
                </a:cubicBezTo>
                <a:lnTo>
                  <a:pt x="51035" y="233343"/>
                </a:lnTo>
                <a:lnTo>
                  <a:pt x="20277" y="197476"/>
                </a:lnTo>
                <a:cubicBezTo>
                  <a:pt x="17911" y="195042"/>
                  <a:pt x="16734" y="192070"/>
                  <a:pt x="16734" y="188561"/>
                </a:cubicBezTo>
                <a:cubicBezTo>
                  <a:pt x="16734" y="185040"/>
                  <a:pt x="17911" y="182091"/>
                  <a:pt x="20277" y="179680"/>
                </a:cubicBezTo>
                <a:lnTo>
                  <a:pt x="51035" y="144201"/>
                </a:lnTo>
                <a:lnTo>
                  <a:pt x="45537" y="97441"/>
                </a:lnTo>
                <a:cubicBezTo>
                  <a:pt x="45011" y="94137"/>
                  <a:pt x="45834" y="91029"/>
                  <a:pt x="48017" y="88091"/>
                </a:cubicBezTo>
                <a:cubicBezTo>
                  <a:pt x="50189" y="85154"/>
                  <a:pt x="52932" y="83359"/>
                  <a:pt x="56270" y="82707"/>
                </a:cubicBezTo>
                <a:lnTo>
                  <a:pt x="104630" y="72958"/>
                </a:lnTo>
                <a:lnTo>
                  <a:pt x="128793" y="31238"/>
                </a:lnTo>
                <a:cubicBezTo>
                  <a:pt x="130553" y="28324"/>
                  <a:pt x="133079" y="26278"/>
                  <a:pt x="136383" y="25066"/>
                </a:cubicBezTo>
                <a:cubicBezTo>
                  <a:pt x="139675" y="23832"/>
                  <a:pt x="142955" y="23980"/>
                  <a:pt x="146201" y="25500"/>
                </a:cubicBezTo>
                <a:lnTo>
                  <a:pt x="188595" y="45297"/>
                </a:lnTo>
                <a:lnTo>
                  <a:pt x="231035" y="25455"/>
                </a:lnTo>
                <a:cubicBezTo>
                  <a:pt x="234281" y="24014"/>
                  <a:pt x="237550" y="23832"/>
                  <a:pt x="240853" y="24906"/>
                </a:cubicBezTo>
                <a:cubicBezTo>
                  <a:pt x="244156" y="25958"/>
                  <a:pt x="246682" y="27935"/>
                  <a:pt x="248431" y="30838"/>
                </a:cubicBezTo>
                <a:lnTo>
                  <a:pt x="272994" y="72958"/>
                </a:lnTo>
                <a:lnTo>
                  <a:pt x="320966" y="82707"/>
                </a:lnTo>
                <a:cubicBezTo>
                  <a:pt x="324292" y="83359"/>
                  <a:pt x="327047" y="85154"/>
                  <a:pt x="329218" y="88091"/>
                </a:cubicBezTo>
                <a:cubicBezTo>
                  <a:pt x="331390" y="91029"/>
                  <a:pt x="332213" y="94137"/>
                  <a:pt x="331687" y="97441"/>
                </a:cubicBezTo>
                <a:lnTo>
                  <a:pt x="326189" y="144201"/>
                </a:lnTo>
                <a:lnTo>
                  <a:pt x="356959" y="179680"/>
                </a:lnTo>
                <a:cubicBezTo>
                  <a:pt x="359313" y="182114"/>
                  <a:pt x="360491" y="185086"/>
                  <a:pt x="360491" y="188595"/>
                </a:cubicBezTo>
                <a:cubicBezTo>
                  <a:pt x="360491" y="192104"/>
                  <a:pt x="359313" y="195064"/>
                  <a:pt x="356959" y="197476"/>
                </a:cubicBezTo>
                <a:lnTo>
                  <a:pt x="326189" y="233343"/>
                </a:lnTo>
                <a:lnTo>
                  <a:pt x="331687" y="280104"/>
                </a:lnTo>
                <a:cubicBezTo>
                  <a:pt x="332213" y="283407"/>
                  <a:pt x="331390" y="286516"/>
                  <a:pt x="329218" y="289453"/>
                </a:cubicBezTo>
                <a:cubicBezTo>
                  <a:pt x="327047" y="292391"/>
                  <a:pt x="324292" y="294151"/>
                  <a:pt x="320966" y="294757"/>
                </a:cubicBezTo>
                <a:lnTo>
                  <a:pt x="273028" y="304587"/>
                </a:lnTo>
                <a:lnTo>
                  <a:pt x="248431" y="346352"/>
                </a:lnTo>
                <a:cubicBezTo>
                  <a:pt x="246682" y="349255"/>
                  <a:pt x="244156" y="351232"/>
                  <a:pt x="240853" y="352284"/>
                </a:cubicBezTo>
                <a:cubicBezTo>
                  <a:pt x="237550" y="353324"/>
                  <a:pt x="234281" y="353141"/>
                  <a:pt x="231035" y="351735"/>
                </a:cubicBezTo>
                <a:lnTo>
                  <a:pt x="188595" y="331893"/>
                </a:lnTo>
                <a:lnTo>
                  <a:pt x="146167" y="351735"/>
                </a:lnTo>
                <a:cubicBezTo>
                  <a:pt x="142909" y="353176"/>
                  <a:pt x="139640" y="353290"/>
                  <a:pt x="136337" y="352078"/>
                </a:cubicBezTo>
                <a:cubicBezTo>
                  <a:pt x="133034" y="350901"/>
                  <a:pt x="130508" y="348866"/>
                  <a:pt x="128759" y="345952"/>
                </a:cubicBezTo>
                <a:close/>
                <a:moveTo>
                  <a:pt x="146910" y="321514"/>
                </a:moveTo>
                <a:lnTo>
                  <a:pt x="188595" y="303878"/>
                </a:lnTo>
                <a:lnTo>
                  <a:pt x="231458" y="321514"/>
                </a:lnTo>
                <a:lnTo>
                  <a:pt x="257586" y="282504"/>
                </a:lnTo>
                <a:lnTo>
                  <a:pt x="303169" y="270788"/>
                </a:lnTo>
                <a:lnTo>
                  <a:pt x="298574" y="224348"/>
                </a:lnTo>
                <a:lnTo>
                  <a:pt x="330007" y="188595"/>
                </a:lnTo>
                <a:lnTo>
                  <a:pt x="298574" y="152053"/>
                </a:lnTo>
                <a:lnTo>
                  <a:pt x="303204" y="105579"/>
                </a:lnTo>
                <a:lnTo>
                  <a:pt x="257632" y="94652"/>
                </a:lnTo>
                <a:lnTo>
                  <a:pt x="230749" y="55641"/>
                </a:lnTo>
                <a:lnTo>
                  <a:pt x="188675" y="73278"/>
                </a:lnTo>
                <a:lnTo>
                  <a:pt x="145813" y="55641"/>
                </a:lnTo>
                <a:lnTo>
                  <a:pt x="119684" y="94652"/>
                </a:lnTo>
                <a:lnTo>
                  <a:pt x="74146" y="105499"/>
                </a:lnTo>
                <a:lnTo>
                  <a:pt x="78661" y="152019"/>
                </a:lnTo>
                <a:lnTo>
                  <a:pt x="47183" y="188595"/>
                </a:lnTo>
                <a:lnTo>
                  <a:pt x="78616" y="224348"/>
                </a:lnTo>
                <a:lnTo>
                  <a:pt x="74101" y="271657"/>
                </a:lnTo>
                <a:lnTo>
                  <a:pt x="119604" y="282504"/>
                </a:lnTo>
                <a:lnTo>
                  <a:pt x="146864" y="321514"/>
                </a:ln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5" name="圖說"/>
          <p:cNvSpPr/>
          <p:nvPr/>
        </p:nvSpPr>
        <p:spPr>
          <a:xfrm>
            <a:off x="10370553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已驗證</a:t>
            </a:r>
            <a:endParaRPr lang="en-US" sz="950" dirty="0"/>
          </a:p>
        </p:txBody>
      </p:sp>
      <p:sp>
        <p:nvSpPr>
          <p:cNvPr id="116" name="圖示 通知"/>
          <p:cNvSpPr/>
          <p:nvPr/>
        </p:nvSpPr>
        <p:spPr>
          <a:xfrm>
            <a:off x="11244920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73906" y="300963"/>
                </a:moveTo>
                <a:cubicBezTo>
                  <a:pt x="70134" y="300963"/>
                  <a:pt x="66946" y="299672"/>
                  <a:pt x="64362" y="297077"/>
                </a:cubicBezTo>
                <a:cubicBezTo>
                  <a:pt x="61768" y="294483"/>
                  <a:pt x="60476" y="291282"/>
                  <a:pt x="60510" y="287487"/>
                </a:cubicBezTo>
                <a:cubicBezTo>
                  <a:pt x="60510" y="283693"/>
                  <a:pt x="61791" y="280526"/>
                  <a:pt x="64362" y="277978"/>
                </a:cubicBezTo>
                <a:cubicBezTo>
                  <a:pt x="66923" y="275440"/>
                  <a:pt x="70112" y="274171"/>
                  <a:pt x="73906" y="274171"/>
                </a:cubicBezTo>
                <a:lnTo>
                  <a:pt x="91120" y="274171"/>
                </a:lnTo>
                <a:lnTo>
                  <a:pt x="91120" y="157082"/>
                </a:lnTo>
                <a:cubicBezTo>
                  <a:pt x="91120" y="134508"/>
                  <a:pt x="97704" y="114231"/>
                  <a:pt x="110882" y="96263"/>
                </a:cubicBezTo>
                <a:cubicBezTo>
                  <a:pt x="124050" y="78261"/>
                  <a:pt x="141561" y="66946"/>
                  <a:pt x="163415" y="62316"/>
                </a:cubicBezTo>
                <a:lnTo>
                  <a:pt x="163415" y="54224"/>
                </a:lnTo>
                <a:cubicBezTo>
                  <a:pt x="163415" y="47172"/>
                  <a:pt x="165861" y="41205"/>
                  <a:pt x="170753" y="36302"/>
                </a:cubicBezTo>
                <a:cubicBezTo>
                  <a:pt x="175656" y="31410"/>
                  <a:pt x="181600" y="28952"/>
                  <a:pt x="188595" y="28952"/>
                </a:cubicBezTo>
                <a:cubicBezTo>
                  <a:pt x="195590" y="28952"/>
                  <a:pt x="201534" y="31410"/>
                  <a:pt x="206437" y="36302"/>
                </a:cubicBezTo>
                <a:cubicBezTo>
                  <a:pt x="211329" y="41205"/>
                  <a:pt x="213775" y="47172"/>
                  <a:pt x="213775" y="54224"/>
                </a:cubicBezTo>
                <a:lnTo>
                  <a:pt x="213775" y="62316"/>
                </a:lnTo>
                <a:cubicBezTo>
                  <a:pt x="235629" y="66900"/>
                  <a:pt x="253152" y="78204"/>
                  <a:pt x="266353" y="96218"/>
                </a:cubicBezTo>
                <a:cubicBezTo>
                  <a:pt x="279578" y="114243"/>
                  <a:pt x="286196" y="134531"/>
                  <a:pt x="286196" y="157082"/>
                </a:cubicBezTo>
                <a:lnTo>
                  <a:pt x="286196" y="274171"/>
                </a:lnTo>
                <a:lnTo>
                  <a:pt x="303284" y="274171"/>
                </a:lnTo>
                <a:cubicBezTo>
                  <a:pt x="307056" y="274171"/>
                  <a:pt x="310256" y="275463"/>
                  <a:pt x="312873" y="278058"/>
                </a:cubicBezTo>
                <a:cubicBezTo>
                  <a:pt x="315468" y="280652"/>
                  <a:pt x="316760" y="283853"/>
                  <a:pt x="316760" y="287647"/>
                </a:cubicBezTo>
                <a:cubicBezTo>
                  <a:pt x="316760" y="291442"/>
                  <a:pt x="315468" y="294620"/>
                  <a:pt x="312873" y="297157"/>
                </a:cubicBezTo>
                <a:cubicBezTo>
                  <a:pt x="310279" y="299695"/>
                  <a:pt x="307078" y="300963"/>
                  <a:pt x="303284" y="300963"/>
                </a:cubicBezTo>
                <a:lnTo>
                  <a:pt x="73906" y="300963"/>
                </a:lnTo>
                <a:close/>
                <a:moveTo>
                  <a:pt x="188595" y="180343"/>
                </a:moveTo>
                <a:close/>
                <a:moveTo>
                  <a:pt x="188675" y="348981"/>
                </a:moveTo>
                <a:cubicBezTo>
                  <a:pt x="179771" y="348981"/>
                  <a:pt x="172159" y="345826"/>
                  <a:pt x="165849" y="339505"/>
                </a:cubicBezTo>
                <a:cubicBezTo>
                  <a:pt x="159529" y="333196"/>
                  <a:pt x="156374" y="325606"/>
                  <a:pt x="156374" y="316725"/>
                </a:cubicBezTo>
                <a:lnTo>
                  <a:pt x="220850" y="316725"/>
                </a:lnTo>
                <a:cubicBezTo>
                  <a:pt x="220850" y="325629"/>
                  <a:pt x="217696" y="333219"/>
                  <a:pt x="211386" y="339505"/>
                </a:cubicBezTo>
                <a:cubicBezTo>
                  <a:pt x="205066" y="345826"/>
                  <a:pt x="197499" y="348981"/>
                  <a:pt x="188675" y="348981"/>
                </a:cubicBezTo>
                <a:close/>
                <a:moveTo>
                  <a:pt x="117878" y="274206"/>
                </a:moveTo>
                <a:lnTo>
                  <a:pt x="259324" y="274206"/>
                </a:lnTo>
                <a:lnTo>
                  <a:pt x="259324" y="157128"/>
                </a:lnTo>
                <a:cubicBezTo>
                  <a:pt x="259324" y="137526"/>
                  <a:pt x="252443" y="120849"/>
                  <a:pt x="238693" y="107065"/>
                </a:cubicBezTo>
                <a:cubicBezTo>
                  <a:pt x="224942" y="93257"/>
                  <a:pt x="208243" y="86365"/>
                  <a:pt x="188595" y="86365"/>
                </a:cubicBezTo>
                <a:cubicBezTo>
                  <a:pt x="168947" y="86365"/>
                  <a:pt x="152248" y="93246"/>
                  <a:pt x="138497" y="107031"/>
                </a:cubicBezTo>
                <a:cubicBezTo>
                  <a:pt x="124747" y="120827"/>
                  <a:pt x="117878" y="137514"/>
                  <a:pt x="117878" y="157082"/>
                </a:cubicBezTo>
                <a:lnTo>
                  <a:pt x="117878" y="274171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7" name="圖說"/>
          <p:cNvSpPr/>
          <p:nvPr/>
        </p:nvSpPr>
        <p:spPr>
          <a:xfrm>
            <a:off x="11063954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通知</a:t>
            </a:r>
            <a:endParaRPr lang="en-US" sz="950" dirty="0"/>
          </a:p>
        </p:txBody>
      </p:sp>
      <p:sp>
        <p:nvSpPr>
          <p:cNvPr id="118" name="圖示 問題追蹤"/>
          <p:cNvSpPr/>
          <p:nvPr/>
        </p:nvSpPr>
        <p:spPr>
          <a:xfrm>
            <a:off x="11938321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332396"/>
                </a:moveTo>
                <a:cubicBezTo>
                  <a:pt x="170970" y="332396"/>
                  <a:pt x="154614" y="328178"/>
                  <a:pt x="139526" y="319743"/>
                </a:cubicBezTo>
                <a:cubicBezTo>
                  <a:pt x="124438" y="311307"/>
                  <a:pt x="113283" y="299226"/>
                  <a:pt x="106082" y="283487"/>
                </a:cubicBezTo>
                <a:lnTo>
                  <a:pt x="72843" y="283487"/>
                </a:lnTo>
                <a:cubicBezTo>
                  <a:pt x="69312" y="283487"/>
                  <a:pt x="66374" y="282298"/>
                  <a:pt x="64042" y="279944"/>
                </a:cubicBezTo>
                <a:cubicBezTo>
                  <a:pt x="61688" y="277589"/>
                  <a:pt x="60510" y="274629"/>
                  <a:pt x="60510" y="271062"/>
                </a:cubicBezTo>
                <a:cubicBezTo>
                  <a:pt x="60510" y="267531"/>
                  <a:pt x="61688" y="264593"/>
                  <a:pt x="64042" y="262261"/>
                </a:cubicBezTo>
                <a:cubicBezTo>
                  <a:pt x="66397" y="259964"/>
                  <a:pt x="69334" y="258809"/>
                  <a:pt x="72843" y="258809"/>
                </a:cubicBezTo>
                <a:lnTo>
                  <a:pt x="96538" y="258809"/>
                </a:lnTo>
                <a:cubicBezTo>
                  <a:pt x="94755" y="252180"/>
                  <a:pt x="93863" y="245471"/>
                  <a:pt x="93863" y="238693"/>
                </a:cubicBezTo>
                <a:lnTo>
                  <a:pt x="93863" y="218302"/>
                </a:lnTo>
                <a:lnTo>
                  <a:pt x="72409" y="218302"/>
                </a:lnTo>
                <a:cubicBezTo>
                  <a:pt x="68877" y="218302"/>
                  <a:pt x="65940" y="217124"/>
                  <a:pt x="63608" y="214758"/>
                </a:cubicBezTo>
                <a:cubicBezTo>
                  <a:pt x="61253" y="212404"/>
                  <a:pt x="60076" y="209443"/>
                  <a:pt x="60076" y="205889"/>
                </a:cubicBezTo>
                <a:cubicBezTo>
                  <a:pt x="60076" y="202345"/>
                  <a:pt x="61253" y="199408"/>
                  <a:pt x="63608" y="197087"/>
                </a:cubicBezTo>
                <a:cubicBezTo>
                  <a:pt x="65974" y="194779"/>
                  <a:pt x="68900" y="193624"/>
                  <a:pt x="72409" y="193624"/>
                </a:cubicBezTo>
                <a:lnTo>
                  <a:pt x="93863" y="193624"/>
                </a:lnTo>
                <a:cubicBezTo>
                  <a:pt x="93863" y="186206"/>
                  <a:pt x="93932" y="178868"/>
                  <a:pt x="94057" y="171587"/>
                </a:cubicBezTo>
                <a:cubicBezTo>
                  <a:pt x="94195" y="164295"/>
                  <a:pt x="95280" y="157082"/>
                  <a:pt x="97326" y="149939"/>
                </a:cubicBezTo>
                <a:lnTo>
                  <a:pt x="72843" y="149939"/>
                </a:lnTo>
                <a:cubicBezTo>
                  <a:pt x="69312" y="149939"/>
                  <a:pt x="66374" y="148750"/>
                  <a:pt x="64042" y="146395"/>
                </a:cubicBezTo>
                <a:cubicBezTo>
                  <a:pt x="61688" y="144041"/>
                  <a:pt x="60510" y="141080"/>
                  <a:pt x="60510" y="137514"/>
                </a:cubicBezTo>
                <a:cubicBezTo>
                  <a:pt x="60510" y="133982"/>
                  <a:pt x="61688" y="131045"/>
                  <a:pt x="64042" y="128713"/>
                </a:cubicBezTo>
                <a:cubicBezTo>
                  <a:pt x="66397" y="126416"/>
                  <a:pt x="69334" y="125261"/>
                  <a:pt x="72843" y="125261"/>
                </a:cubicBezTo>
                <a:lnTo>
                  <a:pt x="107933" y="125261"/>
                </a:lnTo>
                <a:cubicBezTo>
                  <a:pt x="111465" y="117740"/>
                  <a:pt x="116266" y="111180"/>
                  <a:pt x="122312" y="105579"/>
                </a:cubicBezTo>
                <a:cubicBezTo>
                  <a:pt x="128359" y="99967"/>
                  <a:pt x="135091" y="95303"/>
                  <a:pt x="142509" y="91589"/>
                </a:cubicBezTo>
                <a:lnTo>
                  <a:pt x="120506" y="70054"/>
                </a:lnTo>
                <a:cubicBezTo>
                  <a:pt x="118220" y="67780"/>
                  <a:pt x="117100" y="65025"/>
                  <a:pt x="117123" y="61802"/>
                </a:cubicBezTo>
                <a:cubicBezTo>
                  <a:pt x="117146" y="58579"/>
                  <a:pt x="118335" y="55790"/>
                  <a:pt x="120667" y="53435"/>
                </a:cubicBezTo>
                <a:cubicBezTo>
                  <a:pt x="122861" y="51184"/>
                  <a:pt x="125570" y="50052"/>
                  <a:pt x="128793" y="50052"/>
                </a:cubicBezTo>
                <a:cubicBezTo>
                  <a:pt x="132017" y="50052"/>
                  <a:pt x="134771" y="51195"/>
                  <a:pt x="137046" y="53470"/>
                </a:cubicBezTo>
                <a:lnTo>
                  <a:pt x="165724" y="82079"/>
                </a:lnTo>
                <a:cubicBezTo>
                  <a:pt x="173222" y="79198"/>
                  <a:pt x="180891" y="77735"/>
                  <a:pt x="188755" y="77678"/>
                </a:cubicBezTo>
                <a:cubicBezTo>
                  <a:pt x="196607" y="77621"/>
                  <a:pt x="204368" y="79027"/>
                  <a:pt x="212015" y="81885"/>
                </a:cubicBezTo>
                <a:lnTo>
                  <a:pt x="240807" y="53081"/>
                </a:lnTo>
                <a:cubicBezTo>
                  <a:pt x="243036" y="50806"/>
                  <a:pt x="245779" y="49663"/>
                  <a:pt x="249025" y="49663"/>
                </a:cubicBezTo>
                <a:cubicBezTo>
                  <a:pt x="252272" y="49663"/>
                  <a:pt x="255072" y="50829"/>
                  <a:pt x="257438" y="53161"/>
                </a:cubicBezTo>
                <a:cubicBezTo>
                  <a:pt x="259610" y="55355"/>
                  <a:pt x="260695" y="58087"/>
                  <a:pt x="260695" y="61333"/>
                </a:cubicBezTo>
                <a:cubicBezTo>
                  <a:pt x="260695" y="64580"/>
                  <a:pt x="259575" y="67323"/>
                  <a:pt x="257358" y="69540"/>
                </a:cubicBezTo>
                <a:lnTo>
                  <a:pt x="235904" y="90994"/>
                </a:lnTo>
                <a:cubicBezTo>
                  <a:pt x="243493" y="94846"/>
                  <a:pt x="250146" y="99772"/>
                  <a:pt x="255861" y="105773"/>
                </a:cubicBezTo>
                <a:cubicBezTo>
                  <a:pt x="261598" y="111774"/>
                  <a:pt x="266548" y="118449"/>
                  <a:pt x="270708" y="125810"/>
                </a:cubicBezTo>
                <a:lnTo>
                  <a:pt x="305010" y="125810"/>
                </a:lnTo>
                <a:cubicBezTo>
                  <a:pt x="308370" y="125810"/>
                  <a:pt x="311205" y="126976"/>
                  <a:pt x="313536" y="129308"/>
                </a:cubicBezTo>
                <a:cubicBezTo>
                  <a:pt x="315891" y="131639"/>
                  <a:pt x="317080" y="134520"/>
                  <a:pt x="317080" y="137949"/>
                </a:cubicBezTo>
                <a:cubicBezTo>
                  <a:pt x="317080" y="141378"/>
                  <a:pt x="315891" y="144235"/>
                  <a:pt x="313536" y="146510"/>
                </a:cubicBezTo>
                <a:cubicBezTo>
                  <a:pt x="311182" y="148796"/>
                  <a:pt x="308336" y="149939"/>
                  <a:pt x="305010" y="149939"/>
                </a:cubicBezTo>
                <a:lnTo>
                  <a:pt x="279749" y="149939"/>
                </a:lnTo>
                <a:cubicBezTo>
                  <a:pt x="282058" y="157082"/>
                  <a:pt x="283155" y="164318"/>
                  <a:pt x="283053" y="171621"/>
                </a:cubicBezTo>
                <a:cubicBezTo>
                  <a:pt x="282950" y="178925"/>
                  <a:pt x="282893" y="186252"/>
                  <a:pt x="282893" y="193590"/>
                </a:cubicBezTo>
                <a:lnTo>
                  <a:pt x="304735" y="193590"/>
                </a:lnTo>
                <a:cubicBezTo>
                  <a:pt x="308199" y="193590"/>
                  <a:pt x="311113" y="194767"/>
                  <a:pt x="313502" y="197122"/>
                </a:cubicBezTo>
                <a:cubicBezTo>
                  <a:pt x="315879" y="199476"/>
                  <a:pt x="317080" y="202437"/>
                  <a:pt x="317080" y="206003"/>
                </a:cubicBezTo>
                <a:cubicBezTo>
                  <a:pt x="317080" y="209535"/>
                  <a:pt x="315879" y="212472"/>
                  <a:pt x="313502" y="214804"/>
                </a:cubicBezTo>
                <a:cubicBezTo>
                  <a:pt x="311113" y="217101"/>
                  <a:pt x="308199" y="218256"/>
                  <a:pt x="304735" y="218256"/>
                </a:cubicBezTo>
                <a:lnTo>
                  <a:pt x="282893" y="218256"/>
                </a:lnTo>
                <a:cubicBezTo>
                  <a:pt x="282893" y="225148"/>
                  <a:pt x="282950" y="231972"/>
                  <a:pt x="283053" y="238727"/>
                </a:cubicBezTo>
                <a:cubicBezTo>
                  <a:pt x="283155" y="245494"/>
                  <a:pt x="282321" y="252180"/>
                  <a:pt x="280538" y="258809"/>
                </a:cubicBezTo>
                <a:lnTo>
                  <a:pt x="304735" y="258809"/>
                </a:lnTo>
                <a:cubicBezTo>
                  <a:pt x="308199" y="258809"/>
                  <a:pt x="311113" y="259987"/>
                  <a:pt x="313502" y="262341"/>
                </a:cubicBezTo>
                <a:cubicBezTo>
                  <a:pt x="315879" y="264696"/>
                  <a:pt x="317080" y="267656"/>
                  <a:pt x="317080" y="271222"/>
                </a:cubicBezTo>
                <a:cubicBezTo>
                  <a:pt x="317080" y="274754"/>
                  <a:pt x="315879" y="277692"/>
                  <a:pt x="313502" y="280024"/>
                </a:cubicBezTo>
                <a:cubicBezTo>
                  <a:pt x="311113" y="282332"/>
                  <a:pt x="308199" y="283487"/>
                  <a:pt x="304735" y="283487"/>
                </a:cubicBezTo>
                <a:lnTo>
                  <a:pt x="271497" y="283487"/>
                </a:lnTo>
                <a:cubicBezTo>
                  <a:pt x="264422" y="299432"/>
                  <a:pt x="253277" y="311570"/>
                  <a:pt x="238064" y="319903"/>
                </a:cubicBezTo>
                <a:cubicBezTo>
                  <a:pt x="222839" y="328235"/>
                  <a:pt x="206323" y="332396"/>
                  <a:pt x="188515" y="332396"/>
                </a:cubicBezTo>
                <a:close/>
                <a:moveTo>
                  <a:pt x="188675" y="305638"/>
                </a:moveTo>
                <a:cubicBezTo>
                  <a:pt x="207477" y="305638"/>
                  <a:pt x="223434" y="299043"/>
                  <a:pt x="236532" y="285841"/>
                </a:cubicBezTo>
                <a:cubicBezTo>
                  <a:pt x="249597" y="272640"/>
                  <a:pt x="256135" y="256604"/>
                  <a:pt x="256135" y="237744"/>
                </a:cubicBezTo>
                <a:lnTo>
                  <a:pt x="256135" y="173747"/>
                </a:lnTo>
                <a:cubicBezTo>
                  <a:pt x="256135" y="154888"/>
                  <a:pt x="249574" y="138829"/>
                  <a:pt x="236452" y="125570"/>
                </a:cubicBezTo>
                <a:cubicBezTo>
                  <a:pt x="223331" y="112323"/>
                  <a:pt x="207363" y="105693"/>
                  <a:pt x="188561" y="105693"/>
                </a:cubicBezTo>
                <a:cubicBezTo>
                  <a:pt x="169747" y="105693"/>
                  <a:pt x="153802" y="112323"/>
                  <a:pt x="140703" y="125570"/>
                </a:cubicBezTo>
                <a:cubicBezTo>
                  <a:pt x="127627" y="138829"/>
                  <a:pt x="121089" y="154888"/>
                  <a:pt x="121089" y="173747"/>
                </a:cubicBezTo>
                <a:lnTo>
                  <a:pt x="121089" y="237744"/>
                </a:lnTo>
                <a:cubicBezTo>
                  <a:pt x="121089" y="256604"/>
                  <a:pt x="127650" y="272640"/>
                  <a:pt x="140783" y="285841"/>
                </a:cubicBezTo>
                <a:cubicBezTo>
                  <a:pt x="153905" y="299043"/>
                  <a:pt x="169861" y="305638"/>
                  <a:pt x="188675" y="305638"/>
                </a:cubicBezTo>
                <a:close/>
                <a:moveTo>
                  <a:pt x="169541" y="252054"/>
                </a:moveTo>
                <a:lnTo>
                  <a:pt x="207695" y="252054"/>
                </a:lnTo>
                <a:cubicBezTo>
                  <a:pt x="211146" y="252054"/>
                  <a:pt x="214072" y="250866"/>
                  <a:pt x="216450" y="248511"/>
                </a:cubicBezTo>
                <a:cubicBezTo>
                  <a:pt x="218839" y="246156"/>
                  <a:pt x="220028" y="243196"/>
                  <a:pt x="220028" y="239630"/>
                </a:cubicBezTo>
                <a:cubicBezTo>
                  <a:pt x="220028" y="236098"/>
                  <a:pt x="218850" y="233161"/>
                  <a:pt x="216496" y="230829"/>
                </a:cubicBezTo>
                <a:cubicBezTo>
                  <a:pt x="214130" y="228531"/>
                  <a:pt x="211204" y="227377"/>
                  <a:pt x="207695" y="227377"/>
                </a:cubicBezTo>
                <a:lnTo>
                  <a:pt x="169541" y="227377"/>
                </a:lnTo>
                <a:cubicBezTo>
                  <a:pt x="166078" y="227377"/>
                  <a:pt x="163163" y="228554"/>
                  <a:pt x="160774" y="230909"/>
                </a:cubicBezTo>
                <a:cubicBezTo>
                  <a:pt x="158397" y="233263"/>
                  <a:pt x="157197" y="236224"/>
                  <a:pt x="157197" y="239790"/>
                </a:cubicBezTo>
                <a:cubicBezTo>
                  <a:pt x="157197" y="243322"/>
                  <a:pt x="158386" y="246259"/>
                  <a:pt x="160740" y="248591"/>
                </a:cubicBezTo>
                <a:cubicBezTo>
                  <a:pt x="163095" y="250900"/>
                  <a:pt x="166032" y="252054"/>
                  <a:pt x="169541" y="252054"/>
                </a:cubicBezTo>
                <a:close/>
                <a:moveTo>
                  <a:pt x="169541" y="184080"/>
                </a:moveTo>
                <a:lnTo>
                  <a:pt x="207695" y="184080"/>
                </a:lnTo>
                <a:cubicBezTo>
                  <a:pt x="211146" y="184080"/>
                  <a:pt x="214072" y="182903"/>
                  <a:pt x="216450" y="180537"/>
                </a:cubicBezTo>
                <a:cubicBezTo>
                  <a:pt x="218839" y="178182"/>
                  <a:pt x="220028" y="175222"/>
                  <a:pt x="220028" y="171656"/>
                </a:cubicBezTo>
                <a:cubicBezTo>
                  <a:pt x="220028" y="168124"/>
                  <a:pt x="218850" y="165186"/>
                  <a:pt x="216496" y="162855"/>
                </a:cubicBezTo>
                <a:cubicBezTo>
                  <a:pt x="214130" y="160557"/>
                  <a:pt x="211204" y="159403"/>
                  <a:pt x="207695" y="159403"/>
                </a:cubicBezTo>
                <a:lnTo>
                  <a:pt x="169541" y="159403"/>
                </a:lnTo>
                <a:cubicBezTo>
                  <a:pt x="166078" y="159403"/>
                  <a:pt x="163163" y="160580"/>
                  <a:pt x="160774" y="162935"/>
                </a:cubicBezTo>
                <a:cubicBezTo>
                  <a:pt x="158397" y="165301"/>
                  <a:pt x="157197" y="168261"/>
                  <a:pt x="157197" y="171816"/>
                </a:cubicBezTo>
                <a:cubicBezTo>
                  <a:pt x="157197" y="175359"/>
                  <a:pt x="158386" y="178285"/>
                  <a:pt x="160740" y="180617"/>
                </a:cubicBezTo>
                <a:cubicBezTo>
                  <a:pt x="163095" y="182926"/>
                  <a:pt x="166032" y="184080"/>
                  <a:pt x="169541" y="184080"/>
                </a:cubicBezTo>
                <a:close/>
                <a:moveTo>
                  <a:pt x="188835" y="205809"/>
                </a:moveTo>
                <a:lnTo>
                  <a:pt x="188629" y="205809"/>
                </a:lnTo>
                <a:lnTo>
                  <a:pt x="188835" y="205809"/>
                </a:lnTo>
                <a:lnTo>
                  <a:pt x="188629" y="205809"/>
                </a:lnTo>
                <a:lnTo>
                  <a:pt x="188835" y="205809"/>
                </a:lnTo>
                <a:lnTo>
                  <a:pt x="188629" y="205809"/>
                </a:lnTo>
                <a:lnTo>
                  <a:pt x="188835" y="205809"/>
                </a:lnTo>
                <a:lnTo>
                  <a:pt x="188629" y="205809"/>
                </a:lnTo>
                <a:lnTo>
                  <a:pt x="188835" y="205809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9" name="圖說"/>
          <p:cNvSpPr/>
          <p:nvPr/>
        </p:nvSpPr>
        <p:spPr>
          <a:xfrm>
            <a:off x="11757355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問題追蹤</a:t>
            </a:r>
            <a:endParaRPr lang="en-US" sz="950" dirty="0"/>
          </a:p>
        </p:txBody>
      </p:sp>
      <p:sp>
        <p:nvSpPr>
          <p:cNvPr id="120" name="圖示 時間"/>
          <p:cNvSpPr/>
          <p:nvPr/>
        </p:nvSpPr>
        <p:spPr>
          <a:xfrm>
            <a:off x="12631722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202585" y="183291"/>
                </a:moveTo>
                <a:lnTo>
                  <a:pt x="202585" y="118106"/>
                </a:lnTo>
                <a:cubicBezTo>
                  <a:pt x="202585" y="114414"/>
                  <a:pt x="201362" y="111351"/>
                  <a:pt x="198928" y="108916"/>
                </a:cubicBezTo>
                <a:cubicBezTo>
                  <a:pt x="196493" y="106482"/>
                  <a:pt x="193441" y="105259"/>
                  <a:pt x="189772" y="105259"/>
                </a:cubicBezTo>
                <a:cubicBezTo>
                  <a:pt x="186103" y="105259"/>
                  <a:pt x="183051" y="106482"/>
                  <a:pt x="180617" y="108916"/>
                </a:cubicBezTo>
                <a:cubicBezTo>
                  <a:pt x="178182" y="111351"/>
                  <a:pt x="176971" y="114414"/>
                  <a:pt x="176971" y="118106"/>
                </a:cubicBezTo>
                <a:lnTo>
                  <a:pt x="176971" y="188401"/>
                </a:lnTo>
                <a:cubicBezTo>
                  <a:pt x="176971" y="190149"/>
                  <a:pt x="177256" y="191773"/>
                  <a:pt x="177828" y="193270"/>
                </a:cubicBezTo>
                <a:cubicBezTo>
                  <a:pt x="178411" y="194767"/>
                  <a:pt x="179280" y="196230"/>
                  <a:pt x="180457" y="197670"/>
                </a:cubicBezTo>
                <a:lnTo>
                  <a:pt x="235904" y="255072"/>
                </a:lnTo>
                <a:cubicBezTo>
                  <a:pt x="238544" y="257907"/>
                  <a:pt x="241756" y="259255"/>
                  <a:pt x="245528" y="259118"/>
                </a:cubicBezTo>
                <a:cubicBezTo>
                  <a:pt x="249300" y="258992"/>
                  <a:pt x="252500" y="257655"/>
                  <a:pt x="255118" y="255118"/>
                </a:cubicBezTo>
                <a:cubicBezTo>
                  <a:pt x="257735" y="252569"/>
                  <a:pt x="259038" y="249448"/>
                  <a:pt x="259038" y="245722"/>
                </a:cubicBezTo>
                <a:cubicBezTo>
                  <a:pt x="259038" y="242007"/>
                  <a:pt x="257735" y="238853"/>
                  <a:pt x="255118" y="236258"/>
                </a:cubicBezTo>
                <a:lnTo>
                  <a:pt x="202585" y="183291"/>
                </a:lnTo>
                <a:close/>
                <a:moveTo>
                  <a:pt x="188595" y="348112"/>
                </a:moveTo>
                <a:cubicBezTo>
                  <a:pt x="166718" y="348112"/>
                  <a:pt x="146098" y="343940"/>
                  <a:pt x="126713" y="335585"/>
                </a:cubicBezTo>
                <a:cubicBezTo>
                  <a:pt x="107328" y="327229"/>
                  <a:pt x="90400" y="315799"/>
                  <a:pt x="75907" y="301318"/>
                </a:cubicBezTo>
                <a:cubicBezTo>
                  <a:pt x="61425" y="286836"/>
                  <a:pt x="50006" y="269897"/>
                  <a:pt x="41651" y="250511"/>
                </a:cubicBezTo>
                <a:cubicBezTo>
                  <a:pt x="33296" y="231137"/>
                  <a:pt x="29112" y="210506"/>
                  <a:pt x="29112" y="188629"/>
                </a:cubicBezTo>
                <a:cubicBezTo>
                  <a:pt x="29112" y="166764"/>
                  <a:pt x="33307" y="146133"/>
                  <a:pt x="41685" y="126747"/>
                </a:cubicBezTo>
                <a:cubicBezTo>
                  <a:pt x="50075" y="107339"/>
                  <a:pt x="61493" y="90411"/>
                  <a:pt x="75952" y="75952"/>
                </a:cubicBezTo>
                <a:cubicBezTo>
                  <a:pt x="90411" y="61493"/>
                  <a:pt x="107339" y="50052"/>
                  <a:pt x="126747" y="41651"/>
                </a:cubicBezTo>
                <a:cubicBezTo>
                  <a:pt x="146133" y="33238"/>
                  <a:pt x="166764" y="29032"/>
                  <a:pt x="188629" y="29032"/>
                </a:cubicBezTo>
                <a:cubicBezTo>
                  <a:pt x="210506" y="29032"/>
                  <a:pt x="231137" y="33238"/>
                  <a:pt x="250523" y="41651"/>
                </a:cubicBezTo>
                <a:cubicBezTo>
                  <a:pt x="269897" y="50052"/>
                  <a:pt x="286836" y="61493"/>
                  <a:pt x="301318" y="75952"/>
                </a:cubicBezTo>
                <a:cubicBezTo>
                  <a:pt x="315777" y="90411"/>
                  <a:pt x="327218" y="107339"/>
                  <a:pt x="335619" y="126747"/>
                </a:cubicBezTo>
                <a:cubicBezTo>
                  <a:pt x="344032" y="146133"/>
                  <a:pt x="348238" y="166764"/>
                  <a:pt x="348238" y="188629"/>
                </a:cubicBezTo>
                <a:cubicBezTo>
                  <a:pt x="348238" y="210506"/>
                  <a:pt x="344020" y="231126"/>
                  <a:pt x="335585" y="250477"/>
                </a:cubicBezTo>
                <a:cubicBezTo>
                  <a:pt x="327172" y="269862"/>
                  <a:pt x="315742" y="286790"/>
                  <a:pt x="301283" y="301283"/>
                </a:cubicBezTo>
                <a:cubicBezTo>
                  <a:pt x="286824" y="315742"/>
                  <a:pt x="269897" y="327161"/>
                  <a:pt x="250523" y="335539"/>
                </a:cubicBezTo>
                <a:cubicBezTo>
                  <a:pt x="231137" y="343929"/>
                  <a:pt x="210506" y="348112"/>
                  <a:pt x="188629" y="348112"/>
                </a:cubicBezTo>
                <a:close/>
                <a:moveTo>
                  <a:pt x="188595" y="188595"/>
                </a:moveTo>
                <a:close/>
                <a:moveTo>
                  <a:pt x="188561" y="321354"/>
                </a:moveTo>
                <a:cubicBezTo>
                  <a:pt x="225022" y="321354"/>
                  <a:pt x="256272" y="308370"/>
                  <a:pt x="282298" y="282378"/>
                </a:cubicBezTo>
                <a:cubicBezTo>
                  <a:pt x="308336" y="256398"/>
                  <a:pt x="321354" y="225148"/>
                  <a:pt x="321354" y="188629"/>
                </a:cubicBezTo>
                <a:cubicBezTo>
                  <a:pt x="321354" y="152122"/>
                  <a:pt x="308336" y="120861"/>
                  <a:pt x="282298" y="94846"/>
                </a:cubicBezTo>
                <a:cubicBezTo>
                  <a:pt x="256272" y="68843"/>
                  <a:pt x="225034" y="55836"/>
                  <a:pt x="188595" y="55836"/>
                </a:cubicBezTo>
                <a:cubicBezTo>
                  <a:pt x="152110" y="55836"/>
                  <a:pt x="120861" y="68843"/>
                  <a:pt x="94846" y="94846"/>
                </a:cubicBezTo>
                <a:cubicBezTo>
                  <a:pt x="68843" y="120861"/>
                  <a:pt x="55836" y="152110"/>
                  <a:pt x="55836" y="188595"/>
                </a:cubicBezTo>
                <a:cubicBezTo>
                  <a:pt x="55836" y="225137"/>
                  <a:pt x="68843" y="256398"/>
                  <a:pt x="94846" y="282378"/>
                </a:cubicBezTo>
                <a:cubicBezTo>
                  <a:pt x="120861" y="308370"/>
                  <a:pt x="152076" y="321354"/>
                  <a:pt x="188515" y="321354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1" name="圖說"/>
          <p:cNvSpPr/>
          <p:nvPr/>
        </p:nvSpPr>
        <p:spPr>
          <a:xfrm>
            <a:off x="12450756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時間</a:t>
            </a:r>
            <a:endParaRPr lang="en-US" sz="950" dirty="0"/>
          </a:p>
        </p:txBody>
      </p:sp>
      <p:sp>
        <p:nvSpPr>
          <p:cNvPr id="122" name="圖示 計時"/>
          <p:cNvSpPr/>
          <p:nvPr/>
        </p:nvSpPr>
        <p:spPr>
          <a:xfrm>
            <a:off x="13325123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52133" y="39296"/>
                </a:moveTo>
                <a:cubicBezTo>
                  <a:pt x="148419" y="39296"/>
                  <a:pt x="145344" y="38073"/>
                  <a:pt x="142944" y="35639"/>
                </a:cubicBezTo>
                <a:cubicBezTo>
                  <a:pt x="140532" y="33204"/>
                  <a:pt x="139320" y="30118"/>
                  <a:pt x="139320" y="26403"/>
                </a:cubicBezTo>
                <a:cubicBezTo>
                  <a:pt x="139320" y="22689"/>
                  <a:pt x="140532" y="19614"/>
                  <a:pt x="142944" y="17214"/>
                </a:cubicBezTo>
                <a:cubicBezTo>
                  <a:pt x="145344" y="14802"/>
                  <a:pt x="148419" y="13590"/>
                  <a:pt x="152133" y="13590"/>
                </a:cubicBezTo>
                <a:lnTo>
                  <a:pt x="225091" y="13590"/>
                </a:lnTo>
                <a:cubicBezTo>
                  <a:pt x="228817" y="13590"/>
                  <a:pt x="231880" y="14802"/>
                  <a:pt x="234292" y="17214"/>
                </a:cubicBezTo>
                <a:cubicBezTo>
                  <a:pt x="236704" y="19614"/>
                  <a:pt x="237904" y="22689"/>
                  <a:pt x="237904" y="26403"/>
                </a:cubicBezTo>
                <a:cubicBezTo>
                  <a:pt x="237904" y="30118"/>
                  <a:pt x="236704" y="33204"/>
                  <a:pt x="234292" y="35639"/>
                </a:cubicBezTo>
                <a:cubicBezTo>
                  <a:pt x="231880" y="38073"/>
                  <a:pt x="228817" y="39296"/>
                  <a:pt x="225091" y="39296"/>
                </a:cubicBezTo>
                <a:lnTo>
                  <a:pt x="152133" y="39296"/>
                </a:lnTo>
                <a:close/>
                <a:moveTo>
                  <a:pt x="197750" y="213227"/>
                </a:moveTo>
                <a:cubicBezTo>
                  <a:pt x="200185" y="210792"/>
                  <a:pt x="201408" y="207740"/>
                  <a:pt x="201408" y="204071"/>
                </a:cubicBezTo>
                <a:lnTo>
                  <a:pt x="201408" y="139172"/>
                </a:lnTo>
                <a:cubicBezTo>
                  <a:pt x="201408" y="135503"/>
                  <a:pt x="200185" y="132451"/>
                  <a:pt x="197750" y="130016"/>
                </a:cubicBezTo>
                <a:cubicBezTo>
                  <a:pt x="195316" y="127582"/>
                  <a:pt x="192264" y="126359"/>
                  <a:pt x="188595" y="126359"/>
                </a:cubicBezTo>
                <a:cubicBezTo>
                  <a:pt x="184926" y="126359"/>
                  <a:pt x="181874" y="127582"/>
                  <a:pt x="179440" y="130016"/>
                </a:cubicBezTo>
                <a:cubicBezTo>
                  <a:pt x="177005" y="132451"/>
                  <a:pt x="175782" y="135503"/>
                  <a:pt x="175782" y="139172"/>
                </a:cubicBezTo>
                <a:lnTo>
                  <a:pt x="175782" y="204071"/>
                </a:lnTo>
                <a:cubicBezTo>
                  <a:pt x="175782" y="207740"/>
                  <a:pt x="177005" y="210792"/>
                  <a:pt x="179440" y="213227"/>
                </a:cubicBezTo>
                <a:cubicBezTo>
                  <a:pt x="181874" y="215661"/>
                  <a:pt x="184926" y="216884"/>
                  <a:pt x="188595" y="216884"/>
                </a:cubicBezTo>
                <a:cubicBezTo>
                  <a:pt x="192264" y="216884"/>
                  <a:pt x="195316" y="215661"/>
                  <a:pt x="197750" y="213227"/>
                </a:cubicBezTo>
                <a:close/>
                <a:moveTo>
                  <a:pt x="132759" y="338294"/>
                </a:moveTo>
                <a:cubicBezTo>
                  <a:pt x="115317" y="330693"/>
                  <a:pt x="100081" y="320394"/>
                  <a:pt x="87062" y="307376"/>
                </a:cubicBezTo>
                <a:cubicBezTo>
                  <a:pt x="74021" y="294357"/>
                  <a:pt x="63711" y="279121"/>
                  <a:pt x="56144" y="261678"/>
                </a:cubicBezTo>
                <a:cubicBezTo>
                  <a:pt x="48578" y="244259"/>
                  <a:pt x="44794" y="225662"/>
                  <a:pt x="44794" y="205889"/>
                </a:cubicBezTo>
                <a:cubicBezTo>
                  <a:pt x="44794" y="186103"/>
                  <a:pt x="48578" y="167495"/>
                  <a:pt x="56144" y="150053"/>
                </a:cubicBezTo>
                <a:cubicBezTo>
                  <a:pt x="63711" y="132611"/>
                  <a:pt x="74021" y="117363"/>
                  <a:pt x="87062" y="104322"/>
                </a:cubicBezTo>
                <a:cubicBezTo>
                  <a:pt x="100115" y="91246"/>
                  <a:pt x="115363" y="80924"/>
                  <a:pt x="132805" y="73358"/>
                </a:cubicBezTo>
                <a:cubicBezTo>
                  <a:pt x="150224" y="65791"/>
                  <a:pt x="168821" y="61996"/>
                  <a:pt x="188595" y="61996"/>
                </a:cubicBezTo>
                <a:cubicBezTo>
                  <a:pt x="206277" y="61996"/>
                  <a:pt x="222919" y="64945"/>
                  <a:pt x="238533" y="70843"/>
                </a:cubicBezTo>
                <a:cubicBezTo>
                  <a:pt x="254146" y="76730"/>
                  <a:pt x="267999" y="84948"/>
                  <a:pt x="280104" y="95475"/>
                </a:cubicBezTo>
                <a:lnTo>
                  <a:pt x="291968" y="83610"/>
                </a:lnTo>
                <a:cubicBezTo>
                  <a:pt x="294585" y="81016"/>
                  <a:pt x="297603" y="79724"/>
                  <a:pt x="301009" y="79724"/>
                </a:cubicBezTo>
                <a:cubicBezTo>
                  <a:pt x="304438" y="79724"/>
                  <a:pt x="307444" y="81039"/>
                  <a:pt x="310039" y="83690"/>
                </a:cubicBezTo>
                <a:cubicBezTo>
                  <a:pt x="312633" y="86331"/>
                  <a:pt x="313936" y="89371"/>
                  <a:pt x="313936" y="92800"/>
                </a:cubicBezTo>
                <a:cubicBezTo>
                  <a:pt x="313936" y="96241"/>
                  <a:pt x="312633" y="99247"/>
                  <a:pt x="310039" y="101841"/>
                </a:cubicBezTo>
                <a:lnTo>
                  <a:pt x="298254" y="113626"/>
                </a:lnTo>
                <a:cubicBezTo>
                  <a:pt x="307741" y="124233"/>
                  <a:pt x="315799" y="137069"/>
                  <a:pt x="322463" y="152133"/>
                </a:cubicBezTo>
                <a:cubicBezTo>
                  <a:pt x="329115" y="167198"/>
                  <a:pt x="332442" y="185120"/>
                  <a:pt x="332442" y="205923"/>
                </a:cubicBezTo>
                <a:cubicBezTo>
                  <a:pt x="332442" y="225697"/>
                  <a:pt x="328635" y="244305"/>
                  <a:pt x="321046" y="261758"/>
                </a:cubicBezTo>
                <a:cubicBezTo>
                  <a:pt x="313479" y="279201"/>
                  <a:pt x="303158" y="294425"/>
                  <a:pt x="290082" y="307444"/>
                </a:cubicBezTo>
                <a:cubicBezTo>
                  <a:pt x="277040" y="320463"/>
                  <a:pt x="261793" y="330761"/>
                  <a:pt x="244351" y="338328"/>
                </a:cubicBezTo>
                <a:cubicBezTo>
                  <a:pt x="226931" y="345906"/>
                  <a:pt x="208335" y="349689"/>
                  <a:pt x="188561" y="349689"/>
                </a:cubicBezTo>
                <a:cubicBezTo>
                  <a:pt x="168775" y="349689"/>
                  <a:pt x="150179" y="345883"/>
                  <a:pt x="132759" y="338294"/>
                </a:cubicBezTo>
                <a:close/>
                <a:moveTo>
                  <a:pt x="271543" y="288790"/>
                </a:moveTo>
                <a:cubicBezTo>
                  <a:pt x="294277" y="266102"/>
                  <a:pt x="305638" y="238476"/>
                  <a:pt x="305638" y="205923"/>
                </a:cubicBezTo>
                <a:cubicBezTo>
                  <a:pt x="305638" y="173359"/>
                  <a:pt x="294288" y="145721"/>
                  <a:pt x="271577" y="122975"/>
                </a:cubicBezTo>
                <a:cubicBezTo>
                  <a:pt x="248843" y="100241"/>
                  <a:pt x="221193" y="88880"/>
                  <a:pt x="188629" y="88880"/>
                </a:cubicBezTo>
                <a:cubicBezTo>
                  <a:pt x="156077" y="88880"/>
                  <a:pt x="128427" y="100241"/>
                  <a:pt x="105693" y="122975"/>
                </a:cubicBezTo>
                <a:cubicBezTo>
                  <a:pt x="82959" y="145687"/>
                  <a:pt x="71586" y="173336"/>
                  <a:pt x="71586" y="205923"/>
                </a:cubicBezTo>
                <a:cubicBezTo>
                  <a:pt x="71586" y="238476"/>
                  <a:pt x="82948" y="266113"/>
                  <a:pt x="105647" y="288825"/>
                </a:cubicBezTo>
                <a:cubicBezTo>
                  <a:pt x="128393" y="311536"/>
                  <a:pt x="156031" y="322886"/>
                  <a:pt x="188595" y="322886"/>
                </a:cubicBezTo>
                <a:cubicBezTo>
                  <a:pt x="221159" y="322886"/>
                  <a:pt x="248797" y="311548"/>
                  <a:pt x="271543" y="288870"/>
                </a:cubicBezTo>
                <a:close/>
                <a:moveTo>
                  <a:pt x="188595" y="206277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3" name="圖說"/>
          <p:cNvSpPr/>
          <p:nvPr/>
        </p:nvSpPr>
        <p:spPr>
          <a:xfrm>
            <a:off x="13144157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計時</a:t>
            </a:r>
            <a:endParaRPr lang="en-US" sz="950" dirty="0"/>
          </a:p>
        </p:txBody>
      </p:sp>
      <p:sp>
        <p:nvSpPr>
          <p:cNvPr id="124" name="圖示 等待"/>
          <p:cNvSpPr/>
          <p:nvPr/>
        </p:nvSpPr>
        <p:spPr>
          <a:xfrm>
            <a:off x="14018524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21844" y="321320"/>
                </a:moveTo>
                <a:lnTo>
                  <a:pt x="255312" y="321320"/>
                </a:lnTo>
                <a:lnTo>
                  <a:pt x="255312" y="272285"/>
                </a:lnTo>
                <a:cubicBezTo>
                  <a:pt x="255312" y="253689"/>
                  <a:pt x="248843" y="237973"/>
                  <a:pt x="235904" y="225137"/>
                </a:cubicBezTo>
                <a:cubicBezTo>
                  <a:pt x="222965" y="212324"/>
                  <a:pt x="207180" y="205923"/>
                  <a:pt x="188561" y="205923"/>
                </a:cubicBezTo>
                <a:cubicBezTo>
                  <a:pt x="169930" y="205923"/>
                  <a:pt x="154145" y="212324"/>
                  <a:pt x="141206" y="225137"/>
                </a:cubicBezTo>
                <a:cubicBezTo>
                  <a:pt x="128267" y="237950"/>
                  <a:pt x="121798" y="253655"/>
                  <a:pt x="121798" y="272285"/>
                </a:cubicBezTo>
                <a:lnTo>
                  <a:pt x="121798" y="321320"/>
                </a:lnTo>
                <a:close/>
                <a:moveTo>
                  <a:pt x="235904" y="151825"/>
                </a:moveTo>
                <a:cubicBezTo>
                  <a:pt x="248843" y="138874"/>
                  <a:pt x="255312" y="123101"/>
                  <a:pt x="255312" y="104470"/>
                </a:cubicBezTo>
                <a:lnTo>
                  <a:pt x="255312" y="55836"/>
                </a:lnTo>
                <a:lnTo>
                  <a:pt x="121844" y="55836"/>
                </a:lnTo>
                <a:lnTo>
                  <a:pt x="121844" y="104516"/>
                </a:lnTo>
                <a:cubicBezTo>
                  <a:pt x="121844" y="123113"/>
                  <a:pt x="128313" y="138897"/>
                  <a:pt x="141252" y="151859"/>
                </a:cubicBezTo>
                <a:cubicBezTo>
                  <a:pt x="154191" y="164798"/>
                  <a:pt x="169976" y="171267"/>
                  <a:pt x="188595" y="171267"/>
                </a:cubicBezTo>
                <a:cubicBezTo>
                  <a:pt x="207214" y="171267"/>
                  <a:pt x="222999" y="164798"/>
                  <a:pt x="235938" y="151859"/>
                </a:cubicBezTo>
                <a:close/>
                <a:moveTo>
                  <a:pt x="73906" y="348112"/>
                </a:moveTo>
                <a:cubicBezTo>
                  <a:pt x="70054" y="348112"/>
                  <a:pt x="66854" y="346843"/>
                  <a:pt x="64317" y="344306"/>
                </a:cubicBezTo>
                <a:cubicBezTo>
                  <a:pt x="61779" y="341768"/>
                  <a:pt x="60510" y="338568"/>
                  <a:pt x="60510" y="334716"/>
                </a:cubicBezTo>
                <a:cubicBezTo>
                  <a:pt x="60510" y="330864"/>
                  <a:pt x="61779" y="327675"/>
                  <a:pt x="64317" y="325126"/>
                </a:cubicBezTo>
                <a:cubicBezTo>
                  <a:pt x="66854" y="322589"/>
                  <a:pt x="70054" y="321320"/>
                  <a:pt x="73906" y="321320"/>
                </a:cubicBezTo>
                <a:lnTo>
                  <a:pt x="95086" y="321320"/>
                </a:lnTo>
                <a:lnTo>
                  <a:pt x="95086" y="272285"/>
                </a:lnTo>
                <a:cubicBezTo>
                  <a:pt x="95086" y="253872"/>
                  <a:pt x="100173" y="237104"/>
                  <a:pt x="110368" y="221993"/>
                </a:cubicBezTo>
                <a:cubicBezTo>
                  <a:pt x="120587" y="206849"/>
                  <a:pt x="134142" y="195716"/>
                  <a:pt x="151036" y="188595"/>
                </a:cubicBezTo>
                <a:cubicBezTo>
                  <a:pt x="134108" y="181211"/>
                  <a:pt x="120552" y="169941"/>
                  <a:pt x="110368" y="154808"/>
                </a:cubicBezTo>
                <a:cubicBezTo>
                  <a:pt x="100173" y="139663"/>
                  <a:pt x="95086" y="122907"/>
                  <a:pt x="95086" y="104516"/>
                </a:cubicBezTo>
                <a:lnTo>
                  <a:pt x="95086" y="55870"/>
                </a:lnTo>
                <a:lnTo>
                  <a:pt x="73906" y="55870"/>
                </a:lnTo>
                <a:cubicBezTo>
                  <a:pt x="70054" y="55870"/>
                  <a:pt x="66854" y="54601"/>
                  <a:pt x="64317" y="52064"/>
                </a:cubicBezTo>
                <a:cubicBezTo>
                  <a:pt x="61779" y="49515"/>
                  <a:pt x="60510" y="46326"/>
                  <a:pt x="60510" y="42474"/>
                </a:cubicBezTo>
                <a:cubicBezTo>
                  <a:pt x="60510" y="38622"/>
                  <a:pt x="61779" y="35410"/>
                  <a:pt x="64317" y="32850"/>
                </a:cubicBezTo>
                <a:cubicBezTo>
                  <a:pt x="66854" y="30278"/>
                  <a:pt x="70054" y="28998"/>
                  <a:pt x="73906" y="28998"/>
                </a:cubicBezTo>
                <a:lnTo>
                  <a:pt x="303284" y="28998"/>
                </a:lnTo>
                <a:cubicBezTo>
                  <a:pt x="307136" y="28998"/>
                  <a:pt x="310347" y="30278"/>
                  <a:pt x="312908" y="32850"/>
                </a:cubicBezTo>
                <a:cubicBezTo>
                  <a:pt x="315479" y="35410"/>
                  <a:pt x="316760" y="38622"/>
                  <a:pt x="316760" y="42474"/>
                </a:cubicBezTo>
                <a:cubicBezTo>
                  <a:pt x="316760" y="46326"/>
                  <a:pt x="315479" y="49515"/>
                  <a:pt x="312908" y="52064"/>
                </a:cubicBezTo>
                <a:cubicBezTo>
                  <a:pt x="310347" y="54601"/>
                  <a:pt x="307136" y="55870"/>
                  <a:pt x="303284" y="55870"/>
                </a:cubicBezTo>
                <a:lnTo>
                  <a:pt x="282184" y="55870"/>
                </a:lnTo>
                <a:lnTo>
                  <a:pt x="282184" y="104516"/>
                </a:lnTo>
                <a:cubicBezTo>
                  <a:pt x="282184" y="122930"/>
                  <a:pt x="277086" y="139686"/>
                  <a:pt x="266902" y="154808"/>
                </a:cubicBezTo>
                <a:cubicBezTo>
                  <a:pt x="256706" y="169941"/>
                  <a:pt x="243162" y="181211"/>
                  <a:pt x="226234" y="188595"/>
                </a:cubicBezTo>
                <a:cubicBezTo>
                  <a:pt x="243162" y="195716"/>
                  <a:pt x="256706" y="206849"/>
                  <a:pt x="266902" y="221993"/>
                </a:cubicBezTo>
                <a:cubicBezTo>
                  <a:pt x="277086" y="237127"/>
                  <a:pt x="282184" y="253895"/>
                  <a:pt x="282184" y="272285"/>
                </a:cubicBezTo>
                <a:lnTo>
                  <a:pt x="282184" y="321320"/>
                </a:lnTo>
                <a:lnTo>
                  <a:pt x="303284" y="321320"/>
                </a:lnTo>
                <a:cubicBezTo>
                  <a:pt x="307136" y="321320"/>
                  <a:pt x="310347" y="322589"/>
                  <a:pt x="312908" y="325126"/>
                </a:cubicBezTo>
                <a:cubicBezTo>
                  <a:pt x="315479" y="327675"/>
                  <a:pt x="316760" y="330864"/>
                  <a:pt x="316760" y="334716"/>
                </a:cubicBezTo>
                <a:cubicBezTo>
                  <a:pt x="316760" y="338568"/>
                  <a:pt x="315479" y="341768"/>
                  <a:pt x="312908" y="344306"/>
                </a:cubicBezTo>
                <a:cubicBezTo>
                  <a:pt x="310347" y="346843"/>
                  <a:pt x="307136" y="348112"/>
                  <a:pt x="303284" y="348112"/>
                </a:cubicBezTo>
                <a:lnTo>
                  <a:pt x="73906" y="348112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5" name="圖說"/>
          <p:cNvSpPr/>
          <p:nvPr/>
        </p:nvSpPr>
        <p:spPr>
          <a:xfrm>
            <a:off x="13837558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等待</a:t>
            </a:r>
            <a:endParaRPr lang="en-US" sz="950" dirty="0"/>
          </a:p>
        </p:txBody>
      </p:sp>
      <p:sp>
        <p:nvSpPr>
          <p:cNvPr id="126" name="圖示 行事曆"/>
          <p:cNvSpPr/>
          <p:nvPr/>
        </p:nvSpPr>
        <p:spPr>
          <a:xfrm>
            <a:off x="843905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71586" y="348112"/>
                </a:moveTo>
                <a:cubicBezTo>
                  <a:pt x="64362" y="348112"/>
                  <a:pt x="58087" y="345460"/>
                  <a:pt x="52772" y="340134"/>
                </a:cubicBezTo>
                <a:cubicBezTo>
                  <a:pt x="47446" y="334819"/>
                  <a:pt x="44794" y="328544"/>
                  <a:pt x="44794" y="321320"/>
                </a:cubicBezTo>
                <a:lnTo>
                  <a:pt x="44794" y="79404"/>
                </a:lnTo>
                <a:cubicBezTo>
                  <a:pt x="44794" y="72146"/>
                  <a:pt x="47446" y="65860"/>
                  <a:pt x="52772" y="60545"/>
                </a:cubicBezTo>
                <a:cubicBezTo>
                  <a:pt x="58087" y="55230"/>
                  <a:pt x="64362" y="52567"/>
                  <a:pt x="71586" y="52567"/>
                </a:cubicBezTo>
                <a:lnTo>
                  <a:pt x="96263" y="52567"/>
                </a:lnTo>
                <a:lnTo>
                  <a:pt x="96263" y="42394"/>
                </a:lnTo>
                <a:cubicBezTo>
                  <a:pt x="96263" y="38645"/>
                  <a:pt x="97544" y="35467"/>
                  <a:pt x="100115" y="32850"/>
                </a:cubicBezTo>
                <a:cubicBezTo>
                  <a:pt x="102676" y="30255"/>
                  <a:pt x="105888" y="28952"/>
                  <a:pt x="109739" y="28952"/>
                </a:cubicBezTo>
                <a:cubicBezTo>
                  <a:pt x="113591" y="28952"/>
                  <a:pt x="116837" y="30255"/>
                  <a:pt x="119478" y="32850"/>
                </a:cubicBezTo>
                <a:cubicBezTo>
                  <a:pt x="122130" y="35444"/>
                  <a:pt x="123455" y="38622"/>
                  <a:pt x="123455" y="42394"/>
                </a:cubicBezTo>
                <a:lnTo>
                  <a:pt x="123455" y="52567"/>
                </a:lnTo>
                <a:lnTo>
                  <a:pt x="253860" y="52567"/>
                </a:lnTo>
                <a:lnTo>
                  <a:pt x="253860" y="42394"/>
                </a:lnTo>
                <a:cubicBezTo>
                  <a:pt x="253860" y="38645"/>
                  <a:pt x="255140" y="35467"/>
                  <a:pt x="257712" y="32850"/>
                </a:cubicBezTo>
                <a:cubicBezTo>
                  <a:pt x="260273" y="30255"/>
                  <a:pt x="263473" y="28952"/>
                  <a:pt x="267291" y="28952"/>
                </a:cubicBezTo>
                <a:cubicBezTo>
                  <a:pt x="271120" y="28952"/>
                  <a:pt x="274366" y="30255"/>
                  <a:pt x="277040" y="32850"/>
                </a:cubicBezTo>
                <a:cubicBezTo>
                  <a:pt x="279681" y="35444"/>
                  <a:pt x="281007" y="38622"/>
                  <a:pt x="281007" y="42394"/>
                </a:cubicBezTo>
                <a:lnTo>
                  <a:pt x="281007" y="52567"/>
                </a:lnTo>
                <a:lnTo>
                  <a:pt x="305718" y="52567"/>
                </a:lnTo>
                <a:cubicBezTo>
                  <a:pt x="312976" y="52567"/>
                  <a:pt x="319263" y="55230"/>
                  <a:pt x="324578" y="60545"/>
                </a:cubicBezTo>
                <a:cubicBezTo>
                  <a:pt x="329893" y="65860"/>
                  <a:pt x="332556" y="72146"/>
                  <a:pt x="332556" y="79404"/>
                </a:cubicBezTo>
                <a:lnTo>
                  <a:pt x="332556" y="321320"/>
                </a:lnTo>
                <a:cubicBezTo>
                  <a:pt x="332556" y="328544"/>
                  <a:pt x="329893" y="334819"/>
                  <a:pt x="324578" y="340134"/>
                </a:cubicBezTo>
                <a:cubicBezTo>
                  <a:pt x="319263" y="345460"/>
                  <a:pt x="312976" y="348112"/>
                  <a:pt x="305718" y="348112"/>
                </a:cubicBezTo>
                <a:lnTo>
                  <a:pt x="71666" y="348112"/>
                </a:lnTo>
                <a:close/>
                <a:moveTo>
                  <a:pt x="71586" y="321354"/>
                </a:moveTo>
                <a:lnTo>
                  <a:pt x="305638" y="321354"/>
                </a:lnTo>
                <a:lnTo>
                  <a:pt x="305638" y="153231"/>
                </a:lnTo>
                <a:lnTo>
                  <a:pt x="71586" y="153231"/>
                </a:lnTo>
                <a:lnTo>
                  <a:pt x="71586" y="321354"/>
                </a:lnTo>
                <a:close/>
                <a:moveTo>
                  <a:pt x="71586" y="129662"/>
                </a:moveTo>
                <a:lnTo>
                  <a:pt x="305638" y="129662"/>
                </a:lnTo>
                <a:lnTo>
                  <a:pt x="305638" y="79450"/>
                </a:lnTo>
                <a:lnTo>
                  <a:pt x="71586" y="79450"/>
                </a:lnTo>
                <a:lnTo>
                  <a:pt x="71586" y="129662"/>
                </a:lnTo>
                <a:close/>
                <a:moveTo>
                  <a:pt x="71586" y="129662"/>
                </a:moveTo>
                <a:lnTo>
                  <a:pt x="71586" y="79450"/>
                </a:lnTo>
                <a:lnTo>
                  <a:pt x="71586" y="129662"/>
                </a:lnTo>
                <a:close/>
                <a:moveTo>
                  <a:pt x="188629" y="220576"/>
                </a:moveTo>
                <a:cubicBezTo>
                  <a:pt x="184023" y="220576"/>
                  <a:pt x="180160" y="219022"/>
                  <a:pt x="177039" y="215901"/>
                </a:cubicBezTo>
                <a:cubicBezTo>
                  <a:pt x="173930" y="212781"/>
                  <a:pt x="172364" y="208929"/>
                  <a:pt x="172364" y="204346"/>
                </a:cubicBezTo>
                <a:cubicBezTo>
                  <a:pt x="172364" y="199762"/>
                  <a:pt x="173930" y="195899"/>
                  <a:pt x="177039" y="192756"/>
                </a:cubicBezTo>
                <a:cubicBezTo>
                  <a:pt x="180160" y="189612"/>
                  <a:pt x="184023" y="188046"/>
                  <a:pt x="188629" y="188046"/>
                </a:cubicBezTo>
                <a:cubicBezTo>
                  <a:pt x="193247" y="188046"/>
                  <a:pt x="197110" y="189601"/>
                  <a:pt x="200231" y="192721"/>
                </a:cubicBezTo>
                <a:cubicBezTo>
                  <a:pt x="203340" y="195842"/>
                  <a:pt x="204906" y="199694"/>
                  <a:pt x="204906" y="204277"/>
                </a:cubicBezTo>
                <a:cubicBezTo>
                  <a:pt x="204906" y="208860"/>
                  <a:pt x="203340" y="212724"/>
                  <a:pt x="200231" y="215867"/>
                </a:cubicBezTo>
                <a:cubicBezTo>
                  <a:pt x="197110" y="219010"/>
                  <a:pt x="193247" y="220576"/>
                  <a:pt x="188629" y="220576"/>
                </a:cubicBezTo>
                <a:close/>
                <a:moveTo>
                  <a:pt x="114174" y="215901"/>
                </a:moveTo>
                <a:cubicBezTo>
                  <a:pt x="111031" y="212781"/>
                  <a:pt x="109465" y="208929"/>
                  <a:pt x="109465" y="204346"/>
                </a:cubicBezTo>
                <a:cubicBezTo>
                  <a:pt x="109465" y="199762"/>
                  <a:pt x="111020" y="195899"/>
                  <a:pt x="114140" y="192756"/>
                </a:cubicBezTo>
                <a:cubicBezTo>
                  <a:pt x="117260" y="189612"/>
                  <a:pt x="121112" y="188046"/>
                  <a:pt x="125696" y="188046"/>
                </a:cubicBezTo>
                <a:cubicBezTo>
                  <a:pt x="130279" y="188046"/>
                  <a:pt x="134142" y="189601"/>
                  <a:pt x="137286" y="192721"/>
                </a:cubicBezTo>
                <a:cubicBezTo>
                  <a:pt x="140429" y="195842"/>
                  <a:pt x="141995" y="199694"/>
                  <a:pt x="141995" y="204277"/>
                </a:cubicBezTo>
                <a:cubicBezTo>
                  <a:pt x="141995" y="208860"/>
                  <a:pt x="140440" y="212724"/>
                  <a:pt x="137320" y="215867"/>
                </a:cubicBezTo>
                <a:cubicBezTo>
                  <a:pt x="134200" y="219010"/>
                  <a:pt x="130348" y="220576"/>
                  <a:pt x="125764" y="220576"/>
                </a:cubicBezTo>
                <a:cubicBezTo>
                  <a:pt x="121181" y="220576"/>
                  <a:pt x="117318" y="219022"/>
                  <a:pt x="114174" y="215901"/>
                </a:cubicBezTo>
                <a:close/>
                <a:moveTo>
                  <a:pt x="251494" y="220576"/>
                </a:moveTo>
                <a:cubicBezTo>
                  <a:pt x="246968" y="220576"/>
                  <a:pt x="243116" y="219022"/>
                  <a:pt x="239950" y="215901"/>
                </a:cubicBezTo>
                <a:cubicBezTo>
                  <a:pt x="236784" y="212781"/>
                  <a:pt x="235195" y="208929"/>
                  <a:pt x="235195" y="204346"/>
                </a:cubicBezTo>
                <a:cubicBezTo>
                  <a:pt x="235195" y="199762"/>
                  <a:pt x="236784" y="195899"/>
                  <a:pt x="239950" y="192756"/>
                </a:cubicBezTo>
                <a:cubicBezTo>
                  <a:pt x="243116" y="189612"/>
                  <a:pt x="246968" y="188046"/>
                  <a:pt x="251494" y="188046"/>
                </a:cubicBezTo>
                <a:cubicBezTo>
                  <a:pt x="256055" y="188046"/>
                  <a:pt x="259907" y="189601"/>
                  <a:pt x="263050" y="192721"/>
                </a:cubicBezTo>
                <a:cubicBezTo>
                  <a:pt x="266193" y="195842"/>
                  <a:pt x="267771" y="199694"/>
                  <a:pt x="267771" y="204277"/>
                </a:cubicBezTo>
                <a:cubicBezTo>
                  <a:pt x="267771" y="208860"/>
                  <a:pt x="266205" y="212724"/>
                  <a:pt x="263096" y="215867"/>
                </a:cubicBezTo>
                <a:cubicBezTo>
                  <a:pt x="259975" y="219010"/>
                  <a:pt x="256112" y="220576"/>
                  <a:pt x="251494" y="220576"/>
                </a:cubicBezTo>
                <a:close/>
                <a:moveTo>
                  <a:pt x="188629" y="283441"/>
                </a:moveTo>
                <a:cubicBezTo>
                  <a:pt x="184023" y="283441"/>
                  <a:pt x="180160" y="281852"/>
                  <a:pt x="177039" y="278686"/>
                </a:cubicBezTo>
                <a:cubicBezTo>
                  <a:pt x="173930" y="275520"/>
                  <a:pt x="172364" y="271668"/>
                  <a:pt x="172364" y="267142"/>
                </a:cubicBezTo>
                <a:cubicBezTo>
                  <a:pt x="172364" y="262581"/>
                  <a:pt x="173930" y="258729"/>
                  <a:pt x="177039" y="255586"/>
                </a:cubicBezTo>
                <a:cubicBezTo>
                  <a:pt x="180160" y="252443"/>
                  <a:pt x="184023" y="250866"/>
                  <a:pt x="188629" y="250866"/>
                </a:cubicBezTo>
                <a:cubicBezTo>
                  <a:pt x="193247" y="250866"/>
                  <a:pt x="197110" y="252432"/>
                  <a:pt x="200219" y="255552"/>
                </a:cubicBezTo>
                <a:cubicBezTo>
                  <a:pt x="203340" y="258661"/>
                  <a:pt x="204906" y="262524"/>
                  <a:pt x="204906" y="267142"/>
                </a:cubicBezTo>
                <a:cubicBezTo>
                  <a:pt x="204906" y="271668"/>
                  <a:pt x="203340" y="275520"/>
                  <a:pt x="200219" y="278686"/>
                </a:cubicBezTo>
                <a:cubicBezTo>
                  <a:pt x="197110" y="281852"/>
                  <a:pt x="193247" y="283441"/>
                  <a:pt x="188629" y="283441"/>
                </a:cubicBezTo>
                <a:close/>
                <a:moveTo>
                  <a:pt x="114174" y="278686"/>
                </a:moveTo>
                <a:cubicBezTo>
                  <a:pt x="111031" y="275520"/>
                  <a:pt x="109465" y="271668"/>
                  <a:pt x="109465" y="267142"/>
                </a:cubicBezTo>
                <a:cubicBezTo>
                  <a:pt x="109465" y="262581"/>
                  <a:pt x="111020" y="258729"/>
                  <a:pt x="114140" y="255586"/>
                </a:cubicBezTo>
                <a:cubicBezTo>
                  <a:pt x="117260" y="252443"/>
                  <a:pt x="121112" y="250866"/>
                  <a:pt x="125696" y="250866"/>
                </a:cubicBezTo>
                <a:cubicBezTo>
                  <a:pt x="130279" y="250866"/>
                  <a:pt x="134142" y="252432"/>
                  <a:pt x="137286" y="255552"/>
                </a:cubicBezTo>
                <a:cubicBezTo>
                  <a:pt x="140429" y="258661"/>
                  <a:pt x="141995" y="262524"/>
                  <a:pt x="141995" y="267142"/>
                </a:cubicBezTo>
                <a:cubicBezTo>
                  <a:pt x="141995" y="271668"/>
                  <a:pt x="140440" y="275520"/>
                  <a:pt x="137320" y="278686"/>
                </a:cubicBezTo>
                <a:cubicBezTo>
                  <a:pt x="134200" y="281852"/>
                  <a:pt x="130348" y="283441"/>
                  <a:pt x="125764" y="283441"/>
                </a:cubicBezTo>
                <a:cubicBezTo>
                  <a:pt x="121181" y="283441"/>
                  <a:pt x="117318" y="281852"/>
                  <a:pt x="114174" y="278686"/>
                </a:cubicBezTo>
                <a:close/>
                <a:moveTo>
                  <a:pt x="251494" y="283441"/>
                </a:moveTo>
                <a:cubicBezTo>
                  <a:pt x="246968" y="283441"/>
                  <a:pt x="243116" y="281852"/>
                  <a:pt x="239950" y="278686"/>
                </a:cubicBezTo>
                <a:cubicBezTo>
                  <a:pt x="236784" y="275520"/>
                  <a:pt x="235195" y="271668"/>
                  <a:pt x="235195" y="267142"/>
                </a:cubicBezTo>
                <a:cubicBezTo>
                  <a:pt x="235195" y="262581"/>
                  <a:pt x="236784" y="258729"/>
                  <a:pt x="239950" y="255586"/>
                </a:cubicBezTo>
                <a:cubicBezTo>
                  <a:pt x="243116" y="252443"/>
                  <a:pt x="246968" y="250866"/>
                  <a:pt x="251494" y="250866"/>
                </a:cubicBezTo>
                <a:cubicBezTo>
                  <a:pt x="256055" y="250866"/>
                  <a:pt x="259907" y="252432"/>
                  <a:pt x="263050" y="255552"/>
                </a:cubicBezTo>
                <a:cubicBezTo>
                  <a:pt x="266193" y="258661"/>
                  <a:pt x="267771" y="262524"/>
                  <a:pt x="267771" y="267142"/>
                </a:cubicBezTo>
                <a:cubicBezTo>
                  <a:pt x="267771" y="271668"/>
                  <a:pt x="266205" y="275520"/>
                  <a:pt x="263096" y="278686"/>
                </a:cubicBezTo>
                <a:cubicBezTo>
                  <a:pt x="259975" y="281852"/>
                  <a:pt x="256112" y="283441"/>
                  <a:pt x="251494" y="283441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7" name="圖說"/>
          <p:cNvSpPr/>
          <p:nvPr/>
        </p:nvSpPr>
        <p:spPr>
          <a:xfrm>
            <a:off x="662940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行事曆</a:t>
            </a:r>
            <a:endParaRPr lang="en-US" sz="950" dirty="0"/>
          </a:p>
        </p:txBody>
      </p:sp>
      <p:sp>
        <p:nvSpPr>
          <p:cNvPr id="128" name="圖示 事件"/>
          <p:cNvSpPr/>
          <p:nvPr/>
        </p:nvSpPr>
        <p:spPr>
          <a:xfrm>
            <a:off x="1537306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207455" y="279669"/>
                </a:moveTo>
                <a:cubicBezTo>
                  <a:pt x="200116" y="272285"/>
                  <a:pt x="196459" y="263244"/>
                  <a:pt x="196459" y="252557"/>
                </a:cubicBezTo>
                <a:cubicBezTo>
                  <a:pt x="196459" y="241870"/>
                  <a:pt x="200151" y="232863"/>
                  <a:pt x="207535" y="225525"/>
                </a:cubicBezTo>
                <a:cubicBezTo>
                  <a:pt x="214918" y="218199"/>
                  <a:pt x="223959" y="214530"/>
                  <a:pt x="234646" y="214530"/>
                </a:cubicBezTo>
                <a:cubicBezTo>
                  <a:pt x="245334" y="214530"/>
                  <a:pt x="254340" y="218222"/>
                  <a:pt x="261678" y="225605"/>
                </a:cubicBezTo>
                <a:cubicBezTo>
                  <a:pt x="269005" y="232989"/>
                  <a:pt x="272674" y="242030"/>
                  <a:pt x="272674" y="252717"/>
                </a:cubicBezTo>
                <a:cubicBezTo>
                  <a:pt x="272674" y="263404"/>
                  <a:pt x="268982" y="272411"/>
                  <a:pt x="261598" y="279749"/>
                </a:cubicBezTo>
                <a:cubicBezTo>
                  <a:pt x="254215" y="287087"/>
                  <a:pt x="245174" y="290756"/>
                  <a:pt x="234486" y="290756"/>
                </a:cubicBezTo>
                <a:cubicBezTo>
                  <a:pt x="223799" y="290756"/>
                  <a:pt x="214793" y="287053"/>
                  <a:pt x="207455" y="279669"/>
                </a:cubicBezTo>
                <a:close/>
                <a:moveTo>
                  <a:pt x="71586" y="348112"/>
                </a:moveTo>
                <a:cubicBezTo>
                  <a:pt x="64362" y="348112"/>
                  <a:pt x="58087" y="345460"/>
                  <a:pt x="52772" y="340134"/>
                </a:cubicBezTo>
                <a:cubicBezTo>
                  <a:pt x="47446" y="334819"/>
                  <a:pt x="44794" y="328544"/>
                  <a:pt x="44794" y="321320"/>
                </a:cubicBezTo>
                <a:lnTo>
                  <a:pt x="44794" y="79404"/>
                </a:lnTo>
                <a:cubicBezTo>
                  <a:pt x="44794" y="72146"/>
                  <a:pt x="47446" y="65860"/>
                  <a:pt x="52772" y="60545"/>
                </a:cubicBezTo>
                <a:cubicBezTo>
                  <a:pt x="58087" y="55230"/>
                  <a:pt x="64362" y="52567"/>
                  <a:pt x="71586" y="52567"/>
                </a:cubicBezTo>
                <a:lnTo>
                  <a:pt x="96263" y="52567"/>
                </a:lnTo>
                <a:lnTo>
                  <a:pt x="96263" y="42394"/>
                </a:lnTo>
                <a:cubicBezTo>
                  <a:pt x="96263" y="38645"/>
                  <a:pt x="97544" y="35467"/>
                  <a:pt x="100115" y="32850"/>
                </a:cubicBezTo>
                <a:cubicBezTo>
                  <a:pt x="102676" y="30255"/>
                  <a:pt x="105888" y="28952"/>
                  <a:pt x="109739" y="28952"/>
                </a:cubicBezTo>
                <a:cubicBezTo>
                  <a:pt x="113591" y="28952"/>
                  <a:pt x="116837" y="30255"/>
                  <a:pt x="119478" y="32850"/>
                </a:cubicBezTo>
                <a:cubicBezTo>
                  <a:pt x="122130" y="35444"/>
                  <a:pt x="123455" y="38622"/>
                  <a:pt x="123455" y="42394"/>
                </a:cubicBezTo>
                <a:lnTo>
                  <a:pt x="123455" y="52567"/>
                </a:lnTo>
                <a:lnTo>
                  <a:pt x="253860" y="52567"/>
                </a:lnTo>
                <a:lnTo>
                  <a:pt x="253860" y="42394"/>
                </a:lnTo>
                <a:cubicBezTo>
                  <a:pt x="253860" y="38645"/>
                  <a:pt x="255140" y="35467"/>
                  <a:pt x="257712" y="32850"/>
                </a:cubicBezTo>
                <a:cubicBezTo>
                  <a:pt x="260273" y="30255"/>
                  <a:pt x="263473" y="28952"/>
                  <a:pt x="267291" y="28952"/>
                </a:cubicBezTo>
                <a:cubicBezTo>
                  <a:pt x="271120" y="28952"/>
                  <a:pt x="274366" y="30255"/>
                  <a:pt x="277040" y="32850"/>
                </a:cubicBezTo>
                <a:cubicBezTo>
                  <a:pt x="279681" y="35444"/>
                  <a:pt x="281007" y="38622"/>
                  <a:pt x="281007" y="42394"/>
                </a:cubicBezTo>
                <a:lnTo>
                  <a:pt x="281007" y="52567"/>
                </a:lnTo>
                <a:lnTo>
                  <a:pt x="305718" y="52567"/>
                </a:lnTo>
                <a:cubicBezTo>
                  <a:pt x="312976" y="52567"/>
                  <a:pt x="319263" y="55230"/>
                  <a:pt x="324578" y="60545"/>
                </a:cubicBezTo>
                <a:cubicBezTo>
                  <a:pt x="329893" y="65860"/>
                  <a:pt x="332556" y="72146"/>
                  <a:pt x="332556" y="79404"/>
                </a:cubicBezTo>
                <a:lnTo>
                  <a:pt x="332556" y="321320"/>
                </a:lnTo>
                <a:cubicBezTo>
                  <a:pt x="332556" y="328544"/>
                  <a:pt x="329893" y="334819"/>
                  <a:pt x="324578" y="340134"/>
                </a:cubicBezTo>
                <a:cubicBezTo>
                  <a:pt x="319263" y="345460"/>
                  <a:pt x="312976" y="348112"/>
                  <a:pt x="305718" y="348112"/>
                </a:cubicBezTo>
                <a:lnTo>
                  <a:pt x="71666" y="348112"/>
                </a:lnTo>
                <a:close/>
                <a:moveTo>
                  <a:pt x="71586" y="321354"/>
                </a:moveTo>
                <a:lnTo>
                  <a:pt x="305638" y="321354"/>
                </a:lnTo>
                <a:lnTo>
                  <a:pt x="305638" y="153231"/>
                </a:lnTo>
                <a:lnTo>
                  <a:pt x="71586" y="153231"/>
                </a:lnTo>
                <a:lnTo>
                  <a:pt x="71586" y="321354"/>
                </a:lnTo>
                <a:close/>
                <a:moveTo>
                  <a:pt x="71586" y="129662"/>
                </a:moveTo>
                <a:lnTo>
                  <a:pt x="305638" y="129662"/>
                </a:lnTo>
                <a:lnTo>
                  <a:pt x="305638" y="79450"/>
                </a:lnTo>
                <a:lnTo>
                  <a:pt x="71586" y="79450"/>
                </a:lnTo>
                <a:lnTo>
                  <a:pt x="71586" y="129662"/>
                </a:lnTo>
                <a:close/>
                <a:moveTo>
                  <a:pt x="71586" y="129662"/>
                </a:moveTo>
                <a:lnTo>
                  <a:pt x="71586" y="79450"/>
                </a:lnTo>
                <a:lnTo>
                  <a:pt x="71586" y="129662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9" name="圖說"/>
          <p:cNvSpPr/>
          <p:nvPr/>
        </p:nvSpPr>
        <p:spPr>
          <a:xfrm>
            <a:off x="1356341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事件</a:t>
            </a:r>
            <a:endParaRPr lang="en-US" sz="950" dirty="0"/>
          </a:p>
        </p:txBody>
      </p:sp>
      <p:sp>
        <p:nvSpPr>
          <p:cNvPr id="130" name="圖示 已排程"/>
          <p:cNvSpPr/>
          <p:nvPr/>
        </p:nvSpPr>
        <p:spPr>
          <a:xfrm>
            <a:off x="2230707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70124" y="253666"/>
                </a:moveTo>
                <a:lnTo>
                  <a:pt x="233892" y="189887"/>
                </a:lnTo>
                <a:cubicBezTo>
                  <a:pt x="236384" y="187406"/>
                  <a:pt x="239264" y="186229"/>
                  <a:pt x="242545" y="186355"/>
                </a:cubicBezTo>
                <a:cubicBezTo>
                  <a:pt x="245814" y="186492"/>
                  <a:pt x="248671" y="187795"/>
                  <a:pt x="251106" y="190287"/>
                </a:cubicBezTo>
                <a:cubicBezTo>
                  <a:pt x="253540" y="192778"/>
                  <a:pt x="254763" y="195670"/>
                  <a:pt x="254763" y="198973"/>
                </a:cubicBezTo>
                <a:cubicBezTo>
                  <a:pt x="254763" y="202265"/>
                  <a:pt x="253552" y="205088"/>
                  <a:pt x="251140" y="207420"/>
                </a:cubicBezTo>
                <a:lnTo>
                  <a:pt x="179520" y="278961"/>
                </a:lnTo>
                <a:cubicBezTo>
                  <a:pt x="176845" y="281635"/>
                  <a:pt x="173713" y="282973"/>
                  <a:pt x="170124" y="282973"/>
                </a:cubicBezTo>
                <a:cubicBezTo>
                  <a:pt x="166535" y="282973"/>
                  <a:pt x="163415" y="281635"/>
                  <a:pt x="160740" y="278961"/>
                </a:cubicBezTo>
                <a:lnTo>
                  <a:pt x="123764" y="242385"/>
                </a:lnTo>
                <a:cubicBezTo>
                  <a:pt x="121272" y="240053"/>
                  <a:pt x="120038" y="237218"/>
                  <a:pt x="120038" y="233892"/>
                </a:cubicBezTo>
                <a:cubicBezTo>
                  <a:pt x="120038" y="230600"/>
                  <a:pt x="121249" y="227697"/>
                  <a:pt x="123684" y="225217"/>
                </a:cubicBezTo>
                <a:cubicBezTo>
                  <a:pt x="126119" y="222725"/>
                  <a:pt x="128976" y="221548"/>
                  <a:pt x="132257" y="221673"/>
                </a:cubicBezTo>
                <a:cubicBezTo>
                  <a:pt x="135526" y="221811"/>
                  <a:pt x="138406" y="222988"/>
                  <a:pt x="140898" y="225217"/>
                </a:cubicBezTo>
                <a:lnTo>
                  <a:pt x="170124" y="253666"/>
                </a:lnTo>
                <a:close/>
                <a:moveTo>
                  <a:pt x="71586" y="348112"/>
                </a:moveTo>
                <a:cubicBezTo>
                  <a:pt x="64362" y="348112"/>
                  <a:pt x="58087" y="345460"/>
                  <a:pt x="52772" y="340134"/>
                </a:cubicBezTo>
                <a:cubicBezTo>
                  <a:pt x="47446" y="334819"/>
                  <a:pt x="44794" y="328544"/>
                  <a:pt x="44794" y="321320"/>
                </a:cubicBezTo>
                <a:lnTo>
                  <a:pt x="44794" y="79404"/>
                </a:lnTo>
                <a:cubicBezTo>
                  <a:pt x="44794" y="72146"/>
                  <a:pt x="47446" y="65860"/>
                  <a:pt x="52772" y="60545"/>
                </a:cubicBezTo>
                <a:cubicBezTo>
                  <a:pt x="58087" y="55230"/>
                  <a:pt x="64362" y="52567"/>
                  <a:pt x="71586" y="52567"/>
                </a:cubicBezTo>
                <a:lnTo>
                  <a:pt x="96263" y="52567"/>
                </a:lnTo>
                <a:lnTo>
                  <a:pt x="96263" y="42394"/>
                </a:lnTo>
                <a:cubicBezTo>
                  <a:pt x="96263" y="38645"/>
                  <a:pt x="97544" y="35467"/>
                  <a:pt x="100115" y="32850"/>
                </a:cubicBezTo>
                <a:cubicBezTo>
                  <a:pt x="102676" y="30255"/>
                  <a:pt x="105888" y="28952"/>
                  <a:pt x="109739" y="28952"/>
                </a:cubicBezTo>
                <a:cubicBezTo>
                  <a:pt x="113591" y="28952"/>
                  <a:pt x="116837" y="30255"/>
                  <a:pt x="119478" y="32850"/>
                </a:cubicBezTo>
                <a:cubicBezTo>
                  <a:pt x="122130" y="35444"/>
                  <a:pt x="123455" y="38622"/>
                  <a:pt x="123455" y="42394"/>
                </a:cubicBezTo>
                <a:lnTo>
                  <a:pt x="123455" y="52567"/>
                </a:lnTo>
                <a:lnTo>
                  <a:pt x="253860" y="52567"/>
                </a:lnTo>
                <a:lnTo>
                  <a:pt x="253860" y="42394"/>
                </a:lnTo>
                <a:cubicBezTo>
                  <a:pt x="253860" y="38645"/>
                  <a:pt x="255140" y="35467"/>
                  <a:pt x="257712" y="32850"/>
                </a:cubicBezTo>
                <a:cubicBezTo>
                  <a:pt x="260273" y="30255"/>
                  <a:pt x="263473" y="28952"/>
                  <a:pt x="267291" y="28952"/>
                </a:cubicBezTo>
                <a:cubicBezTo>
                  <a:pt x="271120" y="28952"/>
                  <a:pt x="274366" y="30255"/>
                  <a:pt x="277040" y="32850"/>
                </a:cubicBezTo>
                <a:cubicBezTo>
                  <a:pt x="279681" y="35444"/>
                  <a:pt x="281007" y="38622"/>
                  <a:pt x="281007" y="42394"/>
                </a:cubicBezTo>
                <a:lnTo>
                  <a:pt x="281007" y="52567"/>
                </a:lnTo>
                <a:lnTo>
                  <a:pt x="305718" y="52567"/>
                </a:lnTo>
                <a:cubicBezTo>
                  <a:pt x="312976" y="52567"/>
                  <a:pt x="319263" y="55230"/>
                  <a:pt x="324578" y="60545"/>
                </a:cubicBezTo>
                <a:cubicBezTo>
                  <a:pt x="329893" y="65860"/>
                  <a:pt x="332556" y="72146"/>
                  <a:pt x="332556" y="79404"/>
                </a:cubicBezTo>
                <a:lnTo>
                  <a:pt x="332556" y="321320"/>
                </a:lnTo>
                <a:cubicBezTo>
                  <a:pt x="332556" y="328544"/>
                  <a:pt x="329893" y="334819"/>
                  <a:pt x="324578" y="340134"/>
                </a:cubicBezTo>
                <a:cubicBezTo>
                  <a:pt x="319263" y="345460"/>
                  <a:pt x="312976" y="348112"/>
                  <a:pt x="305718" y="348112"/>
                </a:cubicBezTo>
                <a:lnTo>
                  <a:pt x="71666" y="348112"/>
                </a:lnTo>
                <a:close/>
                <a:moveTo>
                  <a:pt x="71586" y="321354"/>
                </a:moveTo>
                <a:lnTo>
                  <a:pt x="305638" y="321354"/>
                </a:lnTo>
                <a:lnTo>
                  <a:pt x="305638" y="153231"/>
                </a:lnTo>
                <a:lnTo>
                  <a:pt x="71586" y="153231"/>
                </a:lnTo>
                <a:lnTo>
                  <a:pt x="71586" y="321354"/>
                </a:lnTo>
                <a:close/>
                <a:moveTo>
                  <a:pt x="71586" y="129662"/>
                </a:moveTo>
                <a:lnTo>
                  <a:pt x="305638" y="129662"/>
                </a:lnTo>
                <a:lnTo>
                  <a:pt x="305638" y="79450"/>
                </a:lnTo>
                <a:lnTo>
                  <a:pt x="71586" y="79450"/>
                </a:lnTo>
                <a:lnTo>
                  <a:pt x="71586" y="129662"/>
                </a:lnTo>
                <a:close/>
                <a:moveTo>
                  <a:pt x="71586" y="129662"/>
                </a:moveTo>
                <a:lnTo>
                  <a:pt x="71586" y="79450"/>
                </a:lnTo>
                <a:lnTo>
                  <a:pt x="71586" y="129662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1" name="圖說"/>
          <p:cNvSpPr/>
          <p:nvPr/>
        </p:nvSpPr>
        <p:spPr>
          <a:xfrm>
            <a:off x="2049742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已排程</a:t>
            </a:r>
            <a:endParaRPr lang="en-US" sz="950" dirty="0"/>
          </a:p>
        </p:txBody>
      </p:sp>
      <p:sp>
        <p:nvSpPr>
          <p:cNvPr id="132" name="圖示 文件"/>
          <p:cNvSpPr/>
          <p:nvPr/>
        </p:nvSpPr>
        <p:spPr>
          <a:xfrm>
            <a:off x="2924108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37674" y="279155"/>
                </a:moveTo>
                <a:lnTo>
                  <a:pt x="239596" y="279155"/>
                </a:lnTo>
                <a:cubicBezTo>
                  <a:pt x="243082" y="279155"/>
                  <a:pt x="245985" y="277966"/>
                  <a:pt x="248317" y="275589"/>
                </a:cubicBezTo>
                <a:cubicBezTo>
                  <a:pt x="250648" y="273200"/>
                  <a:pt x="251826" y="270251"/>
                  <a:pt x="251849" y="266742"/>
                </a:cubicBezTo>
                <a:cubicBezTo>
                  <a:pt x="251849" y="263256"/>
                  <a:pt x="250671" y="260353"/>
                  <a:pt x="248317" y="258021"/>
                </a:cubicBezTo>
                <a:cubicBezTo>
                  <a:pt x="245962" y="255689"/>
                  <a:pt x="243048" y="254523"/>
                  <a:pt x="239596" y="254523"/>
                </a:cubicBezTo>
                <a:lnTo>
                  <a:pt x="137594" y="254523"/>
                </a:lnTo>
                <a:cubicBezTo>
                  <a:pt x="134108" y="254523"/>
                  <a:pt x="131205" y="255701"/>
                  <a:pt x="128873" y="258055"/>
                </a:cubicBezTo>
                <a:cubicBezTo>
                  <a:pt x="126542" y="260421"/>
                  <a:pt x="125364" y="263347"/>
                  <a:pt x="125341" y="266868"/>
                </a:cubicBezTo>
                <a:cubicBezTo>
                  <a:pt x="125341" y="270342"/>
                  <a:pt x="126519" y="273268"/>
                  <a:pt x="128873" y="275623"/>
                </a:cubicBezTo>
                <a:cubicBezTo>
                  <a:pt x="131228" y="277978"/>
                  <a:pt x="134165" y="279155"/>
                  <a:pt x="137674" y="279155"/>
                </a:cubicBezTo>
                <a:close/>
                <a:moveTo>
                  <a:pt x="137674" y="212369"/>
                </a:moveTo>
                <a:lnTo>
                  <a:pt x="239596" y="212369"/>
                </a:lnTo>
                <a:cubicBezTo>
                  <a:pt x="243082" y="212369"/>
                  <a:pt x="245985" y="211169"/>
                  <a:pt x="248317" y="208792"/>
                </a:cubicBezTo>
                <a:cubicBezTo>
                  <a:pt x="250648" y="206403"/>
                  <a:pt x="251826" y="203465"/>
                  <a:pt x="251849" y="199945"/>
                </a:cubicBezTo>
                <a:cubicBezTo>
                  <a:pt x="251849" y="196470"/>
                  <a:pt x="250671" y="193556"/>
                  <a:pt x="248317" y="191224"/>
                </a:cubicBezTo>
                <a:cubicBezTo>
                  <a:pt x="245962" y="188892"/>
                  <a:pt x="243048" y="187726"/>
                  <a:pt x="239596" y="187726"/>
                </a:cubicBezTo>
                <a:lnTo>
                  <a:pt x="137594" y="187726"/>
                </a:lnTo>
                <a:cubicBezTo>
                  <a:pt x="134108" y="187726"/>
                  <a:pt x="131205" y="188915"/>
                  <a:pt x="128873" y="191270"/>
                </a:cubicBezTo>
                <a:cubicBezTo>
                  <a:pt x="126542" y="193624"/>
                  <a:pt x="125364" y="196562"/>
                  <a:pt x="125341" y="200071"/>
                </a:cubicBezTo>
                <a:cubicBezTo>
                  <a:pt x="125341" y="203557"/>
                  <a:pt x="126519" y="206472"/>
                  <a:pt x="128873" y="208826"/>
                </a:cubicBezTo>
                <a:cubicBezTo>
                  <a:pt x="131228" y="211192"/>
                  <a:pt x="134165" y="212369"/>
                  <a:pt x="137674" y="212369"/>
                </a:cubicBezTo>
                <a:close/>
                <a:moveTo>
                  <a:pt x="87302" y="348112"/>
                </a:moveTo>
                <a:cubicBezTo>
                  <a:pt x="80079" y="348112"/>
                  <a:pt x="73804" y="345460"/>
                  <a:pt x="68489" y="340134"/>
                </a:cubicBezTo>
                <a:cubicBezTo>
                  <a:pt x="63162" y="334819"/>
                  <a:pt x="60510" y="328544"/>
                  <a:pt x="60510" y="321320"/>
                </a:cubicBezTo>
                <a:lnTo>
                  <a:pt x="60510" y="55836"/>
                </a:lnTo>
                <a:cubicBezTo>
                  <a:pt x="60510" y="48578"/>
                  <a:pt x="63162" y="42291"/>
                  <a:pt x="68489" y="36976"/>
                </a:cubicBezTo>
                <a:cubicBezTo>
                  <a:pt x="73804" y="31650"/>
                  <a:pt x="80079" y="28998"/>
                  <a:pt x="87302" y="28998"/>
                </a:cubicBezTo>
                <a:lnTo>
                  <a:pt x="218107" y="28998"/>
                </a:lnTo>
                <a:cubicBezTo>
                  <a:pt x="221822" y="28998"/>
                  <a:pt x="225354" y="29741"/>
                  <a:pt x="228714" y="31238"/>
                </a:cubicBezTo>
                <a:cubicBezTo>
                  <a:pt x="232063" y="32724"/>
                  <a:pt x="234944" y="34679"/>
                  <a:pt x="237355" y="37090"/>
                </a:cubicBezTo>
                <a:lnTo>
                  <a:pt x="308701" y="108448"/>
                </a:lnTo>
                <a:cubicBezTo>
                  <a:pt x="311113" y="110848"/>
                  <a:pt x="313068" y="113729"/>
                  <a:pt x="314565" y="117089"/>
                </a:cubicBezTo>
                <a:cubicBezTo>
                  <a:pt x="316051" y="120438"/>
                  <a:pt x="316805" y="123970"/>
                  <a:pt x="316805" y="127696"/>
                </a:cubicBezTo>
                <a:lnTo>
                  <a:pt x="316805" y="321354"/>
                </a:lnTo>
                <a:cubicBezTo>
                  <a:pt x="316805" y="328590"/>
                  <a:pt x="314142" y="334865"/>
                  <a:pt x="308827" y="340180"/>
                </a:cubicBezTo>
                <a:cubicBezTo>
                  <a:pt x="303512" y="345495"/>
                  <a:pt x="297226" y="348158"/>
                  <a:pt x="289968" y="348158"/>
                </a:cubicBezTo>
                <a:lnTo>
                  <a:pt x="87348" y="348158"/>
                </a:lnTo>
                <a:close/>
                <a:moveTo>
                  <a:pt x="215661" y="115557"/>
                </a:moveTo>
                <a:lnTo>
                  <a:pt x="215661" y="55870"/>
                </a:lnTo>
                <a:lnTo>
                  <a:pt x="87302" y="55870"/>
                </a:lnTo>
                <a:lnTo>
                  <a:pt x="87302" y="321354"/>
                </a:lnTo>
                <a:lnTo>
                  <a:pt x="289922" y="321354"/>
                </a:lnTo>
                <a:lnTo>
                  <a:pt x="289922" y="128953"/>
                </a:lnTo>
                <a:lnTo>
                  <a:pt x="229023" y="128953"/>
                </a:lnTo>
                <a:cubicBezTo>
                  <a:pt x="225251" y="128953"/>
                  <a:pt x="222085" y="127673"/>
                  <a:pt x="219513" y="125101"/>
                </a:cubicBezTo>
                <a:cubicBezTo>
                  <a:pt x="216953" y="122530"/>
                  <a:pt x="215661" y="119363"/>
                  <a:pt x="215661" y="115592"/>
                </a:cubicBezTo>
                <a:close/>
                <a:moveTo>
                  <a:pt x="87302" y="55870"/>
                </a:moveTo>
                <a:lnTo>
                  <a:pt x="87302" y="128953"/>
                </a:lnTo>
                <a:lnTo>
                  <a:pt x="87302" y="55870"/>
                </a:lnTo>
                <a:lnTo>
                  <a:pt x="87302" y="321354"/>
                </a:lnTo>
                <a:lnTo>
                  <a:pt x="87302" y="55870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3" name="圖說"/>
          <p:cNvSpPr/>
          <p:nvPr/>
        </p:nvSpPr>
        <p:spPr>
          <a:xfrm>
            <a:off x="2743143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950" dirty="0"/>
          </a:p>
        </p:txBody>
      </p:sp>
      <p:sp>
        <p:nvSpPr>
          <p:cNvPr id="134" name="圖示 報告"/>
          <p:cNvSpPr/>
          <p:nvPr/>
        </p:nvSpPr>
        <p:spPr>
          <a:xfrm>
            <a:off x="3617509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71586" y="332396"/>
                </a:moveTo>
                <a:cubicBezTo>
                  <a:pt x="64362" y="332396"/>
                  <a:pt x="58087" y="329744"/>
                  <a:pt x="52772" y="324418"/>
                </a:cubicBezTo>
                <a:cubicBezTo>
                  <a:pt x="47446" y="319103"/>
                  <a:pt x="44794" y="312828"/>
                  <a:pt x="44794" y="305604"/>
                </a:cubicBezTo>
                <a:lnTo>
                  <a:pt x="44794" y="71552"/>
                </a:lnTo>
                <a:cubicBezTo>
                  <a:pt x="44794" y="64294"/>
                  <a:pt x="47446" y="58007"/>
                  <a:pt x="52772" y="52692"/>
                </a:cubicBezTo>
                <a:cubicBezTo>
                  <a:pt x="58087" y="47366"/>
                  <a:pt x="64362" y="44714"/>
                  <a:pt x="71586" y="44714"/>
                </a:cubicBezTo>
                <a:lnTo>
                  <a:pt x="305638" y="44714"/>
                </a:lnTo>
                <a:cubicBezTo>
                  <a:pt x="312896" y="44714"/>
                  <a:pt x="319183" y="47366"/>
                  <a:pt x="324498" y="52692"/>
                </a:cubicBezTo>
                <a:cubicBezTo>
                  <a:pt x="329824" y="58007"/>
                  <a:pt x="332476" y="64294"/>
                  <a:pt x="332476" y="71552"/>
                </a:cubicBezTo>
                <a:lnTo>
                  <a:pt x="332476" y="305604"/>
                </a:lnTo>
                <a:cubicBezTo>
                  <a:pt x="332476" y="312828"/>
                  <a:pt x="329824" y="319103"/>
                  <a:pt x="324498" y="324418"/>
                </a:cubicBezTo>
                <a:cubicBezTo>
                  <a:pt x="319183" y="329744"/>
                  <a:pt x="312896" y="332396"/>
                  <a:pt x="305638" y="332396"/>
                </a:cubicBezTo>
                <a:lnTo>
                  <a:pt x="71586" y="332396"/>
                </a:lnTo>
                <a:close/>
                <a:moveTo>
                  <a:pt x="71586" y="305638"/>
                </a:moveTo>
                <a:lnTo>
                  <a:pt x="305638" y="305638"/>
                </a:lnTo>
                <a:lnTo>
                  <a:pt x="305638" y="71586"/>
                </a:lnTo>
                <a:lnTo>
                  <a:pt x="71586" y="71586"/>
                </a:lnTo>
                <a:lnTo>
                  <a:pt x="71586" y="305638"/>
                </a:lnTo>
                <a:close/>
                <a:moveTo>
                  <a:pt x="71586" y="71586"/>
                </a:moveTo>
                <a:lnTo>
                  <a:pt x="71586" y="305638"/>
                </a:lnTo>
                <a:lnTo>
                  <a:pt x="71586" y="71586"/>
                </a:lnTo>
                <a:close/>
                <a:moveTo>
                  <a:pt x="121089" y="267096"/>
                </a:moveTo>
                <a:lnTo>
                  <a:pt x="205569" y="267096"/>
                </a:lnTo>
                <a:cubicBezTo>
                  <a:pt x="208838" y="267096"/>
                  <a:pt x="211638" y="265976"/>
                  <a:pt x="213935" y="263724"/>
                </a:cubicBezTo>
                <a:cubicBezTo>
                  <a:pt x="216244" y="261461"/>
                  <a:pt x="217399" y="258661"/>
                  <a:pt x="217399" y="255312"/>
                </a:cubicBezTo>
                <a:cubicBezTo>
                  <a:pt x="217399" y="251963"/>
                  <a:pt x="216244" y="249151"/>
                  <a:pt x="213935" y="246899"/>
                </a:cubicBezTo>
                <a:cubicBezTo>
                  <a:pt x="211661" y="244648"/>
                  <a:pt x="208872" y="243528"/>
                  <a:pt x="205569" y="243528"/>
                </a:cubicBezTo>
                <a:lnTo>
                  <a:pt x="121089" y="243528"/>
                </a:lnTo>
                <a:cubicBezTo>
                  <a:pt x="117740" y="243528"/>
                  <a:pt x="114940" y="244671"/>
                  <a:pt x="112688" y="246979"/>
                </a:cubicBezTo>
                <a:cubicBezTo>
                  <a:pt x="110437" y="249288"/>
                  <a:pt x="109305" y="252112"/>
                  <a:pt x="109305" y="255472"/>
                </a:cubicBezTo>
                <a:cubicBezTo>
                  <a:pt x="109305" y="258821"/>
                  <a:pt x="110437" y="261598"/>
                  <a:pt x="112688" y="263793"/>
                </a:cubicBezTo>
                <a:cubicBezTo>
                  <a:pt x="114940" y="265999"/>
                  <a:pt x="117740" y="267096"/>
                  <a:pt x="121089" y="267096"/>
                </a:cubicBezTo>
                <a:close/>
                <a:moveTo>
                  <a:pt x="121089" y="200379"/>
                </a:moveTo>
                <a:lnTo>
                  <a:pt x="256181" y="200379"/>
                </a:lnTo>
                <a:cubicBezTo>
                  <a:pt x="259450" y="200379"/>
                  <a:pt x="262238" y="199248"/>
                  <a:pt x="264547" y="196962"/>
                </a:cubicBezTo>
                <a:cubicBezTo>
                  <a:pt x="266822" y="194687"/>
                  <a:pt x="267965" y="191864"/>
                  <a:pt x="267965" y="188515"/>
                </a:cubicBezTo>
                <a:cubicBezTo>
                  <a:pt x="267965" y="185166"/>
                  <a:pt x="266822" y="182377"/>
                  <a:pt x="264547" y="180148"/>
                </a:cubicBezTo>
                <a:cubicBezTo>
                  <a:pt x="262238" y="177919"/>
                  <a:pt x="259450" y="176811"/>
                  <a:pt x="256181" y="176811"/>
                </a:cubicBezTo>
                <a:lnTo>
                  <a:pt x="121089" y="176811"/>
                </a:lnTo>
                <a:cubicBezTo>
                  <a:pt x="117740" y="176811"/>
                  <a:pt x="114940" y="177942"/>
                  <a:pt x="112688" y="180228"/>
                </a:cubicBezTo>
                <a:cubicBezTo>
                  <a:pt x="110437" y="182503"/>
                  <a:pt x="109305" y="185326"/>
                  <a:pt x="109305" y="188675"/>
                </a:cubicBezTo>
                <a:cubicBezTo>
                  <a:pt x="109305" y="192024"/>
                  <a:pt x="110437" y="194813"/>
                  <a:pt x="112688" y="197042"/>
                </a:cubicBezTo>
                <a:cubicBezTo>
                  <a:pt x="114940" y="199271"/>
                  <a:pt x="117740" y="200379"/>
                  <a:pt x="121089" y="200379"/>
                </a:cubicBezTo>
                <a:close/>
                <a:moveTo>
                  <a:pt x="121135" y="133594"/>
                </a:moveTo>
                <a:lnTo>
                  <a:pt x="256215" y="133594"/>
                </a:lnTo>
                <a:cubicBezTo>
                  <a:pt x="259484" y="133594"/>
                  <a:pt x="262273" y="132462"/>
                  <a:pt x="264582" y="130211"/>
                </a:cubicBezTo>
                <a:cubicBezTo>
                  <a:pt x="266868" y="127959"/>
                  <a:pt x="267999" y="125159"/>
                  <a:pt x="267999" y="121798"/>
                </a:cubicBezTo>
                <a:cubicBezTo>
                  <a:pt x="267999" y="118449"/>
                  <a:pt x="266868" y="115649"/>
                  <a:pt x="264582" y="113397"/>
                </a:cubicBezTo>
                <a:cubicBezTo>
                  <a:pt x="262273" y="111145"/>
                  <a:pt x="259484" y="110014"/>
                  <a:pt x="256215" y="110014"/>
                </a:cubicBezTo>
                <a:lnTo>
                  <a:pt x="121135" y="110014"/>
                </a:lnTo>
                <a:cubicBezTo>
                  <a:pt x="117775" y="110014"/>
                  <a:pt x="114974" y="111168"/>
                  <a:pt x="112723" y="113466"/>
                </a:cubicBezTo>
                <a:cubicBezTo>
                  <a:pt x="110471" y="115774"/>
                  <a:pt x="109351" y="118609"/>
                  <a:pt x="109351" y="121958"/>
                </a:cubicBezTo>
                <a:cubicBezTo>
                  <a:pt x="109351" y="125307"/>
                  <a:pt x="110471" y="128085"/>
                  <a:pt x="112723" y="130291"/>
                </a:cubicBezTo>
                <a:cubicBezTo>
                  <a:pt x="115009" y="132519"/>
                  <a:pt x="117809" y="133628"/>
                  <a:pt x="121135" y="133628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5" name="圖說"/>
          <p:cNvSpPr/>
          <p:nvPr/>
        </p:nvSpPr>
        <p:spPr>
          <a:xfrm>
            <a:off x="3436544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報告</a:t>
            </a:r>
            <a:endParaRPr lang="en-US" sz="950" dirty="0"/>
          </a:p>
        </p:txBody>
      </p:sp>
      <p:sp>
        <p:nvSpPr>
          <p:cNvPr id="136" name="圖示 任務"/>
          <p:cNvSpPr/>
          <p:nvPr/>
        </p:nvSpPr>
        <p:spPr>
          <a:xfrm>
            <a:off x="4310910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71586" y="332396"/>
                </a:moveTo>
                <a:cubicBezTo>
                  <a:pt x="64225" y="332396"/>
                  <a:pt x="57927" y="329778"/>
                  <a:pt x="52692" y="324543"/>
                </a:cubicBezTo>
                <a:cubicBezTo>
                  <a:pt x="47446" y="319297"/>
                  <a:pt x="44828" y="312999"/>
                  <a:pt x="44828" y="305638"/>
                </a:cubicBezTo>
                <a:lnTo>
                  <a:pt x="44828" y="71586"/>
                </a:lnTo>
                <a:cubicBezTo>
                  <a:pt x="44828" y="64202"/>
                  <a:pt x="47446" y="57870"/>
                  <a:pt x="52692" y="52612"/>
                </a:cubicBezTo>
                <a:cubicBezTo>
                  <a:pt x="57927" y="47343"/>
                  <a:pt x="64225" y="44714"/>
                  <a:pt x="71586" y="44714"/>
                </a:cubicBezTo>
                <a:lnTo>
                  <a:pt x="149779" y="44714"/>
                </a:lnTo>
                <a:cubicBezTo>
                  <a:pt x="151448" y="35547"/>
                  <a:pt x="155928" y="28015"/>
                  <a:pt x="163209" y="22117"/>
                </a:cubicBezTo>
                <a:cubicBezTo>
                  <a:pt x="170467" y="16231"/>
                  <a:pt x="178948" y="13282"/>
                  <a:pt x="188629" y="13282"/>
                </a:cubicBezTo>
                <a:cubicBezTo>
                  <a:pt x="198322" y="13282"/>
                  <a:pt x="206803" y="16231"/>
                  <a:pt x="214061" y="22117"/>
                </a:cubicBezTo>
                <a:cubicBezTo>
                  <a:pt x="221308" y="28015"/>
                  <a:pt x="225788" y="35547"/>
                  <a:pt x="227491" y="44714"/>
                </a:cubicBezTo>
                <a:lnTo>
                  <a:pt x="305684" y="44714"/>
                </a:lnTo>
                <a:cubicBezTo>
                  <a:pt x="313068" y="44714"/>
                  <a:pt x="319388" y="47343"/>
                  <a:pt x="324658" y="52612"/>
                </a:cubicBezTo>
                <a:cubicBezTo>
                  <a:pt x="329927" y="57870"/>
                  <a:pt x="332556" y="64202"/>
                  <a:pt x="332556" y="71586"/>
                </a:cubicBezTo>
                <a:lnTo>
                  <a:pt x="332556" y="305638"/>
                </a:lnTo>
                <a:cubicBezTo>
                  <a:pt x="332556" y="312999"/>
                  <a:pt x="329927" y="319297"/>
                  <a:pt x="324658" y="324543"/>
                </a:cubicBezTo>
                <a:cubicBezTo>
                  <a:pt x="319388" y="329778"/>
                  <a:pt x="313068" y="332396"/>
                  <a:pt x="305684" y="332396"/>
                </a:cubicBezTo>
                <a:lnTo>
                  <a:pt x="71632" y="332396"/>
                </a:lnTo>
                <a:close/>
                <a:moveTo>
                  <a:pt x="71586" y="305638"/>
                </a:moveTo>
                <a:lnTo>
                  <a:pt x="305638" y="305638"/>
                </a:lnTo>
                <a:lnTo>
                  <a:pt x="305638" y="71586"/>
                </a:lnTo>
                <a:lnTo>
                  <a:pt x="71586" y="71586"/>
                </a:lnTo>
                <a:lnTo>
                  <a:pt x="71586" y="305638"/>
                </a:lnTo>
                <a:close/>
                <a:moveTo>
                  <a:pt x="122667" y="266353"/>
                </a:moveTo>
                <a:lnTo>
                  <a:pt x="205329" y="266353"/>
                </a:lnTo>
                <a:cubicBezTo>
                  <a:pt x="208689" y="266353"/>
                  <a:pt x="211489" y="265210"/>
                  <a:pt x="213741" y="262936"/>
                </a:cubicBezTo>
                <a:cubicBezTo>
                  <a:pt x="215993" y="260650"/>
                  <a:pt x="217124" y="257838"/>
                  <a:pt x="217124" y="254489"/>
                </a:cubicBezTo>
                <a:cubicBezTo>
                  <a:pt x="217124" y="251129"/>
                  <a:pt x="215993" y="248340"/>
                  <a:pt x="213741" y="246122"/>
                </a:cubicBezTo>
                <a:cubicBezTo>
                  <a:pt x="211489" y="243893"/>
                  <a:pt x="208689" y="242773"/>
                  <a:pt x="205329" y="242773"/>
                </a:cubicBezTo>
                <a:lnTo>
                  <a:pt x="122621" y="242773"/>
                </a:lnTo>
                <a:cubicBezTo>
                  <a:pt x="119272" y="242773"/>
                  <a:pt x="116472" y="243916"/>
                  <a:pt x="114220" y="246191"/>
                </a:cubicBezTo>
                <a:cubicBezTo>
                  <a:pt x="111968" y="248477"/>
                  <a:pt x="110837" y="251289"/>
                  <a:pt x="110837" y="254638"/>
                </a:cubicBezTo>
                <a:cubicBezTo>
                  <a:pt x="110837" y="257998"/>
                  <a:pt x="111968" y="260787"/>
                  <a:pt x="114220" y="263016"/>
                </a:cubicBezTo>
                <a:cubicBezTo>
                  <a:pt x="116472" y="265233"/>
                  <a:pt x="119272" y="266353"/>
                  <a:pt x="122621" y="266353"/>
                </a:cubicBezTo>
                <a:close/>
                <a:moveTo>
                  <a:pt x="122667" y="200425"/>
                </a:moveTo>
                <a:lnTo>
                  <a:pt x="254569" y="200425"/>
                </a:lnTo>
                <a:cubicBezTo>
                  <a:pt x="257918" y="200425"/>
                  <a:pt x="260718" y="199282"/>
                  <a:pt x="262970" y="197007"/>
                </a:cubicBezTo>
                <a:cubicBezTo>
                  <a:pt x="265222" y="194721"/>
                  <a:pt x="266353" y="191910"/>
                  <a:pt x="266353" y="188561"/>
                </a:cubicBezTo>
                <a:cubicBezTo>
                  <a:pt x="266353" y="185200"/>
                  <a:pt x="265222" y="182411"/>
                  <a:pt x="262970" y="180183"/>
                </a:cubicBezTo>
                <a:cubicBezTo>
                  <a:pt x="260718" y="177965"/>
                  <a:pt x="257918" y="176845"/>
                  <a:pt x="254569" y="176845"/>
                </a:cubicBezTo>
                <a:lnTo>
                  <a:pt x="122667" y="176845"/>
                </a:lnTo>
                <a:cubicBezTo>
                  <a:pt x="119318" y="176845"/>
                  <a:pt x="116506" y="177988"/>
                  <a:pt x="114254" y="180263"/>
                </a:cubicBezTo>
                <a:cubicBezTo>
                  <a:pt x="112003" y="182549"/>
                  <a:pt x="110882" y="185360"/>
                  <a:pt x="110882" y="188709"/>
                </a:cubicBezTo>
                <a:cubicBezTo>
                  <a:pt x="110882" y="192070"/>
                  <a:pt x="112003" y="194859"/>
                  <a:pt x="114254" y="197087"/>
                </a:cubicBezTo>
                <a:cubicBezTo>
                  <a:pt x="116506" y="199305"/>
                  <a:pt x="119318" y="200425"/>
                  <a:pt x="122667" y="200425"/>
                </a:cubicBezTo>
                <a:close/>
                <a:moveTo>
                  <a:pt x="122667" y="134497"/>
                </a:moveTo>
                <a:lnTo>
                  <a:pt x="254569" y="134497"/>
                </a:lnTo>
                <a:cubicBezTo>
                  <a:pt x="257918" y="134497"/>
                  <a:pt x="260718" y="133354"/>
                  <a:pt x="262970" y="131068"/>
                </a:cubicBezTo>
                <a:cubicBezTo>
                  <a:pt x="265222" y="128793"/>
                  <a:pt x="266353" y="125981"/>
                  <a:pt x="266353" y="122621"/>
                </a:cubicBezTo>
                <a:cubicBezTo>
                  <a:pt x="266353" y="119272"/>
                  <a:pt x="265222" y="116483"/>
                  <a:pt x="262970" y="114254"/>
                </a:cubicBezTo>
                <a:cubicBezTo>
                  <a:pt x="260718" y="112025"/>
                  <a:pt x="257918" y="110917"/>
                  <a:pt x="254569" y="110917"/>
                </a:cubicBezTo>
                <a:lnTo>
                  <a:pt x="122667" y="110917"/>
                </a:lnTo>
                <a:cubicBezTo>
                  <a:pt x="119318" y="110917"/>
                  <a:pt x="116506" y="112060"/>
                  <a:pt x="114254" y="114334"/>
                </a:cubicBezTo>
                <a:cubicBezTo>
                  <a:pt x="112003" y="116620"/>
                  <a:pt x="110882" y="119432"/>
                  <a:pt x="110882" y="122781"/>
                </a:cubicBezTo>
                <a:cubicBezTo>
                  <a:pt x="110882" y="126141"/>
                  <a:pt x="112003" y="128930"/>
                  <a:pt x="114254" y="131148"/>
                </a:cubicBezTo>
                <a:cubicBezTo>
                  <a:pt x="116506" y="133377"/>
                  <a:pt x="119318" y="134497"/>
                  <a:pt x="122667" y="134497"/>
                </a:cubicBezTo>
                <a:close/>
                <a:moveTo>
                  <a:pt x="198653" y="60385"/>
                </a:moveTo>
                <a:cubicBezTo>
                  <a:pt x="201488" y="57539"/>
                  <a:pt x="202894" y="54178"/>
                  <a:pt x="202894" y="50326"/>
                </a:cubicBezTo>
                <a:cubicBezTo>
                  <a:pt x="202894" y="46486"/>
                  <a:pt x="201488" y="43125"/>
                  <a:pt x="198653" y="40268"/>
                </a:cubicBezTo>
                <a:cubicBezTo>
                  <a:pt x="195796" y="37445"/>
                  <a:pt x="192447" y="36027"/>
                  <a:pt x="188595" y="36027"/>
                </a:cubicBezTo>
                <a:cubicBezTo>
                  <a:pt x="184743" y="36027"/>
                  <a:pt x="181394" y="37445"/>
                  <a:pt x="178537" y="40268"/>
                </a:cubicBezTo>
                <a:cubicBezTo>
                  <a:pt x="175713" y="43125"/>
                  <a:pt x="174296" y="46486"/>
                  <a:pt x="174296" y="50326"/>
                </a:cubicBezTo>
                <a:cubicBezTo>
                  <a:pt x="174296" y="54178"/>
                  <a:pt x="175713" y="57539"/>
                  <a:pt x="178537" y="60385"/>
                </a:cubicBezTo>
                <a:cubicBezTo>
                  <a:pt x="181394" y="63219"/>
                  <a:pt x="184743" y="64637"/>
                  <a:pt x="188595" y="64637"/>
                </a:cubicBezTo>
                <a:cubicBezTo>
                  <a:pt x="192447" y="64637"/>
                  <a:pt x="195796" y="63219"/>
                  <a:pt x="198653" y="60385"/>
                </a:cubicBezTo>
                <a:close/>
                <a:moveTo>
                  <a:pt x="71586" y="305604"/>
                </a:moveTo>
                <a:lnTo>
                  <a:pt x="71586" y="71552"/>
                </a:lnTo>
                <a:lnTo>
                  <a:pt x="71586" y="305604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7" name="圖說"/>
          <p:cNvSpPr/>
          <p:nvPr/>
        </p:nvSpPr>
        <p:spPr>
          <a:xfrm>
            <a:off x="4129945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任務</a:t>
            </a:r>
            <a:endParaRPr lang="en-US" sz="950" dirty="0"/>
          </a:p>
        </p:txBody>
      </p:sp>
      <p:sp>
        <p:nvSpPr>
          <p:cNvPr id="138" name="圖示 已交付"/>
          <p:cNvSpPr/>
          <p:nvPr/>
        </p:nvSpPr>
        <p:spPr>
          <a:xfrm>
            <a:off x="5004311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65998" y="212644"/>
                </a:moveTo>
                <a:lnTo>
                  <a:pt x="128485" y="175119"/>
                </a:lnTo>
                <a:cubicBezTo>
                  <a:pt x="125810" y="172444"/>
                  <a:pt x="122735" y="171119"/>
                  <a:pt x="119249" y="171153"/>
                </a:cubicBezTo>
                <a:cubicBezTo>
                  <a:pt x="115763" y="171176"/>
                  <a:pt x="112700" y="172513"/>
                  <a:pt x="110048" y="175153"/>
                </a:cubicBezTo>
                <a:cubicBezTo>
                  <a:pt x="107408" y="177805"/>
                  <a:pt x="106139" y="180868"/>
                  <a:pt x="106242" y="184354"/>
                </a:cubicBezTo>
                <a:cubicBezTo>
                  <a:pt x="106345" y="187841"/>
                  <a:pt x="107602" y="190892"/>
                  <a:pt x="110014" y="193510"/>
                </a:cubicBezTo>
                <a:lnTo>
                  <a:pt x="156534" y="240887"/>
                </a:lnTo>
                <a:cubicBezTo>
                  <a:pt x="159231" y="243562"/>
                  <a:pt x="162386" y="244899"/>
                  <a:pt x="165998" y="244899"/>
                </a:cubicBezTo>
                <a:cubicBezTo>
                  <a:pt x="169621" y="244899"/>
                  <a:pt x="172787" y="243562"/>
                  <a:pt x="175508" y="240887"/>
                </a:cubicBezTo>
                <a:lnTo>
                  <a:pt x="266708" y="149504"/>
                </a:lnTo>
                <a:cubicBezTo>
                  <a:pt x="269382" y="146887"/>
                  <a:pt x="270708" y="143767"/>
                  <a:pt x="270708" y="140155"/>
                </a:cubicBezTo>
                <a:cubicBezTo>
                  <a:pt x="270708" y="136508"/>
                  <a:pt x="269394" y="133365"/>
                  <a:pt x="266742" y="130725"/>
                </a:cubicBezTo>
                <a:cubicBezTo>
                  <a:pt x="264102" y="128050"/>
                  <a:pt x="260970" y="126713"/>
                  <a:pt x="257358" y="126713"/>
                </a:cubicBezTo>
                <a:cubicBezTo>
                  <a:pt x="253735" y="126713"/>
                  <a:pt x="250591" y="128050"/>
                  <a:pt x="247928" y="130725"/>
                </a:cubicBezTo>
                <a:lnTo>
                  <a:pt x="165998" y="212644"/>
                </a:lnTo>
                <a:close/>
                <a:moveTo>
                  <a:pt x="71586" y="332396"/>
                </a:moveTo>
                <a:cubicBezTo>
                  <a:pt x="64225" y="332396"/>
                  <a:pt x="57927" y="329778"/>
                  <a:pt x="52692" y="324543"/>
                </a:cubicBezTo>
                <a:cubicBezTo>
                  <a:pt x="47446" y="319297"/>
                  <a:pt x="44828" y="312999"/>
                  <a:pt x="44828" y="305638"/>
                </a:cubicBezTo>
                <a:lnTo>
                  <a:pt x="44828" y="71586"/>
                </a:lnTo>
                <a:cubicBezTo>
                  <a:pt x="44828" y="64202"/>
                  <a:pt x="47446" y="57870"/>
                  <a:pt x="52692" y="52612"/>
                </a:cubicBezTo>
                <a:cubicBezTo>
                  <a:pt x="57927" y="47343"/>
                  <a:pt x="64225" y="44714"/>
                  <a:pt x="71586" y="44714"/>
                </a:cubicBezTo>
                <a:lnTo>
                  <a:pt x="149779" y="44714"/>
                </a:lnTo>
                <a:cubicBezTo>
                  <a:pt x="151448" y="35547"/>
                  <a:pt x="155928" y="28015"/>
                  <a:pt x="163209" y="22117"/>
                </a:cubicBezTo>
                <a:cubicBezTo>
                  <a:pt x="170467" y="16231"/>
                  <a:pt x="178948" y="13282"/>
                  <a:pt x="188629" y="13282"/>
                </a:cubicBezTo>
                <a:cubicBezTo>
                  <a:pt x="198322" y="13282"/>
                  <a:pt x="206803" y="16231"/>
                  <a:pt x="214061" y="22117"/>
                </a:cubicBezTo>
                <a:cubicBezTo>
                  <a:pt x="221308" y="28015"/>
                  <a:pt x="225788" y="35547"/>
                  <a:pt x="227491" y="44714"/>
                </a:cubicBezTo>
                <a:lnTo>
                  <a:pt x="305684" y="44714"/>
                </a:lnTo>
                <a:cubicBezTo>
                  <a:pt x="313068" y="44714"/>
                  <a:pt x="319388" y="47343"/>
                  <a:pt x="324658" y="52612"/>
                </a:cubicBezTo>
                <a:cubicBezTo>
                  <a:pt x="329927" y="57870"/>
                  <a:pt x="332556" y="64202"/>
                  <a:pt x="332556" y="71586"/>
                </a:cubicBezTo>
                <a:lnTo>
                  <a:pt x="332556" y="305638"/>
                </a:lnTo>
                <a:cubicBezTo>
                  <a:pt x="332556" y="312999"/>
                  <a:pt x="329927" y="319297"/>
                  <a:pt x="324658" y="324543"/>
                </a:cubicBezTo>
                <a:cubicBezTo>
                  <a:pt x="319388" y="329778"/>
                  <a:pt x="313068" y="332396"/>
                  <a:pt x="305684" y="332396"/>
                </a:cubicBezTo>
                <a:lnTo>
                  <a:pt x="71632" y="332396"/>
                </a:lnTo>
                <a:close/>
                <a:moveTo>
                  <a:pt x="71586" y="305638"/>
                </a:moveTo>
                <a:lnTo>
                  <a:pt x="305638" y="305638"/>
                </a:lnTo>
                <a:lnTo>
                  <a:pt x="305638" y="71586"/>
                </a:lnTo>
                <a:lnTo>
                  <a:pt x="71586" y="71586"/>
                </a:lnTo>
                <a:lnTo>
                  <a:pt x="71586" y="305638"/>
                </a:lnTo>
                <a:close/>
                <a:moveTo>
                  <a:pt x="198653" y="60350"/>
                </a:moveTo>
                <a:cubicBezTo>
                  <a:pt x="201488" y="57493"/>
                  <a:pt x="202894" y="54144"/>
                  <a:pt x="202894" y="50292"/>
                </a:cubicBezTo>
                <a:cubicBezTo>
                  <a:pt x="202894" y="46440"/>
                  <a:pt x="201488" y="43091"/>
                  <a:pt x="198653" y="40234"/>
                </a:cubicBezTo>
                <a:cubicBezTo>
                  <a:pt x="195796" y="37410"/>
                  <a:pt x="192447" y="35993"/>
                  <a:pt x="188595" y="35993"/>
                </a:cubicBezTo>
                <a:cubicBezTo>
                  <a:pt x="184743" y="35993"/>
                  <a:pt x="181394" y="37410"/>
                  <a:pt x="178537" y="40234"/>
                </a:cubicBezTo>
                <a:cubicBezTo>
                  <a:pt x="175713" y="43091"/>
                  <a:pt x="174296" y="46440"/>
                  <a:pt x="174296" y="50292"/>
                </a:cubicBezTo>
                <a:cubicBezTo>
                  <a:pt x="174296" y="54144"/>
                  <a:pt x="175713" y="57493"/>
                  <a:pt x="178537" y="60350"/>
                </a:cubicBezTo>
                <a:cubicBezTo>
                  <a:pt x="181394" y="63174"/>
                  <a:pt x="184743" y="64591"/>
                  <a:pt x="188595" y="64591"/>
                </a:cubicBezTo>
                <a:cubicBezTo>
                  <a:pt x="192447" y="64591"/>
                  <a:pt x="195796" y="63174"/>
                  <a:pt x="198653" y="60350"/>
                </a:cubicBezTo>
                <a:close/>
                <a:moveTo>
                  <a:pt x="71586" y="305604"/>
                </a:moveTo>
                <a:lnTo>
                  <a:pt x="71586" y="71552"/>
                </a:lnTo>
                <a:lnTo>
                  <a:pt x="71586" y="305604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9" name="圖說"/>
          <p:cNvSpPr/>
          <p:nvPr/>
        </p:nvSpPr>
        <p:spPr>
          <a:xfrm>
            <a:off x="4823346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已交付</a:t>
            </a:r>
            <a:endParaRPr lang="en-US" sz="950" dirty="0"/>
          </a:p>
        </p:txBody>
      </p:sp>
      <p:sp>
        <p:nvSpPr>
          <p:cNvPr id="140" name="圖示 檢核表"/>
          <p:cNvSpPr/>
          <p:nvPr/>
        </p:nvSpPr>
        <p:spPr>
          <a:xfrm>
            <a:off x="5697712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87622" y="257472"/>
                </a:moveTo>
                <a:lnTo>
                  <a:pt x="148476" y="196527"/>
                </a:lnTo>
                <a:cubicBezTo>
                  <a:pt x="151150" y="193864"/>
                  <a:pt x="154294" y="192584"/>
                  <a:pt x="157905" y="192721"/>
                </a:cubicBezTo>
                <a:cubicBezTo>
                  <a:pt x="161529" y="192847"/>
                  <a:pt x="164741" y="194253"/>
                  <a:pt x="167575" y="196927"/>
                </a:cubicBezTo>
                <a:cubicBezTo>
                  <a:pt x="170147" y="199602"/>
                  <a:pt x="171416" y="202722"/>
                  <a:pt x="171381" y="206312"/>
                </a:cubicBezTo>
                <a:cubicBezTo>
                  <a:pt x="171359" y="209901"/>
                  <a:pt x="170010" y="213032"/>
                  <a:pt x="167335" y="215707"/>
                </a:cubicBezTo>
                <a:lnTo>
                  <a:pt x="97006" y="285956"/>
                </a:lnTo>
                <a:cubicBezTo>
                  <a:pt x="94332" y="288630"/>
                  <a:pt x="91189" y="289979"/>
                  <a:pt x="87577" y="290002"/>
                </a:cubicBezTo>
                <a:cubicBezTo>
                  <a:pt x="83965" y="290025"/>
                  <a:pt x="80822" y="288710"/>
                  <a:pt x="78147" y="286036"/>
                </a:cubicBezTo>
                <a:lnTo>
                  <a:pt x="38942" y="246751"/>
                </a:lnTo>
                <a:cubicBezTo>
                  <a:pt x="36210" y="244042"/>
                  <a:pt x="34850" y="240899"/>
                  <a:pt x="34850" y="237321"/>
                </a:cubicBezTo>
                <a:cubicBezTo>
                  <a:pt x="34850" y="233732"/>
                  <a:pt x="36210" y="230600"/>
                  <a:pt x="38942" y="227926"/>
                </a:cubicBezTo>
                <a:cubicBezTo>
                  <a:pt x="41605" y="225251"/>
                  <a:pt x="44737" y="223982"/>
                  <a:pt x="48326" y="224119"/>
                </a:cubicBezTo>
                <a:cubicBezTo>
                  <a:pt x="51915" y="224245"/>
                  <a:pt x="55047" y="225514"/>
                  <a:pt x="57722" y="227926"/>
                </a:cubicBezTo>
                <a:lnTo>
                  <a:pt x="87622" y="257438"/>
                </a:lnTo>
                <a:close/>
                <a:moveTo>
                  <a:pt x="87622" y="131742"/>
                </a:moveTo>
                <a:lnTo>
                  <a:pt x="148476" y="70797"/>
                </a:lnTo>
                <a:cubicBezTo>
                  <a:pt x="151150" y="68134"/>
                  <a:pt x="154294" y="66854"/>
                  <a:pt x="157905" y="66991"/>
                </a:cubicBezTo>
                <a:cubicBezTo>
                  <a:pt x="161529" y="67117"/>
                  <a:pt x="164741" y="68523"/>
                  <a:pt x="167575" y="71197"/>
                </a:cubicBezTo>
                <a:cubicBezTo>
                  <a:pt x="170147" y="73872"/>
                  <a:pt x="171416" y="76992"/>
                  <a:pt x="171381" y="80582"/>
                </a:cubicBezTo>
                <a:cubicBezTo>
                  <a:pt x="171359" y="84171"/>
                  <a:pt x="170010" y="87302"/>
                  <a:pt x="167335" y="89977"/>
                </a:cubicBezTo>
                <a:lnTo>
                  <a:pt x="97006" y="160226"/>
                </a:lnTo>
                <a:cubicBezTo>
                  <a:pt x="94332" y="162900"/>
                  <a:pt x="91189" y="164249"/>
                  <a:pt x="87577" y="164272"/>
                </a:cubicBezTo>
                <a:cubicBezTo>
                  <a:pt x="83965" y="164295"/>
                  <a:pt x="80822" y="162980"/>
                  <a:pt x="78147" y="160306"/>
                </a:cubicBezTo>
                <a:lnTo>
                  <a:pt x="38942" y="121009"/>
                </a:lnTo>
                <a:cubicBezTo>
                  <a:pt x="36210" y="118312"/>
                  <a:pt x="34850" y="115169"/>
                  <a:pt x="34850" y="111591"/>
                </a:cubicBezTo>
                <a:cubicBezTo>
                  <a:pt x="34850" y="108002"/>
                  <a:pt x="36210" y="104870"/>
                  <a:pt x="38942" y="102196"/>
                </a:cubicBezTo>
                <a:cubicBezTo>
                  <a:pt x="41605" y="99521"/>
                  <a:pt x="44737" y="98252"/>
                  <a:pt x="48326" y="98389"/>
                </a:cubicBezTo>
                <a:cubicBezTo>
                  <a:pt x="51915" y="98515"/>
                  <a:pt x="55047" y="99784"/>
                  <a:pt x="57722" y="102196"/>
                </a:cubicBezTo>
                <a:lnTo>
                  <a:pt x="87622" y="131708"/>
                </a:lnTo>
                <a:close/>
                <a:moveTo>
                  <a:pt x="218107" y="264856"/>
                </a:moveTo>
                <a:cubicBezTo>
                  <a:pt x="214335" y="264856"/>
                  <a:pt x="211158" y="263564"/>
                  <a:pt x="208598" y="260970"/>
                </a:cubicBezTo>
                <a:cubicBezTo>
                  <a:pt x="206026" y="258375"/>
                  <a:pt x="204746" y="255175"/>
                  <a:pt x="204746" y="251380"/>
                </a:cubicBezTo>
                <a:cubicBezTo>
                  <a:pt x="204746" y="247585"/>
                  <a:pt x="206026" y="244419"/>
                  <a:pt x="208598" y="241870"/>
                </a:cubicBezTo>
                <a:cubicBezTo>
                  <a:pt x="211158" y="239333"/>
                  <a:pt x="214335" y="238064"/>
                  <a:pt x="218107" y="238064"/>
                </a:cubicBezTo>
                <a:lnTo>
                  <a:pt x="334362" y="238064"/>
                </a:lnTo>
                <a:cubicBezTo>
                  <a:pt x="338134" y="238064"/>
                  <a:pt x="341300" y="239356"/>
                  <a:pt x="343872" y="241950"/>
                </a:cubicBezTo>
                <a:cubicBezTo>
                  <a:pt x="346443" y="244545"/>
                  <a:pt x="347723" y="247745"/>
                  <a:pt x="347723" y="251540"/>
                </a:cubicBezTo>
                <a:cubicBezTo>
                  <a:pt x="347723" y="255335"/>
                  <a:pt x="346443" y="258501"/>
                  <a:pt x="343872" y="261050"/>
                </a:cubicBezTo>
                <a:cubicBezTo>
                  <a:pt x="341300" y="263587"/>
                  <a:pt x="338134" y="264856"/>
                  <a:pt x="334362" y="264856"/>
                </a:cubicBezTo>
                <a:lnTo>
                  <a:pt x="218062" y="264856"/>
                </a:lnTo>
                <a:close/>
                <a:moveTo>
                  <a:pt x="218107" y="139126"/>
                </a:moveTo>
                <a:cubicBezTo>
                  <a:pt x="214335" y="139126"/>
                  <a:pt x="211158" y="137834"/>
                  <a:pt x="208598" y="135240"/>
                </a:cubicBezTo>
                <a:cubicBezTo>
                  <a:pt x="206026" y="132645"/>
                  <a:pt x="204746" y="129445"/>
                  <a:pt x="204746" y="125650"/>
                </a:cubicBezTo>
                <a:cubicBezTo>
                  <a:pt x="204746" y="121855"/>
                  <a:pt x="206026" y="118689"/>
                  <a:pt x="208598" y="116140"/>
                </a:cubicBezTo>
                <a:cubicBezTo>
                  <a:pt x="211158" y="113603"/>
                  <a:pt x="214335" y="112334"/>
                  <a:pt x="218107" y="112334"/>
                </a:cubicBezTo>
                <a:lnTo>
                  <a:pt x="334362" y="112334"/>
                </a:lnTo>
                <a:cubicBezTo>
                  <a:pt x="338134" y="112334"/>
                  <a:pt x="341300" y="113626"/>
                  <a:pt x="343872" y="116220"/>
                </a:cubicBezTo>
                <a:cubicBezTo>
                  <a:pt x="346443" y="118815"/>
                  <a:pt x="347723" y="122015"/>
                  <a:pt x="347723" y="125810"/>
                </a:cubicBezTo>
                <a:cubicBezTo>
                  <a:pt x="347723" y="129605"/>
                  <a:pt x="346443" y="132771"/>
                  <a:pt x="343872" y="135320"/>
                </a:cubicBezTo>
                <a:cubicBezTo>
                  <a:pt x="341300" y="137857"/>
                  <a:pt x="338134" y="139126"/>
                  <a:pt x="334362" y="139126"/>
                </a:cubicBezTo>
                <a:lnTo>
                  <a:pt x="218062" y="139126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1" name="圖說"/>
          <p:cNvSpPr/>
          <p:nvPr/>
        </p:nvSpPr>
        <p:spPr>
          <a:xfrm>
            <a:off x="5516747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檢核表</a:t>
            </a:r>
            <a:endParaRPr lang="en-US" sz="950" dirty="0"/>
          </a:p>
        </p:txBody>
      </p:sp>
      <p:sp>
        <p:nvSpPr>
          <p:cNvPr id="142" name="圖示 查核"/>
          <p:cNvSpPr/>
          <p:nvPr/>
        </p:nvSpPr>
        <p:spPr>
          <a:xfrm>
            <a:off x="6391113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52727" y="332396"/>
                </a:moveTo>
                <a:cubicBezTo>
                  <a:pt x="45503" y="332396"/>
                  <a:pt x="39228" y="329744"/>
                  <a:pt x="33913" y="324418"/>
                </a:cubicBezTo>
                <a:cubicBezTo>
                  <a:pt x="28586" y="319103"/>
                  <a:pt x="25935" y="312828"/>
                  <a:pt x="25935" y="305604"/>
                </a:cubicBezTo>
                <a:lnTo>
                  <a:pt x="25935" y="71552"/>
                </a:lnTo>
                <a:cubicBezTo>
                  <a:pt x="25935" y="64294"/>
                  <a:pt x="28586" y="58007"/>
                  <a:pt x="33913" y="52692"/>
                </a:cubicBezTo>
                <a:cubicBezTo>
                  <a:pt x="39228" y="47366"/>
                  <a:pt x="45503" y="44714"/>
                  <a:pt x="52727" y="44714"/>
                </a:cubicBezTo>
                <a:lnTo>
                  <a:pt x="324498" y="44714"/>
                </a:lnTo>
                <a:cubicBezTo>
                  <a:pt x="331756" y="44714"/>
                  <a:pt x="338042" y="47366"/>
                  <a:pt x="343357" y="52692"/>
                </a:cubicBezTo>
                <a:cubicBezTo>
                  <a:pt x="348684" y="58007"/>
                  <a:pt x="351335" y="64294"/>
                  <a:pt x="351335" y="71552"/>
                </a:cubicBezTo>
                <a:lnTo>
                  <a:pt x="351335" y="305604"/>
                </a:lnTo>
                <a:cubicBezTo>
                  <a:pt x="351335" y="312828"/>
                  <a:pt x="348684" y="319103"/>
                  <a:pt x="343357" y="324418"/>
                </a:cubicBezTo>
                <a:cubicBezTo>
                  <a:pt x="338042" y="329744"/>
                  <a:pt x="331756" y="332396"/>
                  <a:pt x="324498" y="332396"/>
                </a:cubicBezTo>
                <a:lnTo>
                  <a:pt x="52727" y="332396"/>
                </a:lnTo>
                <a:close/>
                <a:moveTo>
                  <a:pt x="52727" y="305638"/>
                </a:moveTo>
                <a:lnTo>
                  <a:pt x="324498" y="305638"/>
                </a:lnTo>
                <a:lnTo>
                  <a:pt x="324498" y="71586"/>
                </a:lnTo>
                <a:lnTo>
                  <a:pt x="52727" y="71586"/>
                </a:lnTo>
                <a:lnTo>
                  <a:pt x="52727" y="305638"/>
                </a:lnTo>
                <a:close/>
                <a:moveTo>
                  <a:pt x="143527" y="267176"/>
                </a:moveTo>
                <a:cubicBezTo>
                  <a:pt x="147927" y="267176"/>
                  <a:pt x="151653" y="265667"/>
                  <a:pt x="154682" y="262661"/>
                </a:cubicBezTo>
                <a:cubicBezTo>
                  <a:pt x="157723" y="259644"/>
                  <a:pt x="159243" y="255918"/>
                  <a:pt x="159243" y="251460"/>
                </a:cubicBezTo>
                <a:cubicBezTo>
                  <a:pt x="159243" y="247002"/>
                  <a:pt x="157723" y="243276"/>
                  <a:pt x="154682" y="240259"/>
                </a:cubicBezTo>
                <a:cubicBezTo>
                  <a:pt x="151619" y="237253"/>
                  <a:pt x="147904" y="235744"/>
                  <a:pt x="143527" y="235744"/>
                </a:cubicBezTo>
                <a:lnTo>
                  <a:pt x="96926" y="235744"/>
                </a:lnTo>
                <a:cubicBezTo>
                  <a:pt x="92480" y="235744"/>
                  <a:pt x="88743" y="237253"/>
                  <a:pt x="85736" y="240259"/>
                </a:cubicBezTo>
                <a:cubicBezTo>
                  <a:pt x="82719" y="243276"/>
                  <a:pt x="81210" y="247002"/>
                  <a:pt x="81210" y="251460"/>
                </a:cubicBezTo>
                <a:cubicBezTo>
                  <a:pt x="81210" y="255918"/>
                  <a:pt x="82719" y="259644"/>
                  <a:pt x="85736" y="262661"/>
                </a:cubicBezTo>
                <a:cubicBezTo>
                  <a:pt x="88743" y="265667"/>
                  <a:pt x="92480" y="267176"/>
                  <a:pt x="96926" y="267176"/>
                </a:cubicBezTo>
                <a:lnTo>
                  <a:pt x="143527" y="267176"/>
                </a:lnTo>
                <a:close/>
                <a:moveTo>
                  <a:pt x="228749" y="191350"/>
                </a:moveTo>
                <a:lnTo>
                  <a:pt x="217319" y="179954"/>
                </a:lnTo>
                <a:cubicBezTo>
                  <a:pt x="214152" y="176811"/>
                  <a:pt x="210472" y="175302"/>
                  <a:pt x="206277" y="175428"/>
                </a:cubicBezTo>
                <a:cubicBezTo>
                  <a:pt x="202082" y="175565"/>
                  <a:pt x="198413" y="177199"/>
                  <a:pt x="195270" y="180343"/>
                </a:cubicBezTo>
                <a:cubicBezTo>
                  <a:pt x="192390" y="183486"/>
                  <a:pt x="190892" y="187155"/>
                  <a:pt x="190755" y="191350"/>
                </a:cubicBezTo>
                <a:cubicBezTo>
                  <a:pt x="190630" y="195533"/>
                  <a:pt x="192127" y="199202"/>
                  <a:pt x="195270" y="202345"/>
                </a:cubicBezTo>
                <a:lnTo>
                  <a:pt x="219205" y="226280"/>
                </a:lnTo>
                <a:cubicBezTo>
                  <a:pt x="221925" y="228943"/>
                  <a:pt x="225091" y="230280"/>
                  <a:pt x="228714" y="230280"/>
                </a:cubicBezTo>
                <a:cubicBezTo>
                  <a:pt x="232326" y="230280"/>
                  <a:pt x="235469" y="228943"/>
                  <a:pt x="238144" y="226280"/>
                </a:cubicBezTo>
                <a:lnTo>
                  <a:pt x="294917" y="169495"/>
                </a:lnTo>
                <a:cubicBezTo>
                  <a:pt x="298060" y="166352"/>
                  <a:pt x="299626" y="162695"/>
                  <a:pt x="299626" y="158500"/>
                </a:cubicBezTo>
                <a:cubicBezTo>
                  <a:pt x="299626" y="154305"/>
                  <a:pt x="298060" y="150636"/>
                  <a:pt x="294917" y="147493"/>
                </a:cubicBezTo>
                <a:cubicBezTo>
                  <a:pt x="291774" y="144349"/>
                  <a:pt x="288036" y="142784"/>
                  <a:pt x="283715" y="142784"/>
                </a:cubicBezTo>
                <a:cubicBezTo>
                  <a:pt x="279395" y="142784"/>
                  <a:pt x="275669" y="144372"/>
                  <a:pt x="272525" y="147538"/>
                </a:cubicBezTo>
                <a:lnTo>
                  <a:pt x="228714" y="191350"/>
                </a:lnTo>
                <a:close/>
                <a:moveTo>
                  <a:pt x="143527" y="204311"/>
                </a:moveTo>
                <a:cubicBezTo>
                  <a:pt x="147927" y="204311"/>
                  <a:pt x="151653" y="202802"/>
                  <a:pt x="154682" y="199796"/>
                </a:cubicBezTo>
                <a:cubicBezTo>
                  <a:pt x="157723" y="196779"/>
                  <a:pt x="159243" y="193053"/>
                  <a:pt x="159243" y="188595"/>
                </a:cubicBezTo>
                <a:cubicBezTo>
                  <a:pt x="159243" y="184137"/>
                  <a:pt x="157723" y="180411"/>
                  <a:pt x="154682" y="177394"/>
                </a:cubicBezTo>
                <a:cubicBezTo>
                  <a:pt x="151619" y="174388"/>
                  <a:pt x="147904" y="172879"/>
                  <a:pt x="143527" y="172879"/>
                </a:cubicBezTo>
                <a:lnTo>
                  <a:pt x="96926" y="172879"/>
                </a:lnTo>
                <a:cubicBezTo>
                  <a:pt x="92480" y="172879"/>
                  <a:pt x="88743" y="174388"/>
                  <a:pt x="85736" y="177394"/>
                </a:cubicBezTo>
                <a:cubicBezTo>
                  <a:pt x="82719" y="180411"/>
                  <a:pt x="81210" y="184137"/>
                  <a:pt x="81210" y="188595"/>
                </a:cubicBezTo>
                <a:cubicBezTo>
                  <a:pt x="81210" y="193053"/>
                  <a:pt x="82719" y="196779"/>
                  <a:pt x="85736" y="199796"/>
                </a:cubicBezTo>
                <a:cubicBezTo>
                  <a:pt x="88743" y="202802"/>
                  <a:pt x="92480" y="204311"/>
                  <a:pt x="96926" y="204311"/>
                </a:cubicBezTo>
                <a:lnTo>
                  <a:pt x="143527" y="204311"/>
                </a:lnTo>
                <a:close/>
                <a:moveTo>
                  <a:pt x="143527" y="141446"/>
                </a:moveTo>
                <a:cubicBezTo>
                  <a:pt x="147927" y="141446"/>
                  <a:pt x="151653" y="139937"/>
                  <a:pt x="154682" y="136931"/>
                </a:cubicBezTo>
                <a:cubicBezTo>
                  <a:pt x="157723" y="133914"/>
                  <a:pt x="159243" y="130188"/>
                  <a:pt x="159243" y="125730"/>
                </a:cubicBezTo>
                <a:cubicBezTo>
                  <a:pt x="159243" y="121272"/>
                  <a:pt x="157723" y="117546"/>
                  <a:pt x="154682" y="114529"/>
                </a:cubicBezTo>
                <a:cubicBezTo>
                  <a:pt x="151619" y="111523"/>
                  <a:pt x="147904" y="110014"/>
                  <a:pt x="143527" y="110014"/>
                </a:cubicBezTo>
                <a:lnTo>
                  <a:pt x="96926" y="110014"/>
                </a:lnTo>
                <a:cubicBezTo>
                  <a:pt x="92480" y="110014"/>
                  <a:pt x="88743" y="111523"/>
                  <a:pt x="85736" y="114529"/>
                </a:cubicBezTo>
                <a:cubicBezTo>
                  <a:pt x="82719" y="117546"/>
                  <a:pt x="81210" y="121272"/>
                  <a:pt x="81210" y="125730"/>
                </a:cubicBezTo>
                <a:cubicBezTo>
                  <a:pt x="81210" y="130188"/>
                  <a:pt x="82719" y="133914"/>
                  <a:pt x="85736" y="136931"/>
                </a:cubicBezTo>
                <a:cubicBezTo>
                  <a:pt x="88743" y="139937"/>
                  <a:pt x="92480" y="141446"/>
                  <a:pt x="96926" y="141446"/>
                </a:cubicBezTo>
                <a:lnTo>
                  <a:pt x="143527" y="141446"/>
                </a:lnTo>
                <a:close/>
                <a:moveTo>
                  <a:pt x="52727" y="305604"/>
                </a:moveTo>
                <a:lnTo>
                  <a:pt x="52727" y="71552"/>
                </a:lnTo>
                <a:lnTo>
                  <a:pt x="52727" y="305604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3" name="圖說"/>
          <p:cNvSpPr/>
          <p:nvPr/>
        </p:nvSpPr>
        <p:spPr>
          <a:xfrm>
            <a:off x="6210148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查核</a:t>
            </a:r>
            <a:endParaRPr lang="en-US" sz="950" dirty="0"/>
          </a:p>
        </p:txBody>
      </p:sp>
      <p:sp>
        <p:nvSpPr>
          <p:cNvPr id="144" name="圖示 資料夾"/>
          <p:cNvSpPr/>
          <p:nvPr/>
        </p:nvSpPr>
        <p:spPr>
          <a:xfrm>
            <a:off x="7084514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55870" y="316680"/>
                </a:moveTo>
                <a:cubicBezTo>
                  <a:pt x="48646" y="316680"/>
                  <a:pt x="42371" y="313959"/>
                  <a:pt x="37056" y="308507"/>
                </a:cubicBezTo>
                <a:cubicBezTo>
                  <a:pt x="31730" y="303066"/>
                  <a:pt x="29078" y="296849"/>
                  <a:pt x="29078" y="289888"/>
                </a:cubicBezTo>
                <a:lnTo>
                  <a:pt x="29078" y="87268"/>
                </a:lnTo>
                <a:cubicBezTo>
                  <a:pt x="29078" y="80273"/>
                  <a:pt x="31730" y="74055"/>
                  <a:pt x="37056" y="68603"/>
                </a:cubicBezTo>
                <a:cubicBezTo>
                  <a:pt x="42371" y="63151"/>
                  <a:pt x="48646" y="60430"/>
                  <a:pt x="55870" y="60430"/>
                </a:cubicBezTo>
                <a:lnTo>
                  <a:pt x="153276" y="60430"/>
                </a:lnTo>
                <a:cubicBezTo>
                  <a:pt x="156911" y="60430"/>
                  <a:pt x="160409" y="61173"/>
                  <a:pt x="163769" y="62671"/>
                </a:cubicBezTo>
                <a:cubicBezTo>
                  <a:pt x="167118" y="64157"/>
                  <a:pt x="170010" y="66123"/>
                  <a:pt x="172444" y="68557"/>
                </a:cubicBezTo>
                <a:lnTo>
                  <a:pt x="189064" y="85108"/>
                </a:lnTo>
                <a:lnTo>
                  <a:pt x="321354" y="85108"/>
                </a:lnTo>
                <a:cubicBezTo>
                  <a:pt x="328350" y="85108"/>
                  <a:pt x="334568" y="87828"/>
                  <a:pt x="340020" y="93280"/>
                </a:cubicBezTo>
                <a:cubicBezTo>
                  <a:pt x="345472" y="98721"/>
                  <a:pt x="348192" y="104927"/>
                  <a:pt x="348192" y="111900"/>
                </a:cubicBezTo>
                <a:lnTo>
                  <a:pt x="348192" y="289922"/>
                </a:lnTo>
                <a:cubicBezTo>
                  <a:pt x="348192" y="296894"/>
                  <a:pt x="345472" y="303101"/>
                  <a:pt x="340020" y="308553"/>
                </a:cubicBezTo>
                <a:cubicBezTo>
                  <a:pt x="334568" y="313994"/>
                  <a:pt x="328350" y="316725"/>
                  <a:pt x="321354" y="316725"/>
                </a:cubicBezTo>
                <a:lnTo>
                  <a:pt x="55870" y="316725"/>
                </a:lnTo>
                <a:close/>
                <a:moveTo>
                  <a:pt x="55870" y="289922"/>
                </a:moveTo>
                <a:lnTo>
                  <a:pt x="321354" y="289922"/>
                </a:lnTo>
                <a:lnTo>
                  <a:pt x="321354" y="111900"/>
                </a:lnTo>
                <a:lnTo>
                  <a:pt x="177874" y="111900"/>
                </a:lnTo>
                <a:lnTo>
                  <a:pt x="153276" y="87302"/>
                </a:lnTo>
                <a:lnTo>
                  <a:pt x="55870" y="87302"/>
                </a:lnTo>
                <a:lnTo>
                  <a:pt x="55870" y="289922"/>
                </a:lnTo>
                <a:close/>
                <a:moveTo>
                  <a:pt x="55870" y="289922"/>
                </a:moveTo>
                <a:lnTo>
                  <a:pt x="55870" y="87302"/>
                </a:lnTo>
                <a:lnTo>
                  <a:pt x="55870" y="289922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5" name="圖說"/>
          <p:cNvSpPr/>
          <p:nvPr/>
        </p:nvSpPr>
        <p:spPr>
          <a:xfrm>
            <a:off x="6903549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資料夾</a:t>
            </a:r>
            <a:endParaRPr lang="en-US" sz="950" dirty="0"/>
          </a:p>
        </p:txBody>
      </p:sp>
      <p:sp>
        <p:nvSpPr>
          <p:cNvPr id="146" name="圖示 筆記"/>
          <p:cNvSpPr/>
          <p:nvPr/>
        </p:nvSpPr>
        <p:spPr>
          <a:xfrm>
            <a:off x="7777915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73906" y="221251"/>
                </a:moveTo>
                <a:cubicBezTo>
                  <a:pt x="70134" y="221251"/>
                  <a:pt x="66946" y="219947"/>
                  <a:pt x="64362" y="217353"/>
                </a:cubicBezTo>
                <a:cubicBezTo>
                  <a:pt x="61768" y="214758"/>
                  <a:pt x="60476" y="211569"/>
                  <a:pt x="60510" y="207775"/>
                </a:cubicBezTo>
                <a:cubicBezTo>
                  <a:pt x="60510" y="203968"/>
                  <a:pt x="61791" y="200802"/>
                  <a:pt x="64362" y="198265"/>
                </a:cubicBezTo>
                <a:cubicBezTo>
                  <a:pt x="66923" y="195716"/>
                  <a:pt x="70112" y="194447"/>
                  <a:pt x="73906" y="194447"/>
                </a:cubicBezTo>
                <a:lnTo>
                  <a:pt x="169221" y="194447"/>
                </a:lnTo>
                <a:cubicBezTo>
                  <a:pt x="172993" y="194447"/>
                  <a:pt x="176171" y="195750"/>
                  <a:pt x="178731" y="198345"/>
                </a:cubicBezTo>
                <a:cubicBezTo>
                  <a:pt x="181303" y="200928"/>
                  <a:pt x="182583" y="204128"/>
                  <a:pt x="182583" y="207923"/>
                </a:cubicBezTo>
                <a:cubicBezTo>
                  <a:pt x="182583" y="211729"/>
                  <a:pt x="181303" y="214895"/>
                  <a:pt x="178731" y="217433"/>
                </a:cubicBezTo>
                <a:cubicBezTo>
                  <a:pt x="176171" y="219970"/>
                  <a:pt x="172993" y="221251"/>
                  <a:pt x="169221" y="221251"/>
                </a:cubicBezTo>
                <a:lnTo>
                  <a:pt x="73906" y="221251"/>
                </a:lnTo>
                <a:close/>
                <a:moveTo>
                  <a:pt x="73906" y="154259"/>
                </a:moveTo>
                <a:cubicBezTo>
                  <a:pt x="70134" y="154259"/>
                  <a:pt x="66946" y="152956"/>
                  <a:pt x="64362" y="150362"/>
                </a:cubicBezTo>
                <a:cubicBezTo>
                  <a:pt x="61768" y="147767"/>
                  <a:pt x="60476" y="144578"/>
                  <a:pt x="60510" y="140783"/>
                </a:cubicBezTo>
                <a:cubicBezTo>
                  <a:pt x="60510" y="136977"/>
                  <a:pt x="61791" y="133811"/>
                  <a:pt x="64362" y="131274"/>
                </a:cubicBezTo>
                <a:cubicBezTo>
                  <a:pt x="66923" y="128725"/>
                  <a:pt x="70112" y="127456"/>
                  <a:pt x="73906" y="127456"/>
                </a:cubicBezTo>
                <a:lnTo>
                  <a:pt x="235001" y="127456"/>
                </a:lnTo>
                <a:cubicBezTo>
                  <a:pt x="238773" y="127456"/>
                  <a:pt x="241939" y="128759"/>
                  <a:pt x="244511" y="131354"/>
                </a:cubicBezTo>
                <a:cubicBezTo>
                  <a:pt x="247071" y="133937"/>
                  <a:pt x="248351" y="137137"/>
                  <a:pt x="248351" y="140932"/>
                </a:cubicBezTo>
                <a:cubicBezTo>
                  <a:pt x="248351" y="144738"/>
                  <a:pt x="247071" y="147904"/>
                  <a:pt x="244511" y="150442"/>
                </a:cubicBezTo>
                <a:cubicBezTo>
                  <a:pt x="241939" y="152979"/>
                  <a:pt x="238773" y="154259"/>
                  <a:pt x="235001" y="154259"/>
                </a:cubicBezTo>
                <a:lnTo>
                  <a:pt x="73906" y="154259"/>
                </a:lnTo>
                <a:close/>
                <a:moveTo>
                  <a:pt x="73906" y="87268"/>
                </a:moveTo>
                <a:cubicBezTo>
                  <a:pt x="70134" y="87268"/>
                  <a:pt x="66946" y="85965"/>
                  <a:pt x="64362" y="83370"/>
                </a:cubicBezTo>
                <a:cubicBezTo>
                  <a:pt x="61768" y="80787"/>
                  <a:pt x="60476" y="77587"/>
                  <a:pt x="60510" y="73792"/>
                </a:cubicBezTo>
                <a:cubicBezTo>
                  <a:pt x="60510" y="69986"/>
                  <a:pt x="61791" y="66808"/>
                  <a:pt x="64362" y="64237"/>
                </a:cubicBezTo>
                <a:cubicBezTo>
                  <a:pt x="66923" y="61676"/>
                  <a:pt x="70112" y="60385"/>
                  <a:pt x="73906" y="60385"/>
                </a:cubicBezTo>
                <a:lnTo>
                  <a:pt x="235001" y="60385"/>
                </a:lnTo>
                <a:cubicBezTo>
                  <a:pt x="238773" y="60385"/>
                  <a:pt x="241939" y="61699"/>
                  <a:pt x="244511" y="64317"/>
                </a:cubicBezTo>
                <a:cubicBezTo>
                  <a:pt x="247071" y="66934"/>
                  <a:pt x="248351" y="70146"/>
                  <a:pt x="248351" y="73941"/>
                </a:cubicBezTo>
                <a:cubicBezTo>
                  <a:pt x="248351" y="77747"/>
                  <a:pt x="247071" y="80913"/>
                  <a:pt x="244511" y="83450"/>
                </a:cubicBezTo>
                <a:cubicBezTo>
                  <a:pt x="241939" y="85999"/>
                  <a:pt x="238773" y="87268"/>
                  <a:pt x="235001" y="87268"/>
                </a:cubicBezTo>
                <a:lnTo>
                  <a:pt x="73906" y="87268"/>
                </a:lnTo>
                <a:close/>
                <a:moveTo>
                  <a:pt x="203923" y="303284"/>
                </a:moveTo>
                <a:lnTo>
                  <a:pt x="203923" y="271737"/>
                </a:lnTo>
                <a:cubicBezTo>
                  <a:pt x="203923" y="270079"/>
                  <a:pt x="204231" y="268491"/>
                  <a:pt x="204860" y="266936"/>
                </a:cubicBezTo>
                <a:cubicBezTo>
                  <a:pt x="205489" y="265393"/>
                  <a:pt x="206517" y="263907"/>
                  <a:pt x="207923" y="262467"/>
                </a:cubicBezTo>
                <a:lnTo>
                  <a:pt x="290985" y="179634"/>
                </a:lnTo>
                <a:cubicBezTo>
                  <a:pt x="293500" y="177119"/>
                  <a:pt x="296288" y="175290"/>
                  <a:pt x="299352" y="174136"/>
                </a:cubicBezTo>
                <a:cubicBezTo>
                  <a:pt x="302415" y="172982"/>
                  <a:pt x="305524" y="172410"/>
                  <a:pt x="308667" y="172410"/>
                </a:cubicBezTo>
                <a:cubicBezTo>
                  <a:pt x="311936" y="172410"/>
                  <a:pt x="315114" y="173050"/>
                  <a:pt x="318177" y="174330"/>
                </a:cubicBezTo>
                <a:cubicBezTo>
                  <a:pt x="321240" y="175611"/>
                  <a:pt x="324018" y="177485"/>
                  <a:pt x="326509" y="179954"/>
                </a:cubicBezTo>
                <a:lnTo>
                  <a:pt x="341048" y="194493"/>
                </a:lnTo>
                <a:cubicBezTo>
                  <a:pt x="343529" y="196973"/>
                  <a:pt x="345335" y="199739"/>
                  <a:pt x="346466" y="202780"/>
                </a:cubicBezTo>
                <a:cubicBezTo>
                  <a:pt x="347621" y="205820"/>
                  <a:pt x="348192" y="208872"/>
                  <a:pt x="348192" y="211935"/>
                </a:cubicBezTo>
                <a:cubicBezTo>
                  <a:pt x="348192" y="215078"/>
                  <a:pt x="347552" y="218233"/>
                  <a:pt x="346272" y="221399"/>
                </a:cubicBezTo>
                <a:cubicBezTo>
                  <a:pt x="344980" y="224577"/>
                  <a:pt x="343094" y="227411"/>
                  <a:pt x="340614" y="229926"/>
                </a:cubicBezTo>
                <a:lnTo>
                  <a:pt x="258135" y="312759"/>
                </a:lnTo>
                <a:cubicBezTo>
                  <a:pt x="256695" y="314199"/>
                  <a:pt x="255209" y="315205"/>
                  <a:pt x="253666" y="315777"/>
                </a:cubicBezTo>
                <a:cubicBezTo>
                  <a:pt x="252112" y="316360"/>
                  <a:pt x="250523" y="316645"/>
                  <a:pt x="248865" y="316645"/>
                </a:cubicBezTo>
                <a:lnTo>
                  <a:pt x="217319" y="316645"/>
                </a:lnTo>
                <a:cubicBezTo>
                  <a:pt x="213547" y="316645"/>
                  <a:pt x="210358" y="315365"/>
                  <a:pt x="207775" y="312793"/>
                </a:cubicBezTo>
                <a:cubicBezTo>
                  <a:pt x="205180" y="310222"/>
                  <a:pt x="203888" y="307044"/>
                  <a:pt x="203923" y="303249"/>
                </a:cubicBezTo>
                <a:close/>
                <a:moveTo>
                  <a:pt x="323206" y="211935"/>
                </a:moveTo>
                <a:lnTo>
                  <a:pt x="308667" y="197396"/>
                </a:lnTo>
                <a:lnTo>
                  <a:pt x="323206" y="211935"/>
                </a:lnTo>
                <a:close/>
                <a:moveTo>
                  <a:pt x="228909" y="291694"/>
                </a:moveTo>
                <a:lnTo>
                  <a:pt x="243836" y="291694"/>
                </a:lnTo>
                <a:lnTo>
                  <a:pt x="291099" y="244030"/>
                </a:lnTo>
                <a:lnTo>
                  <a:pt x="284036" y="236567"/>
                </a:lnTo>
                <a:lnTo>
                  <a:pt x="276572" y="229492"/>
                </a:lnTo>
                <a:lnTo>
                  <a:pt x="228909" y="276766"/>
                </a:lnTo>
                <a:lnTo>
                  <a:pt x="228909" y="291694"/>
                </a:lnTo>
                <a:close/>
                <a:moveTo>
                  <a:pt x="284036" y="236567"/>
                </a:moveTo>
                <a:lnTo>
                  <a:pt x="276572" y="229492"/>
                </a:lnTo>
                <a:lnTo>
                  <a:pt x="291099" y="244030"/>
                </a:lnTo>
                <a:lnTo>
                  <a:pt x="284036" y="236567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7" name="圖說"/>
          <p:cNvSpPr/>
          <p:nvPr/>
        </p:nvSpPr>
        <p:spPr>
          <a:xfrm>
            <a:off x="7596950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筆記</a:t>
            </a:r>
            <a:endParaRPr lang="en-US" sz="950" dirty="0"/>
          </a:p>
        </p:txBody>
      </p:sp>
      <p:sp>
        <p:nvSpPr>
          <p:cNvPr id="148" name="圖示 手冊"/>
          <p:cNvSpPr/>
          <p:nvPr/>
        </p:nvSpPr>
        <p:spPr>
          <a:xfrm>
            <a:off x="8471316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97441" y="261953"/>
                </a:moveTo>
                <a:cubicBezTo>
                  <a:pt x="111477" y="261953"/>
                  <a:pt x="125136" y="263587"/>
                  <a:pt x="138417" y="266868"/>
                </a:cubicBezTo>
                <a:cubicBezTo>
                  <a:pt x="151699" y="270137"/>
                  <a:pt x="164763" y="275052"/>
                  <a:pt x="177599" y="281601"/>
                </a:cubicBezTo>
                <a:lnTo>
                  <a:pt x="177599" y="113820"/>
                </a:lnTo>
                <a:cubicBezTo>
                  <a:pt x="165804" y="105968"/>
                  <a:pt x="153025" y="99875"/>
                  <a:pt x="139252" y="95555"/>
                </a:cubicBezTo>
                <a:cubicBezTo>
                  <a:pt x="125467" y="91234"/>
                  <a:pt x="111534" y="89074"/>
                  <a:pt x="97441" y="89074"/>
                </a:cubicBezTo>
                <a:cubicBezTo>
                  <a:pt x="87485" y="89074"/>
                  <a:pt x="77735" y="90320"/>
                  <a:pt x="68169" y="92800"/>
                </a:cubicBezTo>
                <a:cubicBezTo>
                  <a:pt x="58613" y="95292"/>
                  <a:pt x="48978" y="98367"/>
                  <a:pt x="39296" y="102036"/>
                </a:cubicBezTo>
                <a:lnTo>
                  <a:pt x="39296" y="272560"/>
                </a:lnTo>
                <a:cubicBezTo>
                  <a:pt x="47412" y="268891"/>
                  <a:pt x="56647" y="266205"/>
                  <a:pt x="66991" y="264502"/>
                </a:cubicBezTo>
                <a:cubicBezTo>
                  <a:pt x="77335" y="262799"/>
                  <a:pt x="87485" y="261953"/>
                  <a:pt x="97441" y="261953"/>
                </a:cubicBezTo>
                <a:close/>
                <a:moveTo>
                  <a:pt x="201168" y="281601"/>
                </a:moveTo>
                <a:cubicBezTo>
                  <a:pt x="214267" y="275052"/>
                  <a:pt x="227103" y="270137"/>
                  <a:pt x="239676" y="266868"/>
                </a:cubicBezTo>
                <a:cubicBezTo>
                  <a:pt x="252249" y="263587"/>
                  <a:pt x="265610" y="261953"/>
                  <a:pt x="279749" y="261953"/>
                </a:cubicBezTo>
                <a:cubicBezTo>
                  <a:pt x="289705" y="261953"/>
                  <a:pt x="299980" y="262741"/>
                  <a:pt x="310587" y="264307"/>
                </a:cubicBezTo>
                <a:cubicBezTo>
                  <a:pt x="321206" y="265885"/>
                  <a:pt x="330304" y="267976"/>
                  <a:pt x="337905" y="270594"/>
                </a:cubicBezTo>
                <a:lnTo>
                  <a:pt x="337905" y="102036"/>
                </a:lnTo>
                <a:cubicBezTo>
                  <a:pt x="328990" y="97532"/>
                  <a:pt x="319594" y="94240"/>
                  <a:pt x="309684" y="92172"/>
                </a:cubicBezTo>
                <a:cubicBezTo>
                  <a:pt x="299786" y="90103"/>
                  <a:pt x="289808" y="89074"/>
                  <a:pt x="279749" y="89074"/>
                </a:cubicBezTo>
                <a:cubicBezTo>
                  <a:pt x="265610" y="89074"/>
                  <a:pt x="251917" y="91234"/>
                  <a:pt x="238693" y="95555"/>
                </a:cubicBezTo>
                <a:cubicBezTo>
                  <a:pt x="225468" y="99875"/>
                  <a:pt x="212952" y="105968"/>
                  <a:pt x="201168" y="113820"/>
                </a:cubicBezTo>
                <a:lnTo>
                  <a:pt x="201168" y="281601"/>
                </a:lnTo>
                <a:close/>
                <a:moveTo>
                  <a:pt x="183680" y="314405"/>
                </a:moveTo>
                <a:cubicBezTo>
                  <a:pt x="181851" y="314016"/>
                  <a:pt x="180217" y="313262"/>
                  <a:pt x="178777" y="312165"/>
                </a:cubicBezTo>
                <a:cubicBezTo>
                  <a:pt x="166512" y="304564"/>
                  <a:pt x="153493" y="298643"/>
                  <a:pt x="139720" y="294403"/>
                </a:cubicBezTo>
                <a:cubicBezTo>
                  <a:pt x="125936" y="290162"/>
                  <a:pt x="111831" y="288036"/>
                  <a:pt x="97406" y="288036"/>
                </a:cubicBezTo>
                <a:cubicBezTo>
                  <a:pt x="87977" y="288036"/>
                  <a:pt x="78707" y="289236"/>
                  <a:pt x="69620" y="291614"/>
                </a:cubicBezTo>
                <a:cubicBezTo>
                  <a:pt x="60533" y="294002"/>
                  <a:pt x="51469" y="296826"/>
                  <a:pt x="42440" y="300106"/>
                </a:cubicBezTo>
                <a:cubicBezTo>
                  <a:pt x="35753" y="303352"/>
                  <a:pt x="29261" y="302986"/>
                  <a:pt x="22951" y="298997"/>
                </a:cubicBezTo>
                <a:cubicBezTo>
                  <a:pt x="16631" y="295020"/>
                  <a:pt x="13476" y="289213"/>
                  <a:pt x="13476" y="281601"/>
                </a:cubicBezTo>
                <a:lnTo>
                  <a:pt x="13476" y="99761"/>
                </a:lnTo>
                <a:cubicBezTo>
                  <a:pt x="13476" y="95200"/>
                  <a:pt x="14528" y="91006"/>
                  <a:pt x="16619" y="87188"/>
                </a:cubicBezTo>
                <a:cubicBezTo>
                  <a:pt x="18711" y="83359"/>
                  <a:pt x="21843" y="80387"/>
                  <a:pt x="26015" y="78261"/>
                </a:cubicBezTo>
                <a:cubicBezTo>
                  <a:pt x="37148" y="73049"/>
                  <a:pt x="48680" y="69243"/>
                  <a:pt x="60625" y="66831"/>
                </a:cubicBezTo>
                <a:cubicBezTo>
                  <a:pt x="72569" y="64419"/>
                  <a:pt x="84765" y="63219"/>
                  <a:pt x="97201" y="63219"/>
                </a:cubicBezTo>
                <a:cubicBezTo>
                  <a:pt x="113786" y="63219"/>
                  <a:pt x="129879" y="65460"/>
                  <a:pt x="145492" y="69940"/>
                </a:cubicBezTo>
                <a:cubicBezTo>
                  <a:pt x="161129" y="74444"/>
                  <a:pt x="175759" y="81347"/>
                  <a:pt x="189384" y="90640"/>
                </a:cubicBezTo>
                <a:cubicBezTo>
                  <a:pt x="202745" y="81427"/>
                  <a:pt x="217090" y="74546"/>
                  <a:pt x="232440" y="70020"/>
                </a:cubicBezTo>
                <a:cubicBezTo>
                  <a:pt x="247791" y="65505"/>
                  <a:pt x="263622" y="63254"/>
                  <a:pt x="279944" y="63254"/>
                </a:cubicBezTo>
                <a:cubicBezTo>
                  <a:pt x="292288" y="63254"/>
                  <a:pt x="304381" y="64488"/>
                  <a:pt x="316245" y="66946"/>
                </a:cubicBezTo>
                <a:cubicBezTo>
                  <a:pt x="328121" y="69414"/>
                  <a:pt x="339620" y="73198"/>
                  <a:pt x="350752" y="78307"/>
                </a:cubicBezTo>
                <a:cubicBezTo>
                  <a:pt x="354913" y="80433"/>
                  <a:pt x="358113" y="83405"/>
                  <a:pt x="360331" y="87222"/>
                </a:cubicBezTo>
                <a:cubicBezTo>
                  <a:pt x="362560" y="91051"/>
                  <a:pt x="363680" y="95246"/>
                  <a:pt x="363680" y="99795"/>
                </a:cubicBezTo>
                <a:lnTo>
                  <a:pt x="363680" y="282652"/>
                </a:lnTo>
                <a:cubicBezTo>
                  <a:pt x="363680" y="290539"/>
                  <a:pt x="360399" y="296437"/>
                  <a:pt x="353850" y="300335"/>
                </a:cubicBezTo>
                <a:cubicBezTo>
                  <a:pt x="347301" y="304244"/>
                  <a:pt x="340808" y="304175"/>
                  <a:pt x="334362" y="300140"/>
                </a:cubicBezTo>
                <a:cubicBezTo>
                  <a:pt x="325584" y="296609"/>
                  <a:pt x="316657" y="293705"/>
                  <a:pt x="307570" y="291454"/>
                </a:cubicBezTo>
                <a:cubicBezTo>
                  <a:pt x="298483" y="289202"/>
                  <a:pt x="289236" y="288082"/>
                  <a:pt x="279829" y="288082"/>
                </a:cubicBezTo>
                <a:cubicBezTo>
                  <a:pt x="265656" y="288082"/>
                  <a:pt x="251883" y="290231"/>
                  <a:pt x="238498" y="294528"/>
                </a:cubicBezTo>
                <a:cubicBezTo>
                  <a:pt x="225114" y="298814"/>
                  <a:pt x="212415" y="304724"/>
                  <a:pt x="200425" y="312245"/>
                </a:cubicBezTo>
                <a:cubicBezTo>
                  <a:pt x="199065" y="313342"/>
                  <a:pt x="197453" y="314085"/>
                  <a:pt x="195590" y="314485"/>
                </a:cubicBezTo>
                <a:cubicBezTo>
                  <a:pt x="193750" y="314874"/>
                  <a:pt x="191773" y="315068"/>
                  <a:pt x="189658" y="315068"/>
                </a:cubicBezTo>
                <a:cubicBezTo>
                  <a:pt x="187555" y="315068"/>
                  <a:pt x="185577" y="314874"/>
                  <a:pt x="183726" y="314485"/>
                </a:cubicBezTo>
                <a:close/>
                <a:moveTo>
                  <a:pt x="108448" y="187692"/>
                </a:moveTo>
                <a:close/>
                <a:moveTo>
                  <a:pt x="220028" y="140703"/>
                </a:moveTo>
                <a:cubicBezTo>
                  <a:pt x="220028" y="139343"/>
                  <a:pt x="220542" y="137926"/>
                  <a:pt x="221559" y="136451"/>
                </a:cubicBezTo>
                <a:cubicBezTo>
                  <a:pt x="222576" y="134988"/>
                  <a:pt x="223742" y="133982"/>
                  <a:pt x="225057" y="133434"/>
                </a:cubicBezTo>
                <a:cubicBezTo>
                  <a:pt x="232921" y="130553"/>
                  <a:pt x="240944" y="128325"/>
                  <a:pt x="249140" y="126747"/>
                </a:cubicBezTo>
                <a:cubicBezTo>
                  <a:pt x="257335" y="125181"/>
                  <a:pt x="265999" y="124393"/>
                  <a:pt x="275109" y="124393"/>
                </a:cubicBezTo>
                <a:cubicBezTo>
                  <a:pt x="280801" y="124393"/>
                  <a:pt x="286402" y="124724"/>
                  <a:pt x="291934" y="125376"/>
                </a:cubicBezTo>
                <a:cubicBezTo>
                  <a:pt x="297454" y="126027"/>
                  <a:pt x="302838" y="127010"/>
                  <a:pt x="308073" y="128325"/>
                </a:cubicBezTo>
                <a:cubicBezTo>
                  <a:pt x="309650" y="128793"/>
                  <a:pt x="311090" y="129753"/>
                  <a:pt x="312405" y="131194"/>
                </a:cubicBezTo>
                <a:cubicBezTo>
                  <a:pt x="313708" y="132657"/>
                  <a:pt x="314359" y="134245"/>
                  <a:pt x="314359" y="135948"/>
                </a:cubicBezTo>
                <a:cubicBezTo>
                  <a:pt x="314359" y="138989"/>
                  <a:pt x="313388" y="141275"/>
                  <a:pt x="311422" y="142818"/>
                </a:cubicBezTo>
                <a:cubicBezTo>
                  <a:pt x="309456" y="144372"/>
                  <a:pt x="307033" y="144750"/>
                  <a:pt x="304152" y="143961"/>
                </a:cubicBezTo>
                <a:cubicBezTo>
                  <a:pt x="299695" y="142646"/>
                  <a:pt x="295043" y="141663"/>
                  <a:pt x="290196" y="141012"/>
                </a:cubicBezTo>
                <a:cubicBezTo>
                  <a:pt x="285350" y="140360"/>
                  <a:pt x="280309" y="140029"/>
                  <a:pt x="275074" y="140029"/>
                </a:cubicBezTo>
                <a:cubicBezTo>
                  <a:pt x="267451" y="140029"/>
                  <a:pt x="260135" y="140738"/>
                  <a:pt x="253106" y="142155"/>
                </a:cubicBezTo>
                <a:cubicBezTo>
                  <a:pt x="246088" y="143572"/>
                  <a:pt x="239184" y="145721"/>
                  <a:pt x="232406" y="148601"/>
                </a:cubicBezTo>
                <a:cubicBezTo>
                  <a:pt x="228714" y="149904"/>
                  <a:pt x="225743" y="149813"/>
                  <a:pt x="223479" y="148327"/>
                </a:cubicBezTo>
                <a:cubicBezTo>
                  <a:pt x="221228" y="146830"/>
                  <a:pt x="220108" y="144247"/>
                  <a:pt x="220108" y="140578"/>
                </a:cubicBezTo>
                <a:close/>
                <a:moveTo>
                  <a:pt x="220028" y="227183"/>
                </a:moveTo>
                <a:cubicBezTo>
                  <a:pt x="220028" y="225708"/>
                  <a:pt x="220542" y="224211"/>
                  <a:pt x="221559" y="222656"/>
                </a:cubicBezTo>
                <a:cubicBezTo>
                  <a:pt x="222576" y="221113"/>
                  <a:pt x="223742" y="220050"/>
                  <a:pt x="225057" y="219479"/>
                </a:cubicBezTo>
                <a:cubicBezTo>
                  <a:pt x="232921" y="216599"/>
                  <a:pt x="240944" y="214438"/>
                  <a:pt x="249140" y="212998"/>
                </a:cubicBezTo>
                <a:cubicBezTo>
                  <a:pt x="257335" y="211558"/>
                  <a:pt x="265999" y="210838"/>
                  <a:pt x="275109" y="210838"/>
                </a:cubicBezTo>
                <a:cubicBezTo>
                  <a:pt x="280801" y="210838"/>
                  <a:pt x="286402" y="211158"/>
                  <a:pt x="291934" y="211821"/>
                </a:cubicBezTo>
                <a:cubicBezTo>
                  <a:pt x="297454" y="212472"/>
                  <a:pt x="302838" y="213455"/>
                  <a:pt x="308073" y="214758"/>
                </a:cubicBezTo>
                <a:cubicBezTo>
                  <a:pt x="309650" y="215238"/>
                  <a:pt x="311090" y="216187"/>
                  <a:pt x="312405" y="217627"/>
                </a:cubicBezTo>
                <a:cubicBezTo>
                  <a:pt x="313708" y="219102"/>
                  <a:pt x="314359" y="220679"/>
                  <a:pt x="314359" y="222382"/>
                </a:cubicBezTo>
                <a:cubicBezTo>
                  <a:pt x="314359" y="225422"/>
                  <a:pt x="313388" y="227720"/>
                  <a:pt x="311422" y="229263"/>
                </a:cubicBezTo>
                <a:cubicBezTo>
                  <a:pt x="309456" y="230806"/>
                  <a:pt x="307033" y="231183"/>
                  <a:pt x="304152" y="230406"/>
                </a:cubicBezTo>
                <a:cubicBezTo>
                  <a:pt x="299695" y="229091"/>
                  <a:pt x="295043" y="228109"/>
                  <a:pt x="290196" y="227457"/>
                </a:cubicBezTo>
                <a:cubicBezTo>
                  <a:pt x="285350" y="226794"/>
                  <a:pt x="280309" y="226474"/>
                  <a:pt x="275074" y="226474"/>
                </a:cubicBezTo>
                <a:cubicBezTo>
                  <a:pt x="267451" y="226474"/>
                  <a:pt x="260135" y="227114"/>
                  <a:pt x="253106" y="228394"/>
                </a:cubicBezTo>
                <a:cubicBezTo>
                  <a:pt x="246088" y="229674"/>
                  <a:pt x="239184" y="231766"/>
                  <a:pt x="232406" y="234646"/>
                </a:cubicBezTo>
                <a:cubicBezTo>
                  <a:pt x="228714" y="235949"/>
                  <a:pt x="225743" y="235949"/>
                  <a:pt x="223479" y="234646"/>
                </a:cubicBezTo>
                <a:cubicBezTo>
                  <a:pt x="221228" y="233332"/>
                  <a:pt x="220108" y="230817"/>
                  <a:pt x="220108" y="227103"/>
                </a:cubicBezTo>
                <a:close/>
                <a:moveTo>
                  <a:pt x="220028" y="183920"/>
                </a:moveTo>
                <a:cubicBezTo>
                  <a:pt x="220028" y="182560"/>
                  <a:pt x="220542" y="181143"/>
                  <a:pt x="221559" y="179680"/>
                </a:cubicBezTo>
                <a:cubicBezTo>
                  <a:pt x="222576" y="178205"/>
                  <a:pt x="223742" y="177199"/>
                  <a:pt x="225057" y="176651"/>
                </a:cubicBezTo>
                <a:cubicBezTo>
                  <a:pt x="232921" y="173770"/>
                  <a:pt x="240944" y="171541"/>
                  <a:pt x="249140" y="169976"/>
                </a:cubicBezTo>
                <a:cubicBezTo>
                  <a:pt x="257335" y="168398"/>
                  <a:pt x="265999" y="167610"/>
                  <a:pt x="275109" y="167610"/>
                </a:cubicBezTo>
                <a:cubicBezTo>
                  <a:pt x="280801" y="167610"/>
                  <a:pt x="286402" y="167941"/>
                  <a:pt x="291934" y="168592"/>
                </a:cubicBezTo>
                <a:cubicBezTo>
                  <a:pt x="297454" y="169255"/>
                  <a:pt x="302838" y="170238"/>
                  <a:pt x="308073" y="171541"/>
                </a:cubicBezTo>
                <a:cubicBezTo>
                  <a:pt x="309650" y="172010"/>
                  <a:pt x="311090" y="172970"/>
                  <a:pt x="312405" y="174410"/>
                </a:cubicBezTo>
                <a:cubicBezTo>
                  <a:pt x="313708" y="175873"/>
                  <a:pt x="314359" y="177462"/>
                  <a:pt x="314359" y="179165"/>
                </a:cubicBezTo>
                <a:cubicBezTo>
                  <a:pt x="314359" y="182206"/>
                  <a:pt x="313388" y="184492"/>
                  <a:pt x="311422" y="186046"/>
                </a:cubicBezTo>
                <a:cubicBezTo>
                  <a:pt x="309456" y="187589"/>
                  <a:pt x="307033" y="187966"/>
                  <a:pt x="304152" y="187178"/>
                </a:cubicBezTo>
                <a:cubicBezTo>
                  <a:pt x="299695" y="185875"/>
                  <a:pt x="295043" y="184892"/>
                  <a:pt x="290196" y="184229"/>
                </a:cubicBezTo>
                <a:cubicBezTo>
                  <a:pt x="285350" y="183577"/>
                  <a:pt x="280309" y="183257"/>
                  <a:pt x="275074" y="183257"/>
                </a:cubicBezTo>
                <a:cubicBezTo>
                  <a:pt x="267451" y="183257"/>
                  <a:pt x="260135" y="183954"/>
                  <a:pt x="253106" y="185372"/>
                </a:cubicBezTo>
                <a:cubicBezTo>
                  <a:pt x="246088" y="186789"/>
                  <a:pt x="239184" y="188938"/>
                  <a:pt x="232406" y="191818"/>
                </a:cubicBezTo>
                <a:cubicBezTo>
                  <a:pt x="228714" y="193121"/>
                  <a:pt x="225743" y="193030"/>
                  <a:pt x="223479" y="191544"/>
                </a:cubicBezTo>
                <a:cubicBezTo>
                  <a:pt x="221228" y="190047"/>
                  <a:pt x="220108" y="187463"/>
                  <a:pt x="220108" y="183806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9" name="圖說"/>
          <p:cNvSpPr/>
          <p:nvPr/>
        </p:nvSpPr>
        <p:spPr>
          <a:xfrm>
            <a:off x="8290350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手冊</a:t>
            </a:r>
            <a:endParaRPr lang="en-US" sz="950" dirty="0"/>
          </a:p>
        </p:txBody>
      </p:sp>
      <p:sp>
        <p:nvSpPr>
          <p:cNvPr id="150" name="圖示 設定"/>
          <p:cNvSpPr/>
          <p:nvPr/>
        </p:nvSpPr>
        <p:spPr>
          <a:xfrm>
            <a:off x="9164717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64078" y="348112"/>
                </a:moveTo>
                <a:cubicBezTo>
                  <a:pt x="160180" y="348112"/>
                  <a:pt x="156694" y="346889"/>
                  <a:pt x="153631" y="344420"/>
                </a:cubicBezTo>
                <a:cubicBezTo>
                  <a:pt x="150590" y="341963"/>
                  <a:pt x="148807" y="338774"/>
                  <a:pt x="148281" y="334876"/>
                </a:cubicBezTo>
                <a:lnTo>
                  <a:pt x="142395" y="297866"/>
                </a:lnTo>
                <a:cubicBezTo>
                  <a:pt x="137777" y="296208"/>
                  <a:pt x="132862" y="293900"/>
                  <a:pt x="127650" y="290905"/>
                </a:cubicBezTo>
                <a:cubicBezTo>
                  <a:pt x="122438" y="287922"/>
                  <a:pt x="117900" y="284858"/>
                  <a:pt x="114026" y="281715"/>
                </a:cubicBezTo>
                <a:lnTo>
                  <a:pt x="80307" y="297431"/>
                </a:lnTo>
                <a:cubicBezTo>
                  <a:pt x="76455" y="299055"/>
                  <a:pt x="72569" y="299260"/>
                  <a:pt x="68637" y="298060"/>
                </a:cubicBezTo>
                <a:cubicBezTo>
                  <a:pt x="64717" y="296849"/>
                  <a:pt x="61676" y="294414"/>
                  <a:pt x="59527" y="290756"/>
                </a:cubicBezTo>
                <a:lnTo>
                  <a:pt x="35479" y="247448"/>
                </a:lnTo>
                <a:cubicBezTo>
                  <a:pt x="33250" y="243916"/>
                  <a:pt x="32621" y="240213"/>
                  <a:pt x="33593" y="236338"/>
                </a:cubicBezTo>
                <a:cubicBezTo>
                  <a:pt x="34541" y="232452"/>
                  <a:pt x="36667" y="229274"/>
                  <a:pt x="39994" y="226783"/>
                </a:cubicBezTo>
                <a:lnTo>
                  <a:pt x="71357" y="203603"/>
                </a:lnTo>
                <a:cubicBezTo>
                  <a:pt x="70877" y="201431"/>
                  <a:pt x="70580" y="198928"/>
                  <a:pt x="70443" y="196105"/>
                </a:cubicBezTo>
                <a:cubicBezTo>
                  <a:pt x="70317" y="193270"/>
                  <a:pt x="70249" y="190767"/>
                  <a:pt x="70249" y="188595"/>
                </a:cubicBezTo>
                <a:cubicBezTo>
                  <a:pt x="70249" y="186423"/>
                  <a:pt x="70317" y="183920"/>
                  <a:pt x="70443" y="181085"/>
                </a:cubicBezTo>
                <a:cubicBezTo>
                  <a:pt x="70580" y="178262"/>
                  <a:pt x="70877" y="175759"/>
                  <a:pt x="71357" y="173587"/>
                </a:cubicBezTo>
                <a:lnTo>
                  <a:pt x="39994" y="150487"/>
                </a:lnTo>
                <a:cubicBezTo>
                  <a:pt x="36622" y="147996"/>
                  <a:pt x="34473" y="144807"/>
                  <a:pt x="33558" y="140932"/>
                </a:cubicBezTo>
                <a:cubicBezTo>
                  <a:pt x="32633" y="137057"/>
                  <a:pt x="33296" y="133308"/>
                  <a:pt x="35524" y="129696"/>
                </a:cubicBezTo>
                <a:lnTo>
                  <a:pt x="59642" y="86399"/>
                </a:lnTo>
                <a:cubicBezTo>
                  <a:pt x="61791" y="82868"/>
                  <a:pt x="64820" y="80467"/>
                  <a:pt x="68717" y="79210"/>
                </a:cubicBezTo>
                <a:cubicBezTo>
                  <a:pt x="72592" y="77953"/>
                  <a:pt x="76478" y="78135"/>
                  <a:pt x="80353" y="79759"/>
                </a:cubicBezTo>
                <a:lnTo>
                  <a:pt x="114334" y="95475"/>
                </a:lnTo>
                <a:cubicBezTo>
                  <a:pt x="118163" y="92389"/>
                  <a:pt x="122667" y="89360"/>
                  <a:pt x="127856" y="86399"/>
                </a:cubicBezTo>
                <a:cubicBezTo>
                  <a:pt x="133034" y="83439"/>
                  <a:pt x="137937" y="81244"/>
                  <a:pt x="142544" y="79804"/>
                </a:cubicBezTo>
                <a:lnTo>
                  <a:pt x="148441" y="42394"/>
                </a:lnTo>
                <a:cubicBezTo>
                  <a:pt x="148967" y="38416"/>
                  <a:pt x="150750" y="35182"/>
                  <a:pt x="153779" y="32690"/>
                </a:cubicBezTo>
                <a:cubicBezTo>
                  <a:pt x="156820" y="30198"/>
                  <a:pt x="160306" y="28952"/>
                  <a:pt x="164238" y="28952"/>
                </a:cubicBezTo>
                <a:lnTo>
                  <a:pt x="213227" y="28952"/>
                </a:lnTo>
                <a:cubicBezTo>
                  <a:pt x="217136" y="28952"/>
                  <a:pt x="220622" y="30198"/>
                  <a:pt x="223685" y="32690"/>
                </a:cubicBezTo>
                <a:cubicBezTo>
                  <a:pt x="226725" y="35182"/>
                  <a:pt x="228497" y="38416"/>
                  <a:pt x="229023" y="42394"/>
                </a:cubicBezTo>
                <a:lnTo>
                  <a:pt x="234921" y="79404"/>
                </a:lnTo>
                <a:cubicBezTo>
                  <a:pt x="239527" y="81107"/>
                  <a:pt x="244488" y="83370"/>
                  <a:pt x="249814" y="86205"/>
                </a:cubicBezTo>
                <a:cubicBezTo>
                  <a:pt x="255129" y="89028"/>
                  <a:pt x="259632" y="92126"/>
                  <a:pt x="263324" y="95475"/>
                </a:cubicBezTo>
                <a:lnTo>
                  <a:pt x="297043" y="79759"/>
                </a:lnTo>
                <a:cubicBezTo>
                  <a:pt x="300883" y="78135"/>
                  <a:pt x="304712" y="77953"/>
                  <a:pt x="308507" y="79210"/>
                </a:cubicBezTo>
                <a:cubicBezTo>
                  <a:pt x="312313" y="80490"/>
                  <a:pt x="315285" y="82890"/>
                  <a:pt x="317434" y="86399"/>
                </a:cubicBezTo>
                <a:lnTo>
                  <a:pt x="342020" y="129696"/>
                </a:lnTo>
                <a:cubicBezTo>
                  <a:pt x="344169" y="133285"/>
                  <a:pt x="344786" y="137103"/>
                  <a:pt x="343872" y="141138"/>
                </a:cubicBezTo>
                <a:cubicBezTo>
                  <a:pt x="342957" y="145138"/>
                  <a:pt x="340808" y="148259"/>
                  <a:pt x="337425" y="150487"/>
                </a:cubicBezTo>
                <a:lnTo>
                  <a:pt x="305993" y="172799"/>
                </a:lnTo>
                <a:cubicBezTo>
                  <a:pt x="306473" y="175233"/>
                  <a:pt x="306781" y="177874"/>
                  <a:pt x="306941" y="180697"/>
                </a:cubicBezTo>
                <a:cubicBezTo>
                  <a:pt x="307101" y="183532"/>
                  <a:pt x="307170" y="186160"/>
                  <a:pt x="307170" y="188595"/>
                </a:cubicBezTo>
                <a:cubicBezTo>
                  <a:pt x="307170" y="191030"/>
                  <a:pt x="307101" y="193601"/>
                  <a:pt x="306941" y="196299"/>
                </a:cubicBezTo>
                <a:cubicBezTo>
                  <a:pt x="306781" y="198996"/>
                  <a:pt x="306473" y="201557"/>
                  <a:pt x="305993" y="204003"/>
                </a:cubicBezTo>
                <a:lnTo>
                  <a:pt x="337425" y="226703"/>
                </a:lnTo>
                <a:cubicBezTo>
                  <a:pt x="340808" y="228931"/>
                  <a:pt x="342957" y="232052"/>
                  <a:pt x="343872" y="236064"/>
                </a:cubicBezTo>
                <a:cubicBezTo>
                  <a:pt x="344786" y="240064"/>
                  <a:pt x="344169" y="243882"/>
                  <a:pt x="342020" y="247494"/>
                </a:cubicBezTo>
                <a:lnTo>
                  <a:pt x="317823" y="290791"/>
                </a:lnTo>
                <a:cubicBezTo>
                  <a:pt x="315674" y="294380"/>
                  <a:pt x="312645" y="296791"/>
                  <a:pt x="308747" y="298014"/>
                </a:cubicBezTo>
                <a:cubicBezTo>
                  <a:pt x="304872" y="299249"/>
                  <a:pt x="300998" y="299055"/>
                  <a:pt x="297111" y="297431"/>
                </a:cubicBezTo>
                <a:lnTo>
                  <a:pt x="263244" y="281715"/>
                </a:lnTo>
                <a:cubicBezTo>
                  <a:pt x="259370" y="284881"/>
                  <a:pt x="254900" y="288002"/>
                  <a:pt x="249848" y="291065"/>
                </a:cubicBezTo>
                <a:cubicBezTo>
                  <a:pt x="244796" y="294151"/>
                  <a:pt x="239836" y="296426"/>
                  <a:pt x="234955" y="297866"/>
                </a:cubicBezTo>
                <a:lnTo>
                  <a:pt x="229069" y="334876"/>
                </a:lnTo>
                <a:cubicBezTo>
                  <a:pt x="228543" y="338808"/>
                  <a:pt x="226760" y="341986"/>
                  <a:pt x="223719" y="344420"/>
                </a:cubicBezTo>
                <a:cubicBezTo>
                  <a:pt x="220679" y="346855"/>
                  <a:pt x="217204" y="348089"/>
                  <a:pt x="213272" y="348112"/>
                </a:cubicBezTo>
                <a:lnTo>
                  <a:pt x="164272" y="348112"/>
                </a:lnTo>
                <a:close/>
                <a:moveTo>
                  <a:pt x="172056" y="321354"/>
                </a:moveTo>
                <a:lnTo>
                  <a:pt x="205020" y="321354"/>
                </a:lnTo>
                <a:lnTo>
                  <a:pt x="210598" y="277429"/>
                </a:lnTo>
                <a:cubicBezTo>
                  <a:pt x="219296" y="275337"/>
                  <a:pt x="227560" y="272057"/>
                  <a:pt x="235389" y="267611"/>
                </a:cubicBezTo>
                <a:cubicBezTo>
                  <a:pt x="243219" y="263153"/>
                  <a:pt x="250283" y="257689"/>
                  <a:pt x="256569" y="251220"/>
                </a:cubicBezTo>
                <a:lnTo>
                  <a:pt x="298220" y="269302"/>
                </a:lnTo>
                <a:lnTo>
                  <a:pt x="313102" y="242225"/>
                </a:lnTo>
                <a:lnTo>
                  <a:pt x="276366" y="215318"/>
                </a:lnTo>
                <a:cubicBezTo>
                  <a:pt x="277418" y="210803"/>
                  <a:pt x="278286" y="206357"/>
                  <a:pt x="278961" y="201957"/>
                </a:cubicBezTo>
                <a:cubicBezTo>
                  <a:pt x="279646" y="197556"/>
                  <a:pt x="279989" y="193098"/>
                  <a:pt x="279989" y="188595"/>
                </a:cubicBezTo>
                <a:cubicBezTo>
                  <a:pt x="279989" y="184092"/>
                  <a:pt x="279715" y="179634"/>
                  <a:pt x="279155" y="175233"/>
                </a:cubicBezTo>
                <a:cubicBezTo>
                  <a:pt x="278606" y="170833"/>
                  <a:pt x="277680" y="166387"/>
                  <a:pt x="276366" y="161883"/>
                </a:cubicBezTo>
                <a:lnTo>
                  <a:pt x="313228" y="134965"/>
                </a:lnTo>
                <a:lnTo>
                  <a:pt x="298254" y="107888"/>
                </a:lnTo>
                <a:lnTo>
                  <a:pt x="256684" y="125970"/>
                </a:lnTo>
                <a:cubicBezTo>
                  <a:pt x="250660" y="119021"/>
                  <a:pt x="243790" y="113226"/>
                  <a:pt x="236064" y="108562"/>
                </a:cubicBezTo>
                <a:cubicBezTo>
                  <a:pt x="228326" y="103876"/>
                  <a:pt x="219856" y="100915"/>
                  <a:pt x="210632" y="99681"/>
                </a:cubicBezTo>
                <a:lnTo>
                  <a:pt x="205134" y="55870"/>
                </a:lnTo>
                <a:lnTo>
                  <a:pt x="172056" y="55870"/>
                </a:lnTo>
                <a:lnTo>
                  <a:pt x="166627" y="99681"/>
                </a:lnTo>
                <a:cubicBezTo>
                  <a:pt x="157597" y="101464"/>
                  <a:pt x="149150" y="104619"/>
                  <a:pt x="141286" y="109145"/>
                </a:cubicBezTo>
                <a:cubicBezTo>
                  <a:pt x="133434" y="113706"/>
                  <a:pt x="126462" y="119318"/>
                  <a:pt x="120392" y="125970"/>
                </a:cubicBezTo>
                <a:lnTo>
                  <a:pt x="78936" y="107888"/>
                </a:lnTo>
                <a:lnTo>
                  <a:pt x="63962" y="134965"/>
                </a:lnTo>
                <a:lnTo>
                  <a:pt x="100618" y="161803"/>
                </a:lnTo>
                <a:cubicBezTo>
                  <a:pt x="99578" y="166306"/>
                  <a:pt x="98709" y="170776"/>
                  <a:pt x="98035" y="175199"/>
                </a:cubicBezTo>
                <a:cubicBezTo>
                  <a:pt x="97349" y="179622"/>
                  <a:pt x="97006" y="184092"/>
                  <a:pt x="97006" y="188595"/>
                </a:cubicBezTo>
                <a:cubicBezTo>
                  <a:pt x="97006" y="193098"/>
                  <a:pt x="97349" y="197579"/>
                  <a:pt x="98035" y="202037"/>
                </a:cubicBezTo>
                <a:cubicBezTo>
                  <a:pt x="98709" y="206483"/>
                  <a:pt x="99578" y="210941"/>
                  <a:pt x="100618" y="215387"/>
                </a:cubicBezTo>
                <a:lnTo>
                  <a:pt x="63962" y="242225"/>
                </a:lnTo>
                <a:lnTo>
                  <a:pt x="78936" y="269302"/>
                </a:lnTo>
                <a:lnTo>
                  <a:pt x="120392" y="251220"/>
                </a:lnTo>
                <a:cubicBezTo>
                  <a:pt x="126724" y="257644"/>
                  <a:pt x="133822" y="263107"/>
                  <a:pt x="141686" y="267611"/>
                </a:cubicBezTo>
                <a:cubicBezTo>
                  <a:pt x="149539" y="272114"/>
                  <a:pt x="157860" y="275417"/>
                  <a:pt x="166627" y="277509"/>
                </a:cubicBezTo>
                <a:lnTo>
                  <a:pt x="172056" y="321320"/>
                </a:lnTo>
                <a:close/>
                <a:moveTo>
                  <a:pt x="188401" y="239676"/>
                </a:moveTo>
                <a:cubicBezTo>
                  <a:pt x="202540" y="239676"/>
                  <a:pt x="214587" y="234692"/>
                  <a:pt x="224542" y="224748"/>
                </a:cubicBezTo>
                <a:cubicBezTo>
                  <a:pt x="234498" y="214793"/>
                  <a:pt x="239481" y="202745"/>
                  <a:pt x="239481" y="188595"/>
                </a:cubicBezTo>
                <a:cubicBezTo>
                  <a:pt x="239481" y="174456"/>
                  <a:pt x="234498" y="162397"/>
                  <a:pt x="224542" y="152453"/>
                </a:cubicBezTo>
                <a:cubicBezTo>
                  <a:pt x="214587" y="142498"/>
                  <a:pt x="202540" y="137514"/>
                  <a:pt x="188401" y="137514"/>
                </a:cubicBezTo>
                <a:cubicBezTo>
                  <a:pt x="174250" y="137514"/>
                  <a:pt x="162203" y="142498"/>
                  <a:pt x="152248" y="152453"/>
                </a:cubicBezTo>
                <a:cubicBezTo>
                  <a:pt x="142292" y="162397"/>
                  <a:pt x="137320" y="174456"/>
                  <a:pt x="137320" y="188595"/>
                </a:cubicBezTo>
                <a:cubicBezTo>
                  <a:pt x="137320" y="202745"/>
                  <a:pt x="142292" y="214793"/>
                  <a:pt x="152248" y="224748"/>
                </a:cubicBezTo>
                <a:cubicBezTo>
                  <a:pt x="162203" y="234692"/>
                  <a:pt x="174250" y="239676"/>
                  <a:pt x="188401" y="239676"/>
                </a:cubicBez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1" name="圖說"/>
          <p:cNvSpPr/>
          <p:nvPr/>
        </p:nvSpPr>
        <p:spPr>
          <a:xfrm>
            <a:off x="8983751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</a:t>
            </a:r>
            <a:endParaRPr lang="en-US" sz="950" dirty="0"/>
          </a:p>
        </p:txBody>
      </p:sp>
      <p:sp>
        <p:nvSpPr>
          <p:cNvPr id="152" name="圖示 參數"/>
          <p:cNvSpPr/>
          <p:nvPr/>
        </p:nvSpPr>
        <p:spPr>
          <a:xfrm>
            <a:off x="9858118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70879" y="328544"/>
                </a:moveTo>
                <a:cubicBezTo>
                  <a:pt x="168444" y="326109"/>
                  <a:pt x="167221" y="323058"/>
                  <a:pt x="167221" y="319388"/>
                </a:cubicBezTo>
                <a:lnTo>
                  <a:pt x="167221" y="254489"/>
                </a:lnTo>
                <a:cubicBezTo>
                  <a:pt x="167221" y="250820"/>
                  <a:pt x="168467" y="247768"/>
                  <a:pt x="170959" y="245334"/>
                </a:cubicBezTo>
                <a:cubicBezTo>
                  <a:pt x="173439" y="242899"/>
                  <a:pt x="176525" y="241676"/>
                  <a:pt x="180183" y="241676"/>
                </a:cubicBezTo>
                <a:cubicBezTo>
                  <a:pt x="183852" y="241676"/>
                  <a:pt x="186892" y="242899"/>
                  <a:pt x="189304" y="245334"/>
                </a:cubicBezTo>
                <a:cubicBezTo>
                  <a:pt x="191715" y="247768"/>
                  <a:pt x="192916" y="250820"/>
                  <a:pt x="192916" y="254489"/>
                </a:cubicBezTo>
                <a:lnTo>
                  <a:pt x="192916" y="274251"/>
                </a:lnTo>
                <a:lnTo>
                  <a:pt x="318806" y="274251"/>
                </a:lnTo>
                <a:cubicBezTo>
                  <a:pt x="322475" y="274251"/>
                  <a:pt x="325526" y="275474"/>
                  <a:pt x="327961" y="277943"/>
                </a:cubicBezTo>
                <a:cubicBezTo>
                  <a:pt x="330396" y="280401"/>
                  <a:pt x="331607" y="283464"/>
                  <a:pt x="331607" y="287133"/>
                </a:cubicBezTo>
                <a:cubicBezTo>
                  <a:pt x="331607" y="290802"/>
                  <a:pt x="330396" y="293865"/>
                  <a:pt x="327961" y="296334"/>
                </a:cubicBezTo>
                <a:cubicBezTo>
                  <a:pt x="325526" y="298769"/>
                  <a:pt x="322475" y="299980"/>
                  <a:pt x="318806" y="299980"/>
                </a:cubicBezTo>
                <a:lnTo>
                  <a:pt x="192961" y="299980"/>
                </a:lnTo>
                <a:lnTo>
                  <a:pt x="192961" y="319388"/>
                </a:lnTo>
                <a:cubicBezTo>
                  <a:pt x="192961" y="323058"/>
                  <a:pt x="191727" y="326109"/>
                  <a:pt x="189258" y="328544"/>
                </a:cubicBezTo>
                <a:cubicBezTo>
                  <a:pt x="186800" y="330990"/>
                  <a:pt x="183737" y="332202"/>
                  <a:pt x="180068" y="332202"/>
                </a:cubicBezTo>
                <a:cubicBezTo>
                  <a:pt x="176399" y="332202"/>
                  <a:pt x="173336" y="330990"/>
                  <a:pt x="170879" y="328544"/>
                </a:cubicBezTo>
                <a:close/>
                <a:moveTo>
                  <a:pt x="58384" y="299980"/>
                </a:moveTo>
                <a:cubicBezTo>
                  <a:pt x="54715" y="299980"/>
                  <a:pt x="51664" y="298734"/>
                  <a:pt x="49229" y="296254"/>
                </a:cubicBezTo>
                <a:cubicBezTo>
                  <a:pt x="46794" y="293762"/>
                  <a:pt x="45571" y="290688"/>
                  <a:pt x="45571" y="287019"/>
                </a:cubicBezTo>
                <a:cubicBezTo>
                  <a:pt x="45571" y="283350"/>
                  <a:pt x="46794" y="280309"/>
                  <a:pt x="49229" y="277898"/>
                </a:cubicBezTo>
                <a:cubicBezTo>
                  <a:pt x="51664" y="275497"/>
                  <a:pt x="54715" y="274286"/>
                  <a:pt x="58384" y="274286"/>
                </a:cubicBezTo>
                <a:lnTo>
                  <a:pt x="131936" y="274286"/>
                </a:lnTo>
                <a:cubicBezTo>
                  <a:pt x="135606" y="274286"/>
                  <a:pt x="138657" y="275520"/>
                  <a:pt x="141092" y="277978"/>
                </a:cubicBezTo>
                <a:cubicBezTo>
                  <a:pt x="143527" y="280446"/>
                  <a:pt x="144750" y="283510"/>
                  <a:pt x="144750" y="287179"/>
                </a:cubicBezTo>
                <a:cubicBezTo>
                  <a:pt x="144750" y="290848"/>
                  <a:pt x="143527" y="293911"/>
                  <a:pt x="141092" y="296368"/>
                </a:cubicBezTo>
                <a:cubicBezTo>
                  <a:pt x="138657" y="298803"/>
                  <a:pt x="135606" y="300026"/>
                  <a:pt x="131936" y="300026"/>
                </a:cubicBezTo>
                <a:lnTo>
                  <a:pt x="58384" y="300026"/>
                </a:lnTo>
                <a:close/>
                <a:moveTo>
                  <a:pt x="122701" y="229926"/>
                </a:moveTo>
                <a:cubicBezTo>
                  <a:pt x="120266" y="227446"/>
                  <a:pt x="119055" y="224371"/>
                  <a:pt x="119055" y="220736"/>
                </a:cubicBezTo>
                <a:lnTo>
                  <a:pt x="119055" y="201442"/>
                </a:lnTo>
                <a:lnTo>
                  <a:pt x="58384" y="201442"/>
                </a:lnTo>
                <a:cubicBezTo>
                  <a:pt x="54773" y="201442"/>
                  <a:pt x="51732" y="200196"/>
                  <a:pt x="49275" y="197716"/>
                </a:cubicBezTo>
                <a:cubicBezTo>
                  <a:pt x="46806" y="195224"/>
                  <a:pt x="45583" y="192173"/>
                  <a:pt x="45583" y="188561"/>
                </a:cubicBezTo>
                <a:cubicBezTo>
                  <a:pt x="45583" y="184937"/>
                  <a:pt x="46806" y="181920"/>
                  <a:pt x="49275" y="179485"/>
                </a:cubicBezTo>
                <a:cubicBezTo>
                  <a:pt x="51732" y="177039"/>
                  <a:pt x="54773" y="175828"/>
                  <a:pt x="58384" y="175828"/>
                </a:cubicBezTo>
                <a:lnTo>
                  <a:pt x="119055" y="175828"/>
                </a:lnTo>
                <a:lnTo>
                  <a:pt x="119055" y="155597"/>
                </a:lnTo>
                <a:cubicBezTo>
                  <a:pt x="119055" y="151928"/>
                  <a:pt x="120289" y="148876"/>
                  <a:pt x="122781" y="146441"/>
                </a:cubicBezTo>
                <a:cubicBezTo>
                  <a:pt x="125273" y="143995"/>
                  <a:pt x="128347" y="142784"/>
                  <a:pt x="132017" y="142784"/>
                </a:cubicBezTo>
                <a:cubicBezTo>
                  <a:pt x="135686" y="142784"/>
                  <a:pt x="138726" y="143995"/>
                  <a:pt x="141138" y="146441"/>
                </a:cubicBezTo>
                <a:cubicBezTo>
                  <a:pt x="143538" y="148876"/>
                  <a:pt x="144750" y="151928"/>
                  <a:pt x="144750" y="155597"/>
                </a:cubicBezTo>
                <a:lnTo>
                  <a:pt x="144750" y="220816"/>
                </a:lnTo>
                <a:cubicBezTo>
                  <a:pt x="144750" y="224485"/>
                  <a:pt x="143515" y="227537"/>
                  <a:pt x="141058" y="229972"/>
                </a:cubicBezTo>
                <a:cubicBezTo>
                  <a:pt x="138589" y="232406"/>
                  <a:pt x="135526" y="233618"/>
                  <a:pt x="131856" y="233618"/>
                </a:cubicBezTo>
                <a:cubicBezTo>
                  <a:pt x="128187" y="233618"/>
                  <a:pt x="125124" y="232383"/>
                  <a:pt x="122667" y="229892"/>
                </a:cubicBezTo>
                <a:close/>
                <a:moveTo>
                  <a:pt x="180034" y="201442"/>
                </a:moveTo>
                <a:cubicBezTo>
                  <a:pt x="176411" y="201442"/>
                  <a:pt x="173382" y="200196"/>
                  <a:pt x="170913" y="197716"/>
                </a:cubicBezTo>
                <a:cubicBezTo>
                  <a:pt x="168455" y="195224"/>
                  <a:pt x="167221" y="192173"/>
                  <a:pt x="167221" y="188561"/>
                </a:cubicBezTo>
                <a:cubicBezTo>
                  <a:pt x="167221" y="184937"/>
                  <a:pt x="168455" y="181920"/>
                  <a:pt x="170913" y="179485"/>
                </a:cubicBezTo>
                <a:cubicBezTo>
                  <a:pt x="173382" y="177039"/>
                  <a:pt x="176411" y="175828"/>
                  <a:pt x="180034" y="175828"/>
                </a:cubicBezTo>
                <a:lnTo>
                  <a:pt x="318806" y="175828"/>
                </a:lnTo>
                <a:cubicBezTo>
                  <a:pt x="322417" y="175828"/>
                  <a:pt x="325458" y="177074"/>
                  <a:pt x="327915" y="179554"/>
                </a:cubicBezTo>
                <a:cubicBezTo>
                  <a:pt x="330384" y="182046"/>
                  <a:pt x="331607" y="185097"/>
                  <a:pt x="331607" y="188709"/>
                </a:cubicBezTo>
                <a:cubicBezTo>
                  <a:pt x="331607" y="192333"/>
                  <a:pt x="330384" y="195350"/>
                  <a:pt x="327915" y="197785"/>
                </a:cubicBezTo>
                <a:cubicBezTo>
                  <a:pt x="325458" y="200231"/>
                  <a:pt x="322417" y="201442"/>
                  <a:pt x="318806" y="201442"/>
                </a:cubicBezTo>
                <a:lnTo>
                  <a:pt x="180034" y="201442"/>
                </a:lnTo>
                <a:close/>
                <a:moveTo>
                  <a:pt x="236098" y="131902"/>
                </a:moveTo>
                <a:cubicBezTo>
                  <a:pt x="233663" y="129468"/>
                  <a:pt x="232440" y="126416"/>
                  <a:pt x="232440" y="122747"/>
                </a:cubicBezTo>
                <a:lnTo>
                  <a:pt x="232440" y="57836"/>
                </a:lnTo>
                <a:cubicBezTo>
                  <a:pt x="232440" y="54167"/>
                  <a:pt x="233686" y="51115"/>
                  <a:pt x="236178" y="48680"/>
                </a:cubicBezTo>
                <a:cubicBezTo>
                  <a:pt x="238670" y="46246"/>
                  <a:pt x="241744" y="45023"/>
                  <a:pt x="245414" y="45023"/>
                </a:cubicBezTo>
                <a:cubicBezTo>
                  <a:pt x="249071" y="45023"/>
                  <a:pt x="252112" y="46246"/>
                  <a:pt x="254523" y="48680"/>
                </a:cubicBezTo>
                <a:cubicBezTo>
                  <a:pt x="256935" y="51115"/>
                  <a:pt x="258135" y="54167"/>
                  <a:pt x="258135" y="57836"/>
                </a:cubicBezTo>
                <a:lnTo>
                  <a:pt x="258135" y="77244"/>
                </a:lnTo>
                <a:lnTo>
                  <a:pt x="318806" y="77244"/>
                </a:lnTo>
                <a:cubicBezTo>
                  <a:pt x="322475" y="77244"/>
                  <a:pt x="325526" y="78478"/>
                  <a:pt x="327961" y="80936"/>
                </a:cubicBezTo>
                <a:cubicBezTo>
                  <a:pt x="330396" y="83405"/>
                  <a:pt x="331619" y="86468"/>
                  <a:pt x="331619" y="90137"/>
                </a:cubicBezTo>
                <a:cubicBezTo>
                  <a:pt x="331619" y="93795"/>
                  <a:pt x="330396" y="96869"/>
                  <a:pt x="327961" y="99327"/>
                </a:cubicBezTo>
                <a:cubicBezTo>
                  <a:pt x="325526" y="101761"/>
                  <a:pt x="322475" y="102984"/>
                  <a:pt x="318806" y="102984"/>
                </a:cubicBezTo>
                <a:lnTo>
                  <a:pt x="258181" y="102984"/>
                </a:lnTo>
                <a:lnTo>
                  <a:pt x="258181" y="122781"/>
                </a:lnTo>
                <a:cubicBezTo>
                  <a:pt x="258181" y="126450"/>
                  <a:pt x="256946" y="129502"/>
                  <a:pt x="254489" y="131936"/>
                </a:cubicBezTo>
                <a:cubicBezTo>
                  <a:pt x="252020" y="134371"/>
                  <a:pt x="248957" y="135594"/>
                  <a:pt x="245288" y="135594"/>
                </a:cubicBezTo>
                <a:cubicBezTo>
                  <a:pt x="241619" y="135594"/>
                  <a:pt x="238556" y="134371"/>
                  <a:pt x="236098" y="131936"/>
                </a:cubicBezTo>
                <a:close/>
                <a:moveTo>
                  <a:pt x="58384" y="102939"/>
                </a:moveTo>
                <a:cubicBezTo>
                  <a:pt x="54715" y="102939"/>
                  <a:pt x="51664" y="101693"/>
                  <a:pt x="49229" y="99212"/>
                </a:cubicBezTo>
                <a:cubicBezTo>
                  <a:pt x="46794" y="96721"/>
                  <a:pt x="45583" y="93646"/>
                  <a:pt x="45583" y="89977"/>
                </a:cubicBezTo>
                <a:cubicBezTo>
                  <a:pt x="45583" y="86308"/>
                  <a:pt x="46794" y="83268"/>
                  <a:pt x="49229" y="80856"/>
                </a:cubicBezTo>
                <a:cubicBezTo>
                  <a:pt x="51664" y="78456"/>
                  <a:pt x="54715" y="77244"/>
                  <a:pt x="58384" y="77244"/>
                </a:cubicBezTo>
                <a:lnTo>
                  <a:pt x="197156" y="77244"/>
                </a:lnTo>
                <a:cubicBezTo>
                  <a:pt x="200825" y="77244"/>
                  <a:pt x="203877" y="78478"/>
                  <a:pt x="206312" y="80936"/>
                </a:cubicBezTo>
                <a:cubicBezTo>
                  <a:pt x="208746" y="83405"/>
                  <a:pt x="209969" y="86468"/>
                  <a:pt x="209969" y="90137"/>
                </a:cubicBezTo>
                <a:cubicBezTo>
                  <a:pt x="209969" y="93795"/>
                  <a:pt x="208746" y="96869"/>
                  <a:pt x="206312" y="99327"/>
                </a:cubicBezTo>
                <a:cubicBezTo>
                  <a:pt x="203877" y="101761"/>
                  <a:pt x="200825" y="102984"/>
                  <a:pt x="197156" y="102984"/>
                </a:cubicBezTo>
                <a:lnTo>
                  <a:pt x="58384" y="102984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3" name="圖說"/>
          <p:cNvSpPr/>
          <p:nvPr/>
        </p:nvSpPr>
        <p:spPr>
          <a:xfrm>
            <a:off x="9677152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參數</a:t>
            </a:r>
            <a:endParaRPr lang="en-US" sz="950" dirty="0"/>
          </a:p>
        </p:txBody>
      </p:sp>
      <p:sp>
        <p:nvSpPr>
          <p:cNvPr id="154" name="圖示 篩選"/>
          <p:cNvSpPr/>
          <p:nvPr/>
        </p:nvSpPr>
        <p:spPr>
          <a:xfrm>
            <a:off x="10551519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72879" y="316680"/>
                </a:moveTo>
                <a:cubicBezTo>
                  <a:pt x="167792" y="316680"/>
                  <a:pt x="163518" y="314942"/>
                  <a:pt x="160031" y="311456"/>
                </a:cubicBezTo>
                <a:cubicBezTo>
                  <a:pt x="156545" y="307970"/>
                  <a:pt x="154808" y="303695"/>
                  <a:pt x="154808" y="298609"/>
                </a:cubicBezTo>
                <a:lnTo>
                  <a:pt x="154808" y="205180"/>
                </a:lnTo>
                <a:lnTo>
                  <a:pt x="61493" y="85885"/>
                </a:lnTo>
                <a:cubicBezTo>
                  <a:pt x="57196" y="80627"/>
                  <a:pt x="56567" y="75061"/>
                  <a:pt x="59607" y="69186"/>
                </a:cubicBezTo>
                <a:cubicBezTo>
                  <a:pt x="62648" y="63322"/>
                  <a:pt x="67391" y="60408"/>
                  <a:pt x="73872" y="60430"/>
                </a:cubicBezTo>
                <a:lnTo>
                  <a:pt x="303329" y="60430"/>
                </a:lnTo>
                <a:cubicBezTo>
                  <a:pt x="309822" y="60430"/>
                  <a:pt x="314588" y="63368"/>
                  <a:pt x="317628" y="69232"/>
                </a:cubicBezTo>
                <a:cubicBezTo>
                  <a:pt x="320669" y="75095"/>
                  <a:pt x="320063" y="80662"/>
                  <a:pt x="315822" y="85931"/>
                </a:cubicBezTo>
                <a:lnTo>
                  <a:pt x="222462" y="205134"/>
                </a:lnTo>
                <a:lnTo>
                  <a:pt x="222462" y="299352"/>
                </a:lnTo>
                <a:cubicBezTo>
                  <a:pt x="222462" y="304301"/>
                  <a:pt x="220805" y="308427"/>
                  <a:pt x="217479" y="311730"/>
                </a:cubicBezTo>
                <a:cubicBezTo>
                  <a:pt x="214152" y="315034"/>
                  <a:pt x="210003" y="316680"/>
                  <a:pt x="205054" y="316680"/>
                </a:cubicBezTo>
                <a:lnTo>
                  <a:pt x="172879" y="316680"/>
                </a:lnTo>
                <a:close/>
                <a:moveTo>
                  <a:pt x="188595" y="204471"/>
                </a:moveTo>
                <a:lnTo>
                  <a:pt x="281121" y="87268"/>
                </a:lnTo>
                <a:lnTo>
                  <a:pt x="96183" y="87268"/>
                </a:lnTo>
                <a:lnTo>
                  <a:pt x="188595" y="204471"/>
                </a:lnTo>
                <a:close/>
                <a:moveTo>
                  <a:pt x="188595" y="204471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5" name="圖說"/>
          <p:cNvSpPr/>
          <p:nvPr/>
        </p:nvSpPr>
        <p:spPr>
          <a:xfrm>
            <a:off x="10370553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篩選</a:t>
            </a:r>
            <a:endParaRPr lang="en-US" sz="950" dirty="0"/>
          </a:p>
        </p:txBody>
      </p:sp>
      <p:sp>
        <p:nvSpPr>
          <p:cNvPr id="156" name="圖示 搜尋"/>
          <p:cNvSpPr/>
          <p:nvPr/>
        </p:nvSpPr>
        <p:spPr>
          <a:xfrm>
            <a:off x="11244920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47973" y="249540"/>
                </a:moveTo>
                <a:cubicBezTo>
                  <a:pt x="119203" y="249540"/>
                  <a:pt x="94846" y="239550"/>
                  <a:pt x="74889" y="219593"/>
                </a:cubicBezTo>
                <a:cubicBezTo>
                  <a:pt x="54955" y="199636"/>
                  <a:pt x="44988" y="175553"/>
                  <a:pt x="44988" y="147344"/>
                </a:cubicBezTo>
                <a:cubicBezTo>
                  <a:pt x="44988" y="119123"/>
                  <a:pt x="54967" y="95040"/>
                  <a:pt x="74924" y="75084"/>
                </a:cubicBezTo>
                <a:cubicBezTo>
                  <a:pt x="94892" y="55127"/>
                  <a:pt x="119032" y="45149"/>
                  <a:pt x="147378" y="45149"/>
                </a:cubicBezTo>
                <a:cubicBezTo>
                  <a:pt x="175725" y="45149"/>
                  <a:pt x="199808" y="55127"/>
                  <a:pt x="219639" y="75084"/>
                </a:cubicBezTo>
                <a:cubicBezTo>
                  <a:pt x="239458" y="95040"/>
                  <a:pt x="249380" y="119146"/>
                  <a:pt x="249380" y="147378"/>
                </a:cubicBezTo>
                <a:cubicBezTo>
                  <a:pt x="249380" y="158717"/>
                  <a:pt x="247597" y="169587"/>
                  <a:pt x="244030" y="179988"/>
                </a:cubicBezTo>
                <a:cubicBezTo>
                  <a:pt x="240476" y="190390"/>
                  <a:pt x="235115" y="200128"/>
                  <a:pt x="227960" y="209226"/>
                </a:cubicBezTo>
                <a:lnTo>
                  <a:pt x="322497" y="302975"/>
                </a:lnTo>
                <a:cubicBezTo>
                  <a:pt x="325172" y="305592"/>
                  <a:pt x="326509" y="308839"/>
                  <a:pt x="326509" y="312713"/>
                </a:cubicBezTo>
                <a:cubicBezTo>
                  <a:pt x="326509" y="316588"/>
                  <a:pt x="325172" y="319869"/>
                  <a:pt x="322497" y="322532"/>
                </a:cubicBezTo>
                <a:cubicBezTo>
                  <a:pt x="319777" y="325264"/>
                  <a:pt x="316474" y="326624"/>
                  <a:pt x="312599" y="326624"/>
                </a:cubicBezTo>
                <a:cubicBezTo>
                  <a:pt x="308724" y="326624"/>
                  <a:pt x="305512" y="325264"/>
                  <a:pt x="302975" y="322532"/>
                </a:cubicBezTo>
                <a:lnTo>
                  <a:pt x="208746" y="228474"/>
                </a:lnTo>
                <a:cubicBezTo>
                  <a:pt x="200951" y="235104"/>
                  <a:pt x="191830" y="240259"/>
                  <a:pt x="181406" y="243950"/>
                </a:cubicBezTo>
                <a:cubicBezTo>
                  <a:pt x="170981" y="247677"/>
                  <a:pt x="159826" y="249540"/>
                  <a:pt x="147927" y="249540"/>
                </a:cubicBezTo>
                <a:close/>
                <a:moveTo>
                  <a:pt x="147573" y="222782"/>
                </a:moveTo>
                <a:cubicBezTo>
                  <a:pt x="168478" y="222782"/>
                  <a:pt x="186206" y="215421"/>
                  <a:pt x="200779" y="200699"/>
                </a:cubicBezTo>
                <a:cubicBezTo>
                  <a:pt x="215341" y="185978"/>
                  <a:pt x="222611" y="168192"/>
                  <a:pt x="222576" y="147344"/>
                </a:cubicBezTo>
                <a:cubicBezTo>
                  <a:pt x="222576" y="126484"/>
                  <a:pt x="215295" y="108699"/>
                  <a:pt x="200734" y="93989"/>
                </a:cubicBezTo>
                <a:cubicBezTo>
                  <a:pt x="186172" y="79267"/>
                  <a:pt x="168444" y="71906"/>
                  <a:pt x="147538" y="71906"/>
                </a:cubicBezTo>
                <a:cubicBezTo>
                  <a:pt x="126473" y="71906"/>
                  <a:pt x="108574" y="79267"/>
                  <a:pt x="93829" y="93989"/>
                </a:cubicBezTo>
                <a:cubicBezTo>
                  <a:pt x="79084" y="108699"/>
                  <a:pt x="71700" y="126484"/>
                  <a:pt x="71700" y="147344"/>
                </a:cubicBezTo>
                <a:cubicBezTo>
                  <a:pt x="71700" y="168192"/>
                  <a:pt x="79084" y="185978"/>
                  <a:pt x="93829" y="200699"/>
                </a:cubicBezTo>
                <a:cubicBezTo>
                  <a:pt x="108574" y="215421"/>
                  <a:pt x="126473" y="222782"/>
                  <a:pt x="147538" y="222782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7" name="圖說"/>
          <p:cNvSpPr/>
          <p:nvPr/>
        </p:nvSpPr>
        <p:spPr>
          <a:xfrm>
            <a:off x="11063954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搜尋</a:t>
            </a:r>
            <a:endParaRPr lang="en-US" sz="950" dirty="0"/>
          </a:p>
        </p:txBody>
      </p:sp>
      <p:sp>
        <p:nvSpPr>
          <p:cNvPr id="158" name="圖示 想法"/>
          <p:cNvSpPr/>
          <p:nvPr/>
        </p:nvSpPr>
        <p:spPr>
          <a:xfrm>
            <a:off x="11938321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65449" y="340374"/>
                </a:moveTo>
                <a:cubicBezTo>
                  <a:pt x="159117" y="333905"/>
                  <a:pt x="155939" y="325972"/>
                  <a:pt x="155939" y="316565"/>
                </a:cubicBezTo>
                <a:lnTo>
                  <a:pt x="221285" y="316565"/>
                </a:lnTo>
                <a:cubicBezTo>
                  <a:pt x="221285" y="325972"/>
                  <a:pt x="218119" y="333905"/>
                  <a:pt x="211775" y="340374"/>
                </a:cubicBezTo>
                <a:cubicBezTo>
                  <a:pt x="205409" y="346843"/>
                  <a:pt x="197682" y="350078"/>
                  <a:pt x="188595" y="350078"/>
                </a:cubicBezTo>
                <a:cubicBezTo>
                  <a:pt x="179508" y="350078"/>
                  <a:pt x="171793" y="346843"/>
                  <a:pt x="165449" y="340374"/>
                </a:cubicBezTo>
                <a:close/>
                <a:moveTo>
                  <a:pt x="136657" y="291659"/>
                </a:moveTo>
                <a:cubicBezTo>
                  <a:pt x="133068" y="291659"/>
                  <a:pt x="130108" y="290493"/>
                  <a:pt x="127776" y="288162"/>
                </a:cubicBezTo>
                <a:cubicBezTo>
                  <a:pt x="125444" y="285796"/>
                  <a:pt x="124278" y="282870"/>
                  <a:pt x="124278" y="279361"/>
                </a:cubicBezTo>
                <a:cubicBezTo>
                  <a:pt x="124278" y="275817"/>
                  <a:pt x="125444" y="272868"/>
                  <a:pt x="127776" y="270514"/>
                </a:cubicBezTo>
                <a:cubicBezTo>
                  <a:pt x="130108" y="268159"/>
                  <a:pt x="133057" y="266982"/>
                  <a:pt x="136611" y="266982"/>
                </a:cubicBezTo>
                <a:lnTo>
                  <a:pt x="240613" y="266982"/>
                </a:lnTo>
                <a:cubicBezTo>
                  <a:pt x="244156" y="266982"/>
                  <a:pt x="247082" y="268159"/>
                  <a:pt x="249414" y="270514"/>
                </a:cubicBezTo>
                <a:cubicBezTo>
                  <a:pt x="251723" y="272868"/>
                  <a:pt x="252877" y="275817"/>
                  <a:pt x="252877" y="279361"/>
                </a:cubicBezTo>
                <a:cubicBezTo>
                  <a:pt x="252877" y="282893"/>
                  <a:pt x="251723" y="285830"/>
                  <a:pt x="249414" y="288162"/>
                </a:cubicBezTo>
                <a:cubicBezTo>
                  <a:pt x="247117" y="290493"/>
                  <a:pt x="244179" y="291659"/>
                  <a:pt x="240613" y="291659"/>
                </a:cubicBezTo>
                <a:lnTo>
                  <a:pt x="136657" y="291659"/>
                </a:lnTo>
                <a:close/>
                <a:moveTo>
                  <a:pt x="126279" y="242419"/>
                </a:moveTo>
                <a:cubicBezTo>
                  <a:pt x="108596" y="230897"/>
                  <a:pt x="94538" y="216496"/>
                  <a:pt x="84079" y="199202"/>
                </a:cubicBezTo>
                <a:cubicBezTo>
                  <a:pt x="73632" y="181920"/>
                  <a:pt x="68409" y="162397"/>
                  <a:pt x="68409" y="140658"/>
                </a:cubicBezTo>
                <a:cubicBezTo>
                  <a:pt x="68409" y="108105"/>
                  <a:pt x="80284" y="79919"/>
                  <a:pt x="104047" y="56110"/>
                </a:cubicBezTo>
                <a:cubicBezTo>
                  <a:pt x="127799" y="32324"/>
                  <a:pt x="155974" y="20437"/>
                  <a:pt x="188561" y="20437"/>
                </a:cubicBezTo>
                <a:cubicBezTo>
                  <a:pt x="221136" y="20437"/>
                  <a:pt x="249357" y="32324"/>
                  <a:pt x="273188" y="56110"/>
                </a:cubicBezTo>
                <a:cubicBezTo>
                  <a:pt x="296997" y="79896"/>
                  <a:pt x="308907" y="108071"/>
                  <a:pt x="308907" y="140658"/>
                </a:cubicBezTo>
                <a:cubicBezTo>
                  <a:pt x="308907" y="162375"/>
                  <a:pt x="303741" y="181886"/>
                  <a:pt x="293420" y="199202"/>
                </a:cubicBezTo>
                <a:cubicBezTo>
                  <a:pt x="283098" y="216496"/>
                  <a:pt x="268948" y="230897"/>
                  <a:pt x="250946" y="242419"/>
                </a:cubicBezTo>
                <a:lnTo>
                  <a:pt x="126244" y="242419"/>
                </a:lnTo>
                <a:close/>
                <a:moveTo>
                  <a:pt x="135983" y="215661"/>
                </a:moveTo>
                <a:lnTo>
                  <a:pt x="241676" y="215661"/>
                </a:lnTo>
                <a:cubicBezTo>
                  <a:pt x="254123" y="207363"/>
                  <a:pt x="263964" y="196619"/>
                  <a:pt x="271222" y="183452"/>
                </a:cubicBezTo>
                <a:cubicBezTo>
                  <a:pt x="278458" y="170273"/>
                  <a:pt x="282070" y="156020"/>
                  <a:pt x="282070" y="140703"/>
                </a:cubicBezTo>
                <a:cubicBezTo>
                  <a:pt x="282070" y="115009"/>
                  <a:pt x="272914" y="93017"/>
                  <a:pt x="254603" y="74729"/>
                </a:cubicBezTo>
                <a:cubicBezTo>
                  <a:pt x="236292" y="56453"/>
                  <a:pt x="214301" y="47309"/>
                  <a:pt x="188629" y="47309"/>
                </a:cubicBezTo>
                <a:cubicBezTo>
                  <a:pt x="162969" y="47309"/>
                  <a:pt x="140978" y="56453"/>
                  <a:pt x="122667" y="74729"/>
                </a:cubicBezTo>
                <a:cubicBezTo>
                  <a:pt x="104356" y="93017"/>
                  <a:pt x="95200" y="115009"/>
                  <a:pt x="95200" y="140703"/>
                </a:cubicBezTo>
                <a:cubicBezTo>
                  <a:pt x="95200" y="156020"/>
                  <a:pt x="98847" y="170273"/>
                  <a:pt x="106128" y="183452"/>
                </a:cubicBezTo>
                <a:cubicBezTo>
                  <a:pt x="113408" y="196619"/>
                  <a:pt x="123375" y="207363"/>
                  <a:pt x="136028" y="215661"/>
                </a:cubicBezTo>
                <a:close/>
                <a:moveTo>
                  <a:pt x="188629" y="215661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9" name="圖說"/>
          <p:cNvSpPr/>
          <p:nvPr/>
        </p:nvSpPr>
        <p:spPr>
          <a:xfrm>
            <a:off x="11757355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想法</a:t>
            </a:r>
            <a:endParaRPr lang="en-US" sz="950" dirty="0"/>
          </a:p>
        </p:txBody>
      </p:sp>
      <p:sp>
        <p:nvSpPr>
          <p:cNvPr id="160" name="圖示 目標"/>
          <p:cNvSpPr/>
          <p:nvPr/>
        </p:nvSpPr>
        <p:spPr>
          <a:xfrm>
            <a:off x="12631722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25650" y="337425"/>
                </a:moveTo>
                <a:cubicBezTo>
                  <a:pt x="106002" y="328990"/>
                  <a:pt x="88903" y="317491"/>
                  <a:pt x="74341" y="302929"/>
                </a:cubicBezTo>
                <a:cubicBezTo>
                  <a:pt x="59779" y="288390"/>
                  <a:pt x="48257" y="271291"/>
                  <a:pt x="39799" y="251620"/>
                </a:cubicBezTo>
                <a:cubicBezTo>
                  <a:pt x="31341" y="231949"/>
                  <a:pt x="27112" y="210952"/>
                  <a:pt x="27112" y="188629"/>
                </a:cubicBezTo>
                <a:cubicBezTo>
                  <a:pt x="27112" y="166318"/>
                  <a:pt x="31341" y="145344"/>
                  <a:pt x="39799" y="125730"/>
                </a:cubicBezTo>
                <a:cubicBezTo>
                  <a:pt x="48257" y="106116"/>
                  <a:pt x="59756" y="89005"/>
                  <a:pt x="74295" y="74421"/>
                </a:cubicBezTo>
                <a:cubicBezTo>
                  <a:pt x="88834" y="59825"/>
                  <a:pt x="105945" y="48303"/>
                  <a:pt x="125616" y="39845"/>
                </a:cubicBezTo>
                <a:cubicBezTo>
                  <a:pt x="145310" y="31352"/>
                  <a:pt x="166306" y="27112"/>
                  <a:pt x="188595" y="27112"/>
                </a:cubicBezTo>
                <a:cubicBezTo>
                  <a:pt x="210884" y="27112"/>
                  <a:pt x="231869" y="31341"/>
                  <a:pt x="251540" y="39799"/>
                </a:cubicBezTo>
                <a:cubicBezTo>
                  <a:pt x="271211" y="48257"/>
                  <a:pt x="288310" y="59790"/>
                  <a:pt x="302849" y="74375"/>
                </a:cubicBezTo>
                <a:cubicBezTo>
                  <a:pt x="317388" y="88971"/>
                  <a:pt x="328887" y="106082"/>
                  <a:pt x="337345" y="125730"/>
                </a:cubicBezTo>
                <a:cubicBezTo>
                  <a:pt x="345838" y="145378"/>
                  <a:pt x="350078" y="166352"/>
                  <a:pt x="350078" y="188675"/>
                </a:cubicBezTo>
                <a:cubicBezTo>
                  <a:pt x="350078" y="210986"/>
                  <a:pt x="345849" y="231983"/>
                  <a:pt x="337391" y="251654"/>
                </a:cubicBezTo>
                <a:cubicBezTo>
                  <a:pt x="328933" y="271302"/>
                  <a:pt x="317411" y="288402"/>
                  <a:pt x="302849" y="302975"/>
                </a:cubicBezTo>
                <a:cubicBezTo>
                  <a:pt x="288310" y="317537"/>
                  <a:pt x="271211" y="329035"/>
                  <a:pt x="251540" y="337471"/>
                </a:cubicBezTo>
                <a:cubicBezTo>
                  <a:pt x="231846" y="345872"/>
                  <a:pt x="210849" y="350078"/>
                  <a:pt x="188561" y="350078"/>
                </a:cubicBezTo>
                <a:cubicBezTo>
                  <a:pt x="166261" y="350078"/>
                  <a:pt x="145298" y="345860"/>
                  <a:pt x="125650" y="337425"/>
                </a:cubicBezTo>
                <a:close/>
                <a:moveTo>
                  <a:pt x="284778" y="284858"/>
                </a:moveTo>
                <a:cubicBezTo>
                  <a:pt x="311159" y="258501"/>
                  <a:pt x="324349" y="226428"/>
                  <a:pt x="324349" y="188629"/>
                </a:cubicBezTo>
                <a:cubicBezTo>
                  <a:pt x="324349" y="150842"/>
                  <a:pt x="311159" y="118758"/>
                  <a:pt x="284778" y="92412"/>
                </a:cubicBezTo>
                <a:cubicBezTo>
                  <a:pt x="258398" y="66031"/>
                  <a:pt x="226337" y="52841"/>
                  <a:pt x="188595" y="52841"/>
                </a:cubicBezTo>
                <a:cubicBezTo>
                  <a:pt x="150853" y="52841"/>
                  <a:pt x="118792" y="66031"/>
                  <a:pt x="92412" y="92412"/>
                </a:cubicBezTo>
                <a:cubicBezTo>
                  <a:pt x="66031" y="118792"/>
                  <a:pt x="52841" y="150865"/>
                  <a:pt x="52841" y="188629"/>
                </a:cubicBezTo>
                <a:cubicBezTo>
                  <a:pt x="52841" y="226428"/>
                  <a:pt x="66031" y="258489"/>
                  <a:pt x="92412" y="284813"/>
                </a:cubicBezTo>
                <a:cubicBezTo>
                  <a:pt x="118792" y="311170"/>
                  <a:pt x="150853" y="324349"/>
                  <a:pt x="188595" y="324349"/>
                </a:cubicBezTo>
                <a:cubicBezTo>
                  <a:pt x="226337" y="324349"/>
                  <a:pt x="258398" y="311182"/>
                  <a:pt x="284778" y="284858"/>
                </a:cubicBezTo>
                <a:close/>
                <a:moveTo>
                  <a:pt x="119478" y="257781"/>
                </a:moveTo>
                <a:cubicBezTo>
                  <a:pt x="100550" y="238818"/>
                  <a:pt x="91074" y="215787"/>
                  <a:pt x="91074" y="188675"/>
                </a:cubicBezTo>
                <a:cubicBezTo>
                  <a:pt x="91074" y="161563"/>
                  <a:pt x="100527" y="138520"/>
                  <a:pt x="119443" y="119558"/>
                </a:cubicBezTo>
                <a:cubicBezTo>
                  <a:pt x="138383" y="100595"/>
                  <a:pt x="161414" y="91120"/>
                  <a:pt x="188561" y="91120"/>
                </a:cubicBezTo>
                <a:cubicBezTo>
                  <a:pt x="215696" y="91120"/>
                  <a:pt x="238738" y="100595"/>
                  <a:pt x="257712" y="119558"/>
                </a:cubicBezTo>
                <a:cubicBezTo>
                  <a:pt x="276675" y="138520"/>
                  <a:pt x="286150" y="161563"/>
                  <a:pt x="286150" y="188675"/>
                </a:cubicBezTo>
                <a:cubicBezTo>
                  <a:pt x="286150" y="215787"/>
                  <a:pt x="276675" y="238818"/>
                  <a:pt x="257712" y="257781"/>
                </a:cubicBezTo>
                <a:cubicBezTo>
                  <a:pt x="238738" y="276755"/>
                  <a:pt x="215696" y="286230"/>
                  <a:pt x="188561" y="286230"/>
                </a:cubicBezTo>
                <a:cubicBezTo>
                  <a:pt x="161414" y="286230"/>
                  <a:pt x="138383" y="276755"/>
                  <a:pt x="119443" y="257781"/>
                </a:cubicBezTo>
                <a:close/>
                <a:moveTo>
                  <a:pt x="239436" y="239596"/>
                </a:moveTo>
                <a:cubicBezTo>
                  <a:pt x="253369" y="225662"/>
                  <a:pt x="260341" y="208712"/>
                  <a:pt x="260341" y="188755"/>
                </a:cubicBezTo>
                <a:cubicBezTo>
                  <a:pt x="260341" y="168787"/>
                  <a:pt x="253369" y="151825"/>
                  <a:pt x="239436" y="137834"/>
                </a:cubicBezTo>
                <a:cubicBezTo>
                  <a:pt x="225502" y="123867"/>
                  <a:pt x="208552" y="116895"/>
                  <a:pt x="188595" y="116895"/>
                </a:cubicBezTo>
                <a:cubicBezTo>
                  <a:pt x="168638" y="116895"/>
                  <a:pt x="151688" y="123867"/>
                  <a:pt x="137754" y="137834"/>
                </a:cubicBezTo>
                <a:cubicBezTo>
                  <a:pt x="123821" y="151790"/>
                  <a:pt x="116849" y="168764"/>
                  <a:pt x="116849" y="188755"/>
                </a:cubicBezTo>
                <a:cubicBezTo>
                  <a:pt x="116849" y="208735"/>
                  <a:pt x="123821" y="225685"/>
                  <a:pt x="137754" y="239596"/>
                </a:cubicBezTo>
                <a:cubicBezTo>
                  <a:pt x="151688" y="253529"/>
                  <a:pt x="168638" y="260501"/>
                  <a:pt x="188595" y="260501"/>
                </a:cubicBezTo>
                <a:cubicBezTo>
                  <a:pt x="208552" y="260501"/>
                  <a:pt x="225502" y="253529"/>
                  <a:pt x="239436" y="239596"/>
                </a:cubicBezTo>
                <a:close/>
                <a:moveTo>
                  <a:pt x="164821" y="212449"/>
                </a:moveTo>
                <a:cubicBezTo>
                  <a:pt x="158248" y="205923"/>
                  <a:pt x="154968" y="198025"/>
                  <a:pt x="154968" y="188755"/>
                </a:cubicBezTo>
                <a:cubicBezTo>
                  <a:pt x="154968" y="179485"/>
                  <a:pt x="158248" y="171541"/>
                  <a:pt x="164821" y="164946"/>
                </a:cubicBezTo>
                <a:cubicBezTo>
                  <a:pt x="171404" y="158340"/>
                  <a:pt x="179325" y="155037"/>
                  <a:pt x="188595" y="155037"/>
                </a:cubicBezTo>
                <a:cubicBezTo>
                  <a:pt x="197865" y="155037"/>
                  <a:pt x="205774" y="158340"/>
                  <a:pt x="212324" y="164946"/>
                </a:cubicBezTo>
                <a:cubicBezTo>
                  <a:pt x="218896" y="171541"/>
                  <a:pt x="222188" y="179485"/>
                  <a:pt x="222188" y="188755"/>
                </a:cubicBezTo>
                <a:cubicBezTo>
                  <a:pt x="222188" y="198025"/>
                  <a:pt x="218896" y="205923"/>
                  <a:pt x="212324" y="212449"/>
                </a:cubicBezTo>
                <a:cubicBezTo>
                  <a:pt x="205751" y="218965"/>
                  <a:pt x="197830" y="222233"/>
                  <a:pt x="188561" y="222233"/>
                </a:cubicBezTo>
                <a:cubicBezTo>
                  <a:pt x="179280" y="222233"/>
                  <a:pt x="171370" y="218965"/>
                  <a:pt x="164821" y="212449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1" name="圖說"/>
          <p:cNvSpPr/>
          <p:nvPr/>
        </p:nvSpPr>
        <p:spPr>
          <a:xfrm>
            <a:off x="12450756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950" dirty="0"/>
          </a:p>
        </p:txBody>
      </p:sp>
      <p:sp>
        <p:nvSpPr>
          <p:cNvPr id="162" name="圖示 里程碑"/>
          <p:cNvSpPr/>
          <p:nvPr/>
        </p:nvSpPr>
        <p:spPr>
          <a:xfrm>
            <a:off x="13325123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02984" y="210986"/>
                </a:moveTo>
                <a:lnTo>
                  <a:pt x="102984" y="319000"/>
                </a:lnTo>
                <a:cubicBezTo>
                  <a:pt x="102984" y="322772"/>
                  <a:pt x="101681" y="325961"/>
                  <a:pt x="99087" y="328544"/>
                </a:cubicBezTo>
                <a:cubicBezTo>
                  <a:pt x="96503" y="331139"/>
                  <a:pt x="93303" y="332430"/>
                  <a:pt x="89508" y="332396"/>
                </a:cubicBezTo>
                <a:cubicBezTo>
                  <a:pt x="85702" y="332396"/>
                  <a:pt x="82536" y="331116"/>
                  <a:pt x="79999" y="328544"/>
                </a:cubicBezTo>
                <a:cubicBezTo>
                  <a:pt x="77450" y="325984"/>
                  <a:pt x="76181" y="322795"/>
                  <a:pt x="76181" y="319000"/>
                </a:cubicBezTo>
                <a:lnTo>
                  <a:pt x="76181" y="73906"/>
                </a:lnTo>
                <a:cubicBezTo>
                  <a:pt x="76181" y="70134"/>
                  <a:pt x="77473" y="66934"/>
                  <a:pt x="80033" y="64317"/>
                </a:cubicBezTo>
                <a:cubicBezTo>
                  <a:pt x="82605" y="61722"/>
                  <a:pt x="85782" y="60430"/>
                  <a:pt x="89588" y="60430"/>
                </a:cubicBezTo>
                <a:lnTo>
                  <a:pt x="204551" y="60430"/>
                </a:lnTo>
                <a:cubicBezTo>
                  <a:pt x="207660" y="60430"/>
                  <a:pt x="210472" y="61436"/>
                  <a:pt x="212952" y="63459"/>
                </a:cubicBezTo>
                <a:cubicBezTo>
                  <a:pt x="215421" y="65471"/>
                  <a:pt x="216953" y="68077"/>
                  <a:pt x="217547" y="71277"/>
                </a:cubicBezTo>
                <a:lnTo>
                  <a:pt x="222782" y="94217"/>
                </a:lnTo>
                <a:lnTo>
                  <a:pt x="303284" y="94217"/>
                </a:lnTo>
                <a:cubicBezTo>
                  <a:pt x="307056" y="94217"/>
                  <a:pt x="310256" y="95521"/>
                  <a:pt x="312873" y="98104"/>
                </a:cubicBezTo>
                <a:cubicBezTo>
                  <a:pt x="315468" y="100698"/>
                  <a:pt x="316760" y="103899"/>
                  <a:pt x="316760" y="107693"/>
                </a:cubicBezTo>
                <a:lnTo>
                  <a:pt x="316760" y="230989"/>
                </a:lnTo>
                <a:cubicBezTo>
                  <a:pt x="316760" y="234761"/>
                  <a:pt x="315468" y="237950"/>
                  <a:pt x="312873" y="240533"/>
                </a:cubicBezTo>
                <a:cubicBezTo>
                  <a:pt x="310279" y="243128"/>
                  <a:pt x="307078" y="244419"/>
                  <a:pt x="303284" y="244385"/>
                </a:cubicBezTo>
                <a:lnTo>
                  <a:pt x="222508" y="244385"/>
                </a:lnTo>
                <a:cubicBezTo>
                  <a:pt x="219387" y="244385"/>
                  <a:pt x="216587" y="243459"/>
                  <a:pt x="214095" y="241596"/>
                </a:cubicBezTo>
                <a:cubicBezTo>
                  <a:pt x="211638" y="239733"/>
                  <a:pt x="210095" y="237207"/>
                  <a:pt x="209500" y="234018"/>
                </a:cubicBezTo>
                <a:lnTo>
                  <a:pt x="204277" y="210986"/>
                </a:lnTo>
                <a:lnTo>
                  <a:pt x="102984" y="210986"/>
                </a:lnTo>
                <a:close/>
                <a:moveTo>
                  <a:pt x="234521" y="217627"/>
                </a:moveTo>
                <a:lnTo>
                  <a:pt x="289888" y="217627"/>
                </a:lnTo>
                <a:lnTo>
                  <a:pt x="289888" y="121089"/>
                </a:lnTo>
                <a:lnTo>
                  <a:pt x="210758" y="121089"/>
                </a:lnTo>
                <a:cubicBezTo>
                  <a:pt x="207637" y="121089"/>
                  <a:pt x="204837" y="120095"/>
                  <a:pt x="202345" y="118106"/>
                </a:cubicBezTo>
                <a:cubicBezTo>
                  <a:pt x="199888" y="116117"/>
                  <a:pt x="198356" y="113523"/>
                  <a:pt x="197750" y="110334"/>
                </a:cubicBezTo>
                <a:lnTo>
                  <a:pt x="192527" y="87302"/>
                </a:lnTo>
                <a:lnTo>
                  <a:pt x="102984" y="87302"/>
                </a:lnTo>
                <a:lnTo>
                  <a:pt x="102984" y="184229"/>
                </a:lnTo>
                <a:lnTo>
                  <a:pt x="216290" y="184229"/>
                </a:lnTo>
                <a:cubicBezTo>
                  <a:pt x="219410" y="184229"/>
                  <a:pt x="222211" y="185166"/>
                  <a:pt x="224702" y="187029"/>
                </a:cubicBezTo>
                <a:cubicBezTo>
                  <a:pt x="227160" y="188881"/>
                  <a:pt x="228703" y="191407"/>
                  <a:pt x="229297" y="194607"/>
                </a:cubicBezTo>
                <a:lnTo>
                  <a:pt x="234521" y="217627"/>
                </a:lnTo>
                <a:close/>
                <a:moveTo>
                  <a:pt x="196459" y="152453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3" name="圖說"/>
          <p:cNvSpPr/>
          <p:nvPr/>
        </p:nvSpPr>
        <p:spPr>
          <a:xfrm>
            <a:off x="13144157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里程碑</a:t>
            </a:r>
            <a:endParaRPr lang="en-US" sz="950" dirty="0"/>
          </a:p>
        </p:txBody>
      </p:sp>
      <p:sp>
        <p:nvSpPr>
          <p:cNvPr id="164" name="圖示 成果"/>
          <p:cNvSpPr/>
          <p:nvPr/>
        </p:nvSpPr>
        <p:spPr>
          <a:xfrm>
            <a:off x="14018524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75199" y="306473"/>
                </a:moveTo>
                <a:lnTo>
                  <a:pt x="175199" y="251220"/>
                </a:lnTo>
                <a:cubicBezTo>
                  <a:pt x="161003" y="248214"/>
                  <a:pt x="148384" y="242053"/>
                  <a:pt x="137366" y="232761"/>
                </a:cubicBezTo>
                <a:cubicBezTo>
                  <a:pt x="126336" y="223457"/>
                  <a:pt x="118598" y="211935"/>
                  <a:pt x="114140" y="198185"/>
                </a:cubicBezTo>
                <a:cubicBezTo>
                  <a:pt x="93635" y="196710"/>
                  <a:pt x="76250" y="188835"/>
                  <a:pt x="61996" y="174525"/>
                </a:cubicBezTo>
                <a:cubicBezTo>
                  <a:pt x="47777" y="160226"/>
                  <a:pt x="40668" y="142909"/>
                  <a:pt x="40668" y="122587"/>
                </a:cubicBezTo>
                <a:lnTo>
                  <a:pt x="40668" y="105305"/>
                </a:lnTo>
                <a:cubicBezTo>
                  <a:pt x="40668" y="97864"/>
                  <a:pt x="43285" y="91520"/>
                  <a:pt x="48520" y="86285"/>
                </a:cubicBezTo>
                <a:cubicBezTo>
                  <a:pt x="53767" y="81039"/>
                  <a:pt x="60099" y="78421"/>
                  <a:pt x="67540" y="78421"/>
                </a:cubicBezTo>
                <a:lnTo>
                  <a:pt x="108402" y="78421"/>
                </a:lnTo>
                <a:lnTo>
                  <a:pt x="108402" y="67426"/>
                </a:lnTo>
                <a:cubicBezTo>
                  <a:pt x="108402" y="61002"/>
                  <a:pt x="110711" y="55470"/>
                  <a:pt x="115317" y="50806"/>
                </a:cubicBezTo>
                <a:cubicBezTo>
                  <a:pt x="119924" y="46166"/>
                  <a:pt x="125479" y="43845"/>
                  <a:pt x="131982" y="43845"/>
                </a:cubicBezTo>
                <a:lnTo>
                  <a:pt x="245334" y="43845"/>
                </a:lnTo>
                <a:cubicBezTo>
                  <a:pt x="251746" y="43845"/>
                  <a:pt x="257289" y="46166"/>
                  <a:pt x="261953" y="50806"/>
                </a:cubicBezTo>
                <a:cubicBezTo>
                  <a:pt x="266582" y="55470"/>
                  <a:pt x="268902" y="61002"/>
                  <a:pt x="268902" y="67426"/>
                </a:cubicBezTo>
                <a:lnTo>
                  <a:pt x="268902" y="78421"/>
                </a:lnTo>
                <a:lnTo>
                  <a:pt x="309764" y="78421"/>
                </a:lnTo>
                <a:cubicBezTo>
                  <a:pt x="317125" y="78421"/>
                  <a:pt x="323423" y="81039"/>
                  <a:pt x="328670" y="86285"/>
                </a:cubicBezTo>
                <a:cubicBezTo>
                  <a:pt x="333905" y="91497"/>
                  <a:pt x="336522" y="97829"/>
                  <a:pt x="336522" y="105305"/>
                </a:cubicBezTo>
                <a:lnTo>
                  <a:pt x="336522" y="122587"/>
                </a:lnTo>
                <a:cubicBezTo>
                  <a:pt x="336522" y="142909"/>
                  <a:pt x="329401" y="160226"/>
                  <a:pt x="315148" y="174525"/>
                </a:cubicBezTo>
                <a:cubicBezTo>
                  <a:pt x="300906" y="188835"/>
                  <a:pt x="283521" y="196710"/>
                  <a:pt x="263016" y="198185"/>
                </a:cubicBezTo>
                <a:cubicBezTo>
                  <a:pt x="258558" y="211935"/>
                  <a:pt x="250820" y="223457"/>
                  <a:pt x="239790" y="232761"/>
                </a:cubicBezTo>
                <a:cubicBezTo>
                  <a:pt x="228760" y="242053"/>
                  <a:pt x="216153" y="248214"/>
                  <a:pt x="201957" y="251220"/>
                </a:cubicBezTo>
                <a:lnTo>
                  <a:pt x="201957" y="306473"/>
                </a:lnTo>
                <a:lnTo>
                  <a:pt x="247254" y="306473"/>
                </a:lnTo>
                <a:cubicBezTo>
                  <a:pt x="251026" y="306473"/>
                  <a:pt x="254192" y="307764"/>
                  <a:pt x="256764" y="310359"/>
                </a:cubicBezTo>
                <a:cubicBezTo>
                  <a:pt x="259335" y="312953"/>
                  <a:pt x="260615" y="316142"/>
                  <a:pt x="260615" y="319949"/>
                </a:cubicBezTo>
                <a:cubicBezTo>
                  <a:pt x="260615" y="323743"/>
                  <a:pt x="259335" y="326909"/>
                  <a:pt x="256764" y="329447"/>
                </a:cubicBezTo>
                <a:cubicBezTo>
                  <a:pt x="254192" y="331996"/>
                  <a:pt x="251026" y="333265"/>
                  <a:pt x="247254" y="333265"/>
                </a:cubicBezTo>
                <a:lnTo>
                  <a:pt x="129891" y="333265"/>
                </a:lnTo>
                <a:cubicBezTo>
                  <a:pt x="126119" y="333265"/>
                  <a:pt x="122953" y="331961"/>
                  <a:pt x="120392" y="329378"/>
                </a:cubicBezTo>
                <a:cubicBezTo>
                  <a:pt x="117820" y="326784"/>
                  <a:pt x="116540" y="323583"/>
                  <a:pt x="116540" y="319789"/>
                </a:cubicBezTo>
                <a:cubicBezTo>
                  <a:pt x="116540" y="315994"/>
                  <a:pt x="117820" y="312816"/>
                  <a:pt x="120392" y="310279"/>
                </a:cubicBezTo>
                <a:cubicBezTo>
                  <a:pt x="122953" y="307741"/>
                  <a:pt x="126119" y="306473"/>
                  <a:pt x="129891" y="306473"/>
                </a:cubicBezTo>
                <a:lnTo>
                  <a:pt x="175199" y="306473"/>
                </a:lnTo>
                <a:close/>
                <a:moveTo>
                  <a:pt x="108402" y="170524"/>
                </a:moveTo>
                <a:lnTo>
                  <a:pt x="108402" y="105305"/>
                </a:lnTo>
                <a:lnTo>
                  <a:pt x="67540" y="105305"/>
                </a:lnTo>
                <a:lnTo>
                  <a:pt x="67540" y="122587"/>
                </a:lnTo>
                <a:cubicBezTo>
                  <a:pt x="67540" y="134371"/>
                  <a:pt x="71403" y="144658"/>
                  <a:pt x="79130" y="153425"/>
                </a:cubicBezTo>
                <a:cubicBezTo>
                  <a:pt x="86857" y="162203"/>
                  <a:pt x="96618" y="167907"/>
                  <a:pt x="108402" y="170524"/>
                </a:cubicBezTo>
                <a:close/>
                <a:moveTo>
                  <a:pt x="226508" y="210209"/>
                </a:moveTo>
                <a:cubicBezTo>
                  <a:pt x="236852" y="199751"/>
                  <a:pt x="242030" y="187052"/>
                  <a:pt x="242030" y="172090"/>
                </a:cubicBezTo>
                <a:lnTo>
                  <a:pt x="242030" y="70729"/>
                </a:lnTo>
                <a:lnTo>
                  <a:pt x="135160" y="70729"/>
                </a:lnTo>
                <a:lnTo>
                  <a:pt x="135160" y="172090"/>
                </a:lnTo>
                <a:cubicBezTo>
                  <a:pt x="135160" y="187052"/>
                  <a:pt x="140360" y="199751"/>
                  <a:pt x="150762" y="210209"/>
                </a:cubicBezTo>
                <a:cubicBezTo>
                  <a:pt x="161186" y="220679"/>
                  <a:pt x="173827" y="225925"/>
                  <a:pt x="188675" y="225925"/>
                </a:cubicBezTo>
                <a:cubicBezTo>
                  <a:pt x="203557" y="225925"/>
                  <a:pt x="216164" y="220679"/>
                  <a:pt x="226508" y="210209"/>
                </a:cubicBezTo>
                <a:close/>
                <a:moveTo>
                  <a:pt x="268902" y="170524"/>
                </a:moveTo>
                <a:cubicBezTo>
                  <a:pt x="280641" y="167907"/>
                  <a:pt x="290379" y="162203"/>
                  <a:pt x="298140" y="153425"/>
                </a:cubicBezTo>
                <a:cubicBezTo>
                  <a:pt x="305890" y="144658"/>
                  <a:pt x="309764" y="134371"/>
                  <a:pt x="309764" y="122587"/>
                </a:cubicBezTo>
                <a:lnTo>
                  <a:pt x="309764" y="105305"/>
                </a:lnTo>
                <a:lnTo>
                  <a:pt x="268902" y="105305"/>
                </a:lnTo>
                <a:lnTo>
                  <a:pt x="268902" y="170524"/>
                </a:lnTo>
                <a:close/>
                <a:moveTo>
                  <a:pt x="188595" y="148121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5" name="圖說"/>
          <p:cNvSpPr/>
          <p:nvPr/>
        </p:nvSpPr>
        <p:spPr>
          <a:xfrm>
            <a:off x="13837558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成果</a:t>
            </a:r>
            <a:endParaRPr lang="en-US" sz="950" dirty="0"/>
          </a:p>
        </p:txBody>
      </p:sp>
      <p:sp>
        <p:nvSpPr>
          <p:cNvPr id="166" name="圖示 重點"/>
          <p:cNvSpPr/>
          <p:nvPr/>
        </p:nvSpPr>
        <p:spPr>
          <a:xfrm>
            <a:off x="843905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28245" y="279041"/>
                </a:moveTo>
                <a:lnTo>
                  <a:pt x="188595" y="242979"/>
                </a:lnTo>
                <a:lnTo>
                  <a:pt x="248980" y="279441"/>
                </a:lnTo>
                <a:lnTo>
                  <a:pt x="232761" y="211112"/>
                </a:lnTo>
                <a:lnTo>
                  <a:pt x="285841" y="164901"/>
                </a:lnTo>
                <a:lnTo>
                  <a:pt x="215821" y="158808"/>
                </a:lnTo>
                <a:lnTo>
                  <a:pt x="188595" y="94298"/>
                </a:lnTo>
                <a:lnTo>
                  <a:pt x="161369" y="158500"/>
                </a:lnTo>
                <a:lnTo>
                  <a:pt x="91349" y="164512"/>
                </a:lnTo>
                <a:lnTo>
                  <a:pt x="144429" y="210632"/>
                </a:lnTo>
                <a:lnTo>
                  <a:pt x="128210" y="279086"/>
                </a:lnTo>
                <a:close/>
                <a:moveTo>
                  <a:pt x="188595" y="274126"/>
                </a:moveTo>
                <a:lnTo>
                  <a:pt x="115317" y="318337"/>
                </a:lnTo>
                <a:cubicBezTo>
                  <a:pt x="112860" y="319823"/>
                  <a:pt x="110288" y="320497"/>
                  <a:pt x="107613" y="320337"/>
                </a:cubicBezTo>
                <a:cubicBezTo>
                  <a:pt x="104950" y="320177"/>
                  <a:pt x="102573" y="319354"/>
                  <a:pt x="100504" y="317857"/>
                </a:cubicBezTo>
                <a:cubicBezTo>
                  <a:pt x="98412" y="316371"/>
                  <a:pt x="96869" y="314428"/>
                  <a:pt x="95875" y="312050"/>
                </a:cubicBezTo>
                <a:cubicBezTo>
                  <a:pt x="94846" y="309662"/>
                  <a:pt x="94640" y="306976"/>
                  <a:pt x="95246" y="303992"/>
                </a:cubicBezTo>
                <a:lnTo>
                  <a:pt x="114574" y="220496"/>
                </a:lnTo>
                <a:lnTo>
                  <a:pt x="49938" y="164112"/>
                </a:lnTo>
                <a:cubicBezTo>
                  <a:pt x="47583" y="162100"/>
                  <a:pt x="46154" y="159826"/>
                  <a:pt x="45651" y="157277"/>
                </a:cubicBezTo>
                <a:cubicBezTo>
                  <a:pt x="45137" y="154739"/>
                  <a:pt x="45183" y="152259"/>
                  <a:pt x="45811" y="149859"/>
                </a:cubicBezTo>
                <a:cubicBezTo>
                  <a:pt x="46440" y="147447"/>
                  <a:pt x="47800" y="145412"/>
                  <a:pt x="49903" y="143767"/>
                </a:cubicBezTo>
                <a:cubicBezTo>
                  <a:pt x="52018" y="142109"/>
                  <a:pt x="54578" y="141161"/>
                  <a:pt x="57561" y="140898"/>
                </a:cubicBezTo>
                <a:lnTo>
                  <a:pt x="143024" y="133434"/>
                </a:lnTo>
                <a:lnTo>
                  <a:pt x="176102" y="54578"/>
                </a:lnTo>
                <a:cubicBezTo>
                  <a:pt x="177279" y="51846"/>
                  <a:pt x="179062" y="49823"/>
                  <a:pt x="181440" y="48486"/>
                </a:cubicBezTo>
                <a:cubicBezTo>
                  <a:pt x="183829" y="47149"/>
                  <a:pt x="186229" y="46486"/>
                  <a:pt x="188629" y="46486"/>
                </a:cubicBezTo>
                <a:cubicBezTo>
                  <a:pt x="191041" y="46486"/>
                  <a:pt x="193441" y="47149"/>
                  <a:pt x="195830" y="48486"/>
                </a:cubicBezTo>
                <a:cubicBezTo>
                  <a:pt x="198208" y="49823"/>
                  <a:pt x="199991" y="51846"/>
                  <a:pt x="201168" y="54578"/>
                </a:cubicBezTo>
                <a:lnTo>
                  <a:pt x="234246" y="133434"/>
                </a:lnTo>
                <a:lnTo>
                  <a:pt x="319789" y="140898"/>
                </a:lnTo>
                <a:cubicBezTo>
                  <a:pt x="322715" y="141161"/>
                  <a:pt x="325252" y="142109"/>
                  <a:pt x="327367" y="143767"/>
                </a:cubicBezTo>
                <a:cubicBezTo>
                  <a:pt x="329493" y="145412"/>
                  <a:pt x="330853" y="147447"/>
                  <a:pt x="331459" y="149859"/>
                </a:cubicBezTo>
                <a:cubicBezTo>
                  <a:pt x="332087" y="152259"/>
                  <a:pt x="332133" y="154739"/>
                  <a:pt x="331619" y="157277"/>
                </a:cubicBezTo>
                <a:cubicBezTo>
                  <a:pt x="331093" y="159826"/>
                  <a:pt x="329664" y="162100"/>
                  <a:pt x="327332" y="164112"/>
                </a:cubicBezTo>
                <a:lnTo>
                  <a:pt x="262661" y="220462"/>
                </a:lnTo>
                <a:lnTo>
                  <a:pt x="281990" y="303958"/>
                </a:lnTo>
                <a:cubicBezTo>
                  <a:pt x="282561" y="306941"/>
                  <a:pt x="282355" y="309627"/>
                  <a:pt x="281361" y="312005"/>
                </a:cubicBezTo>
                <a:cubicBezTo>
                  <a:pt x="280344" y="314394"/>
                  <a:pt x="278789" y="316325"/>
                  <a:pt x="276720" y="317823"/>
                </a:cubicBezTo>
                <a:cubicBezTo>
                  <a:pt x="274629" y="319320"/>
                  <a:pt x="272263" y="320143"/>
                  <a:pt x="269611" y="320303"/>
                </a:cubicBezTo>
                <a:cubicBezTo>
                  <a:pt x="266936" y="320451"/>
                  <a:pt x="264376" y="319789"/>
                  <a:pt x="261907" y="318291"/>
                </a:cubicBezTo>
                <a:lnTo>
                  <a:pt x="188595" y="274126"/>
                </a:lnTo>
                <a:close/>
                <a:moveTo>
                  <a:pt x="188595" y="190755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7" name="圖說"/>
          <p:cNvSpPr/>
          <p:nvPr/>
        </p:nvSpPr>
        <p:spPr>
          <a:xfrm>
            <a:off x="662940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重點</a:t>
            </a:r>
            <a:endParaRPr lang="en-US" sz="950" dirty="0"/>
          </a:p>
        </p:txBody>
      </p:sp>
      <p:sp>
        <p:nvSpPr>
          <p:cNvPr id="168" name="圖示 思考"/>
          <p:cNvSpPr/>
          <p:nvPr/>
        </p:nvSpPr>
        <p:spPr>
          <a:xfrm>
            <a:off x="1537306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75233" y="212998"/>
                </a:moveTo>
                <a:lnTo>
                  <a:pt x="175942" y="223959"/>
                </a:lnTo>
                <a:cubicBezTo>
                  <a:pt x="176205" y="225868"/>
                  <a:pt x="176925" y="227388"/>
                  <a:pt x="178102" y="228520"/>
                </a:cubicBezTo>
                <a:cubicBezTo>
                  <a:pt x="179280" y="229663"/>
                  <a:pt x="180777" y="230246"/>
                  <a:pt x="182583" y="230246"/>
                </a:cubicBezTo>
                <a:lnTo>
                  <a:pt x="193899" y="230246"/>
                </a:lnTo>
                <a:cubicBezTo>
                  <a:pt x="195624" y="230246"/>
                  <a:pt x="197099" y="229663"/>
                  <a:pt x="198299" y="228520"/>
                </a:cubicBezTo>
                <a:cubicBezTo>
                  <a:pt x="199499" y="227366"/>
                  <a:pt x="200242" y="225845"/>
                  <a:pt x="200505" y="223959"/>
                </a:cubicBezTo>
                <a:lnTo>
                  <a:pt x="201168" y="212998"/>
                </a:lnTo>
                <a:cubicBezTo>
                  <a:pt x="204311" y="212472"/>
                  <a:pt x="207260" y="211352"/>
                  <a:pt x="210003" y="209660"/>
                </a:cubicBezTo>
                <a:cubicBezTo>
                  <a:pt x="212758" y="207957"/>
                  <a:pt x="215193" y="206037"/>
                  <a:pt x="217319" y="203923"/>
                </a:cubicBezTo>
                <a:lnTo>
                  <a:pt x="228314" y="207569"/>
                </a:lnTo>
                <a:cubicBezTo>
                  <a:pt x="229812" y="208152"/>
                  <a:pt x="231309" y="208140"/>
                  <a:pt x="232795" y="207535"/>
                </a:cubicBezTo>
                <a:cubicBezTo>
                  <a:pt x="234292" y="206906"/>
                  <a:pt x="235469" y="205900"/>
                  <a:pt x="236338" y="204506"/>
                </a:cubicBezTo>
                <a:lnTo>
                  <a:pt x="241722" y="195476"/>
                </a:lnTo>
                <a:cubicBezTo>
                  <a:pt x="242579" y="194001"/>
                  <a:pt x="242910" y="192527"/>
                  <a:pt x="242693" y="191030"/>
                </a:cubicBezTo>
                <a:cubicBezTo>
                  <a:pt x="242510" y="189544"/>
                  <a:pt x="241722" y="188149"/>
                  <a:pt x="240304" y="186869"/>
                </a:cubicBezTo>
                <a:lnTo>
                  <a:pt x="232989" y="181166"/>
                </a:lnTo>
                <a:cubicBezTo>
                  <a:pt x="234304" y="177474"/>
                  <a:pt x="234955" y="173667"/>
                  <a:pt x="234955" y="169736"/>
                </a:cubicBezTo>
                <a:cubicBezTo>
                  <a:pt x="234955" y="165804"/>
                  <a:pt x="234304" y="162009"/>
                  <a:pt x="232989" y="158340"/>
                </a:cubicBezTo>
                <a:lnTo>
                  <a:pt x="240304" y="152488"/>
                </a:lnTo>
                <a:cubicBezTo>
                  <a:pt x="241744" y="151253"/>
                  <a:pt x="242556" y="149893"/>
                  <a:pt x="242739" y="148396"/>
                </a:cubicBezTo>
                <a:cubicBezTo>
                  <a:pt x="242922" y="146910"/>
                  <a:pt x="242579" y="145424"/>
                  <a:pt x="241722" y="143961"/>
                </a:cubicBezTo>
                <a:lnTo>
                  <a:pt x="236338" y="134920"/>
                </a:lnTo>
                <a:cubicBezTo>
                  <a:pt x="235469" y="133537"/>
                  <a:pt x="234292" y="132531"/>
                  <a:pt x="232795" y="131902"/>
                </a:cubicBezTo>
                <a:cubicBezTo>
                  <a:pt x="231309" y="131274"/>
                  <a:pt x="229812" y="131262"/>
                  <a:pt x="228314" y="131856"/>
                </a:cubicBezTo>
                <a:lnTo>
                  <a:pt x="217319" y="135548"/>
                </a:lnTo>
                <a:cubicBezTo>
                  <a:pt x="215113" y="133537"/>
                  <a:pt x="212587" y="131731"/>
                  <a:pt x="209729" y="130131"/>
                </a:cubicBezTo>
                <a:cubicBezTo>
                  <a:pt x="206906" y="128507"/>
                  <a:pt x="204048" y="127307"/>
                  <a:pt x="201168" y="126519"/>
                </a:cubicBezTo>
                <a:lnTo>
                  <a:pt x="200459" y="115397"/>
                </a:lnTo>
                <a:cubicBezTo>
                  <a:pt x="200231" y="113591"/>
                  <a:pt x="199499" y="112105"/>
                  <a:pt x="198299" y="110962"/>
                </a:cubicBezTo>
                <a:cubicBezTo>
                  <a:pt x="197122" y="109808"/>
                  <a:pt x="195659" y="109225"/>
                  <a:pt x="193899" y="109225"/>
                </a:cubicBezTo>
                <a:lnTo>
                  <a:pt x="182583" y="109225"/>
                </a:lnTo>
                <a:cubicBezTo>
                  <a:pt x="180777" y="109225"/>
                  <a:pt x="179268" y="109808"/>
                  <a:pt x="178068" y="110962"/>
                </a:cubicBezTo>
                <a:cubicBezTo>
                  <a:pt x="176856" y="112105"/>
                  <a:pt x="176136" y="113591"/>
                  <a:pt x="175908" y="115397"/>
                </a:cubicBezTo>
                <a:lnTo>
                  <a:pt x="175233" y="126473"/>
                </a:lnTo>
                <a:cubicBezTo>
                  <a:pt x="172353" y="127284"/>
                  <a:pt x="169495" y="128496"/>
                  <a:pt x="166672" y="130096"/>
                </a:cubicBezTo>
                <a:cubicBezTo>
                  <a:pt x="163815" y="131719"/>
                  <a:pt x="161300" y="133537"/>
                  <a:pt x="159128" y="135548"/>
                </a:cubicBezTo>
                <a:lnTo>
                  <a:pt x="148087" y="131902"/>
                </a:lnTo>
                <a:cubicBezTo>
                  <a:pt x="146590" y="131319"/>
                  <a:pt x="145104" y="131331"/>
                  <a:pt x="143607" y="131936"/>
                </a:cubicBezTo>
                <a:cubicBezTo>
                  <a:pt x="142109" y="132565"/>
                  <a:pt x="140932" y="133571"/>
                  <a:pt x="140075" y="134965"/>
                </a:cubicBezTo>
                <a:lnTo>
                  <a:pt x="134771" y="143995"/>
                </a:lnTo>
                <a:cubicBezTo>
                  <a:pt x="133845" y="145435"/>
                  <a:pt x="133480" y="146921"/>
                  <a:pt x="133662" y="148441"/>
                </a:cubicBezTo>
                <a:cubicBezTo>
                  <a:pt x="133845" y="149939"/>
                  <a:pt x="134645" y="151299"/>
                  <a:pt x="136063" y="152522"/>
                </a:cubicBezTo>
                <a:lnTo>
                  <a:pt x="143412" y="158340"/>
                </a:lnTo>
                <a:cubicBezTo>
                  <a:pt x="142098" y="162009"/>
                  <a:pt x="141446" y="165804"/>
                  <a:pt x="141446" y="169736"/>
                </a:cubicBezTo>
                <a:cubicBezTo>
                  <a:pt x="141446" y="173667"/>
                  <a:pt x="142098" y="177462"/>
                  <a:pt x="143412" y="181131"/>
                </a:cubicBezTo>
                <a:lnTo>
                  <a:pt x="136108" y="186869"/>
                </a:lnTo>
                <a:cubicBezTo>
                  <a:pt x="134691" y="188149"/>
                  <a:pt x="133891" y="189544"/>
                  <a:pt x="133708" y="191030"/>
                </a:cubicBezTo>
                <a:cubicBezTo>
                  <a:pt x="133525" y="192527"/>
                  <a:pt x="133891" y="194001"/>
                  <a:pt x="134805" y="195476"/>
                </a:cubicBezTo>
                <a:lnTo>
                  <a:pt x="140109" y="204506"/>
                </a:lnTo>
                <a:cubicBezTo>
                  <a:pt x="140978" y="205900"/>
                  <a:pt x="142155" y="206906"/>
                  <a:pt x="143641" y="207535"/>
                </a:cubicBezTo>
                <a:cubicBezTo>
                  <a:pt x="145138" y="208163"/>
                  <a:pt x="146635" y="208175"/>
                  <a:pt x="148121" y="207569"/>
                </a:cubicBezTo>
                <a:lnTo>
                  <a:pt x="159083" y="203923"/>
                </a:lnTo>
                <a:cubicBezTo>
                  <a:pt x="161232" y="206037"/>
                  <a:pt x="163666" y="207957"/>
                  <a:pt x="166398" y="209660"/>
                </a:cubicBezTo>
                <a:cubicBezTo>
                  <a:pt x="169141" y="211352"/>
                  <a:pt x="172090" y="212472"/>
                  <a:pt x="175233" y="212998"/>
                </a:cubicBezTo>
                <a:close/>
                <a:moveTo>
                  <a:pt x="168753" y="189224"/>
                </a:moveTo>
                <a:cubicBezTo>
                  <a:pt x="163380" y="183886"/>
                  <a:pt x="160694" y="177394"/>
                  <a:pt x="160694" y="169770"/>
                </a:cubicBezTo>
                <a:cubicBezTo>
                  <a:pt x="160694" y="162157"/>
                  <a:pt x="163369" y="155654"/>
                  <a:pt x="168718" y="150282"/>
                </a:cubicBezTo>
                <a:cubicBezTo>
                  <a:pt x="174056" y="144921"/>
                  <a:pt x="180537" y="142235"/>
                  <a:pt x="188161" y="142235"/>
                </a:cubicBezTo>
                <a:cubicBezTo>
                  <a:pt x="195784" y="142235"/>
                  <a:pt x="202277" y="144910"/>
                  <a:pt x="207649" y="150247"/>
                </a:cubicBezTo>
                <a:cubicBezTo>
                  <a:pt x="213021" y="155597"/>
                  <a:pt x="215707" y="162077"/>
                  <a:pt x="215707" y="169701"/>
                </a:cubicBezTo>
                <a:cubicBezTo>
                  <a:pt x="215707" y="177314"/>
                  <a:pt x="213032" y="183817"/>
                  <a:pt x="207695" y="189189"/>
                </a:cubicBezTo>
                <a:cubicBezTo>
                  <a:pt x="202345" y="194550"/>
                  <a:pt x="195864" y="197236"/>
                  <a:pt x="188241" y="197236"/>
                </a:cubicBezTo>
                <a:cubicBezTo>
                  <a:pt x="180617" y="197236"/>
                  <a:pt x="174125" y="194573"/>
                  <a:pt x="168753" y="189224"/>
                </a:cubicBezTo>
                <a:close/>
                <a:moveTo>
                  <a:pt x="92217" y="279121"/>
                </a:moveTo>
                <a:cubicBezTo>
                  <a:pt x="77290" y="265313"/>
                  <a:pt x="65700" y="249220"/>
                  <a:pt x="57447" y="230829"/>
                </a:cubicBezTo>
                <a:cubicBezTo>
                  <a:pt x="49195" y="212449"/>
                  <a:pt x="45068" y="193121"/>
                  <a:pt x="45068" y="172879"/>
                </a:cubicBezTo>
                <a:cubicBezTo>
                  <a:pt x="45068" y="132988"/>
                  <a:pt x="59013" y="99075"/>
                  <a:pt x="86914" y="71152"/>
                </a:cubicBezTo>
                <a:cubicBezTo>
                  <a:pt x="114803" y="43228"/>
                  <a:pt x="148681" y="29272"/>
                  <a:pt x="188515" y="29272"/>
                </a:cubicBezTo>
                <a:cubicBezTo>
                  <a:pt x="221731" y="29272"/>
                  <a:pt x="251163" y="39068"/>
                  <a:pt x="276800" y="58659"/>
                </a:cubicBezTo>
                <a:cubicBezTo>
                  <a:pt x="302449" y="78250"/>
                  <a:pt x="319171" y="103727"/>
                  <a:pt x="326978" y="135080"/>
                </a:cubicBezTo>
                <a:lnTo>
                  <a:pt x="348661" y="221285"/>
                </a:lnTo>
                <a:cubicBezTo>
                  <a:pt x="349849" y="225502"/>
                  <a:pt x="349095" y="229309"/>
                  <a:pt x="346420" y="232715"/>
                </a:cubicBezTo>
                <a:cubicBezTo>
                  <a:pt x="343757" y="236098"/>
                  <a:pt x="340203" y="237790"/>
                  <a:pt x="335779" y="237790"/>
                </a:cubicBezTo>
                <a:lnTo>
                  <a:pt x="300769" y="237790"/>
                </a:lnTo>
                <a:lnTo>
                  <a:pt x="300769" y="289613"/>
                </a:lnTo>
                <a:cubicBezTo>
                  <a:pt x="300769" y="297054"/>
                  <a:pt x="298152" y="303364"/>
                  <a:pt x="292917" y="308553"/>
                </a:cubicBezTo>
                <a:cubicBezTo>
                  <a:pt x="287670" y="313731"/>
                  <a:pt x="281338" y="316337"/>
                  <a:pt x="273897" y="316371"/>
                </a:cubicBezTo>
                <a:lnTo>
                  <a:pt x="237904" y="316371"/>
                </a:lnTo>
                <a:lnTo>
                  <a:pt x="237904" y="334408"/>
                </a:lnTo>
                <a:cubicBezTo>
                  <a:pt x="237904" y="338179"/>
                  <a:pt x="236590" y="341346"/>
                  <a:pt x="233972" y="343906"/>
                </a:cubicBezTo>
                <a:cubicBezTo>
                  <a:pt x="231355" y="346478"/>
                  <a:pt x="228143" y="347758"/>
                  <a:pt x="224348" y="347758"/>
                </a:cubicBezTo>
                <a:cubicBezTo>
                  <a:pt x="220553" y="347758"/>
                  <a:pt x="217387" y="346478"/>
                  <a:pt x="214838" y="343906"/>
                </a:cubicBezTo>
                <a:cubicBezTo>
                  <a:pt x="212301" y="341346"/>
                  <a:pt x="211032" y="338179"/>
                  <a:pt x="211032" y="334408"/>
                </a:cubicBezTo>
                <a:lnTo>
                  <a:pt x="211032" y="302975"/>
                </a:lnTo>
                <a:cubicBezTo>
                  <a:pt x="211032" y="299203"/>
                  <a:pt x="212312" y="296014"/>
                  <a:pt x="214884" y="293420"/>
                </a:cubicBezTo>
                <a:cubicBezTo>
                  <a:pt x="217444" y="290825"/>
                  <a:pt x="220633" y="289545"/>
                  <a:pt x="224428" y="289568"/>
                </a:cubicBezTo>
                <a:lnTo>
                  <a:pt x="273897" y="289568"/>
                </a:lnTo>
                <a:lnTo>
                  <a:pt x="273897" y="224428"/>
                </a:lnTo>
                <a:cubicBezTo>
                  <a:pt x="273897" y="220656"/>
                  <a:pt x="275177" y="217479"/>
                  <a:pt x="277749" y="214884"/>
                </a:cubicBezTo>
                <a:cubicBezTo>
                  <a:pt x="280309" y="212289"/>
                  <a:pt x="283498" y="211009"/>
                  <a:pt x="287293" y="211032"/>
                </a:cubicBezTo>
                <a:lnTo>
                  <a:pt x="318406" y="211032"/>
                </a:lnTo>
                <a:lnTo>
                  <a:pt x="301123" y="141721"/>
                </a:lnTo>
                <a:cubicBezTo>
                  <a:pt x="294837" y="116632"/>
                  <a:pt x="281178" y="96092"/>
                  <a:pt x="260147" y="80113"/>
                </a:cubicBezTo>
                <a:cubicBezTo>
                  <a:pt x="239104" y="64134"/>
                  <a:pt x="215273" y="56144"/>
                  <a:pt x="188629" y="56144"/>
                </a:cubicBezTo>
                <a:cubicBezTo>
                  <a:pt x="156180" y="56144"/>
                  <a:pt x="128599" y="67368"/>
                  <a:pt x="105888" y="89817"/>
                </a:cubicBezTo>
                <a:cubicBezTo>
                  <a:pt x="83176" y="112288"/>
                  <a:pt x="71826" y="139663"/>
                  <a:pt x="71826" y="171930"/>
                </a:cubicBezTo>
                <a:cubicBezTo>
                  <a:pt x="71826" y="188595"/>
                  <a:pt x="75244" y="204483"/>
                  <a:pt x="82079" y="219593"/>
                </a:cubicBezTo>
                <a:cubicBezTo>
                  <a:pt x="88914" y="234681"/>
                  <a:pt x="98607" y="248042"/>
                  <a:pt x="111157" y="259667"/>
                </a:cubicBezTo>
                <a:lnTo>
                  <a:pt x="119009" y="267142"/>
                </a:lnTo>
                <a:lnTo>
                  <a:pt x="119009" y="334442"/>
                </a:lnTo>
                <a:cubicBezTo>
                  <a:pt x="119009" y="338214"/>
                  <a:pt x="117718" y="341380"/>
                  <a:pt x="115123" y="343952"/>
                </a:cubicBezTo>
                <a:cubicBezTo>
                  <a:pt x="112528" y="346512"/>
                  <a:pt x="109328" y="347803"/>
                  <a:pt x="105533" y="347803"/>
                </a:cubicBezTo>
                <a:cubicBezTo>
                  <a:pt x="101738" y="347803"/>
                  <a:pt x="98572" y="346512"/>
                  <a:pt x="96023" y="343952"/>
                </a:cubicBezTo>
                <a:cubicBezTo>
                  <a:pt x="93486" y="341380"/>
                  <a:pt x="92217" y="338214"/>
                  <a:pt x="92217" y="334442"/>
                </a:cubicBezTo>
                <a:lnTo>
                  <a:pt x="92217" y="279121"/>
                </a:lnTo>
                <a:close/>
                <a:moveTo>
                  <a:pt x="195156" y="201991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9" name="圖說"/>
          <p:cNvSpPr/>
          <p:nvPr/>
        </p:nvSpPr>
        <p:spPr>
          <a:xfrm>
            <a:off x="1356341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思考</a:t>
            </a:r>
            <a:endParaRPr lang="en-US" sz="950" dirty="0"/>
          </a:p>
        </p:txBody>
      </p:sp>
      <p:sp>
        <p:nvSpPr>
          <p:cNvPr id="170" name="圖示 啟動"/>
          <p:cNvSpPr/>
          <p:nvPr/>
        </p:nvSpPr>
        <p:spPr>
          <a:xfrm>
            <a:off x="2230707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14929" y="174330"/>
                </a:moveTo>
                <a:cubicBezTo>
                  <a:pt x="119375" y="165449"/>
                  <a:pt x="124164" y="156660"/>
                  <a:pt x="129262" y="147973"/>
                </a:cubicBezTo>
                <a:cubicBezTo>
                  <a:pt x="134348" y="139275"/>
                  <a:pt x="139743" y="130919"/>
                  <a:pt x="145458" y="122907"/>
                </a:cubicBezTo>
                <a:lnTo>
                  <a:pt x="115363" y="116815"/>
                </a:lnTo>
                <a:lnTo>
                  <a:pt x="74889" y="157403"/>
                </a:lnTo>
                <a:lnTo>
                  <a:pt x="114929" y="174330"/>
                </a:lnTo>
                <a:close/>
                <a:moveTo>
                  <a:pt x="317548" y="54453"/>
                </a:moveTo>
                <a:cubicBezTo>
                  <a:pt x="290825" y="56030"/>
                  <a:pt x="267016" y="61791"/>
                  <a:pt x="246122" y="71746"/>
                </a:cubicBezTo>
                <a:cubicBezTo>
                  <a:pt x="225217" y="81702"/>
                  <a:pt x="204688" y="96732"/>
                  <a:pt x="184549" y="116849"/>
                </a:cubicBezTo>
                <a:cubicBezTo>
                  <a:pt x="176479" y="124918"/>
                  <a:pt x="168227" y="135354"/>
                  <a:pt x="159791" y="148167"/>
                </a:cubicBezTo>
                <a:cubicBezTo>
                  <a:pt x="151333" y="160969"/>
                  <a:pt x="143515" y="175039"/>
                  <a:pt x="136337" y="190367"/>
                </a:cubicBezTo>
                <a:lnTo>
                  <a:pt x="188001" y="242065"/>
                </a:lnTo>
                <a:cubicBezTo>
                  <a:pt x="203248" y="234898"/>
                  <a:pt x="217296" y="227103"/>
                  <a:pt x="230120" y="218690"/>
                </a:cubicBezTo>
                <a:cubicBezTo>
                  <a:pt x="242956" y="210312"/>
                  <a:pt x="253415" y="202082"/>
                  <a:pt x="261484" y="194013"/>
                </a:cubicBezTo>
                <a:cubicBezTo>
                  <a:pt x="281601" y="173850"/>
                  <a:pt x="296620" y="153356"/>
                  <a:pt x="306541" y="132531"/>
                </a:cubicBezTo>
                <a:cubicBezTo>
                  <a:pt x="316474" y="111705"/>
                  <a:pt x="322246" y="87931"/>
                  <a:pt x="323869" y="61219"/>
                </a:cubicBezTo>
                <a:cubicBezTo>
                  <a:pt x="323926" y="60248"/>
                  <a:pt x="323812" y="59310"/>
                  <a:pt x="323515" y="58430"/>
                </a:cubicBezTo>
                <a:cubicBezTo>
                  <a:pt x="323229" y="57539"/>
                  <a:pt x="322783" y="56773"/>
                  <a:pt x="322189" y="56144"/>
                </a:cubicBezTo>
                <a:cubicBezTo>
                  <a:pt x="321526" y="55573"/>
                  <a:pt x="320829" y="55127"/>
                  <a:pt x="320097" y="54807"/>
                </a:cubicBezTo>
                <a:cubicBezTo>
                  <a:pt x="319343" y="54521"/>
                  <a:pt x="318474" y="54407"/>
                  <a:pt x="317503" y="54453"/>
                </a:cubicBezTo>
                <a:close/>
                <a:moveTo>
                  <a:pt x="218736" y="133240"/>
                </a:moveTo>
                <a:cubicBezTo>
                  <a:pt x="218736" y="125661"/>
                  <a:pt x="221319" y="119318"/>
                  <a:pt x="226508" y="114174"/>
                </a:cubicBezTo>
                <a:cubicBezTo>
                  <a:pt x="231698" y="109042"/>
                  <a:pt x="238041" y="106482"/>
                  <a:pt x="245528" y="106482"/>
                </a:cubicBezTo>
                <a:cubicBezTo>
                  <a:pt x="253014" y="106482"/>
                  <a:pt x="259358" y="109042"/>
                  <a:pt x="264547" y="114174"/>
                </a:cubicBezTo>
                <a:cubicBezTo>
                  <a:pt x="269725" y="119318"/>
                  <a:pt x="272320" y="125661"/>
                  <a:pt x="272320" y="133240"/>
                </a:cubicBezTo>
                <a:cubicBezTo>
                  <a:pt x="272320" y="140806"/>
                  <a:pt x="269725" y="147161"/>
                  <a:pt x="264547" y="152293"/>
                </a:cubicBezTo>
                <a:cubicBezTo>
                  <a:pt x="259358" y="157425"/>
                  <a:pt x="253014" y="159997"/>
                  <a:pt x="245528" y="159997"/>
                </a:cubicBezTo>
                <a:cubicBezTo>
                  <a:pt x="238041" y="159997"/>
                  <a:pt x="231698" y="157425"/>
                  <a:pt x="226508" y="152293"/>
                </a:cubicBezTo>
                <a:cubicBezTo>
                  <a:pt x="221319" y="147161"/>
                  <a:pt x="218736" y="140806"/>
                  <a:pt x="218736" y="133240"/>
                </a:cubicBezTo>
                <a:close/>
                <a:moveTo>
                  <a:pt x="204037" y="263839"/>
                </a:moveTo>
                <a:lnTo>
                  <a:pt x="220976" y="303478"/>
                </a:lnTo>
                <a:lnTo>
                  <a:pt x="261553" y="263016"/>
                </a:lnTo>
                <a:lnTo>
                  <a:pt x="255861" y="232921"/>
                </a:lnTo>
                <a:cubicBezTo>
                  <a:pt x="247848" y="238578"/>
                  <a:pt x="239424" y="244019"/>
                  <a:pt x="230600" y="249265"/>
                </a:cubicBezTo>
                <a:cubicBezTo>
                  <a:pt x="221765" y="254523"/>
                  <a:pt x="212918" y="259381"/>
                  <a:pt x="204037" y="263839"/>
                </a:cubicBezTo>
                <a:close/>
                <a:moveTo>
                  <a:pt x="351804" y="40702"/>
                </a:moveTo>
                <a:cubicBezTo>
                  <a:pt x="352410" y="74752"/>
                  <a:pt x="346935" y="105762"/>
                  <a:pt x="335390" y="133708"/>
                </a:cubicBezTo>
                <a:cubicBezTo>
                  <a:pt x="323835" y="161654"/>
                  <a:pt x="305878" y="187852"/>
                  <a:pt x="281521" y="212289"/>
                </a:cubicBezTo>
                <a:cubicBezTo>
                  <a:pt x="281121" y="212598"/>
                  <a:pt x="280732" y="212907"/>
                  <a:pt x="280344" y="213192"/>
                </a:cubicBezTo>
                <a:cubicBezTo>
                  <a:pt x="279944" y="213478"/>
                  <a:pt x="279555" y="213775"/>
                  <a:pt x="279155" y="214095"/>
                </a:cubicBezTo>
                <a:lnTo>
                  <a:pt x="287887" y="257506"/>
                </a:lnTo>
                <a:cubicBezTo>
                  <a:pt x="288802" y="261987"/>
                  <a:pt x="288619" y="266353"/>
                  <a:pt x="287327" y="270594"/>
                </a:cubicBezTo>
                <a:cubicBezTo>
                  <a:pt x="286070" y="274811"/>
                  <a:pt x="283853" y="278561"/>
                  <a:pt x="280652" y="281830"/>
                </a:cubicBezTo>
                <a:lnTo>
                  <a:pt x="225925" y="336522"/>
                </a:lnTo>
                <a:cubicBezTo>
                  <a:pt x="222599" y="339848"/>
                  <a:pt x="218622" y="341071"/>
                  <a:pt x="214015" y="340180"/>
                </a:cubicBezTo>
                <a:cubicBezTo>
                  <a:pt x="209409" y="339288"/>
                  <a:pt x="206209" y="336602"/>
                  <a:pt x="204426" y="332122"/>
                </a:cubicBezTo>
                <a:lnTo>
                  <a:pt x="177165" y="269142"/>
                </a:lnTo>
                <a:lnTo>
                  <a:pt x="109625" y="201202"/>
                </a:lnTo>
                <a:lnTo>
                  <a:pt x="46246" y="174330"/>
                </a:lnTo>
                <a:cubicBezTo>
                  <a:pt x="41742" y="172582"/>
                  <a:pt x="39125" y="169313"/>
                  <a:pt x="38382" y="164546"/>
                </a:cubicBezTo>
                <a:cubicBezTo>
                  <a:pt x="37628" y="159803"/>
                  <a:pt x="38908" y="155802"/>
                  <a:pt x="42234" y="152522"/>
                </a:cubicBezTo>
                <a:lnTo>
                  <a:pt x="96698" y="98069"/>
                </a:lnTo>
                <a:cubicBezTo>
                  <a:pt x="99944" y="94823"/>
                  <a:pt x="103636" y="92526"/>
                  <a:pt x="107773" y="91189"/>
                </a:cubicBezTo>
                <a:cubicBezTo>
                  <a:pt x="111911" y="89863"/>
                  <a:pt x="116232" y="89645"/>
                  <a:pt x="120735" y="90560"/>
                </a:cubicBezTo>
                <a:lnTo>
                  <a:pt x="164238" y="99212"/>
                </a:lnTo>
                <a:cubicBezTo>
                  <a:pt x="164546" y="98892"/>
                  <a:pt x="164889" y="98607"/>
                  <a:pt x="165255" y="98344"/>
                </a:cubicBezTo>
                <a:cubicBezTo>
                  <a:pt x="165621" y="98081"/>
                  <a:pt x="165986" y="97795"/>
                  <a:pt x="166352" y="97475"/>
                </a:cubicBezTo>
                <a:cubicBezTo>
                  <a:pt x="190847" y="72992"/>
                  <a:pt x="216987" y="54978"/>
                  <a:pt x="244785" y="43457"/>
                </a:cubicBezTo>
                <a:cubicBezTo>
                  <a:pt x="272571" y="31935"/>
                  <a:pt x="303489" y="26438"/>
                  <a:pt x="337551" y="26998"/>
                </a:cubicBezTo>
                <a:cubicBezTo>
                  <a:pt x="339380" y="26998"/>
                  <a:pt x="341105" y="27375"/>
                  <a:pt x="342729" y="28129"/>
                </a:cubicBezTo>
                <a:cubicBezTo>
                  <a:pt x="344352" y="28895"/>
                  <a:pt x="345906" y="29981"/>
                  <a:pt x="347369" y="31398"/>
                </a:cubicBezTo>
                <a:cubicBezTo>
                  <a:pt x="348832" y="32838"/>
                  <a:pt x="349941" y="34313"/>
                  <a:pt x="350672" y="35833"/>
                </a:cubicBezTo>
                <a:cubicBezTo>
                  <a:pt x="351427" y="37353"/>
                  <a:pt x="351804" y="38999"/>
                  <a:pt x="351804" y="40782"/>
                </a:cubicBezTo>
                <a:close/>
                <a:moveTo>
                  <a:pt x="55641" y="249848"/>
                </a:moveTo>
                <a:cubicBezTo>
                  <a:pt x="65300" y="240179"/>
                  <a:pt x="77015" y="235287"/>
                  <a:pt x="90766" y="235149"/>
                </a:cubicBezTo>
                <a:cubicBezTo>
                  <a:pt x="104516" y="235024"/>
                  <a:pt x="116232" y="239790"/>
                  <a:pt x="125924" y="249460"/>
                </a:cubicBezTo>
                <a:cubicBezTo>
                  <a:pt x="135537" y="259072"/>
                  <a:pt x="140280" y="270765"/>
                  <a:pt x="140155" y="284538"/>
                </a:cubicBezTo>
                <a:cubicBezTo>
                  <a:pt x="140018" y="298323"/>
                  <a:pt x="135148" y="310016"/>
                  <a:pt x="125536" y="319629"/>
                </a:cubicBezTo>
                <a:cubicBezTo>
                  <a:pt x="112723" y="332442"/>
                  <a:pt x="97361" y="340168"/>
                  <a:pt x="79450" y="342809"/>
                </a:cubicBezTo>
                <a:cubicBezTo>
                  <a:pt x="61528" y="345460"/>
                  <a:pt x="43583" y="347895"/>
                  <a:pt x="25615" y="350124"/>
                </a:cubicBezTo>
                <a:cubicBezTo>
                  <a:pt x="27843" y="332076"/>
                  <a:pt x="30209" y="314039"/>
                  <a:pt x="32724" y="296014"/>
                </a:cubicBezTo>
                <a:cubicBezTo>
                  <a:pt x="35239" y="277966"/>
                  <a:pt x="42874" y="262581"/>
                  <a:pt x="55641" y="249848"/>
                </a:cubicBezTo>
                <a:close/>
                <a:moveTo>
                  <a:pt x="74501" y="268982"/>
                </a:moveTo>
                <a:cubicBezTo>
                  <a:pt x="68443" y="275532"/>
                  <a:pt x="64557" y="283075"/>
                  <a:pt x="62831" y="291614"/>
                </a:cubicBezTo>
                <a:cubicBezTo>
                  <a:pt x="61093" y="300152"/>
                  <a:pt x="59470" y="308781"/>
                  <a:pt x="57950" y="317503"/>
                </a:cubicBezTo>
                <a:cubicBezTo>
                  <a:pt x="66625" y="315994"/>
                  <a:pt x="75244" y="314325"/>
                  <a:pt x="83805" y="312519"/>
                </a:cubicBezTo>
                <a:cubicBezTo>
                  <a:pt x="92377" y="310713"/>
                  <a:pt x="99898" y="306793"/>
                  <a:pt x="106402" y="300769"/>
                </a:cubicBezTo>
                <a:cubicBezTo>
                  <a:pt x="111374" y="296574"/>
                  <a:pt x="113854" y="291282"/>
                  <a:pt x="113820" y="284893"/>
                </a:cubicBezTo>
                <a:cubicBezTo>
                  <a:pt x="113797" y="278526"/>
                  <a:pt x="111545" y="272948"/>
                  <a:pt x="107065" y="268159"/>
                </a:cubicBezTo>
                <a:cubicBezTo>
                  <a:pt x="102276" y="263679"/>
                  <a:pt x="96698" y="261438"/>
                  <a:pt x="90331" y="261438"/>
                </a:cubicBezTo>
                <a:cubicBezTo>
                  <a:pt x="83965" y="261438"/>
                  <a:pt x="78684" y="263942"/>
                  <a:pt x="74501" y="268948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1" name="圖說"/>
          <p:cNvSpPr/>
          <p:nvPr/>
        </p:nvSpPr>
        <p:spPr>
          <a:xfrm>
            <a:off x="2049742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啟動</a:t>
            </a:r>
            <a:endParaRPr lang="en-US" sz="950" dirty="0"/>
          </a:p>
        </p:txBody>
      </p:sp>
      <p:sp>
        <p:nvSpPr>
          <p:cNvPr id="172" name="圖示 效能"/>
          <p:cNvSpPr/>
          <p:nvPr/>
        </p:nvSpPr>
        <p:spPr>
          <a:xfrm>
            <a:off x="2924108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6000" y="257941"/>
                </a:moveTo>
                <a:cubicBezTo>
                  <a:pt x="197373" y="257552"/>
                  <a:pt x="205694" y="253289"/>
                  <a:pt x="210986" y="245174"/>
                </a:cubicBezTo>
                <a:lnTo>
                  <a:pt x="280104" y="137514"/>
                </a:lnTo>
                <a:cubicBezTo>
                  <a:pt x="282252" y="134268"/>
                  <a:pt x="282047" y="131354"/>
                  <a:pt x="279475" y="128759"/>
                </a:cubicBezTo>
                <a:cubicBezTo>
                  <a:pt x="276903" y="126187"/>
                  <a:pt x="273989" y="125981"/>
                  <a:pt x="270708" y="128130"/>
                </a:cubicBezTo>
                <a:lnTo>
                  <a:pt x="164238" y="198025"/>
                </a:lnTo>
                <a:cubicBezTo>
                  <a:pt x="156374" y="203317"/>
                  <a:pt x="152190" y="211706"/>
                  <a:pt x="151665" y="223205"/>
                </a:cubicBezTo>
                <a:cubicBezTo>
                  <a:pt x="151139" y="234681"/>
                  <a:pt x="153894" y="243448"/>
                  <a:pt x="159917" y="249494"/>
                </a:cubicBezTo>
                <a:cubicBezTo>
                  <a:pt x="165964" y="255552"/>
                  <a:pt x="174662" y="258375"/>
                  <a:pt x="186000" y="257987"/>
                </a:cubicBezTo>
                <a:close/>
                <a:moveTo>
                  <a:pt x="187806" y="60819"/>
                </a:moveTo>
                <a:cubicBezTo>
                  <a:pt x="199339" y="60819"/>
                  <a:pt x="211512" y="62362"/>
                  <a:pt x="224348" y="65460"/>
                </a:cubicBezTo>
                <a:cubicBezTo>
                  <a:pt x="237161" y="68546"/>
                  <a:pt x="249826" y="73529"/>
                  <a:pt x="262341" y="80387"/>
                </a:cubicBezTo>
                <a:cubicBezTo>
                  <a:pt x="265667" y="82273"/>
                  <a:pt x="267633" y="85028"/>
                  <a:pt x="268239" y="88640"/>
                </a:cubicBezTo>
                <a:cubicBezTo>
                  <a:pt x="268845" y="92229"/>
                  <a:pt x="267999" y="95681"/>
                  <a:pt x="265725" y="99007"/>
                </a:cubicBezTo>
                <a:cubicBezTo>
                  <a:pt x="263439" y="102310"/>
                  <a:pt x="260707" y="104276"/>
                  <a:pt x="257506" y="104905"/>
                </a:cubicBezTo>
                <a:cubicBezTo>
                  <a:pt x="254340" y="105510"/>
                  <a:pt x="250957" y="105019"/>
                  <a:pt x="247379" y="103453"/>
                </a:cubicBezTo>
                <a:cubicBezTo>
                  <a:pt x="237081" y="97955"/>
                  <a:pt x="226588" y="93943"/>
                  <a:pt x="215901" y="91429"/>
                </a:cubicBezTo>
                <a:cubicBezTo>
                  <a:pt x="205214" y="88937"/>
                  <a:pt x="195864" y="87691"/>
                  <a:pt x="187852" y="87691"/>
                </a:cubicBezTo>
                <a:cubicBezTo>
                  <a:pt x="151356" y="87691"/>
                  <a:pt x="120244" y="100744"/>
                  <a:pt x="94492" y="126827"/>
                </a:cubicBezTo>
                <a:cubicBezTo>
                  <a:pt x="68740" y="152922"/>
                  <a:pt x="55870" y="184503"/>
                  <a:pt x="55870" y="221593"/>
                </a:cubicBezTo>
                <a:cubicBezTo>
                  <a:pt x="55870" y="233412"/>
                  <a:pt x="57481" y="245208"/>
                  <a:pt x="60705" y="257004"/>
                </a:cubicBezTo>
                <a:cubicBezTo>
                  <a:pt x="63928" y="268788"/>
                  <a:pt x="68511" y="279761"/>
                  <a:pt x="74455" y="289922"/>
                </a:cubicBezTo>
                <a:lnTo>
                  <a:pt x="300815" y="289922"/>
                </a:lnTo>
                <a:cubicBezTo>
                  <a:pt x="306575" y="280492"/>
                  <a:pt x="311113" y="269634"/>
                  <a:pt x="314439" y="257358"/>
                </a:cubicBezTo>
                <a:cubicBezTo>
                  <a:pt x="317743" y="245048"/>
                  <a:pt x="319388" y="232863"/>
                  <a:pt x="319388" y="220816"/>
                </a:cubicBezTo>
                <a:cubicBezTo>
                  <a:pt x="319388" y="212061"/>
                  <a:pt x="318280" y="202608"/>
                  <a:pt x="316051" y="192447"/>
                </a:cubicBezTo>
                <a:cubicBezTo>
                  <a:pt x="313822" y="182286"/>
                  <a:pt x="310084" y="172513"/>
                  <a:pt x="304815" y="163140"/>
                </a:cubicBezTo>
                <a:cubicBezTo>
                  <a:pt x="302986" y="159757"/>
                  <a:pt x="302358" y="156122"/>
                  <a:pt x="302929" y="152248"/>
                </a:cubicBezTo>
                <a:cubicBezTo>
                  <a:pt x="303512" y="148373"/>
                  <a:pt x="305421" y="145390"/>
                  <a:pt x="308667" y="143298"/>
                </a:cubicBezTo>
                <a:cubicBezTo>
                  <a:pt x="311833" y="141012"/>
                  <a:pt x="315308" y="140440"/>
                  <a:pt x="319080" y="141561"/>
                </a:cubicBezTo>
                <a:cubicBezTo>
                  <a:pt x="322829" y="142669"/>
                  <a:pt x="325526" y="145012"/>
                  <a:pt x="327172" y="148601"/>
                </a:cubicBezTo>
                <a:cubicBezTo>
                  <a:pt x="333093" y="160306"/>
                  <a:pt x="337642" y="171976"/>
                  <a:pt x="340808" y="183600"/>
                </a:cubicBezTo>
                <a:cubicBezTo>
                  <a:pt x="343974" y="195236"/>
                  <a:pt x="345792" y="206837"/>
                  <a:pt x="346272" y="218416"/>
                </a:cubicBezTo>
                <a:cubicBezTo>
                  <a:pt x="346740" y="234292"/>
                  <a:pt x="345117" y="249288"/>
                  <a:pt x="341391" y="263404"/>
                </a:cubicBezTo>
                <a:cubicBezTo>
                  <a:pt x="337676" y="277520"/>
                  <a:pt x="332247" y="290585"/>
                  <a:pt x="325092" y="302575"/>
                </a:cubicBezTo>
                <a:cubicBezTo>
                  <a:pt x="321629" y="308964"/>
                  <a:pt x="317983" y="312908"/>
                  <a:pt x="314131" y="314405"/>
                </a:cubicBezTo>
                <a:cubicBezTo>
                  <a:pt x="310279" y="315902"/>
                  <a:pt x="305512" y="316645"/>
                  <a:pt x="299832" y="316645"/>
                </a:cubicBezTo>
                <a:lnTo>
                  <a:pt x="75438" y="316645"/>
                </a:lnTo>
                <a:cubicBezTo>
                  <a:pt x="70535" y="316645"/>
                  <a:pt x="65745" y="315422"/>
                  <a:pt x="61059" y="312988"/>
                </a:cubicBezTo>
                <a:cubicBezTo>
                  <a:pt x="56373" y="310553"/>
                  <a:pt x="52887" y="307078"/>
                  <a:pt x="50612" y="302575"/>
                </a:cubicBezTo>
                <a:cubicBezTo>
                  <a:pt x="43743" y="289956"/>
                  <a:pt x="38439" y="277017"/>
                  <a:pt x="34690" y="263759"/>
                </a:cubicBezTo>
                <a:cubicBezTo>
                  <a:pt x="30975" y="250534"/>
                  <a:pt x="29112" y="236475"/>
                  <a:pt x="29112" y="221605"/>
                </a:cubicBezTo>
                <a:cubicBezTo>
                  <a:pt x="29112" y="199545"/>
                  <a:pt x="33296" y="178777"/>
                  <a:pt x="41651" y="159288"/>
                </a:cubicBezTo>
                <a:cubicBezTo>
                  <a:pt x="50006" y="139800"/>
                  <a:pt x="61356" y="122781"/>
                  <a:pt x="75712" y="108242"/>
                </a:cubicBezTo>
                <a:cubicBezTo>
                  <a:pt x="90091" y="93703"/>
                  <a:pt x="106951" y="82170"/>
                  <a:pt x="126279" y="73632"/>
                </a:cubicBezTo>
                <a:cubicBezTo>
                  <a:pt x="145607" y="65094"/>
                  <a:pt x="166124" y="60819"/>
                  <a:pt x="187806" y="60819"/>
                </a:cubicBezTo>
                <a:close/>
                <a:moveTo>
                  <a:pt x="185566" y="192013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3" name="圖說"/>
          <p:cNvSpPr/>
          <p:nvPr/>
        </p:nvSpPr>
        <p:spPr>
          <a:xfrm>
            <a:off x="2743143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效能</a:t>
            </a:r>
            <a:endParaRPr lang="en-US" sz="950" dirty="0"/>
          </a:p>
        </p:txBody>
      </p:sp>
      <p:sp>
        <p:nvSpPr>
          <p:cNvPr id="174" name="圖示 快速"/>
          <p:cNvSpPr/>
          <p:nvPr/>
        </p:nvSpPr>
        <p:spPr>
          <a:xfrm>
            <a:off x="3617509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55437" y="310873"/>
                </a:moveTo>
                <a:lnTo>
                  <a:pt x="263724" y="180583"/>
                </a:lnTo>
                <a:lnTo>
                  <a:pt x="193784" y="180583"/>
                </a:lnTo>
                <a:lnTo>
                  <a:pt x="207649" y="70295"/>
                </a:lnTo>
                <a:lnTo>
                  <a:pt x="109385" y="212324"/>
                </a:lnTo>
                <a:lnTo>
                  <a:pt x="169427" y="212324"/>
                </a:lnTo>
                <a:lnTo>
                  <a:pt x="155471" y="310907"/>
                </a:lnTo>
                <a:close/>
                <a:moveTo>
                  <a:pt x="139366" y="238373"/>
                </a:moveTo>
                <a:lnTo>
                  <a:pt x="84868" y="238373"/>
                </a:lnTo>
                <a:cubicBezTo>
                  <a:pt x="79473" y="238373"/>
                  <a:pt x="75507" y="235995"/>
                  <a:pt x="72958" y="231229"/>
                </a:cubicBezTo>
                <a:cubicBezTo>
                  <a:pt x="70420" y="226485"/>
                  <a:pt x="70775" y="221856"/>
                  <a:pt x="74021" y="217353"/>
                </a:cubicBezTo>
                <a:lnTo>
                  <a:pt x="210403" y="20551"/>
                </a:lnTo>
                <a:cubicBezTo>
                  <a:pt x="212632" y="17488"/>
                  <a:pt x="215410" y="15419"/>
                  <a:pt x="218736" y="14345"/>
                </a:cubicBezTo>
                <a:cubicBezTo>
                  <a:pt x="222062" y="13270"/>
                  <a:pt x="225388" y="13396"/>
                  <a:pt x="228714" y="14733"/>
                </a:cubicBezTo>
                <a:cubicBezTo>
                  <a:pt x="232040" y="16071"/>
                  <a:pt x="234681" y="18299"/>
                  <a:pt x="236647" y="21408"/>
                </a:cubicBezTo>
                <a:cubicBezTo>
                  <a:pt x="238613" y="24506"/>
                  <a:pt x="239333" y="27855"/>
                  <a:pt x="238807" y="31467"/>
                </a:cubicBezTo>
                <a:lnTo>
                  <a:pt x="223285" y="154488"/>
                </a:lnTo>
                <a:lnTo>
                  <a:pt x="290871" y="154488"/>
                </a:lnTo>
                <a:cubicBezTo>
                  <a:pt x="296528" y="154488"/>
                  <a:pt x="300552" y="157037"/>
                  <a:pt x="302929" y="162112"/>
                </a:cubicBezTo>
                <a:cubicBezTo>
                  <a:pt x="305318" y="167198"/>
                  <a:pt x="304735" y="171953"/>
                  <a:pt x="301203" y="176376"/>
                </a:cubicBezTo>
                <a:lnTo>
                  <a:pt x="151779" y="355782"/>
                </a:lnTo>
                <a:cubicBezTo>
                  <a:pt x="149550" y="358582"/>
                  <a:pt x="146715" y="360388"/>
                  <a:pt x="143252" y="361199"/>
                </a:cubicBezTo>
                <a:cubicBezTo>
                  <a:pt x="139800" y="362011"/>
                  <a:pt x="136508" y="361725"/>
                  <a:pt x="133388" y="360331"/>
                </a:cubicBezTo>
                <a:cubicBezTo>
                  <a:pt x="130302" y="358925"/>
                  <a:pt x="127867" y="356696"/>
                  <a:pt x="126084" y="353656"/>
                </a:cubicBezTo>
                <a:cubicBezTo>
                  <a:pt x="124324" y="350615"/>
                  <a:pt x="123718" y="347266"/>
                  <a:pt x="124233" y="343597"/>
                </a:cubicBezTo>
                <a:lnTo>
                  <a:pt x="139366" y="238338"/>
                </a:lnTo>
                <a:close/>
                <a:moveTo>
                  <a:pt x="186320" y="190835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5" name="圖說"/>
          <p:cNvSpPr/>
          <p:nvPr/>
        </p:nvSpPr>
        <p:spPr>
          <a:xfrm>
            <a:off x="3436544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快速</a:t>
            </a:r>
            <a:endParaRPr lang="en-US" sz="950" dirty="0"/>
          </a:p>
        </p:txBody>
      </p:sp>
      <p:sp>
        <p:nvSpPr>
          <p:cNvPr id="176" name="圖示 鎖定"/>
          <p:cNvSpPr/>
          <p:nvPr/>
        </p:nvSpPr>
        <p:spPr>
          <a:xfrm>
            <a:off x="4310910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87302" y="347918"/>
                </a:moveTo>
                <a:cubicBezTo>
                  <a:pt x="79941" y="347918"/>
                  <a:pt x="73643" y="345300"/>
                  <a:pt x="68409" y="340065"/>
                </a:cubicBezTo>
                <a:cubicBezTo>
                  <a:pt x="63162" y="334819"/>
                  <a:pt x="60545" y="328521"/>
                  <a:pt x="60545" y="321160"/>
                </a:cubicBezTo>
                <a:lnTo>
                  <a:pt x="60545" y="152328"/>
                </a:lnTo>
                <a:cubicBezTo>
                  <a:pt x="60545" y="144944"/>
                  <a:pt x="63162" y="138623"/>
                  <a:pt x="68409" y="133354"/>
                </a:cubicBezTo>
                <a:cubicBezTo>
                  <a:pt x="73643" y="128085"/>
                  <a:pt x="79941" y="125456"/>
                  <a:pt x="87302" y="125456"/>
                </a:cubicBezTo>
                <a:lnTo>
                  <a:pt x="112917" y="125456"/>
                </a:lnTo>
                <a:lnTo>
                  <a:pt x="112917" y="89817"/>
                </a:lnTo>
                <a:cubicBezTo>
                  <a:pt x="112917" y="68763"/>
                  <a:pt x="120289" y="50829"/>
                  <a:pt x="135045" y="36027"/>
                </a:cubicBezTo>
                <a:cubicBezTo>
                  <a:pt x="149790" y="21226"/>
                  <a:pt x="167655" y="13830"/>
                  <a:pt x="188629" y="13830"/>
                </a:cubicBezTo>
                <a:cubicBezTo>
                  <a:pt x="209615" y="13830"/>
                  <a:pt x="227480" y="21226"/>
                  <a:pt x="242225" y="36027"/>
                </a:cubicBezTo>
                <a:cubicBezTo>
                  <a:pt x="256946" y="50829"/>
                  <a:pt x="264307" y="68763"/>
                  <a:pt x="264307" y="89817"/>
                </a:cubicBezTo>
                <a:lnTo>
                  <a:pt x="264307" y="125456"/>
                </a:lnTo>
                <a:lnTo>
                  <a:pt x="289922" y="125456"/>
                </a:lnTo>
                <a:cubicBezTo>
                  <a:pt x="297317" y="125456"/>
                  <a:pt x="303638" y="128085"/>
                  <a:pt x="308907" y="133354"/>
                </a:cubicBezTo>
                <a:cubicBezTo>
                  <a:pt x="314165" y="138623"/>
                  <a:pt x="316805" y="144944"/>
                  <a:pt x="316805" y="152328"/>
                </a:cubicBezTo>
                <a:lnTo>
                  <a:pt x="316805" y="321160"/>
                </a:lnTo>
                <a:cubicBezTo>
                  <a:pt x="316805" y="328521"/>
                  <a:pt x="314165" y="334819"/>
                  <a:pt x="308907" y="340065"/>
                </a:cubicBezTo>
                <a:cubicBezTo>
                  <a:pt x="303638" y="345300"/>
                  <a:pt x="297317" y="347918"/>
                  <a:pt x="289922" y="347918"/>
                </a:cubicBezTo>
                <a:lnTo>
                  <a:pt x="87302" y="347918"/>
                </a:lnTo>
                <a:close/>
                <a:moveTo>
                  <a:pt x="87302" y="321160"/>
                </a:moveTo>
                <a:lnTo>
                  <a:pt x="289922" y="321160"/>
                </a:lnTo>
                <a:lnTo>
                  <a:pt x="289922" y="152328"/>
                </a:lnTo>
                <a:lnTo>
                  <a:pt x="87302" y="152328"/>
                </a:lnTo>
                <a:lnTo>
                  <a:pt x="87302" y="321160"/>
                </a:lnTo>
                <a:close/>
                <a:moveTo>
                  <a:pt x="210003" y="258341"/>
                </a:moveTo>
                <a:cubicBezTo>
                  <a:pt x="215901" y="252569"/>
                  <a:pt x="218850" y="245631"/>
                  <a:pt x="218850" y="237515"/>
                </a:cubicBezTo>
                <a:cubicBezTo>
                  <a:pt x="218850" y="229652"/>
                  <a:pt x="215878" y="222519"/>
                  <a:pt x="209935" y="216096"/>
                </a:cubicBezTo>
                <a:cubicBezTo>
                  <a:pt x="203980" y="209683"/>
                  <a:pt x="196847" y="206472"/>
                  <a:pt x="188515" y="206472"/>
                </a:cubicBezTo>
                <a:cubicBezTo>
                  <a:pt x="180183" y="206472"/>
                  <a:pt x="173073" y="209683"/>
                  <a:pt x="167187" y="216096"/>
                </a:cubicBezTo>
                <a:cubicBezTo>
                  <a:pt x="161289" y="222519"/>
                  <a:pt x="158340" y="229720"/>
                  <a:pt x="158340" y="237710"/>
                </a:cubicBezTo>
                <a:cubicBezTo>
                  <a:pt x="158340" y="245699"/>
                  <a:pt x="161312" y="252569"/>
                  <a:pt x="167255" y="258341"/>
                </a:cubicBezTo>
                <a:cubicBezTo>
                  <a:pt x="173210" y="264102"/>
                  <a:pt x="180343" y="266982"/>
                  <a:pt x="188675" y="266982"/>
                </a:cubicBezTo>
                <a:cubicBezTo>
                  <a:pt x="197007" y="266982"/>
                  <a:pt x="204117" y="264102"/>
                  <a:pt x="210003" y="258341"/>
                </a:cubicBezTo>
                <a:close/>
                <a:moveTo>
                  <a:pt x="139675" y="125456"/>
                </a:moveTo>
                <a:lnTo>
                  <a:pt x="237515" y="125456"/>
                </a:lnTo>
                <a:lnTo>
                  <a:pt x="237515" y="89817"/>
                </a:lnTo>
                <a:cubicBezTo>
                  <a:pt x="237515" y="76090"/>
                  <a:pt x="232783" y="64477"/>
                  <a:pt x="223331" y="54967"/>
                </a:cubicBezTo>
                <a:cubicBezTo>
                  <a:pt x="213867" y="45457"/>
                  <a:pt x="202322" y="40702"/>
                  <a:pt x="188675" y="40702"/>
                </a:cubicBezTo>
                <a:cubicBezTo>
                  <a:pt x="175050" y="40702"/>
                  <a:pt x="163483" y="45457"/>
                  <a:pt x="153985" y="54967"/>
                </a:cubicBezTo>
                <a:cubicBezTo>
                  <a:pt x="144475" y="64477"/>
                  <a:pt x="139720" y="76090"/>
                  <a:pt x="139720" y="89817"/>
                </a:cubicBezTo>
                <a:lnTo>
                  <a:pt x="139720" y="125456"/>
                </a:lnTo>
                <a:close/>
                <a:moveTo>
                  <a:pt x="87302" y="321160"/>
                </a:moveTo>
                <a:lnTo>
                  <a:pt x="87302" y="152328"/>
                </a:lnTo>
                <a:lnTo>
                  <a:pt x="87302" y="321160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7" name="圖說"/>
          <p:cNvSpPr/>
          <p:nvPr/>
        </p:nvSpPr>
        <p:spPr>
          <a:xfrm>
            <a:off x="4129945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鎖定</a:t>
            </a:r>
            <a:endParaRPr lang="en-US" sz="950" dirty="0"/>
          </a:p>
        </p:txBody>
      </p:sp>
      <p:sp>
        <p:nvSpPr>
          <p:cNvPr id="178" name="圖示 資安"/>
          <p:cNvSpPr/>
          <p:nvPr/>
        </p:nvSpPr>
        <p:spPr>
          <a:xfrm>
            <a:off x="5004311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320646"/>
                </a:moveTo>
                <a:cubicBezTo>
                  <a:pt x="216050" y="311216"/>
                  <a:pt x="238807" y="294403"/>
                  <a:pt x="256878" y="270205"/>
                </a:cubicBezTo>
                <a:cubicBezTo>
                  <a:pt x="274960" y="245996"/>
                  <a:pt x="285567" y="218793"/>
                  <a:pt x="288710" y="188595"/>
                </a:cubicBezTo>
                <a:lnTo>
                  <a:pt x="188595" y="188595"/>
                </a:lnTo>
                <a:lnTo>
                  <a:pt x="188595" y="57916"/>
                </a:lnTo>
                <a:lnTo>
                  <a:pt x="87268" y="95749"/>
                </a:lnTo>
                <a:lnTo>
                  <a:pt x="87268" y="172090"/>
                </a:lnTo>
                <a:cubicBezTo>
                  <a:pt x="87268" y="175188"/>
                  <a:pt x="87325" y="177874"/>
                  <a:pt x="87462" y="180148"/>
                </a:cubicBezTo>
                <a:cubicBezTo>
                  <a:pt x="87588" y="182423"/>
                  <a:pt x="87920" y="185246"/>
                  <a:pt x="88445" y="188595"/>
                </a:cubicBezTo>
                <a:lnTo>
                  <a:pt x="188595" y="188595"/>
                </a:lnTo>
                <a:lnTo>
                  <a:pt x="188595" y="320646"/>
                </a:lnTo>
                <a:close/>
                <a:moveTo>
                  <a:pt x="184309" y="345998"/>
                </a:moveTo>
                <a:cubicBezTo>
                  <a:pt x="182949" y="345700"/>
                  <a:pt x="181554" y="345255"/>
                  <a:pt x="180114" y="344660"/>
                </a:cubicBezTo>
                <a:cubicBezTo>
                  <a:pt x="143389" y="332350"/>
                  <a:pt x="114266" y="309993"/>
                  <a:pt x="92766" y="277589"/>
                </a:cubicBezTo>
                <a:cubicBezTo>
                  <a:pt x="71255" y="245242"/>
                  <a:pt x="60510" y="209946"/>
                  <a:pt x="60510" y="171701"/>
                </a:cubicBezTo>
                <a:lnTo>
                  <a:pt x="60510" y="95360"/>
                </a:lnTo>
                <a:cubicBezTo>
                  <a:pt x="60510" y="89703"/>
                  <a:pt x="62122" y="84536"/>
                  <a:pt x="65345" y="79873"/>
                </a:cubicBezTo>
                <a:cubicBezTo>
                  <a:pt x="68557" y="75221"/>
                  <a:pt x="72741" y="71872"/>
                  <a:pt x="77873" y="69860"/>
                </a:cubicBezTo>
                <a:lnTo>
                  <a:pt x="179200" y="32027"/>
                </a:lnTo>
                <a:cubicBezTo>
                  <a:pt x="182400" y="30838"/>
                  <a:pt x="185532" y="30255"/>
                  <a:pt x="188595" y="30255"/>
                </a:cubicBezTo>
                <a:cubicBezTo>
                  <a:pt x="191658" y="30255"/>
                  <a:pt x="194790" y="30838"/>
                  <a:pt x="197990" y="32027"/>
                </a:cubicBezTo>
                <a:lnTo>
                  <a:pt x="299317" y="69860"/>
                </a:lnTo>
                <a:cubicBezTo>
                  <a:pt x="304449" y="71872"/>
                  <a:pt x="308656" y="75221"/>
                  <a:pt x="311925" y="79873"/>
                </a:cubicBezTo>
                <a:cubicBezTo>
                  <a:pt x="315171" y="84536"/>
                  <a:pt x="316805" y="89703"/>
                  <a:pt x="316805" y="95360"/>
                </a:cubicBezTo>
                <a:lnTo>
                  <a:pt x="316805" y="171701"/>
                </a:lnTo>
                <a:cubicBezTo>
                  <a:pt x="316805" y="209946"/>
                  <a:pt x="306038" y="245254"/>
                  <a:pt x="284504" y="277623"/>
                </a:cubicBezTo>
                <a:cubicBezTo>
                  <a:pt x="262970" y="310027"/>
                  <a:pt x="233846" y="332384"/>
                  <a:pt x="197122" y="344695"/>
                </a:cubicBezTo>
                <a:cubicBezTo>
                  <a:pt x="195682" y="345277"/>
                  <a:pt x="194276" y="345723"/>
                  <a:pt x="192916" y="346032"/>
                </a:cubicBezTo>
                <a:cubicBezTo>
                  <a:pt x="191555" y="346318"/>
                  <a:pt x="190127" y="346466"/>
                  <a:pt x="188629" y="346466"/>
                </a:cubicBezTo>
                <a:cubicBezTo>
                  <a:pt x="187143" y="346466"/>
                  <a:pt x="185715" y="346318"/>
                  <a:pt x="184354" y="346032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9" name="圖說"/>
          <p:cNvSpPr/>
          <p:nvPr/>
        </p:nvSpPr>
        <p:spPr>
          <a:xfrm>
            <a:off x="4823346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資安</a:t>
            </a:r>
            <a:endParaRPr lang="en-US" sz="950" dirty="0"/>
          </a:p>
        </p:txBody>
      </p:sp>
      <p:sp>
        <p:nvSpPr>
          <p:cNvPr id="180" name="圖示 認證"/>
          <p:cNvSpPr/>
          <p:nvPr/>
        </p:nvSpPr>
        <p:spPr>
          <a:xfrm>
            <a:off x="5697712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72490" y="206312"/>
                </a:moveTo>
                <a:lnTo>
                  <a:pt x="141721" y="175553"/>
                </a:lnTo>
                <a:cubicBezTo>
                  <a:pt x="139309" y="173142"/>
                  <a:pt x="136326" y="171941"/>
                  <a:pt x="132759" y="171941"/>
                </a:cubicBezTo>
                <a:cubicBezTo>
                  <a:pt x="129205" y="171941"/>
                  <a:pt x="126176" y="173165"/>
                  <a:pt x="123684" y="175633"/>
                </a:cubicBezTo>
                <a:cubicBezTo>
                  <a:pt x="121272" y="178068"/>
                  <a:pt x="120072" y="181028"/>
                  <a:pt x="120072" y="184514"/>
                </a:cubicBezTo>
                <a:cubicBezTo>
                  <a:pt x="120072" y="187989"/>
                  <a:pt x="121272" y="191018"/>
                  <a:pt x="123684" y="193590"/>
                </a:cubicBezTo>
                <a:lnTo>
                  <a:pt x="161837" y="232132"/>
                </a:lnTo>
                <a:cubicBezTo>
                  <a:pt x="164558" y="234852"/>
                  <a:pt x="167735" y="236212"/>
                  <a:pt x="171347" y="236212"/>
                </a:cubicBezTo>
                <a:cubicBezTo>
                  <a:pt x="174959" y="236212"/>
                  <a:pt x="178102" y="234852"/>
                  <a:pt x="180777" y="232132"/>
                </a:cubicBezTo>
                <a:lnTo>
                  <a:pt x="252992" y="159917"/>
                </a:lnTo>
                <a:cubicBezTo>
                  <a:pt x="255483" y="157448"/>
                  <a:pt x="256729" y="154522"/>
                  <a:pt x="256729" y="151116"/>
                </a:cubicBezTo>
                <a:cubicBezTo>
                  <a:pt x="256729" y="147710"/>
                  <a:pt x="255552" y="144887"/>
                  <a:pt x="253186" y="142669"/>
                </a:cubicBezTo>
                <a:cubicBezTo>
                  <a:pt x="250831" y="140440"/>
                  <a:pt x="247882" y="139389"/>
                  <a:pt x="244351" y="139526"/>
                </a:cubicBezTo>
                <a:cubicBezTo>
                  <a:pt x="240807" y="139652"/>
                  <a:pt x="237950" y="140829"/>
                  <a:pt x="235744" y="143058"/>
                </a:cubicBezTo>
                <a:lnTo>
                  <a:pt x="172490" y="206312"/>
                </a:lnTo>
                <a:close/>
                <a:moveTo>
                  <a:pt x="184160" y="345998"/>
                </a:moveTo>
                <a:cubicBezTo>
                  <a:pt x="182766" y="345700"/>
                  <a:pt x="181417" y="345255"/>
                  <a:pt x="180114" y="344660"/>
                </a:cubicBezTo>
                <a:cubicBezTo>
                  <a:pt x="143389" y="332350"/>
                  <a:pt x="114266" y="309993"/>
                  <a:pt x="92766" y="277589"/>
                </a:cubicBezTo>
                <a:cubicBezTo>
                  <a:pt x="71255" y="245185"/>
                  <a:pt x="60510" y="209866"/>
                  <a:pt x="60510" y="171621"/>
                </a:cubicBezTo>
                <a:lnTo>
                  <a:pt x="60510" y="95315"/>
                </a:lnTo>
                <a:cubicBezTo>
                  <a:pt x="60510" y="89588"/>
                  <a:pt x="62111" y="84399"/>
                  <a:pt x="65300" y="79759"/>
                </a:cubicBezTo>
                <a:cubicBezTo>
                  <a:pt x="68500" y="75129"/>
                  <a:pt x="72706" y="71815"/>
                  <a:pt x="77918" y="69814"/>
                </a:cubicBezTo>
                <a:lnTo>
                  <a:pt x="179245" y="31981"/>
                </a:lnTo>
                <a:cubicBezTo>
                  <a:pt x="182434" y="30804"/>
                  <a:pt x="185566" y="30209"/>
                  <a:pt x="188629" y="30209"/>
                </a:cubicBezTo>
                <a:cubicBezTo>
                  <a:pt x="191704" y="30209"/>
                  <a:pt x="194824" y="30804"/>
                  <a:pt x="198025" y="31981"/>
                </a:cubicBezTo>
                <a:lnTo>
                  <a:pt x="299352" y="69814"/>
                </a:lnTo>
                <a:cubicBezTo>
                  <a:pt x="304564" y="71838"/>
                  <a:pt x="308781" y="75152"/>
                  <a:pt x="312005" y="79759"/>
                </a:cubicBezTo>
                <a:cubicBezTo>
                  <a:pt x="315228" y="84399"/>
                  <a:pt x="316840" y="89588"/>
                  <a:pt x="316840" y="95315"/>
                </a:cubicBezTo>
                <a:lnTo>
                  <a:pt x="316840" y="171621"/>
                </a:lnTo>
                <a:cubicBezTo>
                  <a:pt x="316840" y="209866"/>
                  <a:pt x="306073" y="245185"/>
                  <a:pt x="284538" y="277589"/>
                </a:cubicBezTo>
                <a:cubicBezTo>
                  <a:pt x="263016" y="309993"/>
                  <a:pt x="233881" y="332350"/>
                  <a:pt x="197156" y="344660"/>
                </a:cubicBezTo>
                <a:cubicBezTo>
                  <a:pt x="195853" y="345232"/>
                  <a:pt x="194504" y="345677"/>
                  <a:pt x="193110" y="345998"/>
                </a:cubicBezTo>
                <a:cubicBezTo>
                  <a:pt x="191727" y="346283"/>
                  <a:pt x="190241" y="346420"/>
                  <a:pt x="188675" y="346420"/>
                </a:cubicBezTo>
                <a:cubicBezTo>
                  <a:pt x="187098" y="346420"/>
                  <a:pt x="185623" y="346283"/>
                  <a:pt x="184229" y="345998"/>
                </a:cubicBezTo>
                <a:close/>
                <a:moveTo>
                  <a:pt x="188595" y="320257"/>
                </a:moveTo>
                <a:cubicBezTo>
                  <a:pt x="218404" y="309993"/>
                  <a:pt x="242739" y="291179"/>
                  <a:pt x="261598" y="263839"/>
                </a:cubicBezTo>
                <a:cubicBezTo>
                  <a:pt x="280458" y="236487"/>
                  <a:pt x="289888" y="205786"/>
                  <a:pt x="289888" y="171736"/>
                </a:cubicBezTo>
                <a:lnTo>
                  <a:pt x="289888" y="95360"/>
                </a:lnTo>
                <a:lnTo>
                  <a:pt x="188595" y="57127"/>
                </a:lnTo>
                <a:lnTo>
                  <a:pt x="87268" y="95395"/>
                </a:lnTo>
                <a:lnTo>
                  <a:pt x="87268" y="171701"/>
                </a:lnTo>
                <a:cubicBezTo>
                  <a:pt x="87268" y="205774"/>
                  <a:pt x="96698" y="236487"/>
                  <a:pt x="115557" y="263839"/>
                </a:cubicBezTo>
                <a:cubicBezTo>
                  <a:pt x="134440" y="291179"/>
                  <a:pt x="158786" y="309993"/>
                  <a:pt x="188595" y="320257"/>
                </a:cubicBezTo>
                <a:close/>
                <a:moveTo>
                  <a:pt x="188595" y="188675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1" name="圖說"/>
          <p:cNvSpPr/>
          <p:nvPr/>
        </p:nvSpPr>
        <p:spPr>
          <a:xfrm>
            <a:off x="5516747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認證</a:t>
            </a:r>
            <a:endParaRPr lang="en-US" sz="950" dirty="0"/>
          </a:p>
        </p:txBody>
      </p:sp>
      <p:sp>
        <p:nvSpPr>
          <p:cNvPr id="182" name="圖示 金鑰"/>
          <p:cNvSpPr/>
          <p:nvPr/>
        </p:nvSpPr>
        <p:spPr>
          <a:xfrm>
            <a:off x="6391113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90446" y="208197"/>
                </a:moveTo>
                <a:cubicBezTo>
                  <a:pt x="84993" y="202757"/>
                  <a:pt x="82273" y="196230"/>
                  <a:pt x="82273" y="188629"/>
                </a:cubicBezTo>
                <a:cubicBezTo>
                  <a:pt x="82273" y="181040"/>
                  <a:pt x="84993" y="174502"/>
                  <a:pt x="90446" y="169027"/>
                </a:cubicBezTo>
                <a:cubicBezTo>
                  <a:pt x="95898" y="163575"/>
                  <a:pt x="102413" y="160854"/>
                  <a:pt x="110014" y="160854"/>
                </a:cubicBezTo>
                <a:cubicBezTo>
                  <a:pt x="117615" y="160854"/>
                  <a:pt x="124141" y="163575"/>
                  <a:pt x="129616" y="169027"/>
                </a:cubicBezTo>
                <a:cubicBezTo>
                  <a:pt x="135068" y="174479"/>
                  <a:pt x="137789" y="180994"/>
                  <a:pt x="137789" y="188595"/>
                </a:cubicBezTo>
                <a:cubicBezTo>
                  <a:pt x="137789" y="196196"/>
                  <a:pt x="135068" y="202722"/>
                  <a:pt x="129616" y="208197"/>
                </a:cubicBezTo>
                <a:cubicBezTo>
                  <a:pt x="124176" y="213650"/>
                  <a:pt x="117649" y="216370"/>
                  <a:pt x="110048" y="216370"/>
                </a:cubicBezTo>
                <a:cubicBezTo>
                  <a:pt x="102459" y="216370"/>
                  <a:pt x="95921" y="213650"/>
                  <a:pt x="90446" y="208197"/>
                </a:cubicBezTo>
                <a:close/>
                <a:moveTo>
                  <a:pt x="110014" y="285053"/>
                </a:moveTo>
                <a:cubicBezTo>
                  <a:pt x="83268" y="285053"/>
                  <a:pt x="60510" y="275669"/>
                  <a:pt x="41731" y="256878"/>
                </a:cubicBezTo>
                <a:cubicBezTo>
                  <a:pt x="22951" y="238075"/>
                  <a:pt x="13556" y="215295"/>
                  <a:pt x="13556" y="188561"/>
                </a:cubicBezTo>
                <a:cubicBezTo>
                  <a:pt x="13556" y="161815"/>
                  <a:pt x="22951" y="139046"/>
                  <a:pt x="41731" y="120266"/>
                </a:cubicBezTo>
                <a:cubicBezTo>
                  <a:pt x="60510" y="101510"/>
                  <a:pt x="83268" y="92137"/>
                  <a:pt x="110014" y="92137"/>
                </a:cubicBezTo>
                <a:cubicBezTo>
                  <a:pt x="129376" y="92137"/>
                  <a:pt x="146304" y="96721"/>
                  <a:pt x="160820" y="105888"/>
                </a:cubicBezTo>
                <a:cubicBezTo>
                  <a:pt x="175325" y="115054"/>
                  <a:pt x="186652" y="128793"/>
                  <a:pt x="194801" y="147104"/>
                </a:cubicBezTo>
                <a:lnTo>
                  <a:pt x="328898" y="147104"/>
                </a:lnTo>
                <a:cubicBezTo>
                  <a:pt x="330658" y="147104"/>
                  <a:pt x="332293" y="147413"/>
                  <a:pt x="333813" y="148053"/>
                </a:cubicBezTo>
                <a:cubicBezTo>
                  <a:pt x="335333" y="148681"/>
                  <a:pt x="336831" y="149699"/>
                  <a:pt x="338294" y="151116"/>
                </a:cubicBezTo>
                <a:lnTo>
                  <a:pt x="370035" y="182777"/>
                </a:lnTo>
                <a:cubicBezTo>
                  <a:pt x="371475" y="184217"/>
                  <a:pt x="372504" y="185772"/>
                  <a:pt x="373109" y="187418"/>
                </a:cubicBezTo>
                <a:cubicBezTo>
                  <a:pt x="373738" y="189064"/>
                  <a:pt x="374047" y="190778"/>
                  <a:pt x="374047" y="192561"/>
                </a:cubicBezTo>
                <a:cubicBezTo>
                  <a:pt x="374047" y="194344"/>
                  <a:pt x="373670" y="195990"/>
                  <a:pt x="372904" y="197510"/>
                </a:cubicBezTo>
                <a:cubicBezTo>
                  <a:pt x="372149" y="199031"/>
                  <a:pt x="371064" y="200516"/>
                  <a:pt x="369646" y="201957"/>
                </a:cubicBezTo>
                <a:lnTo>
                  <a:pt x="321206" y="246351"/>
                </a:lnTo>
                <a:cubicBezTo>
                  <a:pt x="320017" y="247562"/>
                  <a:pt x="318691" y="248477"/>
                  <a:pt x="317194" y="249105"/>
                </a:cubicBezTo>
                <a:cubicBezTo>
                  <a:pt x="315697" y="249734"/>
                  <a:pt x="314211" y="250043"/>
                  <a:pt x="312713" y="250043"/>
                </a:cubicBezTo>
                <a:cubicBezTo>
                  <a:pt x="311216" y="250043"/>
                  <a:pt x="309799" y="249871"/>
                  <a:pt x="308427" y="249540"/>
                </a:cubicBezTo>
                <a:cubicBezTo>
                  <a:pt x="307067" y="249220"/>
                  <a:pt x="305672" y="248602"/>
                  <a:pt x="304232" y="247688"/>
                </a:cubicBezTo>
                <a:lnTo>
                  <a:pt x="278058" y="228794"/>
                </a:lnTo>
                <a:lnTo>
                  <a:pt x="251574" y="248077"/>
                </a:lnTo>
                <a:cubicBezTo>
                  <a:pt x="250397" y="249003"/>
                  <a:pt x="249128" y="249608"/>
                  <a:pt x="247768" y="249928"/>
                </a:cubicBezTo>
                <a:cubicBezTo>
                  <a:pt x="246408" y="250237"/>
                  <a:pt x="244991" y="250397"/>
                  <a:pt x="243528" y="250397"/>
                </a:cubicBezTo>
                <a:cubicBezTo>
                  <a:pt x="242053" y="250397"/>
                  <a:pt x="240659" y="250180"/>
                  <a:pt x="239321" y="249734"/>
                </a:cubicBezTo>
                <a:cubicBezTo>
                  <a:pt x="237984" y="249288"/>
                  <a:pt x="236727" y="248637"/>
                  <a:pt x="235549" y="247768"/>
                </a:cubicBezTo>
                <a:lnTo>
                  <a:pt x="213661" y="230086"/>
                </a:lnTo>
                <a:lnTo>
                  <a:pt x="194801" y="230086"/>
                </a:lnTo>
                <a:cubicBezTo>
                  <a:pt x="188252" y="245985"/>
                  <a:pt x="177794" y="259118"/>
                  <a:pt x="163415" y="269497"/>
                </a:cubicBezTo>
                <a:cubicBezTo>
                  <a:pt x="149024" y="279864"/>
                  <a:pt x="131228" y="285053"/>
                  <a:pt x="110014" y="285053"/>
                </a:cubicBezTo>
                <a:close/>
                <a:moveTo>
                  <a:pt x="110014" y="259324"/>
                </a:moveTo>
                <a:cubicBezTo>
                  <a:pt x="125387" y="259324"/>
                  <a:pt x="139503" y="254192"/>
                  <a:pt x="152373" y="243950"/>
                </a:cubicBezTo>
                <a:cubicBezTo>
                  <a:pt x="165232" y="233709"/>
                  <a:pt x="173427" y="220553"/>
                  <a:pt x="176971" y="204471"/>
                </a:cubicBezTo>
                <a:lnTo>
                  <a:pt x="222976" y="204471"/>
                </a:lnTo>
                <a:lnTo>
                  <a:pt x="243802" y="221879"/>
                </a:lnTo>
                <a:cubicBezTo>
                  <a:pt x="243539" y="221879"/>
                  <a:pt x="243539" y="221856"/>
                  <a:pt x="243802" y="221833"/>
                </a:cubicBezTo>
                <a:cubicBezTo>
                  <a:pt x="244065" y="221811"/>
                  <a:pt x="244065" y="221822"/>
                  <a:pt x="243802" y="221879"/>
                </a:cubicBezTo>
                <a:lnTo>
                  <a:pt x="243950" y="221879"/>
                </a:lnTo>
                <a:lnTo>
                  <a:pt x="243802" y="221879"/>
                </a:lnTo>
                <a:lnTo>
                  <a:pt x="278378" y="197122"/>
                </a:lnTo>
                <a:lnTo>
                  <a:pt x="310587" y="221285"/>
                </a:lnTo>
                <a:lnTo>
                  <a:pt x="310393" y="221285"/>
                </a:lnTo>
                <a:lnTo>
                  <a:pt x="310587" y="221285"/>
                </a:lnTo>
                <a:lnTo>
                  <a:pt x="342854" y="192013"/>
                </a:lnTo>
                <a:lnTo>
                  <a:pt x="343003" y="192207"/>
                </a:lnTo>
                <a:lnTo>
                  <a:pt x="342854" y="192013"/>
                </a:lnTo>
                <a:lnTo>
                  <a:pt x="343003" y="192013"/>
                </a:lnTo>
                <a:lnTo>
                  <a:pt x="342854" y="192013"/>
                </a:lnTo>
                <a:lnTo>
                  <a:pt x="323640" y="172719"/>
                </a:lnTo>
                <a:lnTo>
                  <a:pt x="323640" y="172764"/>
                </a:lnTo>
                <a:lnTo>
                  <a:pt x="323640" y="172719"/>
                </a:lnTo>
                <a:lnTo>
                  <a:pt x="177005" y="172719"/>
                </a:lnTo>
                <a:cubicBezTo>
                  <a:pt x="174045" y="157791"/>
                  <a:pt x="166226" y="144921"/>
                  <a:pt x="153551" y="134097"/>
                </a:cubicBezTo>
                <a:cubicBezTo>
                  <a:pt x="140875" y="123284"/>
                  <a:pt x="126359" y="117878"/>
                  <a:pt x="110014" y="117878"/>
                </a:cubicBezTo>
                <a:cubicBezTo>
                  <a:pt x="90366" y="117878"/>
                  <a:pt x="73666" y="124747"/>
                  <a:pt x="59916" y="138497"/>
                </a:cubicBezTo>
                <a:cubicBezTo>
                  <a:pt x="46166" y="152248"/>
                  <a:pt x="39296" y="168947"/>
                  <a:pt x="39296" y="188595"/>
                </a:cubicBezTo>
                <a:cubicBezTo>
                  <a:pt x="39296" y="208243"/>
                  <a:pt x="46166" y="224942"/>
                  <a:pt x="59916" y="238693"/>
                </a:cubicBezTo>
                <a:cubicBezTo>
                  <a:pt x="73666" y="252443"/>
                  <a:pt x="90366" y="259324"/>
                  <a:pt x="110014" y="259324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3" name="圖說"/>
          <p:cNvSpPr/>
          <p:nvPr/>
        </p:nvSpPr>
        <p:spPr>
          <a:xfrm>
            <a:off x="6210148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金鑰</a:t>
            </a:r>
            <a:endParaRPr lang="en-US" sz="950" dirty="0"/>
          </a:p>
        </p:txBody>
      </p:sp>
      <p:sp>
        <p:nvSpPr>
          <p:cNvPr id="184" name="圖示 稽核"/>
          <p:cNvSpPr/>
          <p:nvPr/>
        </p:nvSpPr>
        <p:spPr>
          <a:xfrm>
            <a:off x="7084514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4160" y="346146"/>
                </a:moveTo>
                <a:cubicBezTo>
                  <a:pt x="182686" y="345883"/>
                  <a:pt x="181234" y="345540"/>
                  <a:pt x="179794" y="345095"/>
                </a:cubicBezTo>
                <a:cubicBezTo>
                  <a:pt x="143275" y="332727"/>
                  <a:pt x="114266" y="310370"/>
                  <a:pt x="92766" y="278023"/>
                </a:cubicBezTo>
                <a:cubicBezTo>
                  <a:pt x="71255" y="245699"/>
                  <a:pt x="60510" y="210381"/>
                  <a:pt x="60510" y="172056"/>
                </a:cubicBezTo>
                <a:lnTo>
                  <a:pt x="60510" y="95749"/>
                </a:lnTo>
                <a:cubicBezTo>
                  <a:pt x="60510" y="90011"/>
                  <a:pt x="62111" y="84833"/>
                  <a:pt x="65300" y="80193"/>
                </a:cubicBezTo>
                <a:cubicBezTo>
                  <a:pt x="68500" y="75552"/>
                  <a:pt x="72706" y="72238"/>
                  <a:pt x="77918" y="70249"/>
                </a:cubicBezTo>
                <a:lnTo>
                  <a:pt x="179245" y="32415"/>
                </a:lnTo>
                <a:cubicBezTo>
                  <a:pt x="182434" y="31238"/>
                  <a:pt x="185566" y="30644"/>
                  <a:pt x="188629" y="30644"/>
                </a:cubicBezTo>
                <a:cubicBezTo>
                  <a:pt x="191704" y="30644"/>
                  <a:pt x="194824" y="31238"/>
                  <a:pt x="198025" y="32415"/>
                </a:cubicBezTo>
                <a:lnTo>
                  <a:pt x="299352" y="70249"/>
                </a:lnTo>
                <a:cubicBezTo>
                  <a:pt x="304564" y="72272"/>
                  <a:pt x="308781" y="75587"/>
                  <a:pt x="312005" y="80193"/>
                </a:cubicBezTo>
                <a:cubicBezTo>
                  <a:pt x="315228" y="84833"/>
                  <a:pt x="316840" y="90011"/>
                  <a:pt x="316840" y="95749"/>
                </a:cubicBezTo>
                <a:lnTo>
                  <a:pt x="316840" y="172090"/>
                </a:lnTo>
                <a:cubicBezTo>
                  <a:pt x="316840" y="191052"/>
                  <a:pt x="314451" y="209729"/>
                  <a:pt x="309684" y="228120"/>
                </a:cubicBezTo>
                <a:cubicBezTo>
                  <a:pt x="304918" y="246511"/>
                  <a:pt x="296974" y="263759"/>
                  <a:pt x="285841" y="279864"/>
                </a:cubicBezTo>
                <a:cubicBezTo>
                  <a:pt x="283693" y="282698"/>
                  <a:pt x="280847" y="284321"/>
                  <a:pt x="277315" y="284744"/>
                </a:cubicBezTo>
                <a:cubicBezTo>
                  <a:pt x="273771" y="285156"/>
                  <a:pt x="270731" y="284184"/>
                  <a:pt x="268159" y="281830"/>
                </a:cubicBezTo>
                <a:lnTo>
                  <a:pt x="220896" y="236532"/>
                </a:lnTo>
                <a:cubicBezTo>
                  <a:pt x="215970" y="239276"/>
                  <a:pt x="210769" y="241550"/>
                  <a:pt x="205294" y="243322"/>
                </a:cubicBezTo>
                <a:cubicBezTo>
                  <a:pt x="199762" y="245082"/>
                  <a:pt x="194196" y="245962"/>
                  <a:pt x="188595" y="245962"/>
                </a:cubicBezTo>
                <a:cubicBezTo>
                  <a:pt x="172353" y="245962"/>
                  <a:pt x="158534" y="240327"/>
                  <a:pt x="147138" y="229069"/>
                </a:cubicBezTo>
                <a:cubicBezTo>
                  <a:pt x="135754" y="217799"/>
                  <a:pt x="130051" y="203980"/>
                  <a:pt x="130051" y="187612"/>
                </a:cubicBezTo>
                <a:cubicBezTo>
                  <a:pt x="130051" y="171244"/>
                  <a:pt x="135754" y="157357"/>
                  <a:pt x="147138" y="145961"/>
                </a:cubicBezTo>
                <a:cubicBezTo>
                  <a:pt x="158534" y="134565"/>
                  <a:pt x="172353" y="128873"/>
                  <a:pt x="188595" y="128873"/>
                </a:cubicBezTo>
                <a:cubicBezTo>
                  <a:pt x="204837" y="128873"/>
                  <a:pt x="218656" y="134565"/>
                  <a:pt x="230052" y="145961"/>
                </a:cubicBezTo>
                <a:cubicBezTo>
                  <a:pt x="241436" y="157357"/>
                  <a:pt x="247139" y="171313"/>
                  <a:pt x="247139" y="187806"/>
                </a:cubicBezTo>
                <a:cubicBezTo>
                  <a:pt x="247139" y="193258"/>
                  <a:pt x="246397" y="198688"/>
                  <a:pt x="244899" y="204117"/>
                </a:cubicBezTo>
                <a:cubicBezTo>
                  <a:pt x="243402" y="209535"/>
                  <a:pt x="241013" y="214427"/>
                  <a:pt x="237710" y="218770"/>
                </a:cubicBezTo>
                <a:lnTo>
                  <a:pt x="271337" y="250911"/>
                </a:lnTo>
                <a:cubicBezTo>
                  <a:pt x="277623" y="239779"/>
                  <a:pt x="282287" y="227377"/>
                  <a:pt x="285327" y="213707"/>
                </a:cubicBezTo>
                <a:cubicBezTo>
                  <a:pt x="288367" y="200059"/>
                  <a:pt x="289888" y="186183"/>
                  <a:pt x="289888" y="172090"/>
                </a:cubicBezTo>
                <a:lnTo>
                  <a:pt x="289888" y="94732"/>
                </a:lnTo>
                <a:lnTo>
                  <a:pt x="188595" y="57916"/>
                </a:lnTo>
                <a:lnTo>
                  <a:pt x="87268" y="94812"/>
                </a:lnTo>
                <a:lnTo>
                  <a:pt x="87268" y="172090"/>
                </a:lnTo>
                <a:cubicBezTo>
                  <a:pt x="87268" y="206174"/>
                  <a:pt x="96698" y="236887"/>
                  <a:pt x="115557" y="264227"/>
                </a:cubicBezTo>
                <a:cubicBezTo>
                  <a:pt x="134440" y="291579"/>
                  <a:pt x="158786" y="310382"/>
                  <a:pt x="188595" y="320646"/>
                </a:cubicBezTo>
                <a:cubicBezTo>
                  <a:pt x="193990" y="319263"/>
                  <a:pt x="200528" y="316405"/>
                  <a:pt x="208197" y="312085"/>
                </a:cubicBezTo>
                <a:cubicBezTo>
                  <a:pt x="215844" y="307764"/>
                  <a:pt x="222828" y="303192"/>
                  <a:pt x="229149" y="298369"/>
                </a:cubicBezTo>
                <a:cubicBezTo>
                  <a:pt x="232212" y="296277"/>
                  <a:pt x="235538" y="295408"/>
                  <a:pt x="239127" y="295786"/>
                </a:cubicBezTo>
                <a:cubicBezTo>
                  <a:pt x="242716" y="296151"/>
                  <a:pt x="245642" y="297889"/>
                  <a:pt x="247928" y="301009"/>
                </a:cubicBezTo>
                <a:cubicBezTo>
                  <a:pt x="250328" y="304118"/>
                  <a:pt x="251186" y="307593"/>
                  <a:pt x="250477" y="311422"/>
                </a:cubicBezTo>
                <a:cubicBezTo>
                  <a:pt x="249768" y="315239"/>
                  <a:pt x="247780" y="318268"/>
                  <a:pt x="244511" y="320497"/>
                </a:cubicBezTo>
                <a:cubicBezTo>
                  <a:pt x="237275" y="325938"/>
                  <a:pt x="229789" y="330613"/>
                  <a:pt x="222028" y="334522"/>
                </a:cubicBezTo>
                <a:cubicBezTo>
                  <a:pt x="214278" y="338419"/>
                  <a:pt x="206106" y="341986"/>
                  <a:pt x="197510" y="345209"/>
                </a:cubicBezTo>
                <a:cubicBezTo>
                  <a:pt x="196047" y="345597"/>
                  <a:pt x="194561" y="345929"/>
                  <a:pt x="193076" y="346192"/>
                </a:cubicBezTo>
                <a:cubicBezTo>
                  <a:pt x="191613" y="346455"/>
                  <a:pt x="190115" y="346580"/>
                  <a:pt x="188595" y="346580"/>
                </a:cubicBezTo>
                <a:cubicBezTo>
                  <a:pt x="187075" y="346580"/>
                  <a:pt x="185600" y="346455"/>
                  <a:pt x="184160" y="346192"/>
                </a:cubicBezTo>
                <a:close/>
                <a:moveTo>
                  <a:pt x="212598" y="211615"/>
                </a:moveTo>
                <a:cubicBezTo>
                  <a:pt x="219227" y="205123"/>
                  <a:pt x="222542" y="197122"/>
                  <a:pt x="222542" y="187612"/>
                </a:cubicBezTo>
                <a:cubicBezTo>
                  <a:pt x="222542" y="178102"/>
                  <a:pt x="219205" y="170033"/>
                  <a:pt x="212518" y="163415"/>
                </a:cubicBezTo>
                <a:cubicBezTo>
                  <a:pt x="205843" y="156785"/>
                  <a:pt x="197842" y="153471"/>
                  <a:pt x="188515" y="153471"/>
                </a:cubicBezTo>
                <a:cubicBezTo>
                  <a:pt x="179188" y="153471"/>
                  <a:pt x="171210" y="156785"/>
                  <a:pt x="164592" y="163415"/>
                </a:cubicBezTo>
                <a:cubicBezTo>
                  <a:pt x="157963" y="170033"/>
                  <a:pt x="154648" y="178102"/>
                  <a:pt x="154648" y="187612"/>
                </a:cubicBezTo>
                <a:cubicBezTo>
                  <a:pt x="154648" y="197122"/>
                  <a:pt x="157985" y="205123"/>
                  <a:pt x="164672" y="211615"/>
                </a:cubicBezTo>
                <a:cubicBezTo>
                  <a:pt x="171347" y="218119"/>
                  <a:pt x="179348" y="221365"/>
                  <a:pt x="188675" y="221365"/>
                </a:cubicBezTo>
                <a:cubicBezTo>
                  <a:pt x="198002" y="221365"/>
                  <a:pt x="205980" y="218119"/>
                  <a:pt x="212598" y="211615"/>
                </a:cubicBezTo>
                <a:close/>
                <a:moveTo>
                  <a:pt x="190012" y="190801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5" name="圖說"/>
          <p:cNvSpPr/>
          <p:nvPr/>
        </p:nvSpPr>
        <p:spPr>
          <a:xfrm>
            <a:off x="6903549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</a:t>
            </a:r>
            <a:endParaRPr lang="en-US" sz="950" dirty="0"/>
          </a:p>
        </p:txBody>
      </p:sp>
      <p:sp>
        <p:nvSpPr>
          <p:cNvPr id="186" name="圖示 交換"/>
          <p:cNvSpPr/>
          <p:nvPr/>
        </p:nvSpPr>
        <p:spPr>
          <a:xfrm>
            <a:off x="7777915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80079" y="252054"/>
                </a:moveTo>
                <a:lnTo>
                  <a:pt x="116540" y="288516"/>
                </a:lnTo>
                <a:cubicBezTo>
                  <a:pt x="119203" y="291236"/>
                  <a:pt x="120541" y="294380"/>
                  <a:pt x="120541" y="297946"/>
                </a:cubicBezTo>
                <a:cubicBezTo>
                  <a:pt x="120541" y="301501"/>
                  <a:pt x="119203" y="304621"/>
                  <a:pt x="116540" y="307296"/>
                </a:cubicBezTo>
                <a:cubicBezTo>
                  <a:pt x="113911" y="310016"/>
                  <a:pt x="110802" y="311376"/>
                  <a:pt x="107191" y="311376"/>
                </a:cubicBezTo>
                <a:cubicBezTo>
                  <a:pt x="103567" y="311376"/>
                  <a:pt x="100424" y="310039"/>
                  <a:pt x="97761" y="307376"/>
                </a:cubicBezTo>
                <a:lnTo>
                  <a:pt x="38428" y="248042"/>
                </a:lnTo>
                <a:cubicBezTo>
                  <a:pt x="36987" y="246602"/>
                  <a:pt x="35936" y="245116"/>
                  <a:pt x="35284" y="243608"/>
                </a:cubicBezTo>
                <a:cubicBezTo>
                  <a:pt x="34633" y="242087"/>
                  <a:pt x="34301" y="240419"/>
                  <a:pt x="34301" y="238613"/>
                </a:cubicBezTo>
                <a:cubicBezTo>
                  <a:pt x="34301" y="236807"/>
                  <a:pt x="34633" y="235138"/>
                  <a:pt x="35284" y="233618"/>
                </a:cubicBezTo>
                <a:cubicBezTo>
                  <a:pt x="35936" y="232098"/>
                  <a:pt x="36987" y="230623"/>
                  <a:pt x="38428" y="229183"/>
                </a:cubicBezTo>
                <a:lnTo>
                  <a:pt x="97761" y="169850"/>
                </a:lnTo>
                <a:cubicBezTo>
                  <a:pt x="100424" y="167232"/>
                  <a:pt x="103567" y="165906"/>
                  <a:pt x="107191" y="165884"/>
                </a:cubicBezTo>
                <a:cubicBezTo>
                  <a:pt x="110802" y="165861"/>
                  <a:pt x="113911" y="167187"/>
                  <a:pt x="116540" y="169850"/>
                </a:cubicBezTo>
                <a:cubicBezTo>
                  <a:pt x="119203" y="172524"/>
                  <a:pt x="120541" y="175668"/>
                  <a:pt x="120541" y="179280"/>
                </a:cubicBezTo>
                <a:cubicBezTo>
                  <a:pt x="120541" y="182903"/>
                  <a:pt x="119203" y="186012"/>
                  <a:pt x="116540" y="188629"/>
                </a:cubicBezTo>
                <a:lnTo>
                  <a:pt x="80079" y="225217"/>
                </a:lnTo>
                <a:lnTo>
                  <a:pt x="187098" y="225217"/>
                </a:lnTo>
                <a:cubicBezTo>
                  <a:pt x="190950" y="225217"/>
                  <a:pt x="194161" y="226485"/>
                  <a:pt x="196733" y="229023"/>
                </a:cubicBezTo>
                <a:cubicBezTo>
                  <a:pt x="199293" y="231560"/>
                  <a:pt x="200574" y="234772"/>
                  <a:pt x="200574" y="238647"/>
                </a:cubicBezTo>
                <a:cubicBezTo>
                  <a:pt x="200574" y="242533"/>
                  <a:pt x="199293" y="245734"/>
                  <a:pt x="196733" y="248282"/>
                </a:cubicBezTo>
                <a:cubicBezTo>
                  <a:pt x="194161" y="250820"/>
                  <a:pt x="190950" y="252089"/>
                  <a:pt x="187098" y="252089"/>
                </a:cubicBezTo>
                <a:lnTo>
                  <a:pt x="80079" y="252089"/>
                </a:lnTo>
                <a:close/>
                <a:moveTo>
                  <a:pt x="297191" y="151973"/>
                </a:moveTo>
                <a:lnTo>
                  <a:pt x="190092" y="151973"/>
                </a:lnTo>
                <a:cubicBezTo>
                  <a:pt x="186240" y="151973"/>
                  <a:pt x="183040" y="150705"/>
                  <a:pt x="180503" y="148167"/>
                </a:cubicBezTo>
                <a:cubicBezTo>
                  <a:pt x="177965" y="145630"/>
                  <a:pt x="176685" y="142418"/>
                  <a:pt x="176685" y="138543"/>
                </a:cubicBezTo>
                <a:cubicBezTo>
                  <a:pt x="176685" y="134657"/>
                  <a:pt x="177965" y="131456"/>
                  <a:pt x="180503" y="128908"/>
                </a:cubicBezTo>
                <a:cubicBezTo>
                  <a:pt x="183040" y="126370"/>
                  <a:pt x="186240" y="125101"/>
                  <a:pt x="190092" y="125101"/>
                </a:cubicBezTo>
                <a:lnTo>
                  <a:pt x="297191" y="125101"/>
                </a:lnTo>
                <a:lnTo>
                  <a:pt x="260615" y="88525"/>
                </a:lnTo>
                <a:cubicBezTo>
                  <a:pt x="257941" y="85851"/>
                  <a:pt x="256604" y="82730"/>
                  <a:pt x="256604" y="79176"/>
                </a:cubicBezTo>
                <a:cubicBezTo>
                  <a:pt x="256604" y="75609"/>
                  <a:pt x="257941" y="72466"/>
                  <a:pt x="260615" y="69746"/>
                </a:cubicBezTo>
                <a:cubicBezTo>
                  <a:pt x="263233" y="67071"/>
                  <a:pt x="266353" y="65734"/>
                  <a:pt x="269965" y="65734"/>
                </a:cubicBezTo>
                <a:cubicBezTo>
                  <a:pt x="273577" y="65734"/>
                  <a:pt x="276720" y="67071"/>
                  <a:pt x="279395" y="69746"/>
                </a:cubicBezTo>
                <a:lnTo>
                  <a:pt x="338728" y="129068"/>
                </a:lnTo>
                <a:cubicBezTo>
                  <a:pt x="340168" y="130508"/>
                  <a:pt x="341208" y="131994"/>
                  <a:pt x="341871" y="133514"/>
                </a:cubicBezTo>
                <a:cubicBezTo>
                  <a:pt x="342523" y="135034"/>
                  <a:pt x="342854" y="136691"/>
                  <a:pt x="342854" y="138497"/>
                </a:cubicBezTo>
                <a:cubicBezTo>
                  <a:pt x="342854" y="140303"/>
                  <a:pt x="342523" y="141972"/>
                  <a:pt x="341871" y="143492"/>
                </a:cubicBezTo>
                <a:cubicBezTo>
                  <a:pt x="341208" y="145012"/>
                  <a:pt x="340168" y="146487"/>
                  <a:pt x="338728" y="147927"/>
                </a:cubicBezTo>
                <a:lnTo>
                  <a:pt x="279395" y="207180"/>
                </a:lnTo>
                <a:cubicBezTo>
                  <a:pt x="276720" y="209855"/>
                  <a:pt x="273577" y="211204"/>
                  <a:pt x="269965" y="211226"/>
                </a:cubicBezTo>
                <a:cubicBezTo>
                  <a:pt x="266353" y="211249"/>
                  <a:pt x="263233" y="209901"/>
                  <a:pt x="260615" y="207180"/>
                </a:cubicBezTo>
                <a:cubicBezTo>
                  <a:pt x="257941" y="204563"/>
                  <a:pt x="256604" y="201442"/>
                  <a:pt x="256604" y="197830"/>
                </a:cubicBezTo>
                <a:cubicBezTo>
                  <a:pt x="256604" y="194219"/>
                  <a:pt x="257941" y="191075"/>
                  <a:pt x="260615" y="188401"/>
                </a:cubicBezTo>
                <a:lnTo>
                  <a:pt x="297191" y="151939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7" name="圖說"/>
          <p:cNvSpPr/>
          <p:nvPr/>
        </p:nvSpPr>
        <p:spPr>
          <a:xfrm>
            <a:off x="7596950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交換</a:t>
            </a:r>
            <a:endParaRPr lang="en-US" sz="950" dirty="0"/>
          </a:p>
        </p:txBody>
      </p:sp>
      <p:sp>
        <p:nvSpPr>
          <p:cNvPr id="188" name="圖示 同步"/>
          <p:cNvSpPr/>
          <p:nvPr/>
        </p:nvSpPr>
        <p:spPr>
          <a:xfrm>
            <a:off x="8471316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87931" y="189772"/>
                </a:moveTo>
                <a:cubicBezTo>
                  <a:pt x="87931" y="206014"/>
                  <a:pt x="90960" y="220119"/>
                  <a:pt x="97006" y="232086"/>
                </a:cubicBezTo>
                <a:cubicBezTo>
                  <a:pt x="103064" y="244065"/>
                  <a:pt x="111271" y="254432"/>
                  <a:pt x="121649" y="263210"/>
                </a:cubicBezTo>
                <a:lnTo>
                  <a:pt x="132885" y="270914"/>
                </a:lnTo>
                <a:lnTo>
                  <a:pt x="132885" y="236212"/>
                </a:lnTo>
                <a:cubicBezTo>
                  <a:pt x="132885" y="232681"/>
                  <a:pt x="134028" y="229754"/>
                  <a:pt x="136337" y="227457"/>
                </a:cubicBezTo>
                <a:cubicBezTo>
                  <a:pt x="138669" y="225125"/>
                  <a:pt x="141618" y="223959"/>
                  <a:pt x="145184" y="223959"/>
                </a:cubicBezTo>
                <a:cubicBezTo>
                  <a:pt x="148739" y="223959"/>
                  <a:pt x="151688" y="225125"/>
                  <a:pt x="154019" y="227457"/>
                </a:cubicBezTo>
                <a:cubicBezTo>
                  <a:pt x="156351" y="229789"/>
                  <a:pt x="157517" y="232703"/>
                  <a:pt x="157517" y="236212"/>
                </a:cubicBezTo>
                <a:lnTo>
                  <a:pt x="157517" y="302346"/>
                </a:lnTo>
                <a:cubicBezTo>
                  <a:pt x="157517" y="306187"/>
                  <a:pt x="156248" y="309387"/>
                  <a:pt x="153711" y="311925"/>
                </a:cubicBezTo>
                <a:cubicBezTo>
                  <a:pt x="151162" y="314474"/>
                  <a:pt x="147973" y="315742"/>
                  <a:pt x="144121" y="315742"/>
                </a:cubicBezTo>
                <a:lnTo>
                  <a:pt x="78067" y="315742"/>
                </a:lnTo>
                <a:cubicBezTo>
                  <a:pt x="74535" y="315742"/>
                  <a:pt x="71609" y="314565"/>
                  <a:pt x="69312" y="312199"/>
                </a:cubicBezTo>
                <a:cubicBezTo>
                  <a:pt x="66980" y="309844"/>
                  <a:pt x="65814" y="306896"/>
                  <a:pt x="65814" y="303364"/>
                </a:cubicBezTo>
                <a:cubicBezTo>
                  <a:pt x="65814" y="299832"/>
                  <a:pt x="66980" y="296906"/>
                  <a:pt x="69312" y="294597"/>
                </a:cubicBezTo>
                <a:cubicBezTo>
                  <a:pt x="71643" y="292265"/>
                  <a:pt x="74604" y="291099"/>
                  <a:pt x="78193" y="291099"/>
                </a:cubicBezTo>
                <a:lnTo>
                  <a:pt x="114574" y="291099"/>
                </a:lnTo>
                <a:lnTo>
                  <a:pt x="109625" y="287053"/>
                </a:lnTo>
                <a:cubicBezTo>
                  <a:pt x="92800" y="273383"/>
                  <a:pt x="80524" y="258649"/>
                  <a:pt x="72763" y="242853"/>
                </a:cubicBezTo>
                <a:cubicBezTo>
                  <a:pt x="65014" y="227034"/>
                  <a:pt x="61139" y="209340"/>
                  <a:pt x="61139" y="189772"/>
                </a:cubicBezTo>
                <a:cubicBezTo>
                  <a:pt x="61139" y="164649"/>
                  <a:pt x="67814" y="141766"/>
                  <a:pt x="81176" y="121089"/>
                </a:cubicBezTo>
                <a:cubicBezTo>
                  <a:pt x="94560" y="100424"/>
                  <a:pt x="112403" y="84811"/>
                  <a:pt x="134691" y="74261"/>
                </a:cubicBezTo>
                <a:cubicBezTo>
                  <a:pt x="137880" y="72821"/>
                  <a:pt x="140909" y="72912"/>
                  <a:pt x="143767" y="74535"/>
                </a:cubicBezTo>
                <a:cubicBezTo>
                  <a:pt x="146647" y="76158"/>
                  <a:pt x="148636" y="78638"/>
                  <a:pt x="149733" y="81965"/>
                </a:cubicBezTo>
                <a:cubicBezTo>
                  <a:pt x="151047" y="85291"/>
                  <a:pt x="150945" y="88628"/>
                  <a:pt x="149424" y="91977"/>
                </a:cubicBezTo>
                <a:cubicBezTo>
                  <a:pt x="147904" y="95338"/>
                  <a:pt x="145550" y="97887"/>
                  <a:pt x="142349" y="99647"/>
                </a:cubicBezTo>
                <a:cubicBezTo>
                  <a:pt x="125844" y="108414"/>
                  <a:pt x="112654" y="120872"/>
                  <a:pt x="102790" y="137011"/>
                </a:cubicBezTo>
                <a:cubicBezTo>
                  <a:pt x="92880" y="153116"/>
                  <a:pt x="87931" y="170707"/>
                  <a:pt x="87931" y="189772"/>
                </a:cubicBezTo>
                <a:close/>
                <a:moveTo>
                  <a:pt x="289213" y="187418"/>
                </a:moveTo>
                <a:cubicBezTo>
                  <a:pt x="289213" y="175108"/>
                  <a:pt x="286161" y="162569"/>
                  <a:pt x="280069" y="149813"/>
                </a:cubicBezTo>
                <a:cubicBezTo>
                  <a:pt x="273966" y="137057"/>
                  <a:pt x="266068" y="125764"/>
                  <a:pt x="256375" y="115946"/>
                </a:cubicBezTo>
                <a:lnTo>
                  <a:pt x="245528" y="106276"/>
                </a:lnTo>
                <a:lnTo>
                  <a:pt x="245528" y="140978"/>
                </a:lnTo>
                <a:cubicBezTo>
                  <a:pt x="245528" y="144509"/>
                  <a:pt x="244351" y="147436"/>
                  <a:pt x="241996" y="149733"/>
                </a:cubicBezTo>
                <a:cubicBezTo>
                  <a:pt x="239630" y="152065"/>
                  <a:pt x="236692" y="153231"/>
                  <a:pt x="233149" y="153231"/>
                </a:cubicBezTo>
                <a:cubicBezTo>
                  <a:pt x="229617" y="153231"/>
                  <a:pt x="226668" y="152053"/>
                  <a:pt x="224314" y="149699"/>
                </a:cubicBezTo>
                <a:cubicBezTo>
                  <a:pt x="221948" y="147344"/>
                  <a:pt x="220770" y="144407"/>
                  <a:pt x="220770" y="140898"/>
                </a:cubicBezTo>
                <a:lnTo>
                  <a:pt x="220770" y="74844"/>
                </a:lnTo>
                <a:cubicBezTo>
                  <a:pt x="220770" y="71003"/>
                  <a:pt x="222039" y="67803"/>
                  <a:pt x="224588" y="65265"/>
                </a:cubicBezTo>
                <a:cubicBezTo>
                  <a:pt x="227126" y="62716"/>
                  <a:pt x="230349" y="61448"/>
                  <a:pt x="234246" y="61448"/>
                </a:cubicBezTo>
                <a:lnTo>
                  <a:pt x="300186" y="61448"/>
                </a:lnTo>
                <a:cubicBezTo>
                  <a:pt x="303718" y="61448"/>
                  <a:pt x="306655" y="62614"/>
                  <a:pt x="308987" y="64945"/>
                </a:cubicBezTo>
                <a:cubicBezTo>
                  <a:pt x="311342" y="67277"/>
                  <a:pt x="312519" y="70203"/>
                  <a:pt x="312519" y="73712"/>
                </a:cubicBezTo>
                <a:cubicBezTo>
                  <a:pt x="312519" y="77221"/>
                  <a:pt x="311342" y="80170"/>
                  <a:pt x="308987" y="82547"/>
                </a:cubicBezTo>
                <a:cubicBezTo>
                  <a:pt x="306621" y="84902"/>
                  <a:pt x="303695" y="86091"/>
                  <a:pt x="300186" y="86091"/>
                </a:cubicBezTo>
                <a:lnTo>
                  <a:pt x="263439" y="86091"/>
                </a:lnTo>
                <a:lnTo>
                  <a:pt x="268468" y="90914"/>
                </a:lnTo>
                <a:cubicBezTo>
                  <a:pt x="284321" y="105716"/>
                  <a:pt x="296208" y="121592"/>
                  <a:pt x="304152" y="138543"/>
                </a:cubicBezTo>
                <a:cubicBezTo>
                  <a:pt x="312108" y="155482"/>
                  <a:pt x="316097" y="171781"/>
                  <a:pt x="316097" y="187418"/>
                </a:cubicBezTo>
                <a:cubicBezTo>
                  <a:pt x="316097" y="212278"/>
                  <a:pt x="309627" y="234909"/>
                  <a:pt x="296689" y="255312"/>
                </a:cubicBezTo>
                <a:cubicBezTo>
                  <a:pt x="283738" y="275714"/>
                  <a:pt x="266353" y="291454"/>
                  <a:pt x="244511" y="302541"/>
                </a:cubicBezTo>
                <a:cubicBezTo>
                  <a:pt x="241310" y="304244"/>
                  <a:pt x="238087" y="304347"/>
                  <a:pt x="234841" y="302849"/>
                </a:cubicBezTo>
                <a:cubicBezTo>
                  <a:pt x="231560" y="301363"/>
                  <a:pt x="229274" y="298814"/>
                  <a:pt x="227960" y="295225"/>
                </a:cubicBezTo>
                <a:cubicBezTo>
                  <a:pt x="226600" y="291899"/>
                  <a:pt x="226680" y="288562"/>
                  <a:pt x="228200" y="285213"/>
                </a:cubicBezTo>
                <a:cubicBezTo>
                  <a:pt x="229720" y="281852"/>
                  <a:pt x="232120" y="279303"/>
                  <a:pt x="235389" y="277543"/>
                </a:cubicBezTo>
                <a:cubicBezTo>
                  <a:pt x="252054" y="269039"/>
                  <a:pt x="265187" y="256649"/>
                  <a:pt x="274800" y="240384"/>
                </a:cubicBezTo>
                <a:cubicBezTo>
                  <a:pt x="284436" y="224142"/>
                  <a:pt x="289259" y="206483"/>
                  <a:pt x="289259" y="187418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9" name="圖說"/>
          <p:cNvSpPr/>
          <p:nvPr/>
        </p:nvSpPr>
        <p:spPr>
          <a:xfrm>
            <a:off x="8290350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同步</a:t>
            </a:r>
            <a:endParaRPr lang="en-US" sz="950" dirty="0"/>
          </a:p>
        </p:txBody>
      </p:sp>
      <p:sp>
        <p:nvSpPr>
          <p:cNvPr id="190" name="圖示 循環"/>
          <p:cNvSpPr/>
          <p:nvPr/>
        </p:nvSpPr>
        <p:spPr>
          <a:xfrm>
            <a:off x="9164717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88045" y="189189"/>
                </a:moveTo>
                <a:cubicBezTo>
                  <a:pt x="88045" y="194367"/>
                  <a:pt x="88377" y="199373"/>
                  <a:pt x="89028" y="204197"/>
                </a:cubicBezTo>
                <a:cubicBezTo>
                  <a:pt x="89691" y="209009"/>
                  <a:pt x="90606" y="213627"/>
                  <a:pt x="91783" y="218027"/>
                </a:cubicBezTo>
                <a:cubicBezTo>
                  <a:pt x="92697" y="221616"/>
                  <a:pt x="92526" y="225205"/>
                  <a:pt x="91269" y="228794"/>
                </a:cubicBezTo>
                <a:cubicBezTo>
                  <a:pt x="90046" y="232383"/>
                  <a:pt x="87794" y="234989"/>
                  <a:pt x="84513" y="236612"/>
                </a:cubicBezTo>
                <a:cubicBezTo>
                  <a:pt x="81267" y="238235"/>
                  <a:pt x="77918" y="238350"/>
                  <a:pt x="74455" y="236967"/>
                </a:cubicBezTo>
                <a:cubicBezTo>
                  <a:pt x="71003" y="235595"/>
                  <a:pt x="68694" y="233286"/>
                  <a:pt x="67540" y="230006"/>
                </a:cubicBezTo>
                <a:cubicBezTo>
                  <a:pt x="65311" y="223274"/>
                  <a:pt x="63711" y="216564"/>
                  <a:pt x="62751" y="209889"/>
                </a:cubicBezTo>
                <a:cubicBezTo>
                  <a:pt x="61779" y="203237"/>
                  <a:pt x="61299" y="196345"/>
                  <a:pt x="61299" y="189224"/>
                </a:cubicBezTo>
                <a:cubicBezTo>
                  <a:pt x="61299" y="154671"/>
                  <a:pt x="73769" y="124838"/>
                  <a:pt x="98732" y="99715"/>
                </a:cubicBezTo>
                <a:cubicBezTo>
                  <a:pt x="123695" y="74626"/>
                  <a:pt x="153448" y="62076"/>
                  <a:pt x="187966" y="62076"/>
                </a:cubicBezTo>
                <a:lnTo>
                  <a:pt x="204860" y="62076"/>
                </a:lnTo>
                <a:lnTo>
                  <a:pt x="182309" y="39525"/>
                </a:lnTo>
                <a:cubicBezTo>
                  <a:pt x="180080" y="37296"/>
                  <a:pt x="178971" y="34690"/>
                  <a:pt x="178971" y="31707"/>
                </a:cubicBezTo>
                <a:cubicBezTo>
                  <a:pt x="178971" y="28701"/>
                  <a:pt x="180114" y="26072"/>
                  <a:pt x="182389" y="23854"/>
                </a:cubicBezTo>
                <a:cubicBezTo>
                  <a:pt x="184617" y="21626"/>
                  <a:pt x="187303" y="20505"/>
                  <a:pt x="190447" y="20505"/>
                </a:cubicBezTo>
                <a:cubicBezTo>
                  <a:pt x="193590" y="20505"/>
                  <a:pt x="196265" y="21626"/>
                  <a:pt x="198493" y="23854"/>
                </a:cubicBezTo>
                <a:lnTo>
                  <a:pt x="241047" y="66008"/>
                </a:lnTo>
                <a:cubicBezTo>
                  <a:pt x="243722" y="68683"/>
                  <a:pt x="245059" y="71838"/>
                  <a:pt x="245059" y="75472"/>
                </a:cubicBezTo>
                <a:cubicBezTo>
                  <a:pt x="245059" y="79118"/>
                  <a:pt x="243722" y="82273"/>
                  <a:pt x="241047" y="84948"/>
                </a:cubicBezTo>
                <a:lnTo>
                  <a:pt x="198848" y="127067"/>
                </a:lnTo>
                <a:cubicBezTo>
                  <a:pt x="196619" y="129296"/>
                  <a:pt x="193876" y="130405"/>
                  <a:pt x="190595" y="130405"/>
                </a:cubicBezTo>
                <a:cubicBezTo>
                  <a:pt x="187326" y="130405"/>
                  <a:pt x="184572" y="129296"/>
                  <a:pt x="182343" y="127067"/>
                </a:cubicBezTo>
                <a:cubicBezTo>
                  <a:pt x="180068" y="124838"/>
                  <a:pt x="178948" y="122072"/>
                  <a:pt x="178971" y="118781"/>
                </a:cubicBezTo>
                <a:cubicBezTo>
                  <a:pt x="178994" y="115477"/>
                  <a:pt x="180125" y="112711"/>
                  <a:pt x="182343" y="110482"/>
                </a:cubicBezTo>
                <a:lnTo>
                  <a:pt x="204037" y="88800"/>
                </a:lnTo>
                <a:lnTo>
                  <a:pt x="188126" y="88800"/>
                </a:lnTo>
                <a:cubicBezTo>
                  <a:pt x="160729" y="88800"/>
                  <a:pt x="137194" y="98664"/>
                  <a:pt x="117523" y="118381"/>
                </a:cubicBezTo>
                <a:cubicBezTo>
                  <a:pt x="97852" y="138109"/>
                  <a:pt x="88011" y="161712"/>
                  <a:pt x="88011" y="189189"/>
                </a:cubicBezTo>
                <a:close/>
                <a:moveTo>
                  <a:pt x="289179" y="189064"/>
                </a:moveTo>
                <a:cubicBezTo>
                  <a:pt x="289179" y="183954"/>
                  <a:pt x="288870" y="178982"/>
                  <a:pt x="288242" y="174136"/>
                </a:cubicBezTo>
                <a:cubicBezTo>
                  <a:pt x="287613" y="169290"/>
                  <a:pt x="286676" y="164581"/>
                  <a:pt x="285441" y="159997"/>
                </a:cubicBezTo>
                <a:cubicBezTo>
                  <a:pt x="284344" y="156408"/>
                  <a:pt x="284401" y="152819"/>
                  <a:pt x="285601" y="149230"/>
                </a:cubicBezTo>
                <a:cubicBezTo>
                  <a:pt x="286813" y="145641"/>
                  <a:pt x="289053" y="143035"/>
                  <a:pt x="292322" y="141412"/>
                </a:cubicBezTo>
                <a:cubicBezTo>
                  <a:pt x="295523" y="139777"/>
                  <a:pt x="298780" y="139640"/>
                  <a:pt x="302106" y="140978"/>
                </a:cubicBezTo>
                <a:cubicBezTo>
                  <a:pt x="305432" y="142315"/>
                  <a:pt x="307707" y="144578"/>
                  <a:pt x="308941" y="147767"/>
                </a:cubicBezTo>
                <a:cubicBezTo>
                  <a:pt x="311433" y="154579"/>
                  <a:pt x="313228" y="161392"/>
                  <a:pt x="314325" y="168204"/>
                </a:cubicBezTo>
                <a:cubicBezTo>
                  <a:pt x="315422" y="175039"/>
                  <a:pt x="315971" y="181977"/>
                  <a:pt x="315971" y="189029"/>
                </a:cubicBezTo>
                <a:cubicBezTo>
                  <a:pt x="315971" y="223651"/>
                  <a:pt x="303489" y="253529"/>
                  <a:pt x="278526" y="278652"/>
                </a:cubicBezTo>
                <a:cubicBezTo>
                  <a:pt x="253563" y="303764"/>
                  <a:pt x="223868" y="316325"/>
                  <a:pt x="189418" y="316325"/>
                </a:cubicBezTo>
                <a:lnTo>
                  <a:pt x="171656" y="316325"/>
                </a:lnTo>
                <a:lnTo>
                  <a:pt x="194139" y="338808"/>
                </a:lnTo>
                <a:cubicBezTo>
                  <a:pt x="196413" y="341025"/>
                  <a:pt x="197545" y="343632"/>
                  <a:pt x="197510" y="346626"/>
                </a:cubicBezTo>
                <a:cubicBezTo>
                  <a:pt x="197488" y="349632"/>
                  <a:pt x="196356" y="352250"/>
                  <a:pt x="194139" y="354479"/>
                </a:cubicBezTo>
                <a:cubicBezTo>
                  <a:pt x="191853" y="356707"/>
                  <a:pt x="189155" y="357816"/>
                  <a:pt x="186046" y="357816"/>
                </a:cubicBezTo>
                <a:cubicBezTo>
                  <a:pt x="182926" y="357816"/>
                  <a:pt x="180263" y="356707"/>
                  <a:pt x="178068" y="354479"/>
                </a:cubicBezTo>
                <a:lnTo>
                  <a:pt x="135400" y="312405"/>
                </a:lnTo>
                <a:cubicBezTo>
                  <a:pt x="132725" y="309730"/>
                  <a:pt x="131388" y="306587"/>
                  <a:pt x="131388" y="302975"/>
                </a:cubicBezTo>
                <a:cubicBezTo>
                  <a:pt x="131388" y="299352"/>
                  <a:pt x="132725" y="296208"/>
                  <a:pt x="135400" y="293545"/>
                </a:cubicBezTo>
                <a:lnTo>
                  <a:pt x="178022" y="250991"/>
                </a:lnTo>
                <a:cubicBezTo>
                  <a:pt x="180171" y="248763"/>
                  <a:pt x="182823" y="247631"/>
                  <a:pt x="185966" y="247608"/>
                </a:cubicBezTo>
                <a:cubicBezTo>
                  <a:pt x="189109" y="247585"/>
                  <a:pt x="191807" y="248694"/>
                  <a:pt x="194059" y="250946"/>
                </a:cubicBezTo>
                <a:cubicBezTo>
                  <a:pt x="196310" y="253197"/>
                  <a:pt x="197430" y="255872"/>
                  <a:pt x="197430" y="258970"/>
                </a:cubicBezTo>
                <a:cubicBezTo>
                  <a:pt x="197430" y="262078"/>
                  <a:pt x="196322" y="264742"/>
                  <a:pt x="194093" y="266936"/>
                </a:cubicBezTo>
                <a:lnTo>
                  <a:pt x="171541" y="289488"/>
                </a:lnTo>
                <a:lnTo>
                  <a:pt x="189029" y="289488"/>
                </a:lnTo>
                <a:cubicBezTo>
                  <a:pt x="216427" y="289488"/>
                  <a:pt x="239961" y="279635"/>
                  <a:pt x="259632" y="259907"/>
                </a:cubicBezTo>
                <a:cubicBezTo>
                  <a:pt x="279303" y="240179"/>
                  <a:pt x="289145" y="216553"/>
                  <a:pt x="289145" y="189029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1" name="圖說"/>
          <p:cNvSpPr/>
          <p:nvPr/>
        </p:nvSpPr>
        <p:spPr>
          <a:xfrm>
            <a:off x="8983751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循環</a:t>
            </a:r>
            <a:endParaRPr lang="en-US" sz="950" dirty="0"/>
          </a:p>
        </p:txBody>
      </p:sp>
      <p:sp>
        <p:nvSpPr>
          <p:cNvPr id="192" name="圖示 路徑"/>
          <p:cNvSpPr/>
          <p:nvPr/>
        </p:nvSpPr>
        <p:spPr>
          <a:xfrm>
            <a:off x="9858118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93235" y="313033"/>
                </a:moveTo>
                <a:cubicBezTo>
                  <a:pt x="80947" y="300643"/>
                  <a:pt x="74809" y="285659"/>
                  <a:pt x="74809" y="268079"/>
                </a:cubicBezTo>
                <a:lnTo>
                  <a:pt x="74809" y="133034"/>
                </a:lnTo>
                <a:cubicBezTo>
                  <a:pt x="65585" y="129422"/>
                  <a:pt x="58042" y="123844"/>
                  <a:pt x="52178" y="116300"/>
                </a:cubicBezTo>
                <a:cubicBezTo>
                  <a:pt x="46314" y="108756"/>
                  <a:pt x="43377" y="100150"/>
                  <a:pt x="43377" y="90491"/>
                </a:cubicBezTo>
                <a:cubicBezTo>
                  <a:pt x="43377" y="77918"/>
                  <a:pt x="47789" y="67277"/>
                  <a:pt x="56613" y="58579"/>
                </a:cubicBezTo>
                <a:cubicBezTo>
                  <a:pt x="65448" y="49881"/>
                  <a:pt x="76044" y="45537"/>
                  <a:pt x="88400" y="45537"/>
                </a:cubicBezTo>
                <a:cubicBezTo>
                  <a:pt x="100767" y="45537"/>
                  <a:pt x="111294" y="49903"/>
                  <a:pt x="119992" y="58624"/>
                </a:cubicBezTo>
                <a:cubicBezTo>
                  <a:pt x="128690" y="67346"/>
                  <a:pt x="133034" y="77941"/>
                  <a:pt x="133034" y="90411"/>
                </a:cubicBezTo>
                <a:cubicBezTo>
                  <a:pt x="133034" y="99990"/>
                  <a:pt x="130108" y="108585"/>
                  <a:pt x="124233" y="116186"/>
                </a:cubicBezTo>
                <a:cubicBezTo>
                  <a:pt x="118369" y="123810"/>
                  <a:pt x="110825" y="129410"/>
                  <a:pt x="101601" y="132999"/>
                </a:cubicBezTo>
                <a:lnTo>
                  <a:pt x="101601" y="268079"/>
                </a:lnTo>
                <a:cubicBezTo>
                  <a:pt x="101601" y="278218"/>
                  <a:pt x="105145" y="286870"/>
                  <a:pt x="112220" y="294048"/>
                </a:cubicBezTo>
                <a:cubicBezTo>
                  <a:pt x="119283" y="301226"/>
                  <a:pt x="128096" y="304815"/>
                  <a:pt x="138657" y="304815"/>
                </a:cubicBezTo>
                <a:cubicBezTo>
                  <a:pt x="149139" y="304815"/>
                  <a:pt x="157848" y="301215"/>
                  <a:pt x="164786" y="294014"/>
                </a:cubicBezTo>
                <a:cubicBezTo>
                  <a:pt x="171724" y="286813"/>
                  <a:pt x="175199" y="278160"/>
                  <a:pt x="175199" y="268079"/>
                </a:cubicBezTo>
                <a:lnTo>
                  <a:pt x="175199" y="109031"/>
                </a:lnTo>
                <a:cubicBezTo>
                  <a:pt x="175199" y="91189"/>
                  <a:pt x="181326" y="76147"/>
                  <a:pt x="193590" y="63882"/>
                </a:cubicBezTo>
                <a:cubicBezTo>
                  <a:pt x="205843" y="51629"/>
                  <a:pt x="220908" y="45503"/>
                  <a:pt x="238773" y="45503"/>
                </a:cubicBezTo>
                <a:cubicBezTo>
                  <a:pt x="256638" y="45503"/>
                  <a:pt x="271703" y="51629"/>
                  <a:pt x="283990" y="63882"/>
                </a:cubicBezTo>
                <a:cubicBezTo>
                  <a:pt x="296277" y="76147"/>
                  <a:pt x="302415" y="91189"/>
                  <a:pt x="302415" y="109031"/>
                </a:cubicBezTo>
                <a:lnTo>
                  <a:pt x="302415" y="244076"/>
                </a:lnTo>
                <a:cubicBezTo>
                  <a:pt x="311593" y="247665"/>
                  <a:pt x="319114" y="253243"/>
                  <a:pt x="325012" y="260810"/>
                </a:cubicBezTo>
                <a:cubicBezTo>
                  <a:pt x="330910" y="268376"/>
                  <a:pt x="333847" y="277017"/>
                  <a:pt x="333847" y="286699"/>
                </a:cubicBezTo>
                <a:cubicBezTo>
                  <a:pt x="333847" y="298963"/>
                  <a:pt x="329493" y="309502"/>
                  <a:pt x="320772" y="318337"/>
                </a:cubicBezTo>
                <a:cubicBezTo>
                  <a:pt x="312050" y="327161"/>
                  <a:pt x="301455" y="331573"/>
                  <a:pt x="288985" y="331573"/>
                </a:cubicBezTo>
                <a:cubicBezTo>
                  <a:pt x="276720" y="331573"/>
                  <a:pt x="266182" y="327149"/>
                  <a:pt x="257358" y="318291"/>
                </a:cubicBezTo>
                <a:cubicBezTo>
                  <a:pt x="248522" y="309444"/>
                  <a:pt x="244122" y="298952"/>
                  <a:pt x="244156" y="286824"/>
                </a:cubicBezTo>
                <a:cubicBezTo>
                  <a:pt x="244156" y="277155"/>
                  <a:pt x="247082" y="268468"/>
                  <a:pt x="252957" y="260775"/>
                </a:cubicBezTo>
                <a:cubicBezTo>
                  <a:pt x="258821" y="253072"/>
                  <a:pt x="266365" y="247528"/>
                  <a:pt x="275589" y="244156"/>
                </a:cubicBezTo>
                <a:lnTo>
                  <a:pt x="275589" y="109111"/>
                </a:lnTo>
                <a:cubicBezTo>
                  <a:pt x="275589" y="98767"/>
                  <a:pt x="272045" y="90057"/>
                  <a:pt x="264970" y="82982"/>
                </a:cubicBezTo>
                <a:cubicBezTo>
                  <a:pt x="257907" y="75907"/>
                  <a:pt x="249163" y="72375"/>
                  <a:pt x="238773" y="72375"/>
                </a:cubicBezTo>
                <a:cubicBezTo>
                  <a:pt x="228371" y="72375"/>
                  <a:pt x="219639" y="75907"/>
                  <a:pt x="212564" y="82982"/>
                </a:cubicBezTo>
                <a:cubicBezTo>
                  <a:pt x="205489" y="90057"/>
                  <a:pt x="201957" y="98755"/>
                  <a:pt x="201957" y="109076"/>
                </a:cubicBezTo>
                <a:lnTo>
                  <a:pt x="201957" y="268125"/>
                </a:lnTo>
                <a:cubicBezTo>
                  <a:pt x="201957" y="285670"/>
                  <a:pt x="195819" y="300655"/>
                  <a:pt x="183566" y="313068"/>
                </a:cubicBezTo>
                <a:cubicBezTo>
                  <a:pt x="171301" y="325458"/>
                  <a:pt x="156260" y="331653"/>
                  <a:pt x="138417" y="331653"/>
                </a:cubicBezTo>
                <a:cubicBezTo>
                  <a:pt x="120587" y="331653"/>
                  <a:pt x="105522" y="325458"/>
                  <a:pt x="93235" y="313068"/>
                </a:cubicBezTo>
                <a:close/>
                <a:moveTo>
                  <a:pt x="88365" y="109419"/>
                </a:moveTo>
                <a:cubicBezTo>
                  <a:pt x="93635" y="109419"/>
                  <a:pt x="98104" y="107522"/>
                  <a:pt x="101807" y="103727"/>
                </a:cubicBezTo>
                <a:cubicBezTo>
                  <a:pt x="105499" y="99932"/>
                  <a:pt x="107339" y="95406"/>
                  <a:pt x="107339" y="90171"/>
                </a:cubicBezTo>
                <a:cubicBezTo>
                  <a:pt x="107339" y="84902"/>
                  <a:pt x="105510" y="80444"/>
                  <a:pt x="101841" y="76775"/>
                </a:cubicBezTo>
                <a:cubicBezTo>
                  <a:pt x="98172" y="73106"/>
                  <a:pt x="93635" y="71277"/>
                  <a:pt x="88205" y="71277"/>
                </a:cubicBezTo>
                <a:cubicBezTo>
                  <a:pt x="83050" y="71277"/>
                  <a:pt x="78570" y="73095"/>
                  <a:pt x="74775" y="76730"/>
                </a:cubicBezTo>
                <a:cubicBezTo>
                  <a:pt x="70969" y="80376"/>
                  <a:pt x="69071" y="84891"/>
                  <a:pt x="69071" y="90286"/>
                </a:cubicBezTo>
                <a:cubicBezTo>
                  <a:pt x="69071" y="95429"/>
                  <a:pt x="70969" y="99887"/>
                  <a:pt x="74775" y="103693"/>
                </a:cubicBezTo>
                <a:cubicBezTo>
                  <a:pt x="78570" y="107488"/>
                  <a:pt x="83085" y="109385"/>
                  <a:pt x="88331" y="109385"/>
                </a:cubicBezTo>
                <a:close/>
                <a:moveTo>
                  <a:pt x="289179" y="305878"/>
                </a:moveTo>
                <a:cubicBezTo>
                  <a:pt x="294391" y="305878"/>
                  <a:pt x="298826" y="303981"/>
                  <a:pt x="302495" y="300186"/>
                </a:cubicBezTo>
                <a:cubicBezTo>
                  <a:pt x="306164" y="296380"/>
                  <a:pt x="308016" y="291865"/>
                  <a:pt x="308039" y="286630"/>
                </a:cubicBezTo>
                <a:cubicBezTo>
                  <a:pt x="308039" y="281361"/>
                  <a:pt x="306221" y="276892"/>
                  <a:pt x="302575" y="273223"/>
                </a:cubicBezTo>
                <a:cubicBezTo>
                  <a:pt x="298940" y="269565"/>
                  <a:pt x="294414" y="267725"/>
                  <a:pt x="289019" y="267725"/>
                </a:cubicBezTo>
                <a:cubicBezTo>
                  <a:pt x="283944" y="267725"/>
                  <a:pt x="279486" y="269542"/>
                  <a:pt x="275669" y="273188"/>
                </a:cubicBezTo>
                <a:cubicBezTo>
                  <a:pt x="271817" y="276823"/>
                  <a:pt x="269885" y="281349"/>
                  <a:pt x="269885" y="286744"/>
                </a:cubicBezTo>
                <a:cubicBezTo>
                  <a:pt x="269885" y="291876"/>
                  <a:pt x="271817" y="296346"/>
                  <a:pt x="275669" y="300140"/>
                </a:cubicBezTo>
                <a:cubicBezTo>
                  <a:pt x="279486" y="303935"/>
                  <a:pt x="284001" y="305844"/>
                  <a:pt x="289213" y="305844"/>
                </a:cubicBezTo>
                <a:close/>
                <a:moveTo>
                  <a:pt x="88285" y="90366"/>
                </a:moveTo>
                <a:close/>
                <a:moveTo>
                  <a:pt x="288985" y="286824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3" name="圖說"/>
          <p:cNvSpPr/>
          <p:nvPr/>
        </p:nvSpPr>
        <p:spPr>
          <a:xfrm>
            <a:off x="9677152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路徑</a:t>
            </a:r>
            <a:endParaRPr lang="en-US" sz="950" dirty="0"/>
          </a:p>
        </p:txBody>
      </p:sp>
      <p:sp>
        <p:nvSpPr>
          <p:cNvPr id="194" name="圖示 分流"/>
          <p:cNvSpPr/>
          <p:nvPr/>
        </p:nvSpPr>
        <p:spPr>
          <a:xfrm>
            <a:off x="10551519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75199" y="334716"/>
                </a:moveTo>
                <a:lnTo>
                  <a:pt x="175199" y="271771"/>
                </a:lnTo>
                <a:cubicBezTo>
                  <a:pt x="175199" y="259518"/>
                  <a:pt x="173233" y="249220"/>
                  <a:pt x="169301" y="240887"/>
                </a:cubicBezTo>
                <a:cubicBezTo>
                  <a:pt x="165369" y="232566"/>
                  <a:pt x="158957" y="223971"/>
                  <a:pt x="150053" y="215113"/>
                </a:cubicBezTo>
                <a:lnTo>
                  <a:pt x="169187" y="195979"/>
                </a:lnTo>
                <a:cubicBezTo>
                  <a:pt x="172330" y="198733"/>
                  <a:pt x="175748" y="202505"/>
                  <a:pt x="179440" y="207294"/>
                </a:cubicBezTo>
                <a:cubicBezTo>
                  <a:pt x="183109" y="212095"/>
                  <a:pt x="186160" y="216427"/>
                  <a:pt x="188595" y="220302"/>
                </a:cubicBezTo>
                <a:cubicBezTo>
                  <a:pt x="192916" y="213810"/>
                  <a:pt x="197179" y="208095"/>
                  <a:pt x="201362" y="203168"/>
                </a:cubicBezTo>
                <a:cubicBezTo>
                  <a:pt x="205557" y="198242"/>
                  <a:pt x="209683" y="194081"/>
                  <a:pt x="213741" y="190675"/>
                </a:cubicBezTo>
                <a:cubicBezTo>
                  <a:pt x="229697" y="178239"/>
                  <a:pt x="240967" y="163243"/>
                  <a:pt x="247574" y="145687"/>
                </a:cubicBezTo>
                <a:cubicBezTo>
                  <a:pt x="254192" y="128142"/>
                  <a:pt x="256684" y="106230"/>
                  <a:pt x="255038" y="79953"/>
                </a:cubicBezTo>
                <a:lnTo>
                  <a:pt x="229069" y="105933"/>
                </a:lnTo>
                <a:cubicBezTo>
                  <a:pt x="226394" y="108596"/>
                  <a:pt x="223262" y="109934"/>
                  <a:pt x="219673" y="109934"/>
                </a:cubicBezTo>
                <a:cubicBezTo>
                  <a:pt x="216084" y="109934"/>
                  <a:pt x="212952" y="108596"/>
                  <a:pt x="210289" y="105933"/>
                </a:cubicBezTo>
                <a:cubicBezTo>
                  <a:pt x="207615" y="103259"/>
                  <a:pt x="206277" y="100138"/>
                  <a:pt x="206277" y="96572"/>
                </a:cubicBezTo>
                <a:cubicBezTo>
                  <a:pt x="206277" y="93017"/>
                  <a:pt x="207615" y="89874"/>
                  <a:pt x="210289" y="87142"/>
                </a:cubicBezTo>
                <a:lnTo>
                  <a:pt x="259118" y="38313"/>
                </a:lnTo>
                <a:cubicBezTo>
                  <a:pt x="260478" y="36942"/>
                  <a:pt x="261953" y="35936"/>
                  <a:pt x="263519" y="35284"/>
                </a:cubicBezTo>
                <a:cubicBezTo>
                  <a:pt x="265096" y="34633"/>
                  <a:pt x="266765" y="34301"/>
                  <a:pt x="268548" y="34301"/>
                </a:cubicBezTo>
                <a:cubicBezTo>
                  <a:pt x="270331" y="34301"/>
                  <a:pt x="271988" y="34633"/>
                  <a:pt x="273497" y="35284"/>
                </a:cubicBezTo>
                <a:cubicBezTo>
                  <a:pt x="274994" y="35936"/>
                  <a:pt x="276457" y="36942"/>
                  <a:pt x="277898" y="38313"/>
                </a:cubicBezTo>
                <a:lnTo>
                  <a:pt x="326738" y="87142"/>
                </a:lnTo>
                <a:cubicBezTo>
                  <a:pt x="329413" y="89817"/>
                  <a:pt x="330750" y="92949"/>
                  <a:pt x="330750" y="96538"/>
                </a:cubicBezTo>
                <a:cubicBezTo>
                  <a:pt x="330750" y="100127"/>
                  <a:pt x="329413" y="103259"/>
                  <a:pt x="326738" y="105933"/>
                </a:cubicBezTo>
                <a:cubicBezTo>
                  <a:pt x="324018" y="108596"/>
                  <a:pt x="320874" y="109945"/>
                  <a:pt x="317308" y="109979"/>
                </a:cubicBezTo>
                <a:cubicBezTo>
                  <a:pt x="313754" y="110002"/>
                  <a:pt x="310633" y="108654"/>
                  <a:pt x="307958" y="105933"/>
                </a:cubicBezTo>
                <a:lnTo>
                  <a:pt x="281990" y="79953"/>
                </a:lnTo>
                <a:cubicBezTo>
                  <a:pt x="283110" y="111785"/>
                  <a:pt x="279898" y="137240"/>
                  <a:pt x="272320" y="156340"/>
                </a:cubicBezTo>
                <a:cubicBezTo>
                  <a:pt x="264753" y="175462"/>
                  <a:pt x="251151" y="193773"/>
                  <a:pt x="231503" y="211261"/>
                </a:cubicBezTo>
                <a:cubicBezTo>
                  <a:pt x="219479" y="222062"/>
                  <a:pt x="211546" y="231858"/>
                  <a:pt x="207695" y="240659"/>
                </a:cubicBezTo>
                <a:cubicBezTo>
                  <a:pt x="203843" y="249460"/>
                  <a:pt x="201911" y="259815"/>
                  <a:pt x="201911" y="271737"/>
                </a:cubicBezTo>
                <a:lnTo>
                  <a:pt x="201911" y="334682"/>
                </a:lnTo>
                <a:cubicBezTo>
                  <a:pt x="201911" y="338534"/>
                  <a:pt x="200642" y="341723"/>
                  <a:pt x="198105" y="344260"/>
                </a:cubicBezTo>
                <a:cubicBezTo>
                  <a:pt x="195567" y="346809"/>
                  <a:pt x="192367" y="348078"/>
                  <a:pt x="188515" y="348078"/>
                </a:cubicBezTo>
                <a:cubicBezTo>
                  <a:pt x="184663" y="348078"/>
                  <a:pt x="181474" y="346809"/>
                  <a:pt x="178925" y="344260"/>
                </a:cubicBezTo>
                <a:cubicBezTo>
                  <a:pt x="176388" y="341723"/>
                  <a:pt x="175119" y="338534"/>
                  <a:pt x="175119" y="334682"/>
                </a:cubicBezTo>
                <a:close/>
                <a:moveTo>
                  <a:pt x="97715" y="130485"/>
                </a:moveTo>
                <a:cubicBezTo>
                  <a:pt x="96664" y="125901"/>
                  <a:pt x="95795" y="119078"/>
                  <a:pt x="95086" y="110014"/>
                </a:cubicBezTo>
                <a:cubicBezTo>
                  <a:pt x="94378" y="100950"/>
                  <a:pt x="94286" y="91074"/>
                  <a:pt x="94812" y="80387"/>
                </a:cubicBezTo>
                <a:lnTo>
                  <a:pt x="69312" y="105888"/>
                </a:lnTo>
                <a:cubicBezTo>
                  <a:pt x="66580" y="108562"/>
                  <a:pt x="63425" y="109899"/>
                  <a:pt x="59836" y="109899"/>
                </a:cubicBezTo>
                <a:cubicBezTo>
                  <a:pt x="56247" y="109899"/>
                  <a:pt x="53161" y="108596"/>
                  <a:pt x="50566" y="106002"/>
                </a:cubicBezTo>
                <a:cubicBezTo>
                  <a:pt x="47846" y="103339"/>
                  <a:pt x="46486" y="100207"/>
                  <a:pt x="46486" y="96618"/>
                </a:cubicBezTo>
                <a:cubicBezTo>
                  <a:pt x="46486" y="93029"/>
                  <a:pt x="47846" y="89897"/>
                  <a:pt x="50566" y="87222"/>
                </a:cubicBezTo>
                <a:lnTo>
                  <a:pt x="99212" y="38382"/>
                </a:lnTo>
                <a:cubicBezTo>
                  <a:pt x="100653" y="37022"/>
                  <a:pt x="102127" y="36016"/>
                  <a:pt x="103647" y="35364"/>
                </a:cubicBezTo>
                <a:cubicBezTo>
                  <a:pt x="105167" y="34701"/>
                  <a:pt x="106836" y="34381"/>
                  <a:pt x="108642" y="34381"/>
                </a:cubicBezTo>
                <a:cubicBezTo>
                  <a:pt x="110448" y="34381"/>
                  <a:pt x="112105" y="34701"/>
                  <a:pt x="113626" y="35364"/>
                </a:cubicBezTo>
                <a:cubicBezTo>
                  <a:pt x="115146" y="36016"/>
                  <a:pt x="116632" y="37022"/>
                  <a:pt x="118072" y="38382"/>
                </a:cubicBezTo>
                <a:lnTo>
                  <a:pt x="166832" y="87222"/>
                </a:lnTo>
                <a:cubicBezTo>
                  <a:pt x="169495" y="89817"/>
                  <a:pt x="170833" y="92937"/>
                  <a:pt x="170833" y="96572"/>
                </a:cubicBezTo>
                <a:cubicBezTo>
                  <a:pt x="170833" y="100195"/>
                  <a:pt x="169495" y="103339"/>
                  <a:pt x="166832" y="106002"/>
                </a:cubicBezTo>
                <a:cubicBezTo>
                  <a:pt x="164158" y="108676"/>
                  <a:pt x="161026" y="110014"/>
                  <a:pt x="157437" y="110014"/>
                </a:cubicBezTo>
                <a:cubicBezTo>
                  <a:pt x="153848" y="110014"/>
                  <a:pt x="150716" y="108676"/>
                  <a:pt x="148053" y="106002"/>
                </a:cubicBezTo>
                <a:lnTo>
                  <a:pt x="122152" y="80033"/>
                </a:lnTo>
                <a:cubicBezTo>
                  <a:pt x="121581" y="89623"/>
                  <a:pt x="121421" y="98047"/>
                  <a:pt x="121684" y="105305"/>
                </a:cubicBezTo>
                <a:cubicBezTo>
                  <a:pt x="121947" y="112586"/>
                  <a:pt x="122621" y="118883"/>
                  <a:pt x="123730" y="124198"/>
                </a:cubicBezTo>
                <a:lnTo>
                  <a:pt x="97761" y="130519"/>
                </a:lnTo>
                <a:close/>
                <a:moveTo>
                  <a:pt x="132211" y="198059"/>
                </a:moveTo>
                <a:cubicBezTo>
                  <a:pt x="127502" y="193213"/>
                  <a:pt x="122404" y="186949"/>
                  <a:pt x="116929" y="179245"/>
                </a:cubicBezTo>
                <a:cubicBezTo>
                  <a:pt x="111431" y="171541"/>
                  <a:pt x="107213" y="163358"/>
                  <a:pt x="104276" y="154682"/>
                </a:cubicBezTo>
                <a:lnTo>
                  <a:pt x="131034" y="147847"/>
                </a:lnTo>
                <a:cubicBezTo>
                  <a:pt x="133262" y="153848"/>
                  <a:pt x="136303" y="159689"/>
                  <a:pt x="140155" y="165369"/>
                </a:cubicBezTo>
                <a:cubicBezTo>
                  <a:pt x="143972" y="171084"/>
                  <a:pt x="147561" y="175713"/>
                  <a:pt x="150910" y="179245"/>
                </a:cubicBezTo>
                <a:lnTo>
                  <a:pt x="132257" y="197990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5" name="圖說"/>
          <p:cNvSpPr/>
          <p:nvPr/>
        </p:nvSpPr>
        <p:spPr>
          <a:xfrm>
            <a:off x="10370553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分流</a:t>
            </a:r>
            <a:endParaRPr lang="en-US" sz="950" dirty="0"/>
          </a:p>
        </p:txBody>
      </p:sp>
      <p:sp>
        <p:nvSpPr>
          <p:cNvPr id="196" name="圖示 分歧"/>
          <p:cNvSpPr/>
          <p:nvPr/>
        </p:nvSpPr>
        <p:spPr>
          <a:xfrm>
            <a:off x="11244920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87302" y="106048"/>
                </a:moveTo>
                <a:lnTo>
                  <a:pt x="87302" y="138737"/>
                </a:lnTo>
                <a:cubicBezTo>
                  <a:pt x="87302" y="142509"/>
                  <a:pt x="86011" y="145675"/>
                  <a:pt x="83416" y="148247"/>
                </a:cubicBezTo>
                <a:cubicBezTo>
                  <a:pt x="80822" y="150807"/>
                  <a:pt x="77621" y="152099"/>
                  <a:pt x="73826" y="152099"/>
                </a:cubicBezTo>
                <a:cubicBezTo>
                  <a:pt x="70032" y="152099"/>
                  <a:pt x="66854" y="150807"/>
                  <a:pt x="64317" y="148247"/>
                </a:cubicBezTo>
                <a:cubicBezTo>
                  <a:pt x="61779" y="145675"/>
                  <a:pt x="60510" y="142509"/>
                  <a:pt x="60510" y="138737"/>
                </a:cubicBezTo>
                <a:lnTo>
                  <a:pt x="60510" y="73906"/>
                </a:lnTo>
                <a:cubicBezTo>
                  <a:pt x="60510" y="70134"/>
                  <a:pt x="61791" y="66934"/>
                  <a:pt x="64362" y="64317"/>
                </a:cubicBezTo>
                <a:cubicBezTo>
                  <a:pt x="66923" y="61722"/>
                  <a:pt x="70112" y="60430"/>
                  <a:pt x="73906" y="60430"/>
                </a:cubicBezTo>
                <a:lnTo>
                  <a:pt x="138737" y="60430"/>
                </a:lnTo>
                <a:cubicBezTo>
                  <a:pt x="142509" y="60430"/>
                  <a:pt x="145675" y="61733"/>
                  <a:pt x="148247" y="64362"/>
                </a:cubicBezTo>
                <a:cubicBezTo>
                  <a:pt x="150807" y="66980"/>
                  <a:pt x="152099" y="70192"/>
                  <a:pt x="152099" y="73986"/>
                </a:cubicBezTo>
                <a:cubicBezTo>
                  <a:pt x="152099" y="77781"/>
                  <a:pt x="150807" y="80947"/>
                  <a:pt x="148247" y="83496"/>
                </a:cubicBezTo>
                <a:cubicBezTo>
                  <a:pt x="145675" y="86034"/>
                  <a:pt x="142509" y="87302"/>
                  <a:pt x="138737" y="87302"/>
                </a:cubicBezTo>
                <a:lnTo>
                  <a:pt x="106436" y="87302"/>
                </a:lnTo>
                <a:lnTo>
                  <a:pt x="194767" y="175633"/>
                </a:lnTo>
                <a:cubicBezTo>
                  <a:pt x="197179" y="178034"/>
                  <a:pt x="199111" y="180925"/>
                  <a:pt x="200574" y="184274"/>
                </a:cubicBezTo>
                <a:cubicBezTo>
                  <a:pt x="202048" y="187623"/>
                  <a:pt x="202780" y="191121"/>
                  <a:pt x="202780" y="194767"/>
                </a:cubicBezTo>
                <a:lnTo>
                  <a:pt x="202780" y="303204"/>
                </a:lnTo>
                <a:cubicBezTo>
                  <a:pt x="202780" y="307056"/>
                  <a:pt x="201488" y="310267"/>
                  <a:pt x="198893" y="312828"/>
                </a:cubicBezTo>
                <a:cubicBezTo>
                  <a:pt x="196299" y="315399"/>
                  <a:pt x="193098" y="316680"/>
                  <a:pt x="189304" y="316680"/>
                </a:cubicBezTo>
                <a:cubicBezTo>
                  <a:pt x="185509" y="316680"/>
                  <a:pt x="182331" y="315399"/>
                  <a:pt x="179794" y="312828"/>
                </a:cubicBezTo>
                <a:cubicBezTo>
                  <a:pt x="177256" y="310267"/>
                  <a:pt x="175988" y="307056"/>
                  <a:pt x="175988" y="303204"/>
                </a:cubicBezTo>
                <a:lnTo>
                  <a:pt x="175988" y="194767"/>
                </a:lnTo>
                <a:lnTo>
                  <a:pt x="87302" y="106048"/>
                </a:lnTo>
                <a:close/>
                <a:moveTo>
                  <a:pt x="289922" y="106128"/>
                </a:moveTo>
                <a:lnTo>
                  <a:pt x="233744" y="161997"/>
                </a:lnTo>
                <a:cubicBezTo>
                  <a:pt x="231126" y="164672"/>
                  <a:pt x="227994" y="165998"/>
                  <a:pt x="224348" y="165998"/>
                </a:cubicBezTo>
                <a:cubicBezTo>
                  <a:pt x="220713" y="165998"/>
                  <a:pt x="217547" y="164672"/>
                  <a:pt x="214884" y="161997"/>
                </a:cubicBezTo>
                <a:cubicBezTo>
                  <a:pt x="212209" y="159323"/>
                  <a:pt x="210861" y="156168"/>
                  <a:pt x="210838" y="152522"/>
                </a:cubicBezTo>
                <a:cubicBezTo>
                  <a:pt x="210803" y="148887"/>
                  <a:pt x="212129" y="145778"/>
                  <a:pt x="214804" y="143218"/>
                </a:cubicBezTo>
                <a:lnTo>
                  <a:pt x="270674" y="87222"/>
                </a:lnTo>
                <a:lnTo>
                  <a:pt x="238453" y="87222"/>
                </a:lnTo>
                <a:cubicBezTo>
                  <a:pt x="234681" y="87222"/>
                  <a:pt x="231515" y="85931"/>
                  <a:pt x="228943" y="83336"/>
                </a:cubicBezTo>
                <a:cubicBezTo>
                  <a:pt x="226383" y="80742"/>
                  <a:pt x="225091" y="77541"/>
                  <a:pt x="225091" y="73746"/>
                </a:cubicBezTo>
                <a:cubicBezTo>
                  <a:pt x="225091" y="69952"/>
                  <a:pt x="226383" y="66763"/>
                  <a:pt x="228943" y="64202"/>
                </a:cubicBezTo>
                <a:cubicBezTo>
                  <a:pt x="231515" y="61631"/>
                  <a:pt x="234681" y="60350"/>
                  <a:pt x="238453" y="60350"/>
                </a:cubicBezTo>
                <a:lnTo>
                  <a:pt x="303284" y="60350"/>
                </a:lnTo>
                <a:cubicBezTo>
                  <a:pt x="307056" y="60350"/>
                  <a:pt x="310256" y="61642"/>
                  <a:pt x="312873" y="64237"/>
                </a:cubicBezTo>
                <a:cubicBezTo>
                  <a:pt x="315468" y="66831"/>
                  <a:pt x="316760" y="70032"/>
                  <a:pt x="316760" y="73826"/>
                </a:cubicBezTo>
                <a:lnTo>
                  <a:pt x="316760" y="138657"/>
                </a:lnTo>
                <a:cubicBezTo>
                  <a:pt x="316760" y="142429"/>
                  <a:pt x="315457" y="145595"/>
                  <a:pt x="312828" y="148167"/>
                </a:cubicBezTo>
                <a:cubicBezTo>
                  <a:pt x="310210" y="150727"/>
                  <a:pt x="306998" y="152019"/>
                  <a:pt x="303204" y="152019"/>
                </a:cubicBezTo>
                <a:cubicBezTo>
                  <a:pt x="299409" y="152019"/>
                  <a:pt x="296243" y="150727"/>
                  <a:pt x="293694" y="148167"/>
                </a:cubicBezTo>
                <a:cubicBezTo>
                  <a:pt x="291156" y="145595"/>
                  <a:pt x="289888" y="142429"/>
                  <a:pt x="289888" y="138657"/>
                </a:cubicBezTo>
                <a:lnTo>
                  <a:pt x="289888" y="106048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7" name="圖說"/>
          <p:cNvSpPr/>
          <p:nvPr/>
        </p:nvSpPr>
        <p:spPr>
          <a:xfrm>
            <a:off x="11063954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分歧</a:t>
            </a:r>
            <a:endParaRPr lang="en-US" sz="950" dirty="0"/>
          </a:p>
        </p:txBody>
      </p:sp>
      <p:sp>
        <p:nvSpPr>
          <p:cNvPr id="198" name="圖示 合併"/>
          <p:cNvSpPr/>
          <p:nvPr/>
        </p:nvSpPr>
        <p:spPr>
          <a:xfrm>
            <a:off x="11938321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242979"/>
                </a:moveTo>
                <a:lnTo>
                  <a:pt x="108562" y="323012"/>
                </a:lnTo>
                <a:cubicBezTo>
                  <a:pt x="105888" y="325732"/>
                  <a:pt x="102756" y="327081"/>
                  <a:pt x="99167" y="327058"/>
                </a:cubicBezTo>
                <a:cubicBezTo>
                  <a:pt x="95578" y="327024"/>
                  <a:pt x="92446" y="325675"/>
                  <a:pt x="89783" y="323012"/>
                </a:cubicBezTo>
                <a:cubicBezTo>
                  <a:pt x="87108" y="320337"/>
                  <a:pt x="85771" y="317217"/>
                  <a:pt x="85771" y="313662"/>
                </a:cubicBezTo>
                <a:cubicBezTo>
                  <a:pt x="85771" y="310096"/>
                  <a:pt x="87108" y="306953"/>
                  <a:pt x="89783" y="304232"/>
                </a:cubicBezTo>
                <a:lnTo>
                  <a:pt x="159951" y="234052"/>
                </a:lnTo>
                <a:cubicBezTo>
                  <a:pt x="166055" y="227948"/>
                  <a:pt x="170113" y="222371"/>
                  <a:pt x="172136" y="217319"/>
                </a:cubicBezTo>
                <a:cubicBezTo>
                  <a:pt x="174170" y="212267"/>
                  <a:pt x="175199" y="204723"/>
                  <a:pt x="175199" y="194687"/>
                </a:cubicBezTo>
                <a:lnTo>
                  <a:pt x="175199" y="95635"/>
                </a:lnTo>
                <a:lnTo>
                  <a:pt x="149230" y="121684"/>
                </a:lnTo>
                <a:cubicBezTo>
                  <a:pt x="146555" y="124404"/>
                  <a:pt x="143424" y="125764"/>
                  <a:pt x="139835" y="125764"/>
                </a:cubicBezTo>
                <a:cubicBezTo>
                  <a:pt x="136246" y="125764"/>
                  <a:pt x="133114" y="124404"/>
                  <a:pt x="130451" y="121684"/>
                </a:cubicBezTo>
                <a:cubicBezTo>
                  <a:pt x="127776" y="119009"/>
                  <a:pt x="126439" y="115889"/>
                  <a:pt x="126439" y="112334"/>
                </a:cubicBezTo>
                <a:cubicBezTo>
                  <a:pt x="126439" y="108768"/>
                  <a:pt x="127776" y="105625"/>
                  <a:pt x="130451" y="102904"/>
                </a:cubicBezTo>
                <a:lnTo>
                  <a:pt x="179085" y="54258"/>
                </a:lnTo>
                <a:cubicBezTo>
                  <a:pt x="181760" y="51584"/>
                  <a:pt x="184915" y="50258"/>
                  <a:pt x="188561" y="50258"/>
                </a:cubicBezTo>
                <a:cubicBezTo>
                  <a:pt x="192195" y="50258"/>
                  <a:pt x="195350" y="51584"/>
                  <a:pt x="198025" y="54258"/>
                </a:cubicBezTo>
                <a:lnTo>
                  <a:pt x="246671" y="102904"/>
                </a:lnTo>
                <a:cubicBezTo>
                  <a:pt x="249334" y="105625"/>
                  <a:pt x="250671" y="108768"/>
                  <a:pt x="250671" y="112334"/>
                </a:cubicBezTo>
                <a:cubicBezTo>
                  <a:pt x="250671" y="115889"/>
                  <a:pt x="249334" y="119009"/>
                  <a:pt x="246671" y="121684"/>
                </a:cubicBezTo>
                <a:cubicBezTo>
                  <a:pt x="243996" y="124404"/>
                  <a:pt x="240864" y="125764"/>
                  <a:pt x="237275" y="125764"/>
                </a:cubicBezTo>
                <a:cubicBezTo>
                  <a:pt x="233686" y="125764"/>
                  <a:pt x="230555" y="124438"/>
                  <a:pt x="227891" y="121764"/>
                </a:cubicBezTo>
                <a:lnTo>
                  <a:pt x="201911" y="95669"/>
                </a:lnTo>
                <a:lnTo>
                  <a:pt x="201911" y="194721"/>
                </a:lnTo>
                <a:cubicBezTo>
                  <a:pt x="201911" y="204757"/>
                  <a:pt x="202940" y="212301"/>
                  <a:pt x="204974" y="217353"/>
                </a:cubicBezTo>
                <a:cubicBezTo>
                  <a:pt x="207020" y="222416"/>
                  <a:pt x="211078" y="227994"/>
                  <a:pt x="217159" y="234098"/>
                </a:cubicBezTo>
                <a:lnTo>
                  <a:pt x="287327" y="304267"/>
                </a:lnTo>
                <a:cubicBezTo>
                  <a:pt x="290002" y="306987"/>
                  <a:pt x="291339" y="310142"/>
                  <a:pt x="291339" y="313731"/>
                </a:cubicBezTo>
                <a:cubicBezTo>
                  <a:pt x="291339" y="317320"/>
                  <a:pt x="290002" y="320417"/>
                  <a:pt x="287327" y="323012"/>
                </a:cubicBezTo>
                <a:cubicBezTo>
                  <a:pt x="284664" y="325732"/>
                  <a:pt x="281532" y="327092"/>
                  <a:pt x="277943" y="327092"/>
                </a:cubicBezTo>
                <a:cubicBezTo>
                  <a:pt x="274354" y="327092"/>
                  <a:pt x="271222" y="325732"/>
                  <a:pt x="268548" y="323012"/>
                </a:cubicBezTo>
                <a:lnTo>
                  <a:pt x="188595" y="242979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9" name="圖說"/>
          <p:cNvSpPr/>
          <p:nvPr/>
        </p:nvSpPr>
        <p:spPr>
          <a:xfrm>
            <a:off x="11757355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合併</a:t>
            </a:r>
            <a:endParaRPr lang="en-US" sz="950" dirty="0"/>
          </a:p>
        </p:txBody>
      </p:sp>
      <p:sp>
        <p:nvSpPr>
          <p:cNvPr id="200" name="圖示 樞紐"/>
          <p:cNvSpPr/>
          <p:nvPr/>
        </p:nvSpPr>
        <p:spPr>
          <a:xfrm>
            <a:off x="12631722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58110" y="351027"/>
                </a:moveTo>
                <a:cubicBezTo>
                  <a:pt x="49046" y="341928"/>
                  <a:pt x="44520" y="330830"/>
                  <a:pt x="44520" y="317708"/>
                </a:cubicBezTo>
                <a:cubicBezTo>
                  <a:pt x="44520" y="304587"/>
                  <a:pt x="49092" y="293488"/>
                  <a:pt x="58224" y="284424"/>
                </a:cubicBezTo>
                <a:cubicBezTo>
                  <a:pt x="67368" y="275383"/>
                  <a:pt x="78421" y="270868"/>
                  <a:pt x="91394" y="270868"/>
                </a:cubicBezTo>
                <a:cubicBezTo>
                  <a:pt x="95029" y="270868"/>
                  <a:pt x="98321" y="271188"/>
                  <a:pt x="101247" y="271817"/>
                </a:cubicBezTo>
                <a:cubicBezTo>
                  <a:pt x="104184" y="272445"/>
                  <a:pt x="107053" y="273371"/>
                  <a:pt x="109854" y="274606"/>
                </a:cubicBezTo>
                <a:lnTo>
                  <a:pt x="141961" y="234246"/>
                </a:lnTo>
                <a:cubicBezTo>
                  <a:pt x="137160" y="228280"/>
                  <a:pt x="133457" y="221468"/>
                  <a:pt x="130839" y="213821"/>
                </a:cubicBezTo>
                <a:cubicBezTo>
                  <a:pt x="128222" y="206174"/>
                  <a:pt x="127536" y="198242"/>
                  <a:pt x="128793" y="190047"/>
                </a:cubicBezTo>
                <a:lnTo>
                  <a:pt x="82868" y="173976"/>
                </a:lnTo>
                <a:cubicBezTo>
                  <a:pt x="78798" y="180583"/>
                  <a:pt x="73449" y="185749"/>
                  <a:pt x="66797" y="189498"/>
                </a:cubicBezTo>
                <a:cubicBezTo>
                  <a:pt x="60145" y="193213"/>
                  <a:pt x="52475" y="195076"/>
                  <a:pt x="43811" y="195076"/>
                </a:cubicBezTo>
                <a:cubicBezTo>
                  <a:pt x="30815" y="195076"/>
                  <a:pt x="19740" y="190504"/>
                  <a:pt x="10573" y="181371"/>
                </a:cubicBezTo>
                <a:cubicBezTo>
                  <a:pt x="1429" y="172227"/>
                  <a:pt x="-3143" y="161174"/>
                  <a:pt x="-3143" y="148201"/>
                </a:cubicBezTo>
                <a:cubicBezTo>
                  <a:pt x="-3143" y="135217"/>
                  <a:pt x="1429" y="124118"/>
                  <a:pt x="10573" y="114929"/>
                </a:cubicBezTo>
                <a:cubicBezTo>
                  <a:pt x="19705" y="105762"/>
                  <a:pt x="30792" y="101178"/>
                  <a:pt x="43811" y="101178"/>
                </a:cubicBezTo>
                <a:cubicBezTo>
                  <a:pt x="56796" y="101178"/>
                  <a:pt x="67871" y="105762"/>
                  <a:pt x="77015" y="114929"/>
                </a:cubicBezTo>
                <a:cubicBezTo>
                  <a:pt x="86125" y="124118"/>
                  <a:pt x="90686" y="135217"/>
                  <a:pt x="90686" y="148201"/>
                </a:cubicBezTo>
                <a:lnTo>
                  <a:pt x="90686" y="149459"/>
                </a:lnTo>
                <a:lnTo>
                  <a:pt x="136931" y="165964"/>
                </a:lnTo>
                <a:cubicBezTo>
                  <a:pt x="141641" y="157711"/>
                  <a:pt x="147321" y="151379"/>
                  <a:pt x="153985" y="146944"/>
                </a:cubicBezTo>
                <a:cubicBezTo>
                  <a:pt x="160637" y="142521"/>
                  <a:pt x="167930" y="139355"/>
                  <a:pt x="175862" y="137434"/>
                </a:cubicBezTo>
                <a:lnTo>
                  <a:pt x="175862" y="88285"/>
                </a:lnTo>
                <a:cubicBezTo>
                  <a:pt x="165655" y="85348"/>
                  <a:pt x="157414" y="79541"/>
                  <a:pt x="151150" y="70843"/>
                </a:cubicBezTo>
                <a:cubicBezTo>
                  <a:pt x="144887" y="62145"/>
                  <a:pt x="141766" y="52887"/>
                  <a:pt x="141766" y="43068"/>
                </a:cubicBezTo>
                <a:cubicBezTo>
                  <a:pt x="141766" y="30095"/>
                  <a:pt x="146304" y="19020"/>
                  <a:pt x="155391" y="9818"/>
                </a:cubicBezTo>
                <a:cubicBezTo>
                  <a:pt x="164489" y="629"/>
                  <a:pt x="175588" y="-3955"/>
                  <a:pt x="188709" y="-3932"/>
                </a:cubicBezTo>
                <a:cubicBezTo>
                  <a:pt x="201831" y="-3932"/>
                  <a:pt x="212941" y="652"/>
                  <a:pt x="222028" y="9818"/>
                </a:cubicBezTo>
                <a:cubicBezTo>
                  <a:pt x="231126" y="18985"/>
                  <a:pt x="235664" y="30072"/>
                  <a:pt x="235664" y="43068"/>
                </a:cubicBezTo>
                <a:cubicBezTo>
                  <a:pt x="235664" y="52887"/>
                  <a:pt x="232486" y="62145"/>
                  <a:pt x="226120" y="70843"/>
                </a:cubicBezTo>
                <a:cubicBezTo>
                  <a:pt x="219753" y="79541"/>
                  <a:pt x="211569" y="85348"/>
                  <a:pt x="201557" y="88285"/>
                </a:cubicBezTo>
                <a:lnTo>
                  <a:pt x="201557" y="137480"/>
                </a:lnTo>
                <a:cubicBezTo>
                  <a:pt x="209500" y="139366"/>
                  <a:pt x="216861" y="142532"/>
                  <a:pt x="223639" y="146990"/>
                </a:cubicBezTo>
                <a:cubicBezTo>
                  <a:pt x="230429" y="151436"/>
                  <a:pt x="236212" y="157768"/>
                  <a:pt x="241013" y="165964"/>
                </a:cubicBezTo>
                <a:lnTo>
                  <a:pt x="286744" y="149459"/>
                </a:lnTo>
                <a:lnTo>
                  <a:pt x="286744" y="148167"/>
                </a:lnTo>
                <a:cubicBezTo>
                  <a:pt x="286744" y="135171"/>
                  <a:pt x="291316" y="124084"/>
                  <a:pt x="300460" y="114883"/>
                </a:cubicBezTo>
                <a:cubicBezTo>
                  <a:pt x="309593" y="105716"/>
                  <a:pt x="320646" y="101133"/>
                  <a:pt x="333619" y="101133"/>
                </a:cubicBezTo>
                <a:cubicBezTo>
                  <a:pt x="346603" y="101133"/>
                  <a:pt x="357702" y="105693"/>
                  <a:pt x="366892" y="114803"/>
                </a:cubicBezTo>
                <a:cubicBezTo>
                  <a:pt x="376058" y="123924"/>
                  <a:pt x="380653" y="135045"/>
                  <a:pt x="380653" y="148167"/>
                </a:cubicBezTo>
                <a:cubicBezTo>
                  <a:pt x="380653" y="161289"/>
                  <a:pt x="376058" y="172376"/>
                  <a:pt x="366892" y="181440"/>
                </a:cubicBezTo>
                <a:cubicBezTo>
                  <a:pt x="357702" y="190481"/>
                  <a:pt x="346592" y="194996"/>
                  <a:pt x="333573" y="194996"/>
                </a:cubicBezTo>
                <a:cubicBezTo>
                  <a:pt x="324932" y="194996"/>
                  <a:pt x="317217" y="193144"/>
                  <a:pt x="310439" y="189418"/>
                </a:cubicBezTo>
                <a:cubicBezTo>
                  <a:pt x="303649" y="185703"/>
                  <a:pt x="298334" y="180503"/>
                  <a:pt x="294483" y="173827"/>
                </a:cubicBezTo>
                <a:lnTo>
                  <a:pt x="248637" y="189932"/>
                </a:lnTo>
                <a:cubicBezTo>
                  <a:pt x="249757" y="198185"/>
                  <a:pt x="249105" y="206129"/>
                  <a:pt x="246671" y="213775"/>
                </a:cubicBezTo>
                <a:cubicBezTo>
                  <a:pt x="244236" y="221399"/>
                  <a:pt x="240499" y="228200"/>
                  <a:pt x="235469" y="234178"/>
                </a:cubicBezTo>
                <a:lnTo>
                  <a:pt x="267645" y="274686"/>
                </a:lnTo>
                <a:cubicBezTo>
                  <a:pt x="270445" y="273371"/>
                  <a:pt x="273291" y="272388"/>
                  <a:pt x="276172" y="271737"/>
                </a:cubicBezTo>
                <a:cubicBezTo>
                  <a:pt x="279052" y="271074"/>
                  <a:pt x="282264" y="270754"/>
                  <a:pt x="285796" y="270754"/>
                </a:cubicBezTo>
                <a:cubicBezTo>
                  <a:pt x="299032" y="270754"/>
                  <a:pt x="310187" y="275269"/>
                  <a:pt x="319274" y="284310"/>
                </a:cubicBezTo>
                <a:cubicBezTo>
                  <a:pt x="328361" y="293374"/>
                  <a:pt x="332910" y="304461"/>
                  <a:pt x="332910" y="317583"/>
                </a:cubicBezTo>
                <a:cubicBezTo>
                  <a:pt x="332910" y="330704"/>
                  <a:pt x="328361" y="341814"/>
                  <a:pt x="319274" y="350901"/>
                </a:cubicBezTo>
                <a:cubicBezTo>
                  <a:pt x="310187" y="359999"/>
                  <a:pt x="299077" y="364537"/>
                  <a:pt x="285956" y="364537"/>
                </a:cubicBezTo>
                <a:cubicBezTo>
                  <a:pt x="272834" y="364537"/>
                  <a:pt x="261724" y="359965"/>
                  <a:pt x="252637" y="350821"/>
                </a:cubicBezTo>
                <a:cubicBezTo>
                  <a:pt x="243550" y="341688"/>
                  <a:pt x="239001" y="330590"/>
                  <a:pt x="239001" y="317548"/>
                </a:cubicBezTo>
                <a:cubicBezTo>
                  <a:pt x="239001" y="312130"/>
                  <a:pt x="239733" y="307227"/>
                  <a:pt x="241207" y="302849"/>
                </a:cubicBezTo>
                <a:cubicBezTo>
                  <a:pt x="242670" y="298483"/>
                  <a:pt x="244716" y="294300"/>
                  <a:pt x="247334" y="290322"/>
                </a:cubicBezTo>
                <a:lnTo>
                  <a:pt x="215353" y="250088"/>
                </a:lnTo>
                <a:cubicBezTo>
                  <a:pt x="206940" y="254352"/>
                  <a:pt x="198002" y="256489"/>
                  <a:pt x="188515" y="256489"/>
                </a:cubicBezTo>
                <a:cubicBezTo>
                  <a:pt x="179040" y="256489"/>
                  <a:pt x="170124" y="254352"/>
                  <a:pt x="161803" y="250088"/>
                </a:cubicBezTo>
                <a:lnTo>
                  <a:pt x="130096" y="290711"/>
                </a:lnTo>
                <a:cubicBezTo>
                  <a:pt x="132714" y="294688"/>
                  <a:pt x="134748" y="298803"/>
                  <a:pt x="136223" y="303044"/>
                </a:cubicBezTo>
                <a:cubicBezTo>
                  <a:pt x="137686" y="307296"/>
                  <a:pt x="138417" y="312130"/>
                  <a:pt x="138417" y="317548"/>
                </a:cubicBezTo>
                <a:cubicBezTo>
                  <a:pt x="138417" y="330590"/>
                  <a:pt x="133880" y="341688"/>
                  <a:pt x="124793" y="350821"/>
                </a:cubicBezTo>
                <a:cubicBezTo>
                  <a:pt x="115694" y="359965"/>
                  <a:pt x="104596" y="364537"/>
                  <a:pt x="91474" y="364537"/>
                </a:cubicBezTo>
                <a:cubicBezTo>
                  <a:pt x="78341" y="364537"/>
                  <a:pt x="67254" y="359999"/>
                  <a:pt x="58190" y="350901"/>
                </a:cubicBezTo>
                <a:close/>
                <a:moveTo>
                  <a:pt x="43765" y="169495"/>
                </a:moveTo>
                <a:cubicBezTo>
                  <a:pt x="49720" y="169495"/>
                  <a:pt x="54750" y="167438"/>
                  <a:pt x="58853" y="163335"/>
                </a:cubicBezTo>
                <a:cubicBezTo>
                  <a:pt x="62945" y="159220"/>
                  <a:pt x="64991" y="154179"/>
                  <a:pt x="64991" y="148201"/>
                </a:cubicBezTo>
                <a:cubicBezTo>
                  <a:pt x="64991" y="142201"/>
                  <a:pt x="62934" y="137171"/>
                  <a:pt x="58819" y="133114"/>
                </a:cubicBezTo>
                <a:cubicBezTo>
                  <a:pt x="54704" y="129079"/>
                  <a:pt x="49663" y="127067"/>
                  <a:pt x="43697" y="127067"/>
                </a:cubicBezTo>
                <a:cubicBezTo>
                  <a:pt x="37719" y="127067"/>
                  <a:pt x="32701" y="129090"/>
                  <a:pt x="28644" y="133160"/>
                </a:cubicBezTo>
                <a:cubicBezTo>
                  <a:pt x="24586" y="137217"/>
                  <a:pt x="22551" y="142246"/>
                  <a:pt x="22551" y="148247"/>
                </a:cubicBezTo>
                <a:cubicBezTo>
                  <a:pt x="22551" y="154236"/>
                  <a:pt x="24586" y="159288"/>
                  <a:pt x="28644" y="163369"/>
                </a:cubicBezTo>
                <a:cubicBezTo>
                  <a:pt x="32701" y="167461"/>
                  <a:pt x="37742" y="169495"/>
                  <a:pt x="43765" y="169495"/>
                </a:cubicBezTo>
                <a:close/>
                <a:moveTo>
                  <a:pt x="106516" y="332830"/>
                </a:moveTo>
                <a:cubicBezTo>
                  <a:pt x="110574" y="328773"/>
                  <a:pt x="112608" y="323743"/>
                  <a:pt x="112608" y="317743"/>
                </a:cubicBezTo>
                <a:cubicBezTo>
                  <a:pt x="112608" y="311776"/>
                  <a:pt x="110574" y="306724"/>
                  <a:pt x="106516" y="302621"/>
                </a:cubicBezTo>
                <a:cubicBezTo>
                  <a:pt x="102459" y="298529"/>
                  <a:pt x="97418" y="296483"/>
                  <a:pt x="91394" y="296483"/>
                </a:cubicBezTo>
                <a:cubicBezTo>
                  <a:pt x="85371" y="296483"/>
                  <a:pt x="80319" y="298540"/>
                  <a:pt x="76261" y="302655"/>
                </a:cubicBezTo>
                <a:cubicBezTo>
                  <a:pt x="72203" y="306770"/>
                  <a:pt x="70169" y="311810"/>
                  <a:pt x="70169" y="317788"/>
                </a:cubicBezTo>
                <a:cubicBezTo>
                  <a:pt x="70169" y="323755"/>
                  <a:pt x="72203" y="328773"/>
                  <a:pt x="76261" y="332830"/>
                </a:cubicBezTo>
                <a:cubicBezTo>
                  <a:pt x="80319" y="336888"/>
                  <a:pt x="85371" y="338922"/>
                  <a:pt x="91394" y="338922"/>
                </a:cubicBezTo>
                <a:cubicBezTo>
                  <a:pt x="97418" y="338922"/>
                  <a:pt x="102459" y="336888"/>
                  <a:pt x="106516" y="332830"/>
                </a:cubicBezTo>
                <a:close/>
                <a:moveTo>
                  <a:pt x="203717" y="58270"/>
                </a:moveTo>
                <a:cubicBezTo>
                  <a:pt x="207786" y="54155"/>
                  <a:pt x="209809" y="49115"/>
                  <a:pt x="209809" y="43137"/>
                </a:cubicBezTo>
                <a:cubicBezTo>
                  <a:pt x="209809" y="37170"/>
                  <a:pt x="207786" y="32141"/>
                  <a:pt x="203717" y="28049"/>
                </a:cubicBezTo>
                <a:cubicBezTo>
                  <a:pt x="199659" y="23992"/>
                  <a:pt x="194619" y="21968"/>
                  <a:pt x="188595" y="21968"/>
                </a:cubicBezTo>
                <a:cubicBezTo>
                  <a:pt x="182571" y="21968"/>
                  <a:pt x="177531" y="23992"/>
                  <a:pt x="173473" y="28049"/>
                </a:cubicBezTo>
                <a:cubicBezTo>
                  <a:pt x="169404" y="32141"/>
                  <a:pt x="167381" y="37182"/>
                  <a:pt x="167381" y="43183"/>
                </a:cubicBezTo>
                <a:cubicBezTo>
                  <a:pt x="167381" y="49183"/>
                  <a:pt x="169404" y="54224"/>
                  <a:pt x="173473" y="58304"/>
                </a:cubicBezTo>
                <a:cubicBezTo>
                  <a:pt x="177531" y="62396"/>
                  <a:pt x="182571" y="64442"/>
                  <a:pt x="188595" y="64442"/>
                </a:cubicBezTo>
                <a:cubicBezTo>
                  <a:pt x="194619" y="64442"/>
                  <a:pt x="199659" y="62385"/>
                  <a:pt x="203717" y="58270"/>
                </a:cubicBezTo>
                <a:close/>
                <a:moveTo>
                  <a:pt x="188789" y="229846"/>
                </a:moveTo>
                <a:cubicBezTo>
                  <a:pt x="198059" y="229846"/>
                  <a:pt x="205911" y="226577"/>
                  <a:pt x="212324" y="220028"/>
                </a:cubicBezTo>
                <a:cubicBezTo>
                  <a:pt x="218770" y="213478"/>
                  <a:pt x="221993" y="205569"/>
                  <a:pt x="221993" y="196299"/>
                </a:cubicBezTo>
                <a:cubicBezTo>
                  <a:pt x="221993" y="187029"/>
                  <a:pt x="218770" y="179177"/>
                  <a:pt x="212324" y="172764"/>
                </a:cubicBezTo>
                <a:cubicBezTo>
                  <a:pt x="205889" y="166318"/>
                  <a:pt x="197990" y="163095"/>
                  <a:pt x="188629" y="163095"/>
                </a:cubicBezTo>
                <a:cubicBezTo>
                  <a:pt x="179497" y="163095"/>
                  <a:pt x="171644" y="166318"/>
                  <a:pt x="165095" y="172764"/>
                </a:cubicBezTo>
                <a:cubicBezTo>
                  <a:pt x="158523" y="179200"/>
                  <a:pt x="155242" y="187098"/>
                  <a:pt x="155242" y="196459"/>
                </a:cubicBezTo>
                <a:cubicBezTo>
                  <a:pt x="155242" y="205591"/>
                  <a:pt x="158511" y="213444"/>
                  <a:pt x="165061" y="219993"/>
                </a:cubicBezTo>
                <a:cubicBezTo>
                  <a:pt x="171610" y="226565"/>
                  <a:pt x="179520" y="229846"/>
                  <a:pt x="188789" y="229846"/>
                </a:cubicBezTo>
                <a:close/>
                <a:moveTo>
                  <a:pt x="300929" y="332830"/>
                </a:moveTo>
                <a:cubicBezTo>
                  <a:pt x="304987" y="328773"/>
                  <a:pt x="307021" y="323743"/>
                  <a:pt x="307021" y="317743"/>
                </a:cubicBezTo>
                <a:cubicBezTo>
                  <a:pt x="307021" y="311776"/>
                  <a:pt x="304987" y="306724"/>
                  <a:pt x="300929" y="302621"/>
                </a:cubicBezTo>
                <a:cubicBezTo>
                  <a:pt x="296871" y="298529"/>
                  <a:pt x="291819" y="296483"/>
                  <a:pt x="285796" y="296483"/>
                </a:cubicBezTo>
                <a:cubicBezTo>
                  <a:pt x="279772" y="296483"/>
                  <a:pt x="274731" y="298540"/>
                  <a:pt x="270674" y="302655"/>
                </a:cubicBezTo>
                <a:cubicBezTo>
                  <a:pt x="266616" y="306770"/>
                  <a:pt x="264582" y="311810"/>
                  <a:pt x="264582" y="317788"/>
                </a:cubicBezTo>
                <a:cubicBezTo>
                  <a:pt x="264582" y="323755"/>
                  <a:pt x="266616" y="328773"/>
                  <a:pt x="270674" y="332830"/>
                </a:cubicBezTo>
                <a:cubicBezTo>
                  <a:pt x="274731" y="336888"/>
                  <a:pt x="279772" y="338922"/>
                  <a:pt x="285796" y="338922"/>
                </a:cubicBezTo>
                <a:cubicBezTo>
                  <a:pt x="291819" y="338922"/>
                  <a:pt x="296871" y="336888"/>
                  <a:pt x="300929" y="332830"/>
                </a:cubicBezTo>
                <a:close/>
                <a:moveTo>
                  <a:pt x="348592" y="163335"/>
                </a:moveTo>
                <a:cubicBezTo>
                  <a:pt x="352616" y="159220"/>
                  <a:pt x="354639" y="154179"/>
                  <a:pt x="354639" y="148201"/>
                </a:cubicBezTo>
                <a:cubicBezTo>
                  <a:pt x="354639" y="142201"/>
                  <a:pt x="352604" y="137171"/>
                  <a:pt x="348546" y="133114"/>
                </a:cubicBezTo>
                <a:cubicBezTo>
                  <a:pt x="344489" y="129079"/>
                  <a:pt x="339460" y="127067"/>
                  <a:pt x="333459" y="127067"/>
                </a:cubicBezTo>
                <a:cubicBezTo>
                  <a:pt x="327458" y="127067"/>
                  <a:pt x="322417" y="129090"/>
                  <a:pt x="318337" y="133160"/>
                </a:cubicBezTo>
                <a:cubicBezTo>
                  <a:pt x="314245" y="137217"/>
                  <a:pt x="312199" y="142246"/>
                  <a:pt x="312199" y="148247"/>
                </a:cubicBezTo>
                <a:cubicBezTo>
                  <a:pt x="312199" y="154236"/>
                  <a:pt x="314256" y="159288"/>
                  <a:pt x="318371" y="163369"/>
                </a:cubicBezTo>
                <a:cubicBezTo>
                  <a:pt x="322486" y="167461"/>
                  <a:pt x="327527" y="169495"/>
                  <a:pt x="333505" y="169495"/>
                </a:cubicBezTo>
                <a:cubicBezTo>
                  <a:pt x="339494" y="169495"/>
                  <a:pt x="344523" y="167438"/>
                  <a:pt x="348592" y="163335"/>
                </a:cubicBezTo>
                <a:close/>
                <a:moveTo>
                  <a:pt x="188595" y="43183"/>
                </a:moveTo>
                <a:close/>
                <a:moveTo>
                  <a:pt x="43765" y="148281"/>
                </a:moveTo>
                <a:close/>
                <a:moveTo>
                  <a:pt x="188595" y="196459"/>
                </a:moveTo>
                <a:close/>
                <a:moveTo>
                  <a:pt x="333425" y="148281"/>
                </a:moveTo>
                <a:close/>
                <a:moveTo>
                  <a:pt x="91394" y="317708"/>
                </a:moveTo>
                <a:close/>
                <a:moveTo>
                  <a:pt x="285841" y="317708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1" name="圖說"/>
          <p:cNvSpPr/>
          <p:nvPr/>
        </p:nvSpPr>
        <p:spPr>
          <a:xfrm>
            <a:off x="12450756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樞紐</a:t>
            </a:r>
            <a:endParaRPr lang="en-US" sz="950" dirty="0"/>
          </a:p>
        </p:txBody>
      </p:sp>
      <p:sp>
        <p:nvSpPr>
          <p:cNvPr id="202" name="圖示 付款"/>
          <p:cNvSpPr/>
          <p:nvPr/>
        </p:nvSpPr>
        <p:spPr>
          <a:xfrm>
            <a:off x="13325123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213192" y="210003"/>
                </a:moveTo>
                <a:cubicBezTo>
                  <a:pt x="200094" y="210003"/>
                  <a:pt x="188961" y="205420"/>
                  <a:pt x="179794" y="196253"/>
                </a:cubicBezTo>
                <a:cubicBezTo>
                  <a:pt x="170627" y="187086"/>
                  <a:pt x="166044" y="175953"/>
                  <a:pt x="166044" y="162855"/>
                </a:cubicBezTo>
                <a:cubicBezTo>
                  <a:pt x="166044" y="149767"/>
                  <a:pt x="170627" y="138634"/>
                  <a:pt x="179794" y="129468"/>
                </a:cubicBezTo>
                <a:cubicBezTo>
                  <a:pt x="188961" y="120289"/>
                  <a:pt x="200094" y="115706"/>
                  <a:pt x="213192" y="115706"/>
                </a:cubicBezTo>
                <a:cubicBezTo>
                  <a:pt x="226291" y="115706"/>
                  <a:pt x="237424" y="120289"/>
                  <a:pt x="246591" y="129468"/>
                </a:cubicBezTo>
                <a:cubicBezTo>
                  <a:pt x="255758" y="138634"/>
                  <a:pt x="260341" y="149767"/>
                  <a:pt x="260341" y="162855"/>
                </a:cubicBezTo>
                <a:cubicBezTo>
                  <a:pt x="260341" y="175953"/>
                  <a:pt x="255758" y="187086"/>
                  <a:pt x="246591" y="196253"/>
                </a:cubicBezTo>
                <a:cubicBezTo>
                  <a:pt x="237424" y="205420"/>
                  <a:pt x="226291" y="210003"/>
                  <a:pt x="213192" y="210003"/>
                </a:cubicBezTo>
                <a:close/>
                <a:moveTo>
                  <a:pt x="89737" y="267176"/>
                </a:moveTo>
                <a:cubicBezTo>
                  <a:pt x="82330" y="267176"/>
                  <a:pt x="75987" y="264559"/>
                  <a:pt x="70729" y="259324"/>
                </a:cubicBezTo>
                <a:cubicBezTo>
                  <a:pt x="65482" y="254077"/>
                  <a:pt x="62865" y="247745"/>
                  <a:pt x="62865" y="240304"/>
                </a:cubicBezTo>
                <a:lnTo>
                  <a:pt x="62865" y="85382"/>
                </a:lnTo>
                <a:cubicBezTo>
                  <a:pt x="62865" y="77987"/>
                  <a:pt x="65482" y="71666"/>
                  <a:pt x="70729" y="66397"/>
                </a:cubicBezTo>
                <a:cubicBezTo>
                  <a:pt x="75964" y="61162"/>
                  <a:pt x="82296" y="58544"/>
                  <a:pt x="89737" y="58544"/>
                </a:cubicBezTo>
                <a:lnTo>
                  <a:pt x="336876" y="58544"/>
                </a:lnTo>
                <a:cubicBezTo>
                  <a:pt x="344237" y="58544"/>
                  <a:pt x="350535" y="61173"/>
                  <a:pt x="355782" y="66443"/>
                </a:cubicBezTo>
                <a:cubicBezTo>
                  <a:pt x="361017" y="71700"/>
                  <a:pt x="363634" y="78033"/>
                  <a:pt x="363634" y="85416"/>
                </a:cubicBezTo>
                <a:lnTo>
                  <a:pt x="363634" y="240339"/>
                </a:lnTo>
                <a:cubicBezTo>
                  <a:pt x="363634" y="247757"/>
                  <a:pt x="361017" y="254089"/>
                  <a:pt x="355782" y="259358"/>
                </a:cubicBezTo>
                <a:cubicBezTo>
                  <a:pt x="350535" y="264570"/>
                  <a:pt x="344237" y="267176"/>
                  <a:pt x="336876" y="267176"/>
                </a:cubicBezTo>
                <a:lnTo>
                  <a:pt x="89737" y="267176"/>
                </a:lnTo>
                <a:close/>
                <a:moveTo>
                  <a:pt x="127890" y="241436"/>
                </a:moveTo>
                <a:lnTo>
                  <a:pt x="298609" y="241436"/>
                </a:lnTo>
                <a:cubicBezTo>
                  <a:pt x="298609" y="230440"/>
                  <a:pt x="302404" y="221136"/>
                  <a:pt x="310004" y="213547"/>
                </a:cubicBezTo>
                <a:cubicBezTo>
                  <a:pt x="317594" y="205946"/>
                  <a:pt x="326898" y="202151"/>
                  <a:pt x="337905" y="202151"/>
                </a:cubicBezTo>
                <a:lnTo>
                  <a:pt x="337905" y="123570"/>
                </a:lnTo>
                <a:cubicBezTo>
                  <a:pt x="326898" y="123570"/>
                  <a:pt x="317594" y="119764"/>
                  <a:pt x="310004" y="112140"/>
                </a:cubicBezTo>
                <a:cubicBezTo>
                  <a:pt x="302404" y="104516"/>
                  <a:pt x="298609" y="95223"/>
                  <a:pt x="298609" y="84273"/>
                </a:cubicBezTo>
                <a:lnTo>
                  <a:pt x="127890" y="84273"/>
                </a:lnTo>
                <a:cubicBezTo>
                  <a:pt x="127890" y="95223"/>
                  <a:pt x="124096" y="104516"/>
                  <a:pt x="116495" y="112140"/>
                </a:cubicBezTo>
                <a:cubicBezTo>
                  <a:pt x="108905" y="119764"/>
                  <a:pt x="99601" y="123570"/>
                  <a:pt x="88605" y="123570"/>
                </a:cubicBezTo>
                <a:lnTo>
                  <a:pt x="88605" y="202151"/>
                </a:lnTo>
                <a:cubicBezTo>
                  <a:pt x="99601" y="202151"/>
                  <a:pt x="108905" y="205946"/>
                  <a:pt x="116495" y="213547"/>
                </a:cubicBezTo>
                <a:cubicBezTo>
                  <a:pt x="124096" y="221136"/>
                  <a:pt x="127890" y="230440"/>
                  <a:pt x="127890" y="241436"/>
                </a:cubicBezTo>
                <a:close/>
                <a:moveTo>
                  <a:pt x="300929" y="316485"/>
                </a:moveTo>
                <a:lnTo>
                  <a:pt x="40314" y="316485"/>
                </a:lnTo>
                <a:cubicBezTo>
                  <a:pt x="32953" y="316485"/>
                  <a:pt x="26655" y="313868"/>
                  <a:pt x="21408" y="308633"/>
                </a:cubicBezTo>
                <a:cubicBezTo>
                  <a:pt x="16173" y="303386"/>
                  <a:pt x="13556" y="297089"/>
                  <a:pt x="13556" y="289728"/>
                </a:cubicBezTo>
                <a:lnTo>
                  <a:pt x="13556" y="123410"/>
                </a:lnTo>
                <a:cubicBezTo>
                  <a:pt x="13556" y="119638"/>
                  <a:pt x="14848" y="116460"/>
                  <a:pt x="17442" y="113866"/>
                </a:cubicBezTo>
                <a:cubicBezTo>
                  <a:pt x="20037" y="111271"/>
                  <a:pt x="23226" y="109991"/>
                  <a:pt x="26998" y="110014"/>
                </a:cubicBezTo>
                <a:cubicBezTo>
                  <a:pt x="30792" y="110014"/>
                  <a:pt x="33959" y="111294"/>
                  <a:pt x="36496" y="113866"/>
                </a:cubicBezTo>
                <a:cubicBezTo>
                  <a:pt x="39045" y="116426"/>
                  <a:pt x="40314" y="119615"/>
                  <a:pt x="40314" y="123410"/>
                </a:cubicBezTo>
                <a:lnTo>
                  <a:pt x="40314" y="289728"/>
                </a:lnTo>
                <a:lnTo>
                  <a:pt x="300929" y="289728"/>
                </a:lnTo>
                <a:cubicBezTo>
                  <a:pt x="304701" y="289728"/>
                  <a:pt x="307878" y="291031"/>
                  <a:pt x="310473" y="293614"/>
                </a:cubicBezTo>
                <a:cubicBezTo>
                  <a:pt x="313068" y="296208"/>
                  <a:pt x="314348" y="299409"/>
                  <a:pt x="314325" y="303204"/>
                </a:cubicBezTo>
                <a:cubicBezTo>
                  <a:pt x="314325" y="306998"/>
                  <a:pt x="313045" y="310176"/>
                  <a:pt x="310473" y="312713"/>
                </a:cubicBezTo>
                <a:cubicBezTo>
                  <a:pt x="307913" y="315251"/>
                  <a:pt x="304724" y="316531"/>
                  <a:pt x="300929" y="316531"/>
                </a:cubicBezTo>
                <a:close/>
                <a:moveTo>
                  <a:pt x="88605" y="241436"/>
                </a:moveTo>
                <a:lnTo>
                  <a:pt x="88605" y="84273"/>
                </a:lnTo>
                <a:lnTo>
                  <a:pt x="88605" y="241436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3" name="圖說"/>
          <p:cNvSpPr/>
          <p:nvPr/>
        </p:nvSpPr>
        <p:spPr>
          <a:xfrm>
            <a:off x="13144157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付款</a:t>
            </a:r>
            <a:endParaRPr lang="en-US" sz="950" dirty="0"/>
          </a:p>
        </p:txBody>
      </p:sp>
      <p:sp>
        <p:nvSpPr>
          <p:cNvPr id="204" name="圖示 金額"/>
          <p:cNvSpPr/>
          <p:nvPr/>
        </p:nvSpPr>
        <p:spPr>
          <a:xfrm>
            <a:off x="14018524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9189" y="331059"/>
                </a:moveTo>
                <a:cubicBezTo>
                  <a:pt x="185600" y="331059"/>
                  <a:pt x="182640" y="329927"/>
                  <a:pt x="180308" y="327641"/>
                </a:cubicBezTo>
                <a:cubicBezTo>
                  <a:pt x="177977" y="325366"/>
                  <a:pt x="176811" y="322417"/>
                  <a:pt x="176811" y="318806"/>
                </a:cubicBezTo>
                <a:lnTo>
                  <a:pt x="176811" y="297866"/>
                </a:lnTo>
                <a:cubicBezTo>
                  <a:pt x="163975" y="295717"/>
                  <a:pt x="153093" y="291179"/>
                  <a:pt x="144155" y="284264"/>
                </a:cubicBezTo>
                <a:cubicBezTo>
                  <a:pt x="135228" y="277349"/>
                  <a:pt x="128233" y="268628"/>
                  <a:pt x="123181" y="258101"/>
                </a:cubicBezTo>
                <a:cubicBezTo>
                  <a:pt x="121741" y="254958"/>
                  <a:pt x="121764" y="251677"/>
                  <a:pt x="123250" y="248282"/>
                </a:cubicBezTo>
                <a:cubicBezTo>
                  <a:pt x="124747" y="244842"/>
                  <a:pt x="127227" y="242407"/>
                  <a:pt x="130679" y="240967"/>
                </a:cubicBezTo>
                <a:cubicBezTo>
                  <a:pt x="133742" y="239664"/>
                  <a:pt x="136897" y="239687"/>
                  <a:pt x="140155" y="241047"/>
                </a:cubicBezTo>
                <a:cubicBezTo>
                  <a:pt x="143366" y="242407"/>
                  <a:pt x="145927" y="244693"/>
                  <a:pt x="147813" y="247882"/>
                </a:cubicBezTo>
                <a:cubicBezTo>
                  <a:pt x="152476" y="256523"/>
                  <a:pt x="158534" y="262981"/>
                  <a:pt x="165998" y="267256"/>
                </a:cubicBezTo>
                <a:cubicBezTo>
                  <a:pt x="173473" y="271520"/>
                  <a:pt x="181954" y="273657"/>
                  <a:pt x="191464" y="273657"/>
                </a:cubicBezTo>
                <a:cubicBezTo>
                  <a:pt x="203854" y="273657"/>
                  <a:pt x="213958" y="270617"/>
                  <a:pt x="221799" y="264547"/>
                </a:cubicBezTo>
                <a:cubicBezTo>
                  <a:pt x="229629" y="258467"/>
                  <a:pt x="233549" y="250146"/>
                  <a:pt x="233549" y="239596"/>
                </a:cubicBezTo>
                <a:cubicBezTo>
                  <a:pt x="233549" y="228383"/>
                  <a:pt x="229926" y="219650"/>
                  <a:pt x="222702" y="213387"/>
                </a:cubicBezTo>
                <a:cubicBezTo>
                  <a:pt x="215467" y="207123"/>
                  <a:pt x="201922" y="200791"/>
                  <a:pt x="182068" y="194367"/>
                </a:cubicBezTo>
                <a:cubicBezTo>
                  <a:pt x="163346" y="188481"/>
                  <a:pt x="149287" y="180434"/>
                  <a:pt x="139915" y="170250"/>
                </a:cubicBezTo>
                <a:cubicBezTo>
                  <a:pt x="130565" y="160089"/>
                  <a:pt x="125890" y="147447"/>
                  <a:pt x="125890" y="132337"/>
                </a:cubicBezTo>
                <a:cubicBezTo>
                  <a:pt x="125890" y="118106"/>
                  <a:pt x="130462" y="106048"/>
                  <a:pt x="139595" y="96149"/>
                </a:cubicBezTo>
                <a:cubicBezTo>
                  <a:pt x="148739" y="86239"/>
                  <a:pt x="161117" y="80479"/>
                  <a:pt x="176731" y="78856"/>
                </a:cubicBezTo>
                <a:lnTo>
                  <a:pt x="176731" y="58304"/>
                </a:lnTo>
                <a:cubicBezTo>
                  <a:pt x="176731" y="54715"/>
                  <a:pt x="177897" y="51766"/>
                  <a:pt x="180228" y="49469"/>
                </a:cubicBezTo>
                <a:cubicBezTo>
                  <a:pt x="182560" y="47160"/>
                  <a:pt x="185520" y="46017"/>
                  <a:pt x="189109" y="46051"/>
                </a:cubicBezTo>
                <a:cubicBezTo>
                  <a:pt x="192698" y="46051"/>
                  <a:pt x="195624" y="47183"/>
                  <a:pt x="197910" y="49469"/>
                </a:cubicBezTo>
                <a:cubicBezTo>
                  <a:pt x="200185" y="51744"/>
                  <a:pt x="201328" y="54693"/>
                  <a:pt x="201328" y="58304"/>
                </a:cubicBezTo>
                <a:lnTo>
                  <a:pt x="201328" y="78856"/>
                </a:lnTo>
                <a:cubicBezTo>
                  <a:pt x="210701" y="80296"/>
                  <a:pt x="219182" y="83245"/>
                  <a:pt x="226748" y="87691"/>
                </a:cubicBezTo>
                <a:cubicBezTo>
                  <a:pt x="234338" y="92149"/>
                  <a:pt x="240659" y="97978"/>
                  <a:pt x="245688" y="105179"/>
                </a:cubicBezTo>
                <a:cubicBezTo>
                  <a:pt x="247654" y="108059"/>
                  <a:pt x="248042" y="111145"/>
                  <a:pt x="246865" y="114414"/>
                </a:cubicBezTo>
                <a:cubicBezTo>
                  <a:pt x="245688" y="117718"/>
                  <a:pt x="243368" y="120084"/>
                  <a:pt x="239904" y="121524"/>
                </a:cubicBezTo>
                <a:cubicBezTo>
                  <a:pt x="236898" y="122884"/>
                  <a:pt x="233732" y="123033"/>
                  <a:pt x="230406" y="121958"/>
                </a:cubicBezTo>
                <a:cubicBezTo>
                  <a:pt x="227068" y="120884"/>
                  <a:pt x="224142" y="118815"/>
                  <a:pt x="221605" y="115752"/>
                </a:cubicBezTo>
                <a:cubicBezTo>
                  <a:pt x="217982" y="111294"/>
                  <a:pt x="213547" y="107979"/>
                  <a:pt x="208277" y="105808"/>
                </a:cubicBezTo>
                <a:cubicBezTo>
                  <a:pt x="203020" y="103636"/>
                  <a:pt x="196733" y="102550"/>
                  <a:pt x="189418" y="102550"/>
                </a:cubicBezTo>
                <a:cubicBezTo>
                  <a:pt x="177691" y="102550"/>
                  <a:pt x="168444" y="105156"/>
                  <a:pt x="161677" y="110368"/>
                </a:cubicBezTo>
                <a:cubicBezTo>
                  <a:pt x="154922" y="115580"/>
                  <a:pt x="151539" y="122712"/>
                  <a:pt x="151539" y="131776"/>
                </a:cubicBezTo>
                <a:cubicBezTo>
                  <a:pt x="151539" y="141366"/>
                  <a:pt x="155288" y="149173"/>
                  <a:pt x="162786" y="155197"/>
                </a:cubicBezTo>
                <a:cubicBezTo>
                  <a:pt x="170273" y="161220"/>
                  <a:pt x="184743" y="167552"/>
                  <a:pt x="206197" y="174170"/>
                </a:cubicBezTo>
                <a:cubicBezTo>
                  <a:pt x="224142" y="179805"/>
                  <a:pt x="237458" y="187863"/>
                  <a:pt x="246156" y="198345"/>
                </a:cubicBezTo>
                <a:cubicBezTo>
                  <a:pt x="254958" y="208815"/>
                  <a:pt x="259358" y="222073"/>
                  <a:pt x="259358" y="238098"/>
                </a:cubicBezTo>
                <a:cubicBezTo>
                  <a:pt x="259358" y="254786"/>
                  <a:pt x="254455" y="268251"/>
                  <a:pt x="244659" y="278492"/>
                </a:cubicBezTo>
                <a:cubicBezTo>
                  <a:pt x="234864" y="288733"/>
                  <a:pt x="220450" y="295317"/>
                  <a:pt x="201408" y="298254"/>
                </a:cubicBezTo>
                <a:lnTo>
                  <a:pt x="201408" y="318806"/>
                </a:lnTo>
                <a:cubicBezTo>
                  <a:pt x="201408" y="322395"/>
                  <a:pt x="200254" y="325344"/>
                  <a:pt x="197945" y="327641"/>
                </a:cubicBezTo>
                <a:cubicBezTo>
                  <a:pt x="195613" y="329927"/>
                  <a:pt x="192698" y="331059"/>
                  <a:pt x="189189" y="331059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5" name="圖說"/>
          <p:cNvSpPr/>
          <p:nvPr/>
        </p:nvSpPr>
        <p:spPr>
          <a:xfrm>
            <a:off x="13837558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金額</a:t>
            </a:r>
            <a:endParaRPr lang="en-US" sz="950" dirty="0"/>
          </a:p>
        </p:txBody>
      </p:sp>
      <p:sp>
        <p:nvSpPr>
          <p:cNvPr id="206" name="圖示 節省"/>
          <p:cNvSpPr/>
          <p:nvPr/>
        </p:nvSpPr>
        <p:spPr>
          <a:xfrm>
            <a:off x="843905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89817" y="332396"/>
                </a:moveTo>
                <a:cubicBezTo>
                  <a:pt x="83370" y="332396"/>
                  <a:pt x="77335" y="330281"/>
                  <a:pt x="71700" y="326029"/>
                </a:cubicBezTo>
                <a:cubicBezTo>
                  <a:pt x="66077" y="321789"/>
                  <a:pt x="62351" y="316600"/>
                  <a:pt x="60545" y="310473"/>
                </a:cubicBezTo>
                <a:cubicBezTo>
                  <a:pt x="53995" y="288082"/>
                  <a:pt x="48589" y="268754"/>
                  <a:pt x="44326" y="252477"/>
                </a:cubicBezTo>
                <a:cubicBezTo>
                  <a:pt x="40051" y="236212"/>
                  <a:pt x="36645" y="221913"/>
                  <a:pt x="34107" y="209580"/>
                </a:cubicBezTo>
                <a:cubicBezTo>
                  <a:pt x="31558" y="197236"/>
                  <a:pt x="29764" y="186320"/>
                  <a:pt x="28724" y="176811"/>
                </a:cubicBezTo>
                <a:cubicBezTo>
                  <a:pt x="27649" y="167244"/>
                  <a:pt x="27112" y="158077"/>
                  <a:pt x="27112" y="149310"/>
                </a:cubicBezTo>
                <a:cubicBezTo>
                  <a:pt x="27112" y="124576"/>
                  <a:pt x="35730" y="103579"/>
                  <a:pt x="52967" y="86319"/>
                </a:cubicBezTo>
                <a:cubicBezTo>
                  <a:pt x="70203" y="69060"/>
                  <a:pt x="91177" y="60430"/>
                  <a:pt x="115912" y="60430"/>
                </a:cubicBezTo>
                <a:lnTo>
                  <a:pt x="196847" y="60430"/>
                </a:lnTo>
                <a:cubicBezTo>
                  <a:pt x="204106" y="51001"/>
                  <a:pt x="213272" y="43400"/>
                  <a:pt x="224348" y="37639"/>
                </a:cubicBezTo>
                <a:cubicBezTo>
                  <a:pt x="235435" y="31878"/>
                  <a:pt x="247585" y="28998"/>
                  <a:pt x="260810" y="28998"/>
                </a:cubicBezTo>
                <a:cubicBezTo>
                  <a:pt x="268228" y="28998"/>
                  <a:pt x="274411" y="31513"/>
                  <a:pt x="279361" y="36542"/>
                </a:cubicBezTo>
                <a:cubicBezTo>
                  <a:pt x="284276" y="41571"/>
                  <a:pt x="286744" y="47663"/>
                  <a:pt x="286744" y="54807"/>
                </a:cubicBezTo>
                <a:cubicBezTo>
                  <a:pt x="286744" y="56487"/>
                  <a:pt x="286550" y="58156"/>
                  <a:pt x="286150" y="59802"/>
                </a:cubicBezTo>
                <a:cubicBezTo>
                  <a:pt x="285761" y="61448"/>
                  <a:pt x="285304" y="62979"/>
                  <a:pt x="284778" y="64397"/>
                </a:cubicBezTo>
                <a:cubicBezTo>
                  <a:pt x="283784" y="67014"/>
                  <a:pt x="282870" y="69689"/>
                  <a:pt x="282024" y="72409"/>
                </a:cubicBezTo>
                <a:cubicBezTo>
                  <a:pt x="281167" y="75107"/>
                  <a:pt x="280469" y="78101"/>
                  <a:pt x="279944" y="81370"/>
                </a:cubicBezTo>
                <a:lnTo>
                  <a:pt x="314016" y="115432"/>
                </a:lnTo>
                <a:lnTo>
                  <a:pt x="336682" y="115432"/>
                </a:lnTo>
                <a:cubicBezTo>
                  <a:pt x="340454" y="115432"/>
                  <a:pt x="343632" y="116746"/>
                  <a:pt x="346226" y="119363"/>
                </a:cubicBezTo>
                <a:cubicBezTo>
                  <a:pt x="348798" y="121958"/>
                  <a:pt x="350078" y="125159"/>
                  <a:pt x="350078" y="128953"/>
                </a:cubicBezTo>
                <a:lnTo>
                  <a:pt x="350078" y="219365"/>
                </a:lnTo>
                <a:cubicBezTo>
                  <a:pt x="350078" y="222428"/>
                  <a:pt x="349255" y="225148"/>
                  <a:pt x="347609" y="227537"/>
                </a:cubicBezTo>
                <a:cubicBezTo>
                  <a:pt x="345952" y="229914"/>
                  <a:pt x="343666" y="231526"/>
                  <a:pt x="340728" y="232360"/>
                </a:cubicBezTo>
                <a:lnTo>
                  <a:pt x="304781" y="244076"/>
                </a:lnTo>
                <a:lnTo>
                  <a:pt x="284116" y="313308"/>
                </a:lnTo>
                <a:cubicBezTo>
                  <a:pt x="282355" y="319068"/>
                  <a:pt x="279121" y="323698"/>
                  <a:pt x="274411" y="327218"/>
                </a:cubicBezTo>
                <a:cubicBezTo>
                  <a:pt x="269691" y="330727"/>
                  <a:pt x="264296" y="332476"/>
                  <a:pt x="258215" y="332476"/>
                </a:cubicBezTo>
                <a:lnTo>
                  <a:pt x="214610" y="332476"/>
                </a:lnTo>
                <a:cubicBezTo>
                  <a:pt x="207580" y="332476"/>
                  <a:pt x="201488" y="330190"/>
                  <a:pt x="196299" y="325606"/>
                </a:cubicBezTo>
                <a:cubicBezTo>
                  <a:pt x="191110" y="321023"/>
                  <a:pt x="188264" y="315457"/>
                  <a:pt x="187772" y="308907"/>
                </a:cubicBezTo>
                <a:lnTo>
                  <a:pt x="187772" y="301043"/>
                </a:lnTo>
                <a:lnTo>
                  <a:pt x="157483" y="301043"/>
                </a:lnTo>
                <a:lnTo>
                  <a:pt x="157483" y="308907"/>
                </a:lnTo>
                <a:cubicBezTo>
                  <a:pt x="156980" y="315457"/>
                  <a:pt x="154134" y="321023"/>
                  <a:pt x="148956" y="325606"/>
                </a:cubicBezTo>
                <a:cubicBezTo>
                  <a:pt x="143789" y="330190"/>
                  <a:pt x="137697" y="332476"/>
                  <a:pt x="130679" y="332476"/>
                </a:cubicBezTo>
                <a:lnTo>
                  <a:pt x="89817" y="332476"/>
                </a:lnTo>
                <a:close/>
                <a:moveTo>
                  <a:pt x="87108" y="305638"/>
                </a:moveTo>
                <a:lnTo>
                  <a:pt x="131148" y="305638"/>
                </a:lnTo>
                <a:lnTo>
                  <a:pt x="131148" y="274206"/>
                </a:lnTo>
                <a:lnTo>
                  <a:pt x="214061" y="274206"/>
                </a:lnTo>
                <a:lnTo>
                  <a:pt x="214061" y="305638"/>
                </a:lnTo>
                <a:lnTo>
                  <a:pt x="258101" y="305638"/>
                </a:lnTo>
                <a:lnTo>
                  <a:pt x="282812" y="223251"/>
                </a:lnTo>
                <a:lnTo>
                  <a:pt x="323206" y="209695"/>
                </a:lnTo>
                <a:lnTo>
                  <a:pt x="323206" y="142349"/>
                </a:lnTo>
                <a:lnTo>
                  <a:pt x="302769" y="142349"/>
                </a:lnTo>
                <a:lnTo>
                  <a:pt x="252477" y="92057"/>
                </a:lnTo>
                <a:cubicBezTo>
                  <a:pt x="252740" y="87737"/>
                  <a:pt x="253460" y="82365"/>
                  <a:pt x="254638" y="75952"/>
                </a:cubicBezTo>
                <a:cubicBezTo>
                  <a:pt x="255826" y="69529"/>
                  <a:pt x="257461" y="62362"/>
                  <a:pt x="259552" y="54453"/>
                </a:cubicBezTo>
                <a:cubicBezTo>
                  <a:pt x="248477" y="57390"/>
                  <a:pt x="238647" y="61779"/>
                  <a:pt x="230086" y="67620"/>
                </a:cubicBezTo>
                <a:cubicBezTo>
                  <a:pt x="221491" y="73438"/>
                  <a:pt x="215215" y="80021"/>
                  <a:pt x="211261" y="87382"/>
                </a:cubicBezTo>
                <a:lnTo>
                  <a:pt x="115912" y="87382"/>
                </a:lnTo>
                <a:cubicBezTo>
                  <a:pt x="98778" y="87382"/>
                  <a:pt x="84159" y="93429"/>
                  <a:pt x="72055" y="105533"/>
                </a:cubicBezTo>
                <a:cubicBezTo>
                  <a:pt x="59962" y="117638"/>
                  <a:pt x="53904" y="132257"/>
                  <a:pt x="53904" y="149379"/>
                </a:cubicBezTo>
                <a:cubicBezTo>
                  <a:pt x="53904" y="160386"/>
                  <a:pt x="56773" y="179508"/>
                  <a:pt x="62511" y="206746"/>
                </a:cubicBezTo>
                <a:cubicBezTo>
                  <a:pt x="68249" y="233984"/>
                  <a:pt x="76444" y="266971"/>
                  <a:pt x="87108" y="305684"/>
                </a:cubicBezTo>
                <a:close/>
                <a:moveTo>
                  <a:pt x="263644" y="170524"/>
                </a:moveTo>
                <a:cubicBezTo>
                  <a:pt x="266993" y="167198"/>
                  <a:pt x="268674" y="163083"/>
                  <a:pt x="268674" y="158180"/>
                </a:cubicBezTo>
                <a:cubicBezTo>
                  <a:pt x="268674" y="153288"/>
                  <a:pt x="266993" y="149173"/>
                  <a:pt x="263644" y="145847"/>
                </a:cubicBezTo>
                <a:cubicBezTo>
                  <a:pt x="260284" y="142521"/>
                  <a:pt x="256181" y="140852"/>
                  <a:pt x="251300" y="140852"/>
                </a:cubicBezTo>
                <a:cubicBezTo>
                  <a:pt x="246431" y="140852"/>
                  <a:pt x="242316" y="142521"/>
                  <a:pt x="238967" y="145847"/>
                </a:cubicBezTo>
                <a:cubicBezTo>
                  <a:pt x="235618" y="149173"/>
                  <a:pt x="233938" y="153288"/>
                  <a:pt x="233938" y="158180"/>
                </a:cubicBezTo>
                <a:cubicBezTo>
                  <a:pt x="233938" y="163083"/>
                  <a:pt x="235618" y="167198"/>
                  <a:pt x="238967" y="170524"/>
                </a:cubicBezTo>
                <a:cubicBezTo>
                  <a:pt x="242316" y="173850"/>
                  <a:pt x="246431" y="175508"/>
                  <a:pt x="251300" y="175508"/>
                </a:cubicBezTo>
                <a:cubicBezTo>
                  <a:pt x="256181" y="175508"/>
                  <a:pt x="260284" y="173850"/>
                  <a:pt x="263644" y="170524"/>
                </a:cubicBezTo>
                <a:close/>
                <a:moveTo>
                  <a:pt x="191270" y="137046"/>
                </a:moveTo>
                <a:cubicBezTo>
                  <a:pt x="194962" y="137046"/>
                  <a:pt x="198036" y="135800"/>
                  <a:pt x="200505" y="133308"/>
                </a:cubicBezTo>
                <a:cubicBezTo>
                  <a:pt x="202985" y="130828"/>
                  <a:pt x="204231" y="127742"/>
                  <a:pt x="204231" y="124084"/>
                </a:cubicBezTo>
                <a:cubicBezTo>
                  <a:pt x="204231" y="120415"/>
                  <a:pt x="202985" y="117352"/>
                  <a:pt x="200505" y="114883"/>
                </a:cubicBezTo>
                <a:cubicBezTo>
                  <a:pt x="198013" y="112425"/>
                  <a:pt x="194939" y="111191"/>
                  <a:pt x="191270" y="111191"/>
                </a:cubicBezTo>
                <a:lnTo>
                  <a:pt x="135514" y="111191"/>
                </a:lnTo>
                <a:cubicBezTo>
                  <a:pt x="131822" y="111191"/>
                  <a:pt x="128759" y="112448"/>
                  <a:pt x="126324" y="114963"/>
                </a:cubicBezTo>
                <a:cubicBezTo>
                  <a:pt x="123878" y="117478"/>
                  <a:pt x="122667" y="120552"/>
                  <a:pt x="122667" y="124198"/>
                </a:cubicBezTo>
                <a:cubicBezTo>
                  <a:pt x="122667" y="127833"/>
                  <a:pt x="123913" y="130885"/>
                  <a:pt x="126393" y="133354"/>
                </a:cubicBezTo>
                <a:cubicBezTo>
                  <a:pt x="128885" y="135788"/>
                  <a:pt x="131959" y="137011"/>
                  <a:pt x="135628" y="137011"/>
                </a:cubicBezTo>
                <a:lnTo>
                  <a:pt x="191304" y="137011"/>
                </a:lnTo>
                <a:close/>
                <a:moveTo>
                  <a:pt x="188595" y="179954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7" name="圖說"/>
          <p:cNvSpPr/>
          <p:nvPr/>
        </p:nvSpPr>
        <p:spPr>
          <a:xfrm>
            <a:off x="662940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節省</a:t>
            </a:r>
            <a:endParaRPr lang="en-US" sz="950" dirty="0"/>
          </a:p>
        </p:txBody>
      </p:sp>
      <p:sp>
        <p:nvSpPr>
          <p:cNvPr id="208" name="圖示 收益"/>
          <p:cNvSpPr/>
          <p:nvPr/>
        </p:nvSpPr>
        <p:spPr>
          <a:xfrm>
            <a:off x="1537306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348112"/>
                </a:moveTo>
                <a:cubicBezTo>
                  <a:pt x="166718" y="348112"/>
                  <a:pt x="146098" y="343940"/>
                  <a:pt x="126713" y="335585"/>
                </a:cubicBezTo>
                <a:cubicBezTo>
                  <a:pt x="107328" y="327229"/>
                  <a:pt x="90377" y="315799"/>
                  <a:pt x="75872" y="301318"/>
                </a:cubicBezTo>
                <a:cubicBezTo>
                  <a:pt x="61391" y="286836"/>
                  <a:pt x="49961" y="269885"/>
                  <a:pt x="41605" y="250477"/>
                </a:cubicBezTo>
                <a:cubicBezTo>
                  <a:pt x="33250" y="231092"/>
                  <a:pt x="29078" y="210472"/>
                  <a:pt x="29078" y="188595"/>
                </a:cubicBezTo>
                <a:cubicBezTo>
                  <a:pt x="29078" y="166467"/>
                  <a:pt x="33250" y="145698"/>
                  <a:pt x="41605" y="126324"/>
                </a:cubicBezTo>
                <a:cubicBezTo>
                  <a:pt x="49961" y="106939"/>
                  <a:pt x="61391" y="90057"/>
                  <a:pt x="75872" y="75678"/>
                </a:cubicBezTo>
                <a:cubicBezTo>
                  <a:pt x="90354" y="61299"/>
                  <a:pt x="107305" y="49926"/>
                  <a:pt x="126713" y="41571"/>
                </a:cubicBezTo>
                <a:cubicBezTo>
                  <a:pt x="146121" y="33193"/>
                  <a:pt x="166764" y="28998"/>
                  <a:pt x="188629" y="28998"/>
                </a:cubicBezTo>
                <a:cubicBezTo>
                  <a:pt x="210769" y="28998"/>
                  <a:pt x="231538" y="33170"/>
                  <a:pt x="250946" y="41525"/>
                </a:cubicBezTo>
                <a:cubicBezTo>
                  <a:pt x="270354" y="49881"/>
                  <a:pt x="287236" y="61253"/>
                  <a:pt x="301592" y="75632"/>
                </a:cubicBezTo>
                <a:cubicBezTo>
                  <a:pt x="315948" y="89988"/>
                  <a:pt x="327321" y="106871"/>
                  <a:pt x="335699" y="126279"/>
                </a:cubicBezTo>
                <a:cubicBezTo>
                  <a:pt x="344077" y="145687"/>
                  <a:pt x="348272" y="166467"/>
                  <a:pt x="348272" y="188595"/>
                </a:cubicBezTo>
                <a:cubicBezTo>
                  <a:pt x="348272" y="210472"/>
                  <a:pt x="344077" y="231103"/>
                  <a:pt x="335699" y="250523"/>
                </a:cubicBezTo>
                <a:cubicBezTo>
                  <a:pt x="327321" y="269931"/>
                  <a:pt x="315948" y="286870"/>
                  <a:pt x="301592" y="301363"/>
                </a:cubicBezTo>
                <a:cubicBezTo>
                  <a:pt x="287213" y="315845"/>
                  <a:pt x="270331" y="327264"/>
                  <a:pt x="250946" y="335619"/>
                </a:cubicBezTo>
                <a:cubicBezTo>
                  <a:pt x="231560" y="343974"/>
                  <a:pt x="210803" y="348158"/>
                  <a:pt x="188675" y="348158"/>
                </a:cubicBezTo>
                <a:close/>
                <a:moveTo>
                  <a:pt x="188595" y="321354"/>
                </a:moveTo>
                <a:cubicBezTo>
                  <a:pt x="225525" y="321354"/>
                  <a:pt x="256878" y="308416"/>
                  <a:pt x="282652" y="282538"/>
                </a:cubicBezTo>
                <a:cubicBezTo>
                  <a:pt x="308427" y="256661"/>
                  <a:pt x="321320" y="225342"/>
                  <a:pt x="321320" y="188595"/>
                </a:cubicBezTo>
                <a:cubicBezTo>
                  <a:pt x="321320" y="151665"/>
                  <a:pt x="308427" y="120312"/>
                  <a:pt x="282652" y="94538"/>
                </a:cubicBezTo>
                <a:cubicBezTo>
                  <a:pt x="256878" y="68763"/>
                  <a:pt x="225502" y="55870"/>
                  <a:pt x="188515" y="55870"/>
                </a:cubicBezTo>
                <a:cubicBezTo>
                  <a:pt x="151790" y="55870"/>
                  <a:pt x="120506" y="68763"/>
                  <a:pt x="94652" y="94538"/>
                </a:cubicBezTo>
                <a:cubicBezTo>
                  <a:pt x="68774" y="120312"/>
                  <a:pt x="55836" y="151688"/>
                  <a:pt x="55836" y="188675"/>
                </a:cubicBezTo>
                <a:cubicBezTo>
                  <a:pt x="55836" y="225400"/>
                  <a:pt x="68774" y="256684"/>
                  <a:pt x="94652" y="282538"/>
                </a:cubicBezTo>
                <a:cubicBezTo>
                  <a:pt x="120529" y="308416"/>
                  <a:pt x="151848" y="321354"/>
                  <a:pt x="188595" y="321354"/>
                </a:cubicBezTo>
                <a:close/>
                <a:moveTo>
                  <a:pt x="188595" y="188595"/>
                </a:moveTo>
                <a:close/>
                <a:moveTo>
                  <a:pt x="196059" y="298060"/>
                </a:moveTo>
                <a:cubicBezTo>
                  <a:pt x="198265" y="295854"/>
                  <a:pt x="199362" y="293157"/>
                  <a:pt x="199362" y="289968"/>
                </a:cubicBezTo>
                <a:lnTo>
                  <a:pt x="199362" y="281281"/>
                </a:lnTo>
                <a:cubicBezTo>
                  <a:pt x="215021" y="279498"/>
                  <a:pt x="227388" y="274217"/>
                  <a:pt x="236452" y="265450"/>
                </a:cubicBezTo>
                <a:cubicBezTo>
                  <a:pt x="245516" y="256672"/>
                  <a:pt x="250043" y="245322"/>
                  <a:pt x="250043" y="231377"/>
                </a:cubicBezTo>
                <a:cubicBezTo>
                  <a:pt x="250043" y="217627"/>
                  <a:pt x="246282" y="206632"/>
                  <a:pt x="238773" y="198379"/>
                </a:cubicBezTo>
                <a:cubicBezTo>
                  <a:pt x="231252" y="190149"/>
                  <a:pt x="218244" y="183017"/>
                  <a:pt x="199751" y="176971"/>
                </a:cubicBezTo>
                <a:cubicBezTo>
                  <a:pt x="183360" y="171461"/>
                  <a:pt x="172124" y="166044"/>
                  <a:pt x="166044" y="160694"/>
                </a:cubicBezTo>
                <a:cubicBezTo>
                  <a:pt x="159986" y="155357"/>
                  <a:pt x="156968" y="148419"/>
                  <a:pt x="156968" y="139880"/>
                </a:cubicBezTo>
                <a:cubicBezTo>
                  <a:pt x="156968" y="132039"/>
                  <a:pt x="159837" y="125913"/>
                  <a:pt x="165575" y="121489"/>
                </a:cubicBezTo>
                <a:cubicBezTo>
                  <a:pt x="171301" y="117055"/>
                  <a:pt x="179131" y="114849"/>
                  <a:pt x="189029" y="114849"/>
                </a:cubicBezTo>
                <a:cubicBezTo>
                  <a:pt x="195316" y="114849"/>
                  <a:pt x="200928" y="116015"/>
                  <a:pt x="205877" y="118346"/>
                </a:cubicBezTo>
                <a:cubicBezTo>
                  <a:pt x="210838" y="120678"/>
                  <a:pt x="215158" y="124221"/>
                  <a:pt x="218850" y="128988"/>
                </a:cubicBezTo>
                <a:cubicBezTo>
                  <a:pt x="220839" y="131274"/>
                  <a:pt x="223228" y="132759"/>
                  <a:pt x="226005" y="133468"/>
                </a:cubicBezTo>
                <a:cubicBezTo>
                  <a:pt x="228771" y="134154"/>
                  <a:pt x="231412" y="133788"/>
                  <a:pt x="233892" y="132371"/>
                </a:cubicBezTo>
                <a:cubicBezTo>
                  <a:pt x="236910" y="130874"/>
                  <a:pt x="238830" y="128633"/>
                  <a:pt x="239676" y="125650"/>
                </a:cubicBezTo>
                <a:cubicBezTo>
                  <a:pt x="240533" y="122667"/>
                  <a:pt x="240019" y="119901"/>
                  <a:pt x="238098" y="117363"/>
                </a:cubicBezTo>
                <a:cubicBezTo>
                  <a:pt x="233595" y="111077"/>
                  <a:pt x="228189" y="106128"/>
                  <a:pt x="221879" y="102504"/>
                </a:cubicBezTo>
                <a:cubicBezTo>
                  <a:pt x="215593" y="98892"/>
                  <a:pt x="208346" y="96629"/>
                  <a:pt x="200151" y="95715"/>
                </a:cubicBezTo>
                <a:lnTo>
                  <a:pt x="200151" y="87142"/>
                </a:lnTo>
                <a:cubicBezTo>
                  <a:pt x="200151" y="83896"/>
                  <a:pt x="199019" y="81256"/>
                  <a:pt x="196767" y="79210"/>
                </a:cubicBezTo>
                <a:cubicBezTo>
                  <a:pt x="194516" y="77164"/>
                  <a:pt x="191921" y="76170"/>
                  <a:pt x="188984" y="76227"/>
                </a:cubicBezTo>
                <a:cubicBezTo>
                  <a:pt x="186023" y="76227"/>
                  <a:pt x="183360" y="77244"/>
                  <a:pt x="180971" y="79290"/>
                </a:cubicBezTo>
                <a:cubicBezTo>
                  <a:pt x="178594" y="81336"/>
                  <a:pt x="177394" y="83976"/>
                  <a:pt x="177394" y="87222"/>
                </a:cubicBezTo>
                <a:lnTo>
                  <a:pt x="177394" y="95795"/>
                </a:lnTo>
                <a:cubicBezTo>
                  <a:pt x="163860" y="97749"/>
                  <a:pt x="153265" y="102721"/>
                  <a:pt x="145607" y="110677"/>
                </a:cubicBezTo>
                <a:cubicBezTo>
                  <a:pt x="137983" y="118643"/>
                  <a:pt x="134177" y="128507"/>
                  <a:pt x="134177" y="140269"/>
                </a:cubicBezTo>
                <a:cubicBezTo>
                  <a:pt x="134177" y="153311"/>
                  <a:pt x="137606" y="163700"/>
                  <a:pt x="144475" y="171427"/>
                </a:cubicBezTo>
                <a:cubicBezTo>
                  <a:pt x="151333" y="179154"/>
                  <a:pt x="164089" y="186515"/>
                  <a:pt x="182743" y="193510"/>
                </a:cubicBezTo>
                <a:cubicBezTo>
                  <a:pt x="200711" y="200322"/>
                  <a:pt x="212632" y="206289"/>
                  <a:pt x="218496" y="211421"/>
                </a:cubicBezTo>
                <a:cubicBezTo>
                  <a:pt x="224359" y="216530"/>
                  <a:pt x="227297" y="223205"/>
                  <a:pt x="227297" y="231458"/>
                </a:cubicBezTo>
                <a:cubicBezTo>
                  <a:pt x="227297" y="239927"/>
                  <a:pt x="223868" y="247048"/>
                  <a:pt x="216999" y="252832"/>
                </a:cubicBezTo>
                <a:cubicBezTo>
                  <a:pt x="210141" y="258627"/>
                  <a:pt x="201579" y="261518"/>
                  <a:pt x="191304" y="261518"/>
                </a:cubicBezTo>
                <a:cubicBezTo>
                  <a:pt x="182743" y="261518"/>
                  <a:pt x="174913" y="259461"/>
                  <a:pt x="167815" y="255346"/>
                </a:cubicBezTo>
                <a:cubicBezTo>
                  <a:pt x="160717" y="251266"/>
                  <a:pt x="155208" y="245471"/>
                  <a:pt x="151310" y="237984"/>
                </a:cubicBezTo>
                <a:cubicBezTo>
                  <a:pt x="149870" y="235709"/>
                  <a:pt x="147973" y="233938"/>
                  <a:pt x="145607" y="232681"/>
                </a:cubicBezTo>
                <a:cubicBezTo>
                  <a:pt x="143252" y="231446"/>
                  <a:pt x="140806" y="231252"/>
                  <a:pt x="138269" y="232086"/>
                </a:cubicBezTo>
                <a:cubicBezTo>
                  <a:pt x="134680" y="233446"/>
                  <a:pt x="132302" y="235618"/>
                  <a:pt x="131148" y="238567"/>
                </a:cubicBezTo>
                <a:cubicBezTo>
                  <a:pt x="130005" y="241504"/>
                  <a:pt x="130405" y="244476"/>
                  <a:pt x="132371" y="247494"/>
                </a:cubicBezTo>
                <a:cubicBezTo>
                  <a:pt x="137663" y="256272"/>
                  <a:pt x="143938" y="263336"/>
                  <a:pt x="151196" y="268708"/>
                </a:cubicBezTo>
                <a:cubicBezTo>
                  <a:pt x="158443" y="274080"/>
                  <a:pt x="166924" y="278012"/>
                  <a:pt x="176616" y="280492"/>
                </a:cubicBezTo>
                <a:lnTo>
                  <a:pt x="176616" y="290242"/>
                </a:lnTo>
                <a:cubicBezTo>
                  <a:pt x="176616" y="293305"/>
                  <a:pt x="177782" y="295923"/>
                  <a:pt x="180114" y="298094"/>
                </a:cubicBezTo>
                <a:cubicBezTo>
                  <a:pt x="182434" y="300278"/>
                  <a:pt x="185143" y="301363"/>
                  <a:pt x="188206" y="301363"/>
                </a:cubicBezTo>
                <a:cubicBezTo>
                  <a:pt x="191212" y="301363"/>
                  <a:pt x="193830" y="300255"/>
                  <a:pt x="196059" y="298060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9" name="圖說"/>
          <p:cNvSpPr/>
          <p:nvPr/>
        </p:nvSpPr>
        <p:spPr>
          <a:xfrm>
            <a:off x="1356341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收益</a:t>
            </a:r>
            <a:endParaRPr lang="en-US" sz="950" dirty="0"/>
          </a:p>
        </p:txBody>
      </p:sp>
      <p:sp>
        <p:nvSpPr>
          <p:cNvPr id="210" name="圖示 財務"/>
          <p:cNvSpPr/>
          <p:nvPr/>
        </p:nvSpPr>
        <p:spPr>
          <a:xfrm>
            <a:off x="2230707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81130" y="270320"/>
                </a:moveTo>
                <a:lnTo>
                  <a:pt x="81130" y="162855"/>
                </a:lnTo>
                <a:cubicBezTo>
                  <a:pt x="81130" y="159266"/>
                  <a:pt x="82376" y="156237"/>
                  <a:pt x="84868" y="153745"/>
                </a:cubicBezTo>
                <a:cubicBezTo>
                  <a:pt x="87359" y="151253"/>
                  <a:pt x="90434" y="150007"/>
                  <a:pt x="94103" y="150007"/>
                </a:cubicBezTo>
                <a:cubicBezTo>
                  <a:pt x="97772" y="150007"/>
                  <a:pt x="100801" y="151253"/>
                  <a:pt x="103213" y="153745"/>
                </a:cubicBezTo>
                <a:cubicBezTo>
                  <a:pt x="105625" y="156237"/>
                  <a:pt x="106836" y="159266"/>
                  <a:pt x="106836" y="162855"/>
                </a:cubicBezTo>
                <a:lnTo>
                  <a:pt x="106836" y="270400"/>
                </a:lnTo>
                <a:cubicBezTo>
                  <a:pt x="106836" y="274034"/>
                  <a:pt x="105602" y="277086"/>
                  <a:pt x="103133" y="279555"/>
                </a:cubicBezTo>
                <a:cubicBezTo>
                  <a:pt x="100675" y="281990"/>
                  <a:pt x="97612" y="283213"/>
                  <a:pt x="93943" y="283213"/>
                </a:cubicBezTo>
                <a:cubicBezTo>
                  <a:pt x="90274" y="283213"/>
                  <a:pt x="87211" y="281967"/>
                  <a:pt x="84753" y="279475"/>
                </a:cubicBezTo>
                <a:cubicBezTo>
                  <a:pt x="82319" y="276983"/>
                  <a:pt x="81096" y="273920"/>
                  <a:pt x="81096" y="270285"/>
                </a:cubicBezTo>
                <a:close/>
                <a:moveTo>
                  <a:pt x="177359" y="270400"/>
                </a:moveTo>
                <a:lnTo>
                  <a:pt x="177359" y="162855"/>
                </a:lnTo>
                <a:cubicBezTo>
                  <a:pt x="177359" y="159266"/>
                  <a:pt x="178605" y="156237"/>
                  <a:pt x="181085" y="153745"/>
                </a:cubicBezTo>
                <a:cubicBezTo>
                  <a:pt x="183577" y="151253"/>
                  <a:pt x="186629" y="150007"/>
                  <a:pt x="190241" y="150007"/>
                </a:cubicBezTo>
                <a:cubicBezTo>
                  <a:pt x="193864" y="150007"/>
                  <a:pt x="196882" y="151253"/>
                  <a:pt x="199316" y="153745"/>
                </a:cubicBezTo>
                <a:cubicBezTo>
                  <a:pt x="201762" y="156237"/>
                  <a:pt x="202974" y="159266"/>
                  <a:pt x="202974" y="162855"/>
                </a:cubicBezTo>
                <a:lnTo>
                  <a:pt x="202974" y="270400"/>
                </a:lnTo>
                <a:cubicBezTo>
                  <a:pt x="202974" y="273989"/>
                  <a:pt x="201728" y="277029"/>
                  <a:pt x="199248" y="279509"/>
                </a:cubicBezTo>
                <a:cubicBezTo>
                  <a:pt x="196756" y="282001"/>
                  <a:pt x="193704" y="283247"/>
                  <a:pt x="190092" y="283247"/>
                </a:cubicBezTo>
                <a:cubicBezTo>
                  <a:pt x="186469" y="283247"/>
                  <a:pt x="183452" y="282001"/>
                  <a:pt x="181017" y="279509"/>
                </a:cubicBezTo>
                <a:cubicBezTo>
                  <a:pt x="178571" y="277029"/>
                  <a:pt x="177359" y="273989"/>
                  <a:pt x="177359" y="270400"/>
                </a:cubicBezTo>
                <a:close/>
                <a:moveTo>
                  <a:pt x="42474" y="331413"/>
                </a:moveTo>
                <a:cubicBezTo>
                  <a:pt x="38702" y="331413"/>
                  <a:pt x="35524" y="330121"/>
                  <a:pt x="32930" y="327527"/>
                </a:cubicBezTo>
                <a:cubicBezTo>
                  <a:pt x="30335" y="324932"/>
                  <a:pt x="29044" y="321743"/>
                  <a:pt x="29078" y="317937"/>
                </a:cubicBezTo>
                <a:cubicBezTo>
                  <a:pt x="29078" y="314142"/>
                  <a:pt x="30358" y="310976"/>
                  <a:pt x="32930" y="308427"/>
                </a:cubicBezTo>
                <a:cubicBezTo>
                  <a:pt x="35490" y="305890"/>
                  <a:pt x="38679" y="304621"/>
                  <a:pt x="42474" y="304621"/>
                </a:cubicBezTo>
                <a:lnTo>
                  <a:pt x="334716" y="304621"/>
                </a:lnTo>
                <a:cubicBezTo>
                  <a:pt x="338488" y="304621"/>
                  <a:pt x="341688" y="305913"/>
                  <a:pt x="344306" y="308507"/>
                </a:cubicBezTo>
                <a:cubicBezTo>
                  <a:pt x="346901" y="311102"/>
                  <a:pt x="348192" y="314302"/>
                  <a:pt x="348192" y="318097"/>
                </a:cubicBezTo>
                <a:cubicBezTo>
                  <a:pt x="348192" y="321892"/>
                  <a:pt x="346901" y="325069"/>
                  <a:pt x="344306" y="327607"/>
                </a:cubicBezTo>
                <a:cubicBezTo>
                  <a:pt x="341711" y="330144"/>
                  <a:pt x="338511" y="331413"/>
                  <a:pt x="334716" y="331413"/>
                </a:cubicBezTo>
                <a:lnTo>
                  <a:pt x="42474" y="331413"/>
                </a:lnTo>
                <a:close/>
                <a:moveTo>
                  <a:pt x="270320" y="270320"/>
                </a:moveTo>
                <a:lnTo>
                  <a:pt x="270320" y="162855"/>
                </a:lnTo>
                <a:cubicBezTo>
                  <a:pt x="270320" y="159266"/>
                  <a:pt x="271565" y="156237"/>
                  <a:pt x="274057" y="153745"/>
                </a:cubicBezTo>
                <a:cubicBezTo>
                  <a:pt x="276537" y="151253"/>
                  <a:pt x="279624" y="150007"/>
                  <a:pt x="283281" y="150007"/>
                </a:cubicBezTo>
                <a:cubicBezTo>
                  <a:pt x="286950" y="150007"/>
                  <a:pt x="289991" y="151253"/>
                  <a:pt x="292402" y="153745"/>
                </a:cubicBezTo>
                <a:cubicBezTo>
                  <a:pt x="294814" y="156237"/>
                  <a:pt x="296014" y="159266"/>
                  <a:pt x="296014" y="162855"/>
                </a:cubicBezTo>
                <a:lnTo>
                  <a:pt x="296014" y="270400"/>
                </a:lnTo>
                <a:cubicBezTo>
                  <a:pt x="296014" y="274034"/>
                  <a:pt x="294780" y="277086"/>
                  <a:pt x="292322" y="279555"/>
                </a:cubicBezTo>
                <a:cubicBezTo>
                  <a:pt x="289865" y="281990"/>
                  <a:pt x="286790" y="283213"/>
                  <a:pt x="283133" y="283213"/>
                </a:cubicBezTo>
                <a:cubicBezTo>
                  <a:pt x="279464" y="283213"/>
                  <a:pt x="276400" y="281967"/>
                  <a:pt x="273931" y="279475"/>
                </a:cubicBezTo>
                <a:cubicBezTo>
                  <a:pt x="271497" y="276983"/>
                  <a:pt x="270285" y="273920"/>
                  <a:pt x="270285" y="270285"/>
                </a:cubicBezTo>
                <a:close/>
                <a:moveTo>
                  <a:pt x="336019" y="128633"/>
                </a:moveTo>
                <a:lnTo>
                  <a:pt x="39799" y="128633"/>
                </a:lnTo>
                <a:cubicBezTo>
                  <a:pt x="36793" y="128633"/>
                  <a:pt x="34244" y="127593"/>
                  <a:pt x="32175" y="125490"/>
                </a:cubicBezTo>
                <a:cubicBezTo>
                  <a:pt x="30107" y="123398"/>
                  <a:pt x="29078" y="120872"/>
                  <a:pt x="29078" y="117912"/>
                </a:cubicBezTo>
                <a:lnTo>
                  <a:pt x="29078" y="110094"/>
                </a:lnTo>
                <a:cubicBezTo>
                  <a:pt x="29078" y="108208"/>
                  <a:pt x="29604" y="106402"/>
                  <a:pt x="30644" y="104676"/>
                </a:cubicBezTo>
                <a:cubicBezTo>
                  <a:pt x="31695" y="102939"/>
                  <a:pt x="33033" y="101590"/>
                  <a:pt x="34656" y="100618"/>
                </a:cubicBezTo>
                <a:lnTo>
                  <a:pt x="175393" y="20471"/>
                </a:lnTo>
                <a:cubicBezTo>
                  <a:pt x="179485" y="18197"/>
                  <a:pt x="183886" y="17054"/>
                  <a:pt x="188595" y="17054"/>
                </a:cubicBezTo>
                <a:cubicBezTo>
                  <a:pt x="193316" y="17054"/>
                  <a:pt x="197716" y="18197"/>
                  <a:pt x="201797" y="20471"/>
                </a:cubicBezTo>
                <a:lnTo>
                  <a:pt x="341986" y="100150"/>
                </a:lnTo>
                <a:cubicBezTo>
                  <a:pt x="343872" y="101384"/>
                  <a:pt x="345380" y="102939"/>
                  <a:pt x="346500" y="104825"/>
                </a:cubicBezTo>
                <a:cubicBezTo>
                  <a:pt x="347632" y="106710"/>
                  <a:pt x="348192" y="108825"/>
                  <a:pt x="348192" y="111157"/>
                </a:cubicBezTo>
                <a:lnTo>
                  <a:pt x="348192" y="115912"/>
                </a:lnTo>
                <a:cubicBezTo>
                  <a:pt x="348192" y="119501"/>
                  <a:pt x="347026" y="122507"/>
                  <a:pt x="344695" y="124941"/>
                </a:cubicBezTo>
                <a:cubicBezTo>
                  <a:pt x="342363" y="127376"/>
                  <a:pt x="339471" y="128599"/>
                  <a:pt x="336019" y="128599"/>
                </a:cubicBezTo>
                <a:close/>
                <a:moveTo>
                  <a:pt x="87737" y="101761"/>
                </a:moveTo>
                <a:lnTo>
                  <a:pt x="289419" y="101761"/>
                </a:lnTo>
                <a:lnTo>
                  <a:pt x="87737" y="101761"/>
                </a:lnTo>
                <a:close/>
                <a:moveTo>
                  <a:pt x="87737" y="101761"/>
                </a:moveTo>
                <a:lnTo>
                  <a:pt x="289419" y="101761"/>
                </a:lnTo>
                <a:lnTo>
                  <a:pt x="188595" y="43925"/>
                </a:lnTo>
                <a:lnTo>
                  <a:pt x="87737" y="101761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1" name="圖說"/>
          <p:cNvSpPr/>
          <p:nvPr/>
        </p:nvSpPr>
        <p:spPr>
          <a:xfrm>
            <a:off x="2049742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財務</a:t>
            </a:r>
            <a:endParaRPr lang="en-US" sz="950" dirty="0"/>
          </a:p>
        </p:txBody>
      </p:sp>
      <p:sp>
        <p:nvSpPr>
          <p:cNvPr id="212" name="圖示 報價"/>
          <p:cNvSpPr/>
          <p:nvPr/>
        </p:nvSpPr>
        <p:spPr>
          <a:xfrm>
            <a:off x="2924108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76262" y="282584"/>
                </a:moveTo>
                <a:lnTo>
                  <a:pt x="176262" y="291659"/>
                </a:lnTo>
                <a:cubicBezTo>
                  <a:pt x="176262" y="293465"/>
                  <a:pt x="176936" y="295020"/>
                  <a:pt x="178297" y="296334"/>
                </a:cubicBezTo>
                <a:cubicBezTo>
                  <a:pt x="179668" y="297637"/>
                  <a:pt x="181223" y="298300"/>
                  <a:pt x="182971" y="298300"/>
                </a:cubicBezTo>
                <a:lnTo>
                  <a:pt x="194287" y="298300"/>
                </a:lnTo>
                <a:cubicBezTo>
                  <a:pt x="196047" y="298300"/>
                  <a:pt x="197590" y="297614"/>
                  <a:pt x="198928" y="296254"/>
                </a:cubicBezTo>
                <a:cubicBezTo>
                  <a:pt x="200265" y="294917"/>
                  <a:pt x="200928" y="293340"/>
                  <a:pt x="200928" y="291534"/>
                </a:cubicBezTo>
                <a:lnTo>
                  <a:pt x="200928" y="282538"/>
                </a:lnTo>
                <a:lnTo>
                  <a:pt x="223959" y="282538"/>
                </a:lnTo>
                <a:cubicBezTo>
                  <a:pt x="227514" y="282538"/>
                  <a:pt x="230463" y="281372"/>
                  <a:pt x="232795" y="279041"/>
                </a:cubicBezTo>
                <a:cubicBezTo>
                  <a:pt x="235127" y="276709"/>
                  <a:pt x="236292" y="273794"/>
                  <a:pt x="236292" y="270285"/>
                </a:cubicBezTo>
                <a:lnTo>
                  <a:pt x="236292" y="218610"/>
                </a:lnTo>
                <a:cubicBezTo>
                  <a:pt x="236292" y="215101"/>
                  <a:pt x="235127" y="212175"/>
                  <a:pt x="232795" y="209809"/>
                </a:cubicBezTo>
                <a:cubicBezTo>
                  <a:pt x="230463" y="207455"/>
                  <a:pt x="227503" y="206277"/>
                  <a:pt x="223914" y="206277"/>
                </a:cubicBezTo>
                <a:lnTo>
                  <a:pt x="165575" y="206277"/>
                </a:lnTo>
                <a:lnTo>
                  <a:pt x="165575" y="179325"/>
                </a:lnTo>
                <a:lnTo>
                  <a:pt x="224039" y="179325"/>
                </a:lnTo>
                <a:cubicBezTo>
                  <a:pt x="227514" y="179325"/>
                  <a:pt x="230429" y="178125"/>
                  <a:pt x="232761" y="175748"/>
                </a:cubicBezTo>
                <a:cubicBezTo>
                  <a:pt x="235115" y="173359"/>
                  <a:pt x="236292" y="170433"/>
                  <a:pt x="236292" y="166947"/>
                </a:cubicBezTo>
                <a:cubicBezTo>
                  <a:pt x="236292" y="163460"/>
                  <a:pt x="235115" y="160557"/>
                  <a:pt x="232761" y="158225"/>
                </a:cubicBezTo>
                <a:cubicBezTo>
                  <a:pt x="230406" y="155894"/>
                  <a:pt x="227491" y="154728"/>
                  <a:pt x="224039" y="154728"/>
                </a:cubicBezTo>
                <a:lnTo>
                  <a:pt x="200928" y="154728"/>
                </a:lnTo>
                <a:lnTo>
                  <a:pt x="200928" y="145652"/>
                </a:lnTo>
                <a:cubicBezTo>
                  <a:pt x="200928" y="143892"/>
                  <a:pt x="200254" y="142349"/>
                  <a:pt x="198893" y="141012"/>
                </a:cubicBezTo>
                <a:cubicBezTo>
                  <a:pt x="197522" y="139675"/>
                  <a:pt x="195967" y="139012"/>
                  <a:pt x="194219" y="139012"/>
                </a:cubicBezTo>
                <a:lnTo>
                  <a:pt x="182903" y="139012"/>
                </a:lnTo>
                <a:cubicBezTo>
                  <a:pt x="181143" y="139012"/>
                  <a:pt x="179600" y="139675"/>
                  <a:pt x="178262" y="141012"/>
                </a:cubicBezTo>
                <a:cubicBezTo>
                  <a:pt x="176925" y="142349"/>
                  <a:pt x="176262" y="143892"/>
                  <a:pt x="176262" y="145652"/>
                </a:cubicBezTo>
                <a:lnTo>
                  <a:pt x="176262" y="154728"/>
                </a:lnTo>
                <a:lnTo>
                  <a:pt x="153231" y="154728"/>
                </a:lnTo>
                <a:cubicBezTo>
                  <a:pt x="149676" y="154728"/>
                  <a:pt x="146727" y="155905"/>
                  <a:pt x="144395" y="158260"/>
                </a:cubicBezTo>
                <a:cubicBezTo>
                  <a:pt x="142063" y="160614"/>
                  <a:pt x="140898" y="163529"/>
                  <a:pt x="140898" y="166981"/>
                </a:cubicBezTo>
                <a:lnTo>
                  <a:pt x="140898" y="218656"/>
                </a:lnTo>
                <a:cubicBezTo>
                  <a:pt x="140898" y="222188"/>
                  <a:pt x="142063" y="225125"/>
                  <a:pt x="144395" y="227457"/>
                </a:cubicBezTo>
                <a:cubicBezTo>
                  <a:pt x="146727" y="229789"/>
                  <a:pt x="149687" y="230955"/>
                  <a:pt x="153276" y="230955"/>
                </a:cubicBezTo>
                <a:lnTo>
                  <a:pt x="211615" y="230955"/>
                </a:lnTo>
                <a:lnTo>
                  <a:pt x="211615" y="257907"/>
                </a:lnTo>
                <a:lnTo>
                  <a:pt x="153151" y="257907"/>
                </a:lnTo>
                <a:cubicBezTo>
                  <a:pt x="149676" y="257907"/>
                  <a:pt x="146761" y="259095"/>
                  <a:pt x="144429" y="261484"/>
                </a:cubicBezTo>
                <a:cubicBezTo>
                  <a:pt x="142075" y="263862"/>
                  <a:pt x="140898" y="266810"/>
                  <a:pt x="140898" y="270320"/>
                </a:cubicBezTo>
                <a:cubicBezTo>
                  <a:pt x="140898" y="273829"/>
                  <a:pt x="142075" y="276755"/>
                  <a:pt x="144429" y="279086"/>
                </a:cubicBezTo>
                <a:cubicBezTo>
                  <a:pt x="146795" y="281418"/>
                  <a:pt x="149722" y="282584"/>
                  <a:pt x="153231" y="282584"/>
                </a:cubicBezTo>
                <a:lnTo>
                  <a:pt x="176262" y="282584"/>
                </a:lnTo>
                <a:close/>
                <a:moveTo>
                  <a:pt x="87302" y="348112"/>
                </a:moveTo>
                <a:cubicBezTo>
                  <a:pt x="80079" y="348112"/>
                  <a:pt x="73804" y="345460"/>
                  <a:pt x="68489" y="340134"/>
                </a:cubicBezTo>
                <a:cubicBezTo>
                  <a:pt x="63162" y="334819"/>
                  <a:pt x="60510" y="328544"/>
                  <a:pt x="60510" y="321320"/>
                </a:cubicBezTo>
                <a:lnTo>
                  <a:pt x="60510" y="55836"/>
                </a:lnTo>
                <a:cubicBezTo>
                  <a:pt x="60510" y="48578"/>
                  <a:pt x="63162" y="42291"/>
                  <a:pt x="68489" y="36976"/>
                </a:cubicBezTo>
                <a:cubicBezTo>
                  <a:pt x="73804" y="31650"/>
                  <a:pt x="80079" y="28998"/>
                  <a:pt x="87302" y="28998"/>
                </a:cubicBezTo>
                <a:lnTo>
                  <a:pt x="227926" y="28998"/>
                </a:lnTo>
                <a:lnTo>
                  <a:pt x="316805" y="117878"/>
                </a:lnTo>
                <a:lnTo>
                  <a:pt x="316805" y="321354"/>
                </a:lnTo>
                <a:cubicBezTo>
                  <a:pt x="316805" y="328590"/>
                  <a:pt x="314142" y="334865"/>
                  <a:pt x="308827" y="340180"/>
                </a:cubicBezTo>
                <a:cubicBezTo>
                  <a:pt x="303512" y="345495"/>
                  <a:pt x="297226" y="348158"/>
                  <a:pt x="289968" y="348158"/>
                </a:cubicBezTo>
                <a:lnTo>
                  <a:pt x="87348" y="348158"/>
                </a:lnTo>
                <a:close/>
                <a:moveTo>
                  <a:pt x="87302" y="321354"/>
                </a:moveTo>
                <a:lnTo>
                  <a:pt x="289922" y="321354"/>
                </a:lnTo>
                <a:lnTo>
                  <a:pt x="289922" y="128085"/>
                </a:lnTo>
                <a:lnTo>
                  <a:pt x="231069" y="128085"/>
                </a:lnTo>
                <a:cubicBezTo>
                  <a:pt x="227297" y="128085"/>
                  <a:pt x="224119" y="126804"/>
                  <a:pt x="221525" y="124233"/>
                </a:cubicBezTo>
                <a:cubicBezTo>
                  <a:pt x="218930" y="121672"/>
                  <a:pt x="217639" y="118483"/>
                  <a:pt x="217673" y="114689"/>
                </a:cubicBezTo>
                <a:lnTo>
                  <a:pt x="217673" y="55836"/>
                </a:lnTo>
                <a:lnTo>
                  <a:pt x="87302" y="55836"/>
                </a:lnTo>
                <a:lnTo>
                  <a:pt x="87302" y="321320"/>
                </a:lnTo>
                <a:close/>
                <a:moveTo>
                  <a:pt x="87302" y="55870"/>
                </a:moveTo>
                <a:lnTo>
                  <a:pt x="87302" y="128085"/>
                </a:lnTo>
                <a:lnTo>
                  <a:pt x="87302" y="55870"/>
                </a:lnTo>
                <a:lnTo>
                  <a:pt x="87302" y="321354"/>
                </a:lnTo>
                <a:lnTo>
                  <a:pt x="87302" y="55870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3" name="圖說"/>
          <p:cNvSpPr/>
          <p:nvPr/>
        </p:nvSpPr>
        <p:spPr>
          <a:xfrm>
            <a:off x="2743143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報價</a:t>
            </a:r>
            <a:endParaRPr lang="en-US" sz="950" dirty="0"/>
          </a:p>
        </p:txBody>
      </p:sp>
      <p:sp>
        <p:nvSpPr>
          <p:cNvPr id="214" name="圖示 郵件"/>
          <p:cNvSpPr/>
          <p:nvPr/>
        </p:nvSpPr>
        <p:spPr>
          <a:xfrm>
            <a:off x="3617509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55870" y="316680"/>
                </a:moveTo>
                <a:cubicBezTo>
                  <a:pt x="48646" y="316680"/>
                  <a:pt x="42371" y="314028"/>
                  <a:pt x="37056" y="308701"/>
                </a:cubicBezTo>
                <a:cubicBezTo>
                  <a:pt x="31730" y="303386"/>
                  <a:pt x="29078" y="297111"/>
                  <a:pt x="29078" y="289888"/>
                </a:cubicBezTo>
                <a:lnTo>
                  <a:pt x="29078" y="87268"/>
                </a:lnTo>
                <a:cubicBezTo>
                  <a:pt x="29078" y="80010"/>
                  <a:pt x="31730" y="73724"/>
                  <a:pt x="37056" y="68409"/>
                </a:cubicBezTo>
                <a:cubicBezTo>
                  <a:pt x="42371" y="63082"/>
                  <a:pt x="48646" y="60430"/>
                  <a:pt x="55870" y="60430"/>
                </a:cubicBezTo>
                <a:lnTo>
                  <a:pt x="321354" y="60430"/>
                </a:lnTo>
                <a:cubicBezTo>
                  <a:pt x="328613" y="60430"/>
                  <a:pt x="334899" y="63082"/>
                  <a:pt x="340214" y="68409"/>
                </a:cubicBezTo>
                <a:cubicBezTo>
                  <a:pt x="345540" y="73724"/>
                  <a:pt x="348192" y="80010"/>
                  <a:pt x="348192" y="87268"/>
                </a:cubicBezTo>
                <a:lnTo>
                  <a:pt x="348192" y="289888"/>
                </a:lnTo>
                <a:cubicBezTo>
                  <a:pt x="348192" y="297111"/>
                  <a:pt x="345540" y="303386"/>
                  <a:pt x="340214" y="308701"/>
                </a:cubicBezTo>
                <a:cubicBezTo>
                  <a:pt x="334899" y="314028"/>
                  <a:pt x="328613" y="316680"/>
                  <a:pt x="321354" y="316680"/>
                </a:cubicBezTo>
                <a:lnTo>
                  <a:pt x="55870" y="316680"/>
                </a:lnTo>
                <a:close/>
                <a:moveTo>
                  <a:pt x="321354" y="111077"/>
                </a:moveTo>
                <a:lnTo>
                  <a:pt x="195830" y="193704"/>
                </a:lnTo>
                <a:cubicBezTo>
                  <a:pt x="194596" y="194356"/>
                  <a:pt x="193441" y="194893"/>
                  <a:pt x="192367" y="195316"/>
                </a:cubicBezTo>
                <a:cubicBezTo>
                  <a:pt x="191292" y="195727"/>
                  <a:pt x="190035" y="195944"/>
                  <a:pt x="188595" y="195944"/>
                </a:cubicBezTo>
                <a:cubicBezTo>
                  <a:pt x="187155" y="195944"/>
                  <a:pt x="185898" y="195727"/>
                  <a:pt x="184823" y="195316"/>
                </a:cubicBezTo>
                <a:cubicBezTo>
                  <a:pt x="183749" y="194893"/>
                  <a:pt x="182594" y="194356"/>
                  <a:pt x="181360" y="193704"/>
                </a:cubicBezTo>
                <a:lnTo>
                  <a:pt x="55870" y="111031"/>
                </a:lnTo>
                <a:lnTo>
                  <a:pt x="55870" y="289888"/>
                </a:lnTo>
                <a:lnTo>
                  <a:pt x="321354" y="289888"/>
                </a:lnTo>
                <a:lnTo>
                  <a:pt x="321354" y="111031"/>
                </a:lnTo>
                <a:close/>
                <a:moveTo>
                  <a:pt x="188595" y="172913"/>
                </a:moveTo>
                <a:lnTo>
                  <a:pt x="319789" y="87268"/>
                </a:lnTo>
                <a:lnTo>
                  <a:pt x="57836" y="87268"/>
                </a:lnTo>
                <a:lnTo>
                  <a:pt x="188629" y="172913"/>
                </a:lnTo>
                <a:close/>
                <a:moveTo>
                  <a:pt x="55836" y="111031"/>
                </a:moveTo>
                <a:lnTo>
                  <a:pt x="55836" y="114060"/>
                </a:lnTo>
                <a:lnTo>
                  <a:pt x="55836" y="97166"/>
                </a:lnTo>
                <a:lnTo>
                  <a:pt x="55836" y="97475"/>
                </a:lnTo>
                <a:lnTo>
                  <a:pt x="55836" y="87268"/>
                </a:lnTo>
                <a:lnTo>
                  <a:pt x="55836" y="97326"/>
                </a:lnTo>
                <a:lnTo>
                  <a:pt x="55836" y="96892"/>
                </a:lnTo>
                <a:lnTo>
                  <a:pt x="55836" y="114060"/>
                </a:lnTo>
                <a:lnTo>
                  <a:pt x="55836" y="111031"/>
                </a:lnTo>
                <a:lnTo>
                  <a:pt x="55836" y="289888"/>
                </a:lnTo>
                <a:lnTo>
                  <a:pt x="55836" y="111031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5" name="圖說"/>
          <p:cNvSpPr/>
          <p:nvPr/>
        </p:nvSpPr>
        <p:spPr>
          <a:xfrm>
            <a:off x="3436544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郵件</a:t>
            </a:r>
            <a:endParaRPr lang="en-US" sz="950" dirty="0"/>
          </a:p>
        </p:txBody>
      </p:sp>
      <p:sp>
        <p:nvSpPr>
          <p:cNvPr id="216" name="圖示 訊息"/>
          <p:cNvSpPr/>
          <p:nvPr/>
        </p:nvSpPr>
        <p:spPr>
          <a:xfrm>
            <a:off x="4310910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91943" y="285247"/>
                </a:moveTo>
                <a:lnTo>
                  <a:pt x="51938" y="325252"/>
                </a:lnTo>
                <a:cubicBezTo>
                  <a:pt x="47697" y="329493"/>
                  <a:pt x="42828" y="330476"/>
                  <a:pt x="37330" y="328190"/>
                </a:cubicBezTo>
                <a:cubicBezTo>
                  <a:pt x="31821" y="325915"/>
                  <a:pt x="29078" y="321846"/>
                  <a:pt x="29078" y="315971"/>
                </a:cubicBezTo>
                <a:lnTo>
                  <a:pt x="29078" y="55870"/>
                </a:lnTo>
                <a:cubicBezTo>
                  <a:pt x="29078" y="48612"/>
                  <a:pt x="31730" y="42325"/>
                  <a:pt x="37056" y="37010"/>
                </a:cubicBezTo>
                <a:cubicBezTo>
                  <a:pt x="42371" y="31695"/>
                  <a:pt x="48646" y="29032"/>
                  <a:pt x="55870" y="29032"/>
                </a:cubicBezTo>
                <a:lnTo>
                  <a:pt x="321354" y="29032"/>
                </a:lnTo>
                <a:cubicBezTo>
                  <a:pt x="328613" y="29032"/>
                  <a:pt x="334899" y="31695"/>
                  <a:pt x="340214" y="37010"/>
                </a:cubicBezTo>
                <a:cubicBezTo>
                  <a:pt x="345540" y="42325"/>
                  <a:pt x="348192" y="48612"/>
                  <a:pt x="348192" y="55870"/>
                </a:cubicBezTo>
                <a:lnTo>
                  <a:pt x="348192" y="258489"/>
                </a:lnTo>
                <a:cubicBezTo>
                  <a:pt x="348192" y="265725"/>
                  <a:pt x="345540" y="272000"/>
                  <a:pt x="340214" y="277315"/>
                </a:cubicBezTo>
                <a:cubicBezTo>
                  <a:pt x="334899" y="282630"/>
                  <a:pt x="328613" y="285293"/>
                  <a:pt x="321354" y="285293"/>
                </a:cubicBezTo>
                <a:lnTo>
                  <a:pt x="91943" y="285293"/>
                </a:lnTo>
                <a:close/>
                <a:moveTo>
                  <a:pt x="81725" y="258489"/>
                </a:moveTo>
                <a:lnTo>
                  <a:pt x="321320" y="258489"/>
                </a:lnTo>
                <a:lnTo>
                  <a:pt x="321320" y="55870"/>
                </a:lnTo>
                <a:lnTo>
                  <a:pt x="55836" y="55870"/>
                </a:lnTo>
                <a:lnTo>
                  <a:pt x="55836" y="286744"/>
                </a:lnTo>
                <a:lnTo>
                  <a:pt x="81725" y="258489"/>
                </a:lnTo>
                <a:close/>
                <a:moveTo>
                  <a:pt x="55836" y="258489"/>
                </a:moveTo>
                <a:lnTo>
                  <a:pt x="55836" y="55870"/>
                </a:lnTo>
                <a:lnTo>
                  <a:pt x="55836" y="258489"/>
                </a:lnTo>
                <a:close/>
                <a:moveTo>
                  <a:pt x="106082" y="220416"/>
                </a:moveTo>
                <a:lnTo>
                  <a:pt x="205489" y="220416"/>
                </a:lnTo>
                <a:cubicBezTo>
                  <a:pt x="208838" y="220416"/>
                  <a:pt x="211649" y="219285"/>
                  <a:pt x="213901" y="216999"/>
                </a:cubicBezTo>
                <a:cubicBezTo>
                  <a:pt x="216153" y="214724"/>
                  <a:pt x="217273" y="211912"/>
                  <a:pt x="217273" y="208552"/>
                </a:cubicBezTo>
                <a:cubicBezTo>
                  <a:pt x="217273" y="205203"/>
                  <a:pt x="216153" y="202414"/>
                  <a:pt x="213901" y="200185"/>
                </a:cubicBezTo>
                <a:cubicBezTo>
                  <a:pt x="211649" y="197956"/>
                  <a:pt x="208838" y="196847"/>
                  <a:pt x="205489" y="196847"/>
                </a:cubicBezTo>
                <a:lnTo>
                  <a:pt x="106082" y="196847"/>
                </a:lnTo>
                <a:cubicBezTo>
                  <a:pt x="102733" y="196847"/>
                  <a:pt x="99932" y="197990"/>
                  <a:pt x="97681" y="200265"/>
                </a:cubicBezTo>
                <a:cubicBezTo>
                  <a:pt x="95429" y="202540"/>
                  <a:pt x="94298" y="205363"/>
                  <a:pt x="94298" y="208712"/>
                </a:cubicBezTo>
                <a:cubicBezTo>
                  <a:pt x="94298" y="212061"/>
                  <a:pt x="95429" y="214850"/>
                  <a:pt x="97681" y="217079"/>
                </a:cubicBezTo>
                <a:cubicBezTo>
                  <a:pt x="99932" y="219307"/>
                  <a:pt x="102733" y="220416"/>
                  <a:pt x="106082" y="220416"/>
                </a:cubicBezTo>
                <a:close/>
                <a:moveTo>
                  <a:pt x="106082" y="169347"/>
                </a:moveTo>
                <a:lnTo>
                  <a:pt x="271108" y="169347"/>
                </a:lnTo>
                <a:cubicBezTo>
                  <a:pt x="274457" y="169347"/>
                  <a:pt x="277258" y="168204"/>
                  <a:pt x="279509" y="165929"/>
                </a:cubicBezTo>
                <a:cubicBezTo>
                  <a:pt x="281761" y="163643"/>
                  <a:pt x="282893" y="160832"/>
                  <a:pt x="282893" y="157483"/>
                </a:cubicBezTo>
                <a:cubicBezTo>
                  <a:pt x="282893" y="154122"/>
                  <a:pt x="281761" y="151333"/>
                  <a:pt x="279509" y="149104"/>
                </a:cubicBezTo>
                <a:cubicBezTo>
                  <a:pt x="277258" y="146887"/>
                  <a:pt x="274457" y="145767"/>
                  <a:pt x="271108" y="145767"/>
                </a:cubicBezTo>
                <a:lnTo>
                  <a:pt x="106082" y="145767"/>
                </a:lnTo>
                <a:cubicBezTo>
                  <a:pt x="102733" y="145767"/>
                  <a:pt x="99932" y="146910"/>
                  <a:pt x="97681" y="149184"/>
                </a:cubicBezTo>
                <a:cubicBezTo>
                  <a:pt x="95429" y="151470"/>
                  <a:pt x="94298" y="154282"/>
                  <a:pt x="94298" y="157631"/>
                </a:cubicBezTo>
                <a:cubicBezTo>
                  <a:pt x="94298" y="160992"/>
                  <a:pt x="95429" y="163780"/>
                  <a:pt x="97681" y="165998"/>
                </a:cubicBezTo>
                <a:cubicBezTo>
                  <a:pt x="99932" y="168227"/>
                  <a:pt x="102733" y="169347"/>
                  <a:pt x="106082" y="169347"/>
                </a:cubicBezTo>
                <a:close/>
                <a:moveTo>
                  <a:pt x="106082" y="118266"/>
                </a:moveTo>
                <a:lnTo>
                  <a:pt x="271108" y="118266"/>
                </a:lnTo>
                <a:cubicBezTo>
                  <a:pt x="274457" y="118266"/>
                  <a:pt x="277258" y="117123"/>
                  <a:pt x="279509" y="114849"/>
                </a:cubicBezTo>
                <a:cubicBezTo>
                  <a:pt x="281761" y="112563"/>
                  <a:pt x="282893" y="109751"/>
                  <a:pt x="282893" y="106402"/>
                </a:cubicBezTo>
                <a:cubicBezTo>
                  <a:pt x="282893" y="103041"/>
                  <a:pt x="281761" y="100253"/>
                  <a:pt x="279509" y="98035"/>
                </a:cubicBezTo>
                <a:cubicBezTo>
                  <a:pt x="277258" y="95806"/>
                  <a:pt x="274457" y="94686"/>
                  <a:pt x="271108" y="94686"/>
                </a:cubicBezTo>
                <a:lnTo>
                  <a:pt x="106082" y="94686"/>
                </a:lnTo>
                <a:cubicBezTo>
                  <a:pt x="102733" y="94686"/>
                  <a:pt x="99932" y="95829"/>
                  <a:pt x="97681" y="98104"/>
                </a:cubicBezTo>
                <a:cubicBezTo>
                  <a:pt x="95429" y="100390"/>
                  <a:pt x="94298" y="103201"/>
                  <a:pt x="94298" y="106562"/>
                </a:cubicBezTo>
                <a:cubicBezTo>
                  <a:pt x="94298" y="109911"/>
                  <a:pt x="95429" y="112700"/>
                  <a:pt x="97681" y="114929"/>
                </a:cubicBezTo>
                <a:cubicBezTo>
                  <a:pt x="99932" y="117146"/>
                  <a:pt x="102733" y="118266"/>
                  <a:pt x="106082" y="118266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7" name="圖說"/>
          <p:cNvSpPr/>
          <p:nvPr/>
        </p:nvSpPr>
        <p:spPr>
          <a:xfrm>
            <a:off x="4129945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訊息</a:t>
            </a:r>
            <a:endParaRPr lang="en-US" sz="950" dirty="0"/>
          </a:p>
        </p:txBody>
      </p:sp>
      <p:sp>
        <p:nvSpPr>
          <p:cNvPr id="218" name="圖示 討論"/>
          <p:cNvSpPr/>
          <p:nvPr/>
        </p:nvSpPr>
        <p:spPr>
          <a:xfrm>
            <a:off x="5004311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336522" y="330830"/>
                </a:moveTo>
                <a:cubicBezTo>
                  <a:pt x="334876" y="330830"/>
                  <a:pt x="333219" y="330510"/>
                  <a:pt x="331573" y="329881"/>
                </a:cubicBezTo>
                <a:cubicBezTo>
                  <a:pt x="329927" y="329253"/>
                  <a:pt x="328372" y="328235"/>
                  <a:pt x="326932" y="326818"/>
                </a:cubicBezTo>
                <a:lnTo>
                  <a:pt x="286664" y="286550"/>
                </a:lnTo>
                <a:lnTo>
                  <a:pt x="119832" y="286550"/>
                </a:lnTo>
                <a:cubicBezTo>
                  <a:pt x="112403" y="286550"/>
                  <a:pt x="106082" y="283933"/>
                  <a:pt x="100904" y="278686"/>
                </a:cubicBezTo>
                <a:cubicBezTo>
                  <a:pt x="95681" y="273451"/>
                  <a:pt x="93074" y="267108"/>
                  <a:pt x="93074" y="259667"/>
                </a:cubicBezTo>
                <a:lnTo>
                  <a:pt x="93074" y="228234"/>
                </a:lnTo>
                <a:lnTo>
                  <a:pt x="264742" y="228234"/>
                </a:lnTo>
                <a:cubicBezTo>
                  <a:pt x="272103" y="228234"/>
                  <a:pt x="278401" y="225628"/>
                  <a:pt x="283635" y="220416"/>
                </a:cubicBezTo>
                <a:cubicBezTo>
                  <a:pt x="288882" y="215204"/>
                  <a:pt x="291499" y="208895"/>
                  <a:pt x="291499" y="201488"/>
                </a:cubicBezTo>
                <a:lnTo>
                  <a:pt x="291499" y="92766"/>
                </a:lnTo>
                <a:lnTo>
                  <a:pt x="322932" y="92766"/>
                </a:lnTo>
                <a:cubicBezTo>
                  <a:pt x="330373" y="92766"/>
                  <a:pt x="336705" y="95383"/>
                  <a:pt x="341951" y="100618"/>
                </a:cubicBezTo>
                <a:cubicBezTo>
                  <a:pt x="347186" y="105865"/>
                  <a:pt x="349804" y="112197"/>
                  <a:pt x="349804" y="119638"/>
                </a:cubicBezTo>
                <a:lnTo>
                  <a:pt x="349804" y="317434"/>
                </a:lnTo>
                <a:cubicBezTo>
                  <a:pt x="349804" y="321594"/>
                  <a:pt x="348375" y="324863"/>
                  <a:pt x="345517" y="327252"/>
                </a:cubicBezTo>
                <a:cubicBezTo>
                  <a:pt x="342671" y="329630"/>
                  <a:pt x="339665" y="330830"/>
                  <a:pt x="336522" y="330830"/>
                </a:cubicBezTo>
                <a:close/>
                <a:moveTo>
                  <a:pt x="54258" y="204117"/>
                </a:moveTo>
                <a:lnTo>
                  <a:pt x="80433" y="177942"/>
                </a:lnTo>
                <a:lnTo>
                  <a:pt x="241162" y="177942"/>
                </a:lnTo>
                <a:lnTo>
                  <a:pt x="241162" y="53984"/>
                </a:lnTo>
                <a:lnTo>
                  <a:pt x="54258" y="53984"/>
                </a:lnTo>
                <a:lnTo>
                  <a:pt x="54258" y="204117"/>
                </a:lnTo>
                <a:close/>
                <a:moveTo>
                  <a:pt x="40782" y="249928"/>
                </a:moveTo>
                <a:cubicBezTo>
                  <a:pt x="37536" y="249928"/>
                  <a:pt x="34496" y="248740"/>
                  <a:pt x="31673" y="246351"/>
                </a:cubicBezTo>
                <a:cubicBezTo>
                  <a:pt x="28838" y="243973"/>
                  <a:pt x="27421" y="240693"/>
                  <a:pt x="27421" y="236532"/>
                </a:cubicBezTo>
                <a:lnTo>
                  <a:pt x="27421" y="53984"/>
                </a:lnTo>
                <a:cubicBezTo>
                  <a:pt x="27421" y="46543"/>
                  <a:pt x="30049" y="40211"/>
                  <a:pt x="35284" y="34964"/>
                </a:cubicBezTo>
                <a:cubicBezTo>
                  <a:pt x="40474" y="29729"/>
                  <a:pt x="46794" y="27112"/>
                  <a:pt x="54258" y="27112"/>
                </a:cubicBezTo>
                <a:lnTo>
                  <a:pt x="241162" y="27112"/>
                </a:lnTo>
                <a:cubicBezTo>
                  <a:pt x="248522" y="27112"/>
                  <a:pt x="254820" y="29729"/>
                  <a:pt x="260067" y="34964"/>
                </a:cubicBezTo>
                <a:cubicBezTo>
                  <a:pt x="265302" y="40211"/>
                  <a:pt x="267919" y="46543"/>
                  <a:pt x="267919" y="53984"/>
                </a:cubicBezTo>
                <a:lnTo>
                  <a:pt x="267919" y="177942"/>
                </a:lnTo>
                <a:cubicBezTo>
                  <a:pt x="267919" y="185360"/>
                  <a:pt x="265302" y="191670"/>
                  <a:pt x="260067" y="196882"/>
                </a:cubicBezTo>
                <a:cubicBezTo>
                  <a:pt x="254820" y="202094"/>
                  <a:pt x="248522" y="204700"/>
                  <a:pt x="241162" y="204700"/>
                </a:cubicBezTo>
                <a:lnTo>
                  <a:pt x="91394" y="204700"/>
                </a:lnTo>
                <a:lnTo>
                  <a:pt x="50258" y="245836"/>
                </a:lnTo>
                <a:cubicBezTo>
                  <a:pt x="48760" y="247334"/>
                  <a:pt x="47206" y="248397"/>
                  <a:pt x="45583" y="249025"/>
                </a:cubicBezTo>
                <a:cubicBezTo>
                  <a:pt x="43948" y="249654"/>
                  <a:pt x="42360" y="249963"/>
                  <a:pt x="40782" y="249963"/>
                </a:cubicBezTo>
                <a:close/>
                <a:moveTo>
                  <a:pt x="54258" y="177908"/>
                </a:moveTo>
                <a:lnTo>
                  <a:pt x="54258" y="53950"/>
                </a:lnTo>
                <a:lnTo>
                  <a:pt x="54258" y="177908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9" name="圖說"/>
          <p:cNvSpPr/>
          <p:nvPr/>
        </p:nvSpPr>
        <p:spPr>
          <a:xfrm>
            <a:off x="4823346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討論</a:t>
            </a:r>
            <a:endParaRPr lang="en-US" sz="950" dirty="0"/>
          </a:p>
        </p:txBody>
      </p:sp>
      <p:sp>
        <p:nvSpPr>
          <p:cNvPr id="220" name="圖示 公告"/>
          <p:cNvSpPr/>
          <p:nvPr/>
        </p:nvSpPr>
        <p:spPr>
          <a:xfrm>
            <a:off x="5697712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337276" y="201408"/>
                </a:moveTo>
                <a:lnTo>
                  <a:pt x="300815" y="201408"/>
                </a:lnTo>
                <a:cubicBezTo>
                  <a:pt x="297146" y="201408"/>
                  <a:pt x="294082" y="200162"/>
                  <a:pt x="291614" y="197670"/>
                </a:cubicBezTo>
                <a:cubicBezTo>
                  <a:pt x="289156" y="195179"/>
                  <a:pt x="287910" y="192127"/>
                  <a:pt x="287887" y="188515"/>
                </a:cubicBezTo>
                <a:cubicBezTo>
                  <a:pt x="287887" y="184903"/>
                  <a:pt x="289122" y="181863"/>
                  <a:pt x="291614" y="179405"/>
                </a:cubicBezTo>
                <a:cubicBezTo>
                  <a:pt x="294105" y="176971"/>
                  <a:pt x="297169" y="175748"/>
                  <a:pt x="300815" y="175748"/>
                </a:cubicBezTo>
                <a:lnTo>
                  <a:pt x="337311" y="175748"/>
                </a:lnTo>
                <a:cubicBezTo>
                  <a:pt x="340923" y="175748"/>
                  <a:pt x="343963" y="176994"/>
                  <a:pt x="346420" y="179485"/>
                </a:cubicBezTo>
                <a:cubicBezTo>
                  <a:pt x="348889" y="181966"/>
                  <a:pt x="350124" y="185017"/>
                  <a:pt x="350124" y="188629"/>
                </a:cubicBezTo>
                <a:cubicBezTo>
                  <a:pt x="350124" y="192253"/>
                  <a:pt x="348889" y="195293"/>
                  <a:pt x="346420" y="197750"/>
                </a:cubicBezTo>
                <a:cubicBezTo>
                  <a:pt x="343963" y="200185"/>
                  <a:pt x="340923" y="201408"/>
                  <a:pt x="337311" y="201408"/>
                </a:cubicBezTo>
                <a:close/>
                <a:moveTo>
                  <a:pt x="267336" y="268868"/>
                </a:moveTo>
                <a:cubicBezTo>
                  <a:pt x="269611" y="266068"/>
                  <a:pt x="272457" y="264387"/>
                  <a:pt x="275863" y="263839"/>
                </a:cubicBezTo>
                <a:cubicBezTo>
                  <a:pt x="279269" y="263290"/>
                  <a:pt x="282424" y="264124"/>
                  <a:pt x="285327" y="266353"/>
                </a:cubicBezTo>
                <a:lnTo>
                  <a:pt x="314874" y="288242"/>
                </a:lnTo>
                <a:cubicBezTo>
                  <a:pt x="317674" y="290459"/>
                  <a:pt x="319366" y="293282"/>
                  <a:pt x="319949" y="296689"/>
                </a:cubicBezTo>
                <a:cubicBezTo>
                  <a:pt x="320520" y="300083"/>
                  <a:pt x="319686" y="303249"/>
                  <a:pt x="317434" y="306153"/>
                </a:cubicBezTo>
                <a:cubicBezTo>
                  <a:pt x="315171" y="309033"/>
                  <a:pt x="312348" y="310759"/>
                  <a:pt x="308941" y="311342"/>
                </a:cubicBezTo>
                <a:cubicBezTo>
                  <a:pt x="305535" y="311913"/>
                  <a:pt x="302346" y="311067"/>
                  <a:pt x="299352" y="308781"/>
                </a:cubicBezTo>
                <a:lnTo>
                  <a:pt x="269851" y="286939"/>
                </a:lnTo>
                <a:cubicBezTo>
                  <a:pt x="267051" y="284710"/>
                  <a:pt x="265347" y="281887"/>
                  <a:pt x="264742" y="278458"/>
                </a:cubicBezTo>
                <a:cubicBezTo>
                  <a:pt x="264159" y="275017"/>
                  <a:pt x="265016" y="271851"/>
                  <a:pt x="267291" y="268948"/>
                </a:cubicBezTo>
                <a:close/>
                <a:moveTo>
                  <a:pt x="314839" y="88960"/>
                </a:moveTo>
                <a:lnTo>
                  <a:pt x="286470" y="110448"/>
                </a:lnTo>
                <a:cubicBezTo>
                  <a:pt x="283555" y="112677"/>
                  <a:pt x="280401" y="113511"/>
                  <a:pt x="276995" y="112963"/>
                </a:cubicBezTo>
                <a:cubicBezTo>
                  <a:pt x="273588" y="112414"/>
                  <a:pt x="270754" y="110734"/>
                  <a:pt x="268468" y="107933"/>
                </a:cubicBezTo>
                <a:cubicBezTo>
                  <a:pt x="266170" y="105133"/>
                  <a:pt x="265290" y="101990"/>
                  <a:pt x="265839" y="98504"/>
                </a:cubicBezTo>
                <a:cubicBezTo>
                  <a:pt x="266388" y="95018"/>
                  <a:pt x="268102" y="92160"/>
                  <a:pt x="270982" y="89931"/>
                </a:cubicBezTo>
                <a:lnTo>
                  <a:pt x="299432" y="68363"/>
                </a:lnTo>
                <a:cubicBezTo>
                  <a:pt x="302346" y="66134"/>
                  <a:pt x="305501" y="65322"/>
                  <a:pt x="308907" y="65928"/>
                </a:cubicBezTo>
                <a:cubicBezTo>
                  <a:pt x="312313" y="66511"/>
                  <a:pt x="315125" y="68191"/>
                  <a:pt x="317354" y="71003"/>
                </a:cubicBezTo>
                <a:cubicBezTo>
                  <a:pt x="319629" y="73884"/>
                  <a:pt x="320486" y="77038"/>
                  <a:pt x="319903" y="80467"/>
                </a:cubicBezTo>
                <a:cubicBezTo>
                  <a:pt x="319331" y="83930"/>
                  <a:pt x="317640" y="86765"/>
                  <a:pt x="314839" y="88994"/>
                </a:cubicBezTo>
                <a:close/>
                <a:moveTo>
                  <a:pt x="78193" y="238098"/>
                </a:moveTo>
                <a:lnTo>
                  <a:pt x="52841" y="238098"/>
                </a:lnTo>
                <a:cubicBezTo>
                  <a:pt x="45674" y="237835"/>
                  <a:pt x="39594" y="235104"/>
                  <a:pt x="34610" y="229892"/>
                </a:cubicBezTo>
                <a:cubicBezTo>
                  <a:pt x="29638" y="224680"/>
                  <a:pt x="27135" y="218496"/>
                  <a:pt x="27112" y="211341"/>
                </a:cubicBezTo>
                <a:lnTo>
                  <a:pt x="27112" y="165884"/>
                </a:lnTo>
                <a:cubicBezTo>
                  <a:pt x="27112" y="158500"/>
                  <a:pt x="29741" y="152168"/>
                  <a:pt x="35010" y="146910"/>
                </a:cubicBezTo>
                <a:cubicBezTo>
                  <a:pt x="40268" y="141641"/>
                  <a:pt x="46600" y="139012"/>
                  <a:pt x="53984" y="139012"/>
                </a:cubicBezTo>
                <a:lnTo>
                  <a:pt x="123101" y="139012"/>
                </a:lnTo>
                <a:lnTo>
                  <a:pt x="184663" y="102196"/>
                </a:lnTo>
                <a:cubicBezTo>
                  <a:pt x="189144" y="99521"/>
                  <a:pt x="193624" y="99487"/>
                  <a:pt x="198105" y="102081"/>
                </a:cubicBezTo>
                <a:cubicBezTo>
                  <a:pt x="202551" y="104676"/>
                  <a:pt x="204780" y="108551"/>
                  <a:pt x="204780" y="113706"/>
                </a:cubicBezTo>
                <a:lnTo>
                  <a:pt x="204780" y="263484"/>
                </a:lnTo>
                <a:cubicBezTo>
                  <a:pt x="204780" y="268616"/>
                  <a:pt x="202551" y="272491"/>
                  <a:pt x="198105" y="275109"/>
                </a:cubicBezTo>
                <a:cubicBezTo>
                  <a:pt x="193647" y="277703"/>
                  <a:pt x="189167" y="277669"/>
                  <a:pt x="184663" y="274994"/>
                </a:cubicBezTo>
                <a:lnTo>
                  <a:pt x="123101" y="238098"/>
                </a:lnTo>
                <a:lnTo>
                  <a:pt x="105419" y="238098"/>
                </a:lnTo>
                <a:lnTo>
                  <a:pt x="105419" y="287407"/>
                </a:lnTo>
                <a:cubicBezTo>
                  <a:pt x="105419" y="291259"/>
                  <a:pt x="104104" y="294483"/>
                  <a:pt x="101487" y="297077"/>
                </a:cubicBezTo>
                <a:cubicBezTo>
                  <a:pt x="98870" y="299672"/>
                  <a:pt x="95635" y="300963"/>
                  <a:pt x="91783" y="300963"/>
                </a:cubicBezTo>
                <a:cubicBezTo>
                  <a:pt x="87931" y="300963"/>
                  <a:pt x="84696" y="299672"/>
                  <a:pt x="82079" y="297077"/>
                </a:cubicBezTo>
                <a:cubicBezTo>
                  <a:pt x="79484" y="294483"/>
                  <a:pt x="78193" y="291259"/>
                  <a:pt x="78193" y="287407"/>
                </a:cubicBezTo>
                <a:lnTo>
                  <a:pt x="78193" y="238098"/>
                </a:lnTo>
                <a:close/>
                <a:moveTo>
                  <a:pt x="177908" y="239836"/>
                </a:moveTo>
                <a:lnTo>
                  <a:pt x="177908" y="137354"/>
                </a:lnTo>
                <a:lnTo>
                  <a:pt x="130051" y="165884"/>
                </a:lnTo>
                <a:lnTo>
                  <a:pt x="53984" y="165884"/>
                </a:lnTo>
                <a:lnTo>
                  <a:pt x="53984" y="211341"/>
                </a:lnTo>
                <a:lnTo>
                  <a:pt x="130051" y="211341"/>
                </a:lnTo>
                <a:lnTo>
                  <a:pt x="177908" y="239870"/>
                </a:lnTo>
                <a:close/>
                <a:moveTo>
                  <a:pt x="220496" y="243608"/>
                </a:moveTo>
                <a:lnTo>
                  <a:pt x="220496" y="133514"/>
                </a:lnTo>
                <a:cubicBezTo>
                  <a:pt x="228257" y="139983"/>
                  <a:pt x="234486" y="147973"/>
                  <a:pt x="239207" y="157483"/>
                </a:cubicBezTo>
                <a:cubicBezTo>
                  <a:pt x="243893" y="166981"/>
                  <a:pt x="246236" y="177359"/>
                  <a:pt x="246236" y="188595"/>
                </a:cubicBezTo>
                <a:cubicBezTo>
                  <a:pt x="246236" y="199831"/>
                  <a:pt x="243893" y="210209"/>
                  <a:pt x="239207" y="219707"/>
                </a:cubicBezTo>
                <a:cubicBezTo>
                  <a:pt x="234509" y="229217"/>
                  <a:pt x="228280" y="237184"/>
                  <a:pt x="220496" y="243608"/>
                </a:cubicBezTo>
                <a:close/>
                <a:moveTo>
                  <a:pt x="115992" y="188595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1" name="圖說"/>
          <p:cNvSpPr/>
          <p:nvPr/>
        </p:nvSpPr>
        <p:spPr>
          <a:xfrm>
            <a:off x="5516747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公告</a:t>
            </a:r>
            <a:endParaRPr lang="en-US" sz="950" dirty="0"/>
          </a:p>
        </p:txBody>
      </p:sp>
      <p:sp>
        <p:nvSpPr>
          <p:cNvPr id="222" name="圖示 電話"/>
          <p:cNvSpPr/>
          <p:nvPr/>
        </p:nvSpPr>
        <p:spPr>
          <a:xfrm>
            <a:off x="6391113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312553" y="332396"/>
                </a:moveTo>
                <a:cubicBezTo>
                  <a:pt x="281784" y="332396"/>
                  <a:pt x="250477" y="325001"/>
                  <a:pt x="218656" y="310199"/>
                </a:cubicBezTo>
                <a:cubicBezTo>
                  <a:pt x="186800" y="295397"/>
                  <a:pt x="157277" y="274411"/>
                  <a:pt x="130096" y="247219"/>
                </a:cubicBezTo>
                <a:cubicBezTo>
                  <a:pt x="102904" y="220028"/>
                  <a:pt x="81896" y="190492"/>
                  <a:pt x="67071" y="158614"/>
                </a:cubicBezTo>
                <a:cubicBezTo>
                  <a:pt x="52247" y="126736"/>
                  <a:pt x="44828" y="95452"/>
                  <a:pt x="44828" y="64751"/>
                </a:cubicBezTo>
                <a:cubicBezTo>
                  <a:pt x="44828" y="59070"/>
                  <a:pt x="46737" y="54315"/>
                  <a:pt x="50566" y="50486"/>
                </a:cubicBezTo>
                <a:cubicBezTo>
                  <a:pt x="54395" y="46669"/>
                  <a:pt x="59127" y="44748"/>
                  <a:pt x="64785" y="44748"/>
                </a:cubicBezTo>
                <a:lnTo>
                  <a:pt x="119798" y="44748"/>
                </a:lnTo>
                <a:cubicBezTo>
                  <a:pt x="124541" y="44748"/>
                  <a:pt x="128507" y="46269"/>
                  <a:pt x="131708" y="49309"/>
                </a:cubicBezTo>
                <a:cubicBezTo>
                  <a:pt x="134920" y="52349"/>
                  <a:pt x="137149" y="56327"/>
                  <a:pt x="138383" y="61253"/>
                </a:cubicBezTo>
                <a:lnTo>
                  <a:pt x="148956" y="109111"/>
                </a:lnTo>
                <a:cubicBezTo>
                  <a:pt x="149607" y="113614"/>
                  <a:pt x="149516" y="117649"/>
                  <a:pt x="148681" y="121215"/>
                </a:cubicBezTo>
                <a:cubicBezTo>
                  <a:pt x="147836" y="124747"/>
                  <a:pt x="146087" y="127787"/>
                  <a:pt x="143412" y="130325"/>
                </a:cubicBezTo>
                <a:lnTo>
                  <a:pt x="103842" y="169347"/>
                </a:lnTo>
                <a:cubicBezTo>
                  <a:pt x="110391" y="180365"/>
                  <a:pt x="117352" y="190675"/>
                  <a:pt x="124713" y="200265"/>
                </a:cubicBezTo>
                <a:cubicBezTo>
                  <a:pt x="132039" y="209855"/>
                  <a:pt x="140200" y="218965"/>
                  <a:pt x="149184" y="227606"/>
                </a:cubicBezTo>
                <a:cubicBezTo>
                  <a:pt x="158614" y="237378"/>
                  <a:pt x="168478" y="246225"/>
                  <a:pt x="178777" y="254135"/>
                </a:cubicBezTo>
                <a:cubicBezTo>
                  <a:pt x="189041" y="262044"/>
                  <a:pt x="199751" y="268959"/>
                  <a:pt x="210918" y="274880"/>
                </a:cubicBezTo>
                <a:lnTo>
                  <a:pt x="248705" y="236098"/>
                </a:lnTo>
                <a:cubicBezTo>
                  <a:pt x="251780" y="232772"/>
                  <a:pt x="255266" y="230520"/>
                  <a:pt x="259198" y="229343"/>
                </a:cubicBezTo>
                <a:cubicBezTo>
                  <a:pt x="263153" y="228166"/>
                  <a:pt x="267142" y="227960"/>
                  <a:pt x="271142" y="228749"/>
                </a:cubicBezTo>
                <a:lnTo>
                  <a:pt x="316017" y="238693"/>
                </a:lnTo>
                <a:cubicBezTo>
                  <a:pt x="320943" y="240053"/>
                  <a:pt x="324921" y="242556"/>
                  <a:pt x="327961" y="246191"/>
                </a:cubicBezTo>
                <a:cubicBezTo>
                  <a:pt x="331001" y="249860"/>
                  <a:pt x="332522" y="254123"/>
                  <a:pt x="332522" y="258970"/>
                </a:cubicBezTo>
                <a:lnTo>
                  <a:pt x="332522" y="312553"/>
                </a:lnTo>
                <a:cubicBezTo>
                  <a:pt x="332522" y="318245"/>
                  <a:pt x="330590" y="322978"/>
                  <a:pt x="326738" y="326784"/>
                </a:cubicBezTo>
                <a:cubicBezTo>
                  <a:pt x="322886" y="330578"/>
                  <a:pt x="318165" y="332476"/>
                  <a:pt x="312553" y="332476"/>
                </a:cubicBezTo>
                <a:close/>
                <a:moveTo>
                  <a:pt x="90446" y="145024"/>
                </a:moveTo>
                <a:lnTo>
                  <a:pt x="122198" y="113477"/>
                </a:lnTo>
                <a:lnTo>
                  <a:pt x="113237" y="71552"/>
                </a:lnTo>
                <a:lnTo>
                  <a:pt x="71746" y="71552"/>
                </a:lnTo>
                <a:cubicBezTo>
                  <a:pt x="72215" y="82182"/>
                  <a:pt x="73895" y="93429"/>
                  <a:pt x="76775" y="105305"/>
                </a:cubicBezTo>
                <a:cubicBezTo>
                  <a:pt x="79656" y="117169"/>
                  <a:pt x="84216" y="130405"/>
                  <a:pt x="90446" y="145024"/>
                </a:cubicBezTo>
                <a:close/>
                <a:moveTo>
                  <a:pt x="235709" y="288036"/>
                </a:moveTo>
                <a:cubicBezTo>
                  <a:pt x="246134" y="292882"/>
                  <a:pt x="257484" y="296849"/>
                  <a:pt x="269771" y="299946"/>
                </a:cubicBezTo>
                <a:cubicBezTo>
                  <a:pt x="282058" y="303032"/>
                  <a:pt x="294002" y="304872"/>
                  <a:pt x="305604" y="305444"/>
                </a:cubicBezTo>
                <a:lnTo>
                  <a:pt x="305604" y="263793"/>
                </a:lnTo>
                <a:lnTo>
                  <a:pt x="266548" y="255701"/>
                </a:lnTo>
                <a:lnTo>
                  <a:pt x="235709" y="288036"/>
                </a:lnTo>
                <a:close/>
                <a:moveTo>
                  <a:pt x="90446" y="145024"/>
                </a:moveTo>
                <a:close/>
                <a:moveTo>
                  <a:pt x="235709" y="288036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3" name="圖說"/>
          <p:cNvSpPr/>
          <p:nvPr/>
        </p:nvSpPr>
        <p:spPr>
          <a:xfrm>
            <a:off x="6210148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電話</a:t>
            </a:r>
            <a:endParaRPr lang="en-US" sz="950" dirty="0"/>
          </a:p>
        </p:txBody>
      </p:sp>
      <p:sp>
        <p:nvSpPr>
          <p:cNvPr id="224" name="圖示 視訊"/>
          <p:cNvSpPr/>
          <p:nvPr/>
        </p:nvSpPr>
        <p:spPr>
          <a:xfrm>
            <a:off x="7084514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55870" y="316680"/>
                </a:moveTo>
                <a:cubicBezTo>
                  <a:pt x="48646" y="316680"/>
                  <a:pt x="42371" y="314028"/>
                  <a:pt x="37056" y="308701"/>
                </a:cubicBezTo>
                <a:cubicBezTo>
                  <a:pt x="31730" y="303386"/>
                  <a:pt x="29078" y="297111"/>
                  <a:pt x="29078" y="289888"/>
                </a:cubicBezTo>
                <a:lnTo>
                  <a:pt x="29078" y="87268"/>
                </a:lnTo>
                <a:cubicBezTo>
                  <a:pt x="29078" y="80010"/>
                  <a:pt x="31730" y="73724"/>
                  <a:pt x="37056" y="68409"/>
                </a:cubicBezTo>
                <a:cubicBezTo>
                  <a:pt x="42371" y="63082"/>
                  <a:pt x="48646" y="60430"/>
                  <a:pt x="55870" y="60430"/>
                </a:cubicBezTo>
                <a:lnTo>
                  <a:pt x="258489" y="60430"/>
                </a:lnTo>
                <a:cubicBezTo>
                  <a:pt x="265748" y="60430"/>
                  <a:pt x="272034" y="63082"/>
                  <a:pt x="277349" y="68409"/>
                </a:cubicBezTo>
                <a:cubicBezTo>
                  <a:pt x="282675" y="73724"/>
                  <a:pt x="285327" y="80010"/>
                  <a:pt x="285327" y="87268"/>
                </a:cubicBezTo>
                <a:lnTo>
                  <a:pt x="285327" y="170913"/>
                </a:lnTo>
                <a:lnTo>
                  <a:pt x="336568" y="119684"/>
                </a:lnTo>
                <a:cubicBezTo>
                  <a:pt x="338579" y="117580"/>
                  <a:pt x="341014" y="117077"/>
                  <a:pt x="343872" y="118152"/>
                </a:cubicBezTo>
                <a:cubicBezTo>
                  <a:pt x="346729" y="119226"/>
                  <a:pt x="348158" y="121227"/>
                  <a:pt x="348158" y="124164"/>
                </a:cubicBezTo>
                <a:lnTo>
                  <a:pt x="348158" y="253037"/>
                </a:lnTo>
                <a:cubicBezTo>
                  <a:pt x="348158" y="255963"/>
                  <a:pt x="346729" y="257964"/>
                  <a:pt x="343872" y="259038"/>
                </a:cubicBezTo>
                <a:cubicBezTo>
                  <a:pt x="341014" y="260113"/>
                  <a:pt x="338579" y="259610"/>
                  <a:pt x="336568" y="257506"/>
                </a:cubicBezTo>
                <a:lnTo>
                  <a:pt x="285327" y="206277"/>
                </a:lnTo>
                <a:lnTo>
                  <a:pt x="285327" y="289888"/>
                </a:lnTo>
                <a:cubicBezTo>
                  <a:pt x="285327" y="297111"/>
                  <a:pt x="282675" y="303386"/>
                  <a:pt x="277349" y="308701"/>
                </a:cubicBezTo>
                <a:cubicBezTo>
                  <a:pt x="272034" y="314028"/>
                  <a:pt x="265748" y="316680"/>
                  <a:pt x="258489" y="316680"/>
                </a:cubicBezTo>
                <a:lnTo>
                  <a:pt x="55870" y="316680"/>
                </a:lnTo>
                <a:close/>
                <a:moveTo>
                  <a:pt x="55870" y="289922"/>
                </a:moveTo>
                <a:lnTo>
                  <a:pt x="258489" y="289922"/>
                </a:lnTo>
                <a:lnTo>
                  <a:pt x="258489" y="87302"/>
                </a:lnTo>
                <a:lnTo>
                  <a:pt x="55870" y="87302"/>
                </a:lnTo>
                <a:lnTo>
                  <a:pt x="55870" y="289922"/>
                </a:lnTo>
                <a:close/>
                <a:moveTo>
                  <a:pt x="55870" y="289922"/>
                </a:moveTo>
                <a:lnTo>
                  <a:pt x="55870" y="87302"/>
                </a:lnTo>
                <a:lnTo>
                  <a:pt x="55870" y="289922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5" name="圖說"/>
          <p:cNvSpPr/>
          <p:nvPr/>
        </p:nvSpPr>
        <p:spPr>
          <a:xfrm>
            <a:off x="6903549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視訊</a:t>
            </a:r>
            <a:endParaRPr lang="en-US" sz="950" dirty="0"/>
          </a:p>
        </p:txBody>
      </p:sp>
      <p:sp>
        <p:nvSpPr>
          <p:cNvPr id="226" name="圖示 全球"/>
          <p:cNvSpPr/>
          <p:nvPr/>
        </p:nvSpPr>
        <p:spPr>
          <a:xfrm>
            <a:off x="7777915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26473" y="335539"/>
                </a:moveTo>
                <a:cubicBezTo>
                  <a:pt x="107065" y="327161"/>
                  <a:pt x="90171" y="315777"/>
                  <a:pt x="75792" y="301398"/>
                </a:cubicBezTo>
                <a:cubicBezTo>
                  <a:pt x="61391" y="287019"/>
                  <a:pt x="50006" y="270137"/>
                  <a:pt x="41651" y="250751"/>
                </a:cubicBezTo>
                <a:cubicBezTo>
                  <a:pt x="33261" y="231366"/>
                  <a:pt x="29078" y="210655"/>
                  <a:pt x="29078" y="188595"/>
                </a:cubicBezTo>
                <a:cubicBezTo>
                  <a:pt x="29078" y="166535"/>
                  <a:pt x="33261" y="145824"/>
                  <a:pt x="41651" y="126439"/>
                </a:cubicBezTo>
                <a:cubicBezTo>
                  <a:pt x="50029" y="107053"/>
                  <a:pt x="61413" y="90171"/>
                  <a:pt x="75792" y="75792"/>
                </a:cubicBezTo>
                <a:cubicBezTo>
                  <a:pt x="90194" y="61413"/>
                  <a:pt x="107111" y="50018"/>
                  <a:pt x="126519" y="41605"/>
                </a:cubicBezTo>
                <a:cubicBezTo>
                  <a:pt x="145927" y="33204"/>
                  <a:pt x="166661" y="28998"/>
                  <a:pt x="188709" y="28998"/>
                </a:cubicBezTo>
                <a:cubicBezTo>
                  <a:pt x="210769" y="28998"/>
                  <a:pt x="231492" y="33204"/>
                  <a:pt x="250866" y="41605"/>
                </a:cubicBezTo>
                <a:cubicBezTo>
                  <a:pt x="270251" y="50018"/>
                  <a:pt x="287133" y="61402"/>
                  <a:pt x="301512" y="75747"/>
                </a:cubicBezTo>
                <a:cubicBezTo>
                  <a:pt x="315902" y="90103"/>
                  <a:pt x="327275" y="106985"/>
                  <a:pt x="335665" y="126393"/>
                </a:cubicBezTo>
                <a:cubicBezTo>
                  <a:pt x="344043" y="145813"/>
                  <a:pt x="348238" y="166535"/>
                  <a:pt x="348238" y="188595"/>
                </a:cubicBezTo>
                <a:cubicBezTo>
                  <a:pt x="348238" y="210655"/>
                  <a:pt x="344043" y="231377"/>
                  <a:pt x="335665" y="250797"/>
                </a:cubicBezTo>
                <a:cubicBezTo>
                  <a:pt x="327309" y="270171"/>
                  <a:pt x="315925" y="287076"/>
                  <a:pt x="301512" y="301478"/>
                </a:cubicBezTo>
                <a:cubicBezTo>
                  <a:pt x="287110" y="315857"/>
                  <a:pt x="270228" y="327229"/>
                  <a:pt x="250866" y="335585"/>
                </a:cubicBezTo>
                <a:cubicBezTo>
                  <a:pt x="231492" y="343940"/>
                  <a:pt x="210769" y="348112"/>
                  <a:pt x="188709" y="348112"/>
                </a:cubicBezTo>
                <a:cubicBezTo>
                  <a:pt x="166661" y="348112"/>
                  <a:pt x="145927" y="343929"/>
                  <a:pt x="126519" y="335539"/>
                </a:cubicBezTo>
                <a:close/>
                <a:moveTo>
                  <a:pt x="171861" y="320966"/>
                </a:moveTo>
                <a:lnTo>
                  <a:pt x="171861" y="288825"/>
                </a:lnTo>
                <a:cubicBezTo>
                  <a:pt x="162695" y="288825"/>
                  <a:pt x="154991" y="285430"/>
                  <a:pt x="148750" y="278652"/>
                </a:cubicBezTo>
                <a:cubicBezTo>
                  <a:pt x="142521" y="271863"/>
                  <a:pt x="139400" y="263919"/>
                  <a:pt x="139400" y="254798"/>
                </a:cubicBezTo>
                <a:lnTo>
                  <a:pt x="139400" y="237595"/>
                </a:lnTo>
                <a:lnTo>
                  <a:pt x="59482" y="157631"/>
                </a:lnTo>
                <a:cubicBezTo>
                  <a:pt x="58179" y="162877"/>
                  <a:pt x="57264" y="168021"/>
                  <a:pt x="56739" y="173073"/>
                </a:cubicBezTo>
                <a:cubicBezTo>
                  <a:pt x="56213" y="178125"/>
                  <a:pt x="55950" y="183257"/>
                  <a:pt x="55950" y="188435"/>
                </a:cubicBezTo>
                <a:cubicBezTo>
                  <a:pt x="55950" y="222256"/>
                  <a:pt x="66934" y="251826"/>
                  <a:pt x="88914" y="277155"/>
                </a:cubicBezTo>
                <a:cubicBezTo>
                  <a:pt x="110894" y="302484"/>
                  <a:pt x="138554" y="317080"/>
                  <a:pt x="171896" y="320932"/>
                </a:cubicBezTo>
                <a:close/>
                <a:moveTo>
                  <a:pt x="286630" y="278812"/>
                </a:moveTo>
                <a:cubicBezTo>
                  <a:pt x="298072" y="266365"/>
                  <a:pt x="306713" y="252374"/>
                  <a:pt x="312553" y="236841"/>
                </a:cubicBezTo>
                <a:cubicBezTo>
                  <a:pt x="318394" y="221308"/>
                  <a:pt x="321320" y="205191"/>
                  <a:pt x="321320" y="188481"/>
                </a:cubicBezTo>
                <a:cubicBezTo>
                  <a:pt x="321320" y="160923"/>
                  <a:pt x="313788" y="135891"/>
                  <a:pt x="298723" y="113397"/>
                </a:cubicBezTo>
                <a:cubicBezTo>
                  <a:pt x="283670" y="90891"/>
                  <a:pt x="263519" y="74444"/>
                  <a:pt x="238293" y="64042"/>
                </a:cubicBezTo>
                <a:lnTo>
                  <a:pt x="238293" y="71037"/>
                </a:lnTo>
                <a:cubicBezTo>
                  <a:pt x="238293" y="80124"/>
                  <a:pt x="235149" y="88045"/>
                  <a:pt x="228863" y="94812"/>
                </a:cubicBezTo>
                <a:cubicBezTo>
                  <a:pt x="222576" y="101567"/>
                  <a:pt x="214895" y="104950"/>
                  <a:pt x="205809" y="104950"/>
                </a:cubicBezTo>
                <a:lnTo>
                  <a:pt x="171896" y="104950"/>
                </a:lnTo>
                <a:lnTo>
                  <a:pt x="171896" y="138932"/>
                </a:lnTo>
                <a:cubicBezTo>
                  <a:pt x="171896" y="143412"/>
                  <a:pt x="170124" y="147070"/>
                  <a:pt x="166592" y="149893"/>
                </a:cubicBezTo>
                <a:cubicBezTo>
                  <a:pt x="163060" y="152751"/>
                  <a:pt x="159048" y="154179"/>
                  <a:pt x="154568" y="154179"/>
                </a:cubicBezTo>
                <a:lnTo>
                  <a:pt x="122278" y="154179"/>
                </a:lnTo>
                <a:lnTo>
                  <a:pt x="122278" y="188481"/>
                </a:lnTo>
                <a:lnTo>
                  <a:pt x="223011" y="188481"/>
                </a:lnTo>
                <a:cubicBezTo>
                  <a:pt x="227446" y="188481"/>
                  <a:pt x="231092" y="190184"/>
                  <a:pt x="233972" y="193590"/>
                </a:cubicBezTo>
                <a:cubicBezTo>
                  <a:pt x="236852" y="196985"/>
                  <a:pt x="238293" y="200905"/>
                  <a:pt x="238293" y="205329"/>
                </a:cubicBezTo>
                <a:lnTo>
                  <a:pt x="238293" y="254878"/>
                </a:lnTo>
                <a:lnTo>
                  <a:pt x="254992" y="254878"/>
                </a:lnTo>
                <a:cubicBezTo>
                  <a:pt x="262536" y="254878"/>
                  <a:pt x="269177" y="257106"/>
                  <a:pt x="274914" y="261553"/>
                </a:cubicBezTo>
                <a:cubicBezTo>
                  <a:pt x="280652" y="266010"/>
                  <a:pt x="284573" y="271771"/>
                  <a:pt x="286664" y="278846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7" name="圖說"/>
          <p:cNvSpPr/>
          <p:nvPr/>
        </p:nvSpPr>
        <p:spPr>
          <a:xfrm>
            <a:off x="7596950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全球</a:t>
            </a:r>
            <a:endParaRPr lang="en-US" sz="950" dirty="0"/>
          </a:p>
        </p:txBody>
      </p:sp>
      <p:sp>
        <p:nvSpPr>
          <p:cNvPr id="228" name="圖示 地點"/>
          <p:cNvSpPr/>
          <p:nvPr/>
        </p:nvSpPr>
        <p:spPr>
          <a:xfrm>
            <a:off x="8471316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312828"/>
                </a:moveTo>
                <a:cubicBezTo>
                  <a:pt x="223114" y="281509"/>
                  <a:pt x="248637" y="253243"/>
                  <a:pt x="265130" y="228040"/>
                </a:cubicBezTo>
                <a:cubicBezTo>
                  <a:pt x="281635" y="202848"/>
                  <a:pt x="289888" y="180171"/>
                  <a:pt x="289888" y="160031"/>
                </a:cubicBezTo>
                <a:cubicBezTo>
                  <a:pt x="289888" y="129433"/>
                  <a:pt x="280081" y="104424"/>
                  <a:pt x="260455" y="84982"/>
                </a:cubicBezTo>
                <a:cubicBezTo>
                  <a:pt x="240842" y="65551"/>
                  <a:pt x="216884" y="55836"/>
                  <a:pt x="188595" y="55836"/>
                </a:cubicBezTo>
                <a:cubicBezTo>
                  <a:pt x="160306" y="55836"/>
                  <a:pt x="136348" y="65551"/>
                  <a:pt x="116735" y="84982"/>
                </a:cubicBezTo>
                <a:cubicBezTo>
                  <a:pt x="97109" y="104424"/>
                  <a:pt x="87302" y="129433"/>
                  <a:pt x="87302" y="160031"/>
                </a:cubicBezTo>
                <a:cubicBezTo>
                  <a:pt x="87302" y="180171"/>
                  <a:pt x="95749" y="202837"/>
                  <a:pt x="112643" y="228006"/>
                </a:cubicBezTo>
                <a:cubicBezTo>
                  <a:pt x="129536" y="253174"/>
                  <a:pt x="154854" y="281452"/>
                  <a:pt x="188595" y="312828"/>
                </a:cubicBezTo>
                <a:close/>
                <a:moveTo>
                  <a:pt x="179680" y="338408"/>
                </a:moveTo>
                <a:cubicBezTo>
                  <a:pt x="176742" y="337436"/>
                  <a:pt x="174159" y="335871"/>
                  <a:pt x="171941" y="333699"/>
                </a:cubicBezTo>
                <a:cubicBezTo>
                  <a:pt x="160569" y="323606"/>
                  <a:pt x="148361" y="312062"/>
                  <a:pt x="135320" y="299043"/>
                </a:cubicBezTo>
                <a:cubicBezTo>
                  <a:pt x="122301" y="286024"/>
                  <a:pt x="110231" y="272000"/>
                  <a:pt x="99132" y="256958"/>
                </a:cubicBezTo>
                <a:cubicBezTo>
                  <a:pt x="88022" y="241927"/>
                  <a:pt x="78798" y="226188"/>
                  <a:pt x="71472" y="209729"/>
                </a:cubicBezTo>
                <a:cubicBezTo>
                  <a:pt x="64134" y="193281"/>
                  <a:pt x="60465" y="176719"/>
                  <a:pt x="60465" y="160031"/>
                </a:cubicBezTo>
                <a:cubicBezTo>
                  <a:pt x="60465" y="120106"/>
                  <a:pt x="73358" y="88297"/>
                  <a:pt x="99132" y="64591"/>
                </a:cubicBezTo>
                <a:cubicBezTo>
                  <a:pt x="124907" y="40862"/>
                  <a:pt x="154716" y="28998"/>
                  <a:pt x="188561" y="28998"/>
                </a:cubicBezTo>
                <a:cubicBezTo>
                  <a:pt x="222394" y="28998"/>
                  <a:pt x="252214" y="40862"/>
                  <a:pt x="278023" y="64591"/>
                </a:cubicBezTo>
                <a:cubicBezTo>
                  <a:pt x="303821" y="88297"/>
                  <a:pt x="316725" y="120106"/>
                  <a:pt x="316725" y="160031"/>
                </a:cubicBezTo>
                <a:cubicBezTo>
                  <a:pt x="316725" y="176719"/>
                  <a:pt x="313045" y="193281"/>
                  <a:pt x="305684" y="209729"/>
                </a:cubicBezTo>
                <a:cubicBezTo>
                  <a:pt x="298323" y="226188"/>
                  <a:pt x="289088" y="241927"/>
                  <a:pt x="277978" y="256958"/>
                </a:cubicBezTo>
                <a:cubicBezTo>
                  <a:pt x="266879" y="272000"/>
                  <a:pt x="254809" y="286024"/>
                  <a:pt x="241790" y="299043"/>
                </a:cubicBezTo>
                <a:cubicBezTo>
                  <a:pt x="228771" y="312062"/>
                  <a:pt x="216610" y="323606"/>
                  <a:pt x="205294" y="333699"/>
                </a:cubicBezTo>
                <a:cubicBezTo>
                  <a:pt x="203020" y="335848"/>
                  <a:pt x="200414" y="337414"/>
                  <a:pt x="197476" y="338408"/>
                </a:cubicBezTo>
                <a:cubicBezTo>
                  <a:pt x="194539" y="339380"/>
                  <a:pt x="191567" y="339860"/>
                  <a:pt x="188561" y="339860"/>
                </a:cubicBezTo>
                <a:cubicBezTo>
                  <a:pt x="185543" y="339860"/>
                  <a:pt x="182571" y="339380"/>
                  <a:pt x="179634" y="338408"/>
                </a:cubicBezTo>
                <a:close/>
                <a:moveTo>
                  <a:pt x="188595" y="157163"/>
                </a:moveTo>
                <a:close/>
                <a:moveTo>
                  <a:pt x="208598" y="177119"/>
                </a:moveTo>
                <a:cubicBezTo>
                  <a:pt x="214095" y="171644"/>
                  <a:pt x="216850" y="164992"/>
                  <a:pt x="216850" y="157163"/>
                </a:cubicBezTo>
                <a:cubicBezTo>
                  <a:pt x="216850" y="149333"/>
                  <a:pt x="214095" y="142669"/>
                  <a:pt x="208598" y="137160"/>
                </a:cubicBezTo>
                <a:cubicBezTo>
                  <a:pt x="203088" y="131662"/>
                  <a:pt x="196425" y="128908"/>
                  <a:pt x="188595" y="128908"/>
                </a:cubicBezTo>
                <a:cubicBezTo>
                  <a:pt x="180765" y="128908"/>
                  <a:pt x="174113" y="131662"/>
                  <a:pt x="168638" y="137160"/>
                </a:cubicBezTo>
                <a:cubicBezTo>
                  <a:pt x="163163" y="142669"/>
                  <a:pt x="160420" y="149333"/>
                  <a:pt x="160420" y="157163"/>
                </a:cubicBezTo>
                <a:cubicBezTo>
                  <a:pt x="160420" y="164992"/>
                  <a:pt x="163163" y="171644"/>
                  <a:pt x="168638" y="177119"/>
                </a:cubicBezTo>
                <a:cubicBezTo>
                  <a:pt x="174113" y="182594"/>
                  <a:pt x="180765" y="185337"/>
                  <a:pt x="188595" y="185337"/>
                </a:cubicBezTo>
                <a:cubicBezTo>
                  <a:pt x="196425" y="185337"/>
                  <a:pt x="203088" y="182594"/>
                  <a:pt x="208598" y="177119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9" name="圖說"/>
          <p:cNvSpPr/>
          <p:nvPr/>
        </p:nvSpPr>
        <p:spPr>
          <a:xfrm>
            <a:off x="8290350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地點</a:t>
            </a:r>
            <a:endParaRPr lang="en-US" sz="950" dirty="0"/>
          </a:p>
        </p:txBody>
      </p:sp>
      <p:sp>
        <p:nvSpPr>
          <p:cNvPr id="230" name="圖示 辦公室"/>
          <p:cNvSpPr/>
          <p:nvPr/>
        </p:nvSpPr>
        <p:spPr>
          <a:xfrm>
            <a:off x="9164717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70729" y="333219"/>
                </a:moveTo>
                <a:cubicBezTo>
                  <a:pt x="63288" y="333219"/>
                  <a:pt x="56967" y="330613"/>
                  <a:pt x="51789" y="325401"/>
                </a:cubicBezTo>
                <a:cubicBezTo>
                  <a:pt x="46600" y="320189"/>
                  <a:pt x="43994" y="313879"/>
                  <a:pt x="43971" y="306473"/>
                </a:cubicBezTo>
                <a:lnTo>
                  <a:pt x="43971" y="135548"/>
                </a:lnTo>
                <a:cubicBezTo>
                  <a:pt x="43971" y="128119"/>
                  <a:pt x="46577" y="121775"/>
                  <a:pt x="51789" y="116540"/>
                </a:cubicBezTo>
                <a:cubicBezTo>
                  <a:pt x="57001" y="111294"/>
                  <a:pt x="63311" y="108676"/>
                  <a:pt x="70729" y="108676"/>
                </a:cubicBezTo>
                <a:lnTo>
                  <a:pt x="108791" y="108676"/>
                </a:lnTo>
                <a:lnTo>
                  <a:pt x="108791" y="70729"/>
                </a:lnTo>
                <a:cubicBezTo>
                  <a:pt x="108791" y="63288"/>
                  <a:pt x="111397" y="56944"/>
                  <a:pt x="116609" y="51709"/>
                </a:cubicBezTo>
                <a:cubicBezTo>
                  <a:pt x="121832" y="46463"/>
                  <a:pt x="128142" y="43845"/>
                  <a:pt x="135548" y="43845"/>
                </a:cubicBezTo>
                <a:lnTo>
                  <a:pt x="241642" y="43845"/>
                </a:lnTo>
                <a:cubicBezTo>
                  <a:pt x="249071" y="43845"/>
                  <a:pt x="255415" y="46463"/>
                  <a:pt x="260650" y="51709"/>
                </a:cubicBezTo>
                <a:cubicBezTo>
                  <a:pt x="265896" y="56944"/>
                  <a:pt x="268514" y="63288"/>
                  <a:pt x="268514" y="70729"/>
                </a:cubicBezTo>
                <a:lnTo>
                  <a:pt x="268514" y="173507"/>
                </a:lnTo>
                <a:lnTo>
                  <a:pt x="306473" y="173507"/>
                </a:lnTo>
                <a:cubicBezTo>
                  <a:pt x="313902" y="173507"/>
                  <a:pt x="320246" y="176125"/>
                  <a:pt x="325481" y="181371"/>
                </a:cubicBezTo>
                <a:cubicBezTo>
                  <a:pt x="330727" y="186606"/>
                  <a:pt x="333345" y="192938"/>
                  <a:pt x="333345" y="200379"/>
                </a:cubicBezTo>
                <a:lnTo>
                  <a:pt x="333345" y="306473"/>
                </a:lnTo>
                <a:cubicBezTo>
                  <a:pt x="333345" y="313902"/>
                  <a:pt x="330727" y="320223"/>
                  <a:pt x="325481" y="325401"/>
                </a:cubicBezTo>
                <a:cubicBezTo>
                  <a:pt x="320246" y="330590"/>
                  <a:pt x="313902" y="333196"/>
                  <a:pt x="306473" y="333219"/>
                </a:cubicBezTo>
                <a:lnTo>
                  <a:pt x="209420" y="333219"/>
                </a:lnTo>
                <a:lnTo>
                  <a:pt x="209420" y="265210"/>
                </a:lnTo>
                <a:lnTo>
                  <a:pt x="167770" y="265210"/>
                </a:lnTo>
                <a:lnTo>
                  <a:pt x="167770" y="333219"/>
                </a:lnTo>
                <a:lnTo>
                  <a:pt x="70729" y="333219"/>
                </a:lnTo>
                <a:close/>
                <a:moveTo>
                  <a:pt x="70729" y="306473"/>
                </a:moveTo>
                <a:lnTo>
                  <a:pt x="111980" y="306473"/>
                </a:lnTo>
                <a:lnTo>
                  <a:pt x="111980" y="265210"/>
                </a:lnTo>
                <a:lnTo>
                  <a:pt x="70729" y="265210"/>
                </a:lnTo>
                <a:lnTo>
                  <a:pt x="70729" y="306473"/>
                </a:lnTo>
                <a:close/>
                <a:moveTo>
                  <a:pt x="70729" y="241642"/>
                </a:moveTo>
                <a:lnTo>
                  <a:pt x="111980" y="241642"/>
                </a:lnTo>
                <a:lnTo>
                  <a:pt x="111980" y="200379"/>
                </a:lnTo>
                <a:lnTo>
                  <a:pt x="70729" y="200379"/>
                </a:lnTo>
                <a:lnTo>
                  <a:pt x="70729" y="241642"/>
                </a:lnTo>
                <a:close/>
                <a:moveTo>
                  <a:pt x="70729" y="176811"/>
                </a:moveTo>
                <a:lnTo>
                  <a:pt x="111980" y="176811"/>
                </a:lnTo>
                <a:lnTo>
                  <a:pt x="111980" y="135548"/>
                </a:lnTo>
                <a:lnTo>
                  <a:pt x="70729" y="135548"/>
                </a:lnTo>
                <a:lnTo>
                  <a:pt x="70729" y="176811"/>
                </a:lnTo>
                <a:close/>
                <a:moveTo>
                  <a:pt x="135548" y="241642"/>
                </a:moveTo>
                <a:lnTo>
                  <a:pt x="176811" y="241642"/>
                </a:lnTo>
                <a:lnTo>
                  <a:pt x="176811" y="200379"/>
                </a:lnTo>
                <a:lnTo>
                  <a:pt x="135548" y="200379"/>
                </a:lnTo>
                <a:lnTo>
                  <a:pt x="135548" y="241642"/>
                </a:lnTo>
                <a:close/>
                <a:moveTo>
                  <a:pt x="135548" y="176811"/>
                </a:moveTo>
                <a:lnTo>
                  <a:pt x="176811" y="176811"/>
                </a:lnTo>
                <a:lnTo>
                  <a:pt x="176811" y="135548"/>
                </a:lnTo>
                <a:lnTo>
                  <a:pt x="135548" y="135548"/>
                </a:lnTo>
                <a:lnTo>
                  <a:pt x="135548" y="176811"/>
                </a:lnTo>
                <a:close/>
                <a:moveTo>
                  <a:pt x="135548" y="111980"/>
                </a:moveTo>
                <a:lnTo>
                  <a:pt x="176811" y="111980"/>
                </a:lnTo>
                <a:lnTo>
                  <a:pt x="176811" y="70729"/>
                </a:lnTo>
                <a:lnTo>
                  <a:pt x="135548" y="70729"/>
                </a:lnTo>
                <a:lnTo>
                  <a:pt x="135548" y="111980"/>
                </a:lnTo>
                <a:close/>
                <a:moveTo>
                  <a:pt x="200379" y="241642"/>
                </a:moveTo>
                <a:lnTo>
                  <a:pt x="241642" y="241642"/>
                </a:lnTo>
                <a:lnTo>
                  <a:pt x="241642" y="200379"/>
                </a:lnTo>
                <a:lnTo>
                  <a:pt x="200379" y="200379"/>
                </a:lnTo>
                <a:lnTo>
                  <a:pt x="200379" y="241642"/>
                </a:lnTo>
                <a:close/>
                <a:moveTo>
                  <a:pt x="200379" y="176811"/>
                </a:moveTo>
                <a:lnTo>
                  <a:pt x="241642" y="176811"/>
                </a:lnTo>
                <a:lnTo>
                  <a:pt x="241642" y="135548"/>
                </a:lnTo>
                <a:lnTo>
                  <a:pt x="200379" y="135548"/>
                </a:lnTo>
                <a:lnTo>
                  <a:pt x="200379" y="176811"/>
                </a:lnTo>
                <a:close/>
                <a:moveTo>
                  <a:pt x="200379" y="111980"/>
                </a:moveTo>
                <a:lnTo>
                  <a:pt x="241642" y="111980"/>
                </a:lnTo>
                <a:lnTo>
                  <a:pt x="241642" y="70729"/>
                </a:lnTo>
                <a:lnTo>
                  <a:pt x="200379" y="70729"/>
                </a:lnTo>
                <a:lnTo>
                  <a:pt x="200379" y="111980"/>
                </a:lnTo>
                <a:close/>
                <a:moveTo>
                  <a:pt x="265210" y="306473"/>
                </a:moveTo>
                <a:lnTo>
                  <a:pt x="306473" y="306473"/>
                </a:lnTo>
                <a:lnTo>
                  <a:pt x="306473" y="265210"/>
                </a:lnTo>
                <a:lnTo>
                  <a:pt x="265210" y="265210"/>
                </a:lnTo>
                <a:lnTo>
                  <a:pt x="265210" y="306473"/>
                </a:lnTo>
                <a:close/>
                <a:moveTo>
                  <a:pt x="265210" y="241642"/>
                </a:moveTo>
                <a:lnTo>
                  <a:pt x="306473" y="241642"/>
                </a:lnTo>
                <a:lnTo>
                  <a:pt x="306473" y="200379"/>
                </a:lnTo>
                <a:lnTo>
                  <a:pt x="265210" y="200379"/>
                </a:lnTo>
                <a:lnTo>
                  <a:pt x="265210" y="241642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1" name="圖說"/>
          <p:cNvSpPr/>
          <p:nvPr/>
        </p:nvSpPr>
        <p:spPr>
          <a:xfrm>
            <a:off x="8983751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辦公室</a:t>
            </a:r>
            <a:endParaRPr lang="en-US" sz="950" dirty="0"/>
          </a:p>
        </p:txBody>
      </p:sp>
      <p:sp>
        <p:nvSpPr>
          <p:cNvPr id="232" name="圖示 環保"/>
          <p:cNvSpPr/>
          <p:nvPr/>
        </p:nvSpPr>
        <p:spPr>
          <a:xfrm>
            <a:off x="9858118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82079" y="310039"/>
                </a:moveTo>
                <a:cubicBezTo>
                  <a:pt x="70340" y="297992"/>
                  <a:pt x="61196" y="284070"/>
                  <a:pt x="54658" y="268274"/>
                </a:cubicBezTo>
                <a:cubicBezTo>
                  <a:pt x="48075" y="252477"/>
                  <a:pt x="44794" y="236338"/>
                  <a:pt x="44794" y="219833"/>
                </a:cubicBezTo>
                <a:cubicBezTo>
                  <a:pt x="44794" y="200528"/>
                  <a:pt x="48200" y="182811"/>
                  <a:pt x="55013" y="166672"/>
                </a:cubicBezTo>
                <a:cubicBezTo>
                  <a:pt x="61813" y="150533"/>
                  <a:pt x="71963" y="135720"/>
                  <a:pt x="85462" y="122232"/>
                </a:cubicBezTo>
                <a:cubicBezTo>
                  <a:pt x="102321" y="105419"/>
                  <a:pt x="126370" y="93326"/>
                  <a:pt x="157597" y="85965"/>
                </a:cubicBezTo>
                <a:cubicBezTo>
                  <a:pt x="188812" y="78604"/>
                  <a:pt x="227126" y="75449"/>
                  <a:pt x="272525" y="76501"/>
                </a:cubicBezTo>
                <a:cubicBezTo>
                  <a:pt x="278389" y="76764"/>
                  <a:pt x="283727" y="77953"/>
                  <a:pt x="288550" y="80079"/>
                </a:cubicBezTo>
                <a:cubicBezTo>
                  <a:pt x="293374" y="82193"/>
                  <a:pt x="297717" y="85154"/>
                  <a:pt x="301592" y="88960"/>
                </a:cubicBezTo>
                <a:cubicBezTo>
                  <a:pt x="305467" y="92777"/>
                  <a:pt x="308519" y="97086"/>
                  <a:pt x="310747" y="101876"/>
                </a:cubicBezTo>
                <a:cubicBezTo>
                  <a:pt x="312976" y="106699"/>
                  <a:pt x="314211" y="112071"/>
                  <a:pt x="314439" y="117992"/>
                </a:cubicBezTo>
                <a:cubicBezTo>
                  <a:pt x="315171" y="140703"/>
                  <a:pt x="314885" y="161666"/>
                  <a:pt x="313582" y="180891"/>
                </a:cubicBezTo>
                <a:cubicBezTo>
                  <a:pt x="312268" y="200116"/>
                  <a:pt x="309719" y="217627"/>
                  <a:pt x="305913" y="233423"/>
                </a:cubicBezTo>
                <a:cubicBezTo>
                  <a:pt x="302118" y="249197"/>
                  <a:pt x="297157" y="263233"/>
                  <a:pt x="291031" y="275543"/>
                </a:cubicBezTo>
                <a:cubicBezTo>
                  <a:pt x="284893" y="287853"/>
                  <a:pt x="277498" y="298346"/>
                  <a:pt x="268822" y="307021"/>
                </a:cubicBezTo>
                <a:cubicBezTo>
                  <a:pt x="255472" y="320429"/>
                  <a:pt x="240933" y="330601"/>
                  <a:pt x="225217" y="337551"/>
                </a:cubicBezTo>
                <a:cubicBezTo>
                  <a:pt x="209500" y="344489"/>
                  <a:pt x="192710" y="347963"/>
                  <a:pt x="174845" y="347963"/>
                </a:cubicBezTo>
                <a:cubicBezTo>
                  <a:pt x="156408" y="347963"/>
                  <a:pt x="139537" y="344889"/>
                  <a:pt x="124233" y="338762"/>
                </a:cubicBezTo>
                <a:cubicBezTo>
                  <a:pt x="108916" y="332636"/>
                  <a:pt x="94892" y="323035"/>
                  <a:pt x="82159" y="309959"/>
                </a:cubicBezTo>
                <a:close/>
                <a:moveTo>
                  <a:pt x="124633" y="307604"/>
                </a:moveTo>
                <a:cubicBezTo>
                  <a:pt x="131228" y="312062"/>
                  <a:pt x="138840" y="315434"/>
                  <a:pt x="147458" y="317743"/>
                </a:cubicBezTo>
                <a:cubicBezTo>
                  <a:pt x="156077" y="320051"/>
                  <a:pt x="165175" y="321206"/>
                  <a:pt x="174765" y="321206"/>
                </a:cubicBezTo>
                <a:cubicBezTo>
                  <a:pt x="188538" y="321206"/>
                  <a:pt x="201900" y="318337"/>
                  <a:pt x="214838" y="312599"/>
                </a:cubicBezTo>
                <a:cubicBezTo>
                  <a:pt x="227811" y="306861"/>
                  <a:pt x="239573" y="298586"/>
                  <a:pt x="250123" y="287762"/>
                </a:cubicBezTo>
                <a:cubicBezTo>
                  <a:pt x="257644" y="280195"/>
                  <a:pt x="263907" y="270377"/>
                  <a:pt x="268902" y="258295"/>
                </a:cubicBezTo>
                <a:cubicBezTo>
                  <a:pt x="273909" y="246225"/>
                  <a:pt x="277886" y="232269"/>
                  <a:pt x="280847" y="216450"/>
                </a:cubicBezTo>
                <a:cubicBezTo>
                  <a:pt x="283807" y="200654"/>
                  <a:pt x="285716" y="183223"/>
                  <a:pt x="286584" y="164158"/>
                </a:cubicBezTo>
                <a:cubicBezTo>
                  <a:pt x="287453" y="145115"/>
                  <a:pt x="287384" y="124861"/>
                  <a:pt x="286390" y="103419"/>
                </a:cubicBezTo>
                <a:cubicBezTo>
                  <a:pt x="261953" y="102836"/>
                  <a:pt x="240041" y="103156"/>
                  <a:pt x="220656" y="104356"/>
                </a:cubicBezTo>
                <a:cubicBezTo>
                  <a:pt x="201271" y="105556"/>
                  <a:pt x="184160" y="107739"/>
                  <a:pt x="169301" y="110882"/>
                </a:cubicBezTo>
                <a:cubicBezTo>
                  <a:pt x="154454" y="114026"/>
                  <a:pt x="141721" y="118026"/>
                  <a:pt x="131114" y="122907"/>
                </a:cubicBezTo>
                <a:cubicBezTo>
                  <a:pt x="120506" y="127776"/>
                  <a:pt x="111888" y="133651"/>
                  <a:pt x="105259" y="140543"/>
                </a:cubicBezTo>
                <a:cubicBezTo>
                  <a:pt x="94446" y="151539"/>
                  <a:pt x="86125" y="163323"/>
                  <a:pt x="80307" y="175862"/>
                </a:cubicBezTo>
                <a:cubicBezTo>
                  <a:pt x="74489" y="188389"/>
                  <a:pt x="71586" y="201077"/>
                  <a:pt x="71586" y="213935"/>
                </a:cubicBezTo>
                <a:cubicBezTo>
                  <a:pt x="71586" y="226245"/>
                  <a:pt x="74192" y="239218"/>
                  <a:pt x="79404" y="252832"/>
                </a:cubicBezTo>
                <a:cubicBezTo>
                  <a:pt x="84616" y="266479"/>
                  <a:pt x="91166" y="277452"/>
                  <a:pt x="99052" y="285761"/>
                </a:cubicBezTo>
                <a:cubicBezTo>
                  <a:pt x="112540" y="260455"/>
                  <a:pt x="128885" y="237721"/>
                  <a:pt x="148087" y="217547"/>
                </a:cubicBezTo>
                <a:cubicBezTo>
                  <a:pt x="167289" y="197385"/>
                  <a:pt x="188001" y="181246"/>
                  <a:pt x="210243" y="169141"/>
                </a:cubicBezTo>
                <a:cubicBezTo>
                  <a:pt x="187715" y="188846"/>
                  <a:pt x="169404" y="210129"/>
                  <a:pt x="155311" y="232989"/>
                </a:cubicBezTo>
                <a:cubicBezTo>
                  <a:pt x="141229" y="255861"/>
                  <a:pt x="131011" y="280721"/>
                  <a:pt x="124667" y="307570"/>
                </a:cubicBezTo>
                <a:close/>
                <a:moveTo>
                  <a:pt x="124633" y="307604"/>
                </a:moveTo>
                <a:close/>
                <a:moveTo>
                  <a:pt x="124633" y="307604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3" name="圖說"/>
          <p:cNvSpPr/>
          <p:nvPr/>
        </p:nvSpPr>
        <p:spPr>
          <a:xfrm>
            <a:off x="9677152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環保</a:t>
            </a:r>
            <a:endParaRPr lang="en-US" sz="950" dirty="0"/>
          </a:p>
        </p:txBody>
      </p:sp>
      <p:sp>
        <p:nvSpPr>
          <p:cNvPr id="234" name="圖示 回收"/>
          <p:cNvSpPr/>
          <p:nvPr/>
        </p:nvSpPr>
        <p:spPr>
          <a:xfrm>
            <a:off x="10551519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50682" y="132211"/>
                </a:moveTo>
                <a:lnTo>
                  <a:pt x="179485" y="85336"/>
                </a:lnTo>
                <a:lnTo>
                  <a:pt x="156020" y="46280"/>
                </a:lnTo>
                <a:cubicBezTo>
                  <a:pt x="152751" y="41045"/>
                  <a:pt x="148144" y="38428"/>
                  <a:pt x="142189" y="38428"/>
                </a:cubicBezTo>
                <a:cubicBezTo>
                  <a:pt x="136246" y="38428"/>
                  <a:pt x="131708" y="41045"/>
                  <a:pt x="128565" y="46280"/>
                </a:cubicBezTo>
                <a:lnTo>
                  <a:pt x="96218" y="99647"/>
                </a:lnTo>
                <a:cubicBezTo>
                  <a:pt x="94126" y="102893"/>
                  <a:pt x="93600" y="106230"/>
                  <a:pt x="94652" y="109659"/>
                </a:cubicBezTo>
                <a:cubicBezTo>
                  <a:pt x="95703" y="113088"/>
                  <a:pt x="97852" y="115843"/>
                  <a:pt x="101098" y="117912"/>
                </a:cubicBezTo>
                <a:lnTo>
                  <a:pt x="132405" y="137126"/>
                </a:lnTo>
                <a:cubicBezTo>
                  <a:pt x="135663" y="138955"/>
                  <a:pt x="139000" y="139412"/>
                  <a:pt x="142429" y="138497"/>
                </a:cubicBezTo>
                <a:cubicBezTo>
                  <a:pt x="145858" y="137583"/>
                  <a:pt x="148613" y="135503"/>
                  <a:pt x="150682" y="132257"/>
                </a:cubicBezTo>
                <a:close/>
                <a:moveTo>
                  <a:pt x="298174" y="252203"/>
                </a:moveTo>
                <a:lnTo>
                  <a:pt x="269885" y="204826"/>
                </a:lnTo>
                <a:cubicBezTo>
                  <a:pt x="267873" y="201579"/>
                  <a:pt x="267359" y="198150"/>
                  <a:pt x="268354" y="194573"/>
                </a:cubicBezTo>
                <a:cubicBezTo>
                  <a:pt x="269382" y="190984"/>
                  <a:pt x="271508" y="188286"/>
                  <a:pt x="274754" y="186469"/>
                </a:cubicBezTo>
                <a:lnTo>
                  <a:pt x="306473" y="168044"/>
                </a:lnTo>
                <a:cubicBezTo>
                  <a:pt x="309719" y="166295"/>
                  <a:pt x="313136" y="165781"/>
                  <a:pt x="316725" y="166512"/>
                </a:cubicBezTo>
                <a:cubicBezTo>
                  <a:pt x="320314" y="167278"/>
                  <a:pt x="323012" y="169278"/>
                  <a:pt x="324818" y="172524"/>
                </a:cubicBezTo>
                <a:lnTo>
                  <a:pt x="343597" y="203991"/>
                </a:lnTo>
                <a:cubicBezTo>
                  <a:pt x="346478" y="208586"/>
                  <a:pt x="348032" y="213650"/>
                  <a:pt x="348272" y="219205"/>
                </a:cubicBezTo>
                <a:cubicBezTo>
                  <a:pt x="348512" y="224760"/>
                  <a:pt x="347346" y="229926"/>
                  <a:pt x="344775" y="234726"/>
                </a:cubicBezTo>
                <a:cubicBezTo>
                  <a:pt x="342100" y="240087"/>
                  <a:pt x="338179" y="244351"/>
                  <a:pt x="332990" y="247494"/>
                </a:cubicBezTo>
                <a:cubicBezTo>
                  <a:pt x="327824" y="250637"/>
                  <a:pt x="322200" y="252203"/>
                  <a:pt x="316097" y="252203"/>
                </a:cubicBezTo>
                <a:lnTo>
                  <a:pt x="298140" y="252203"/>
                </a:lnTo>
                <a:close/>
                <a:moveTo>
                  <a:pt x="240693" y="352078"/>
                </a:moveTo>
                <a:lnTo>
                  <a:pt x="198059" y="309490"/>
                </a:lnTo>
                <a:cubicBezTo>
                  <a:pt x="195396" y="306815"/>
                  <a:pt x="194059" y="303661"/>
                  <a:pt x="194059" y="300026"/>
                </a:cubicBezTo>
                <a:cubicBezTo>
                  <a:pt x="194059" y="296380"/>
                  <a:pt x="195396" y="293225"/>
                  <a:pt x="198059" y="290551"/>
                </a:cubicBezTo>
                <a:lnTo>
                  <a:pt x="240693" y="247928"/>
                </a:lnTo>
                <a:cubicBezTo>
                  <a:pt x="242785" y="245825"/>
                  <a:pt x="245254" y="245322"/>
                  <a:pt x="248077" y="246397"/>
                </a:cubicBezTo>
                <a:cubicBezTo>
                  <a:pt x="250911" y="247471"/>
                  <a:pt x="252329" y="249471"/>
                  <a:pt x="252329" y="252409"/>
                </a:cubicBezTo>
                <a:lnTo>
                  <a:pt x="252329" y="268079"/>
                </a:lnTo>
                <a:lnTo>
                  <a:pt x="327995" y="268079"/>
                </a:lnTo>
                <a:lnTo>
                  <a:pt x="304930" y="314325"/>
                </a:lnTo>
                <a:cubicBezTo>
                  <a:pt x="302003" y="319697"/>
                  <a:pt x="298003" y="323949"/>
                  <a:pt x="292951" y="327092"/>
                </a:cubicBezTo>
                <a:cubicBezTo>
                  <a:pt x="287922" y="330236"/>
                  <a:pt x="282355" y="331813"/>
                  <a:pt x="276252" y="331813"/>
                </a:cubicBezTo>
                <a:lnTo>
                  <a:pt x="252283" y="331813"/>
                </a:lnTo>
                <a:lnTo>
                  <a:pt x="252283" y="347609"/>
                </a:lnTo>
                <a:cubicBezTo>
                  <a:pt x="252283" y="350535"/>
                  <a:pt x="250866" y="352547"/>
                  <a:pt x="248042" y="353621"/>
                </a:cubicBezTo>
                <a:cubicBezTo>
                  <a:pt x="245208" y="354684"/>
                  <a:pt x="242750" y="354181"/>
                  <a:pt x="240659" y="352078"/>
                </a:cubicBezTo>
                <a:close/>
                <a:moveTo>
                  <a:pt x="98184" y="331813"/>
                </a:moveTo>
                <a:cubicBezTo>
                  <a:pt x="92892" y="331813"/>
                  <a:pt x="88045" y="330430"/>
                  <a:pt x="83645" y="327687"/>
                </a:cubicBezTo>
                <a:cubicBezTo>
                  <a:pt x="79244" y="324932"/>
                  <a:pt x="76010" y="321263"/>
                  <a:pt x="73941" y="316680"/>
                </a:cubicBezTo>
                <a:cubicBezTo>
                  <a:pt x="71792" y="312439"/>
                  <a:pt x="70786" y="308004"/>
                  <a:pt x="70923" y="303364"/>
                </a:cubicBezTo>
                <a:cubicBezTo>
                  <a:pt x="71049" y="298723"/>
                  <a:pt x="72318" y="294391"/>
                  <a:pt x="74729" y="290356"/>
                </a:cubicBezTo>
                <a:lnTo>
                  <a:pt x="88285" y="268079"/>
                </a:lnTo>
                <a:lnTo>
                  <a:pt x="143332" y="268079"/>
                </a:lnTo>
                <a:cubicBezTo>
                  <a:pt x="147184" y="268079"/>
                  <a:pt x="150396" y="269359"/>
                  <a:pt x="152956" y="271931"/>
                </a:cubicBezTo>
                <a:cubicBezTo>
                  <a:pt x="155528" y="274503"/>
                  <a:pt x="156808" y="277703"/>
                  <a:pt x="156808" y="281555"/>
                </a:cubicBezTo>
                <a:lnTo>
                  <a:pt x="156808" y="318417"/>
                </a:lnTo>
                <a:cubicBezTo>
                  <a:pt x="156808" y="322257"/>
                  <a:pt x="155528" y="325458"/>
                  <a:pt x="152956" y="327995"/>
                </a:cubicBezTo>
                <a:cubicBezTo>
                  <a:pt x="150396" y="330544"/>
                  <a:pt x="147184" y="331813"/>
                  <a:pt x="143332" y="331813"/>
                </a:cubicBezTo>
                <a:lnTo>
                  <a:pt x="98184" y="331813"/>
                </a:lnTo>
                <a:close/>
                <a:moveTo>
                  <a:pt x="58739" y="286470"/>
                </a:moveTo>
                <a:lnTo>
                  <a:pt x="32884" y="234726"/>
                </a:lnTo>
                <a:cubicBezTo>
                  <a:pt x="30392" y="229960"/>
                  <a:pt x="29238" y="224851"/>
                  <a:pt x="29387" y="219399"/>
                </a:cubicBezTo>
                <a:cubicBezTo>
                  <a:pt x="29547" y="213981"/>
                  <a:pt x="31101" y="208838"/>
                  <a:pt x="34061" y="204003"/>
                </a:cubicBezTo>
                <a:lnTo>
                  <a:pt x="40428" y="193190"/>
                </a:lnTo>
                <a:lnTo>
                  <a:pt x="27226" y="185292"/>
                </a:lnTo>
                <a:cubicBezTo>
                  <a:pt x="24815" y="183806"/>
                  <a:pt x="23763" y="181520"/>
                  <a:pt x="24049" y="178457"/>
                </a:cubicBezTo>
                <a:cubicBezTo>
                  <a:pt x="24334" y="175393"/>
                  <a:pt x="25980" y="173530"/>
                  <a:pt x="28998" y="172879"/>
                </a:cubicBezTo>
                <a:lnTo>
                  <a:pt x="87657" y="158111"/>
                </a:lnTo>
                <a:cubicBezTo>
                  <a:pt x="91246" y="157185"/>
                  <a:pt x="94583" y="157700"/>
                  <a:pt x="97681" y="159643"/>
                </a:cubicBezTo>
                <a:cubicBezTo>
                  <a:pt x="100767" y="161552"/>
                  <a:pt x="102767" y="164295"/>
                  <a:pt x="103693" y="167884"/>
                </a:cubicBezTo>
                <a:lnTo>
                  <a:pt x="118461" y="226943"/>
                </a:lnTo>
                <a:cubicBezTo>
                  <a:pt x="119112" y="229880"/>
                  <a:pt x="118255" y="232166"/>
                  <a:pt x="115866" y="233824"/>
                </a:cubicBezTo>
                <a:cubicBezTo>
                  <a:pt x="113488" y="235469"/>
                  <a:pt x="111065" y="235549"/>
                  <a:pt x="108596" y="234052"/>
                </a:cubicBezTo>
                <a:lnTo>
                  <a:pt x="95086" y="225880"/>
                </a:lnTo>
                <a:lnTo>
                  <a:pt x="58784" y="286470"/>
                </a:lnTo>
                <a:close/>
                <a:moveTo>
                  <a:pt x="260924" y="147104"/>
                </a:moveTo>
                <a:lnTo>
                  <a:pt x="202265" y="132337"/>
                </a:lnTo>
                <a:cubicBezTo>
                  <a:pt x="199339" y="131754"/>
                  <a:pt x="197648" y="129913"/>
                  <a:pt x="197202" y="126793"/>
                </a:cubicBezTo>
                <a:cubicBezTo>
                  <a:pt x="196756" y="123695"/>
                  <a:pt x="197853" y="121409"/>
                  <a:pt x="200505" y="119912"/>
                </a:cubicBezTo>
                <a:lnTo>
                  <a:pt x="214130" y="112014"/>
                </a:lnTo>
                <a:lnTo>
                  <a:pt x="164272" y="29158"/>
                </a:lnTo>
                <a:lnTo>
                  <a:pt x="220496" y="29158"/>
                </a:lnTo>
                <a:cubicBezTo>
                  <a:pt x="226051" y="29158"/>
                  <a:pt x="231275" y="30552"/>
                  <a:pt x="236178" y="33353"/>
                </a:cubicBezTo>
                <a:cubicBezTo>
                  <a:pt x="241070" y="36165"/>
                  <a:pt x="244991" y="39925"/>
                  <a:pt x="247928" y="44634"/>
                </a:cubicBezTo>
                <a:lnTo>
                  <a:pt x="268628" y="79290"/>
                </a:lnTo>
                <a:lnTo>
                  <a:pt x="281955" y="71117"/>
                </a:lnTo>
                <a:cubicBezTo>
                  <a:pt x="284356" y="69540"/>
                  <a:pt x="286756" y="69677"/>
                  <a:pt x="289145" y="71506"/>
                </a:cubicBezTo>
                <a:cubicBezTo>
                  <a:pt x="291522" y="73346"/>
                  <a:pt x="292414" y="75712"/>
                  <a:pt x="291808" y="78616"/>
                </a:cubicBezTo>
                <a:lnTo>
                  <a:pt x="276960" y="137286"/>
                </a:lnTo>
                <a:cubicBezTo>
                  <a:pt x="275989" y="140875"/>
                  <a:pt x="273977" y="143618"/>
                  <a:pt x="270914" y="145538"/>
                </a:cubicBezTo>
                <a:cubicBezTo>
                  <a:pt x="267839" y="147447"/>
                  <a:pt x="264513" y="147950"/>
                  <a:pt x="260924" y="147070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5" name="圖說"/>
          <p:cNvSpPr/>
          <p:nvPr/>
        </p:nvSpPr>
        <p:spPr>
          <a:xfrm>
            <a:off x="10370553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回收</a:t>
            </a:r>
            <a:endParaRPr lang="en-US" sz="950" dirty="0"/>
          </a:p>
        </p:txBody>
      </p:sp>
      <p:sp>
        <p:nvSpPr>
          <p:cNvPr id="236" name="圖示 節能"/>
          <p:cNvSpPr/>
          <p:nvPr/>
        </p:nvSpPr>
        <p:spPr>
          <a:xfrm>
            <a:off x="11244920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305718"/>
                </a:moveTo>
                <a:cubicBezTo>
                  <a:pt x="221079" y="305718"/>
                  <a:pt x="248694" y="294357"/>
                  <a:pt x="271463" y="271611"/>
                </a:cubicBezTo>
                <a:cubicBezTo>
                  <a:pt x="294220" y="248877"/>
                  <a:pt x="305604" y="221296"/>
                  <a:pt x="305604" y="188869"/>
                </a:cubicBezTo>
                <a:lnTo>
                  <a:pt x="305604" y="71472"/>
                </a:lnTo>
                <a:lnTo>
                  <a:pt x="188515" y="71472"/>
                </a:lnTo>
                <a:cubicBezTo>
                  <a:pt x="156031" y="71472"/>
                  <a:pt x="128416" y="82868"/>
                  <a:pt x="105647" y="105647"/>
                </a:cubicBezTo>
                <a:cubicBezTo>
                  <a:pt x="82890" y="128439"/>
                  <a:pt x="71506" y="156088"/>
                  <a:pt x="71506" y="188595"/>
                </a:cubicBezTo>
                <a:cubicBezTo>
                  <a:pt x="71506" y="221079"/>
                  <a:pt x="82902" y="248728"/>
                  <a:pt x="105693" y="271543"/>
                </a:cubicBezTo>
                <a:cubicBezTo>
                  <a:pt x="128485" y="294323"/>
                  <a:pt x="156122" y="305718"/>
                  <a:pt x="188629" y="305718"/>
                </a:cubicBezTo>
                <a:close/>
                <a:moveTo>
                  <a:pt x="167381" y="266708"/>
                </a:moveTo>
                <a:lnTo>
                  <a:pt x="249848" y="192607"/>
                </a:lnTo>
                <a:cubicBezTo>
                  <a:pt x="252466" y="190195"/>
                  <a:pt x="253255" y="187315"/>
                  <a:pt x="252203" y="183954"/>
                </a:cubicBezTo>
                <a:cubicBezTo>
                  <a:pt x="251163" y="180605"/>
                  <a:pt x="248797" y="178685"/>
                  <a:pt x="245139" y="178182"/>
                </a:cubicBezTo>
                <a:lnTo>
                  <a:pt x="180617" y="171816"/>
                </a:lnTo>
                <a:lnTo>
                  <a:pt x="219285" y="118701"/>
                </a:lnTo>
                <a:cubicBezTo>
                  <a:pt x="220382" y="117386"/>
                  <a:pt x="220839" y="115957"/>
                  <a:pt x="220656" y="114414"/>
                </a:cubicBezTo>
                <a:cubicBezTo>
                  <a:pt x="220473" y="112871"/>
                  <a:pt x="219856" y="111477"/>
                  <a:pt x="218804" y="110254"/>
                </a:cubicBezTo>
                <a:cubicBezTo>
                  <a:pt x="217501" y="108939"/>
                  <a:pt x="215981" y="108276"/>
                  <a:pt x="214255" y="108242"/>
                </a:cubicBezTo>
                <a:cubicBezTo>
                  <a:pt x="212518" y="108219"/>
                  <a:pt x="211009" y="108859"/>
                  <a:pt x="209695" y="110174"/>
                </a:cubicBezTo>
                <a:lnTo>
                  <a:pt x="127650" y="184194"/>
                </a:lnTo>
                <a:cubicBezTo>
                  <a:pt x="125033" y="186549"/>
                  <a:pt x="124256" y="189418"/>
                  <a:pt x="125296" y="192801"/>
                </a:cubicBezTo>
                <a:cubicBezTo>
                  <a:pt x="126347" y="196173"/>
                  <a:pt x="128702" y="198093"/>
                  <a:pt x="132371" y="198539"/>
                </a:cubicBezTo>
                <a:lnTo>
                  <a:pt x="196962" y="205100"/>
                </a:lnTo>
                <a:lnTo>
                  <a:pt x="157905" y="258215"/>
                </a:lnTo>
                <a:cubicBezTo>
                  <a:pt x="156865" y="259530"/>
                  <a:pt x="156420" y="260924"/>
                  <a:pt x="156568" y="262421"/>
                </a:cubicBezTo>
                <a:cubicBezTo>
                  <a:pt x="156728" y="263919"/>
                  <a:pt x="157460" y="265313"/>
                  <a:pt x="158774" y="266628"/>
                </a:cubicBezTo>
                <a:cubicBezTo>
                  <a:pt x="160031" y="267931"/>
                  <a:pt x="161472" y="268605"/>
                  <a:pt x="163095" y="268628"/>
                </a:cubicBezTo>
                <a:cubicBezTo>
                  <a:pt x="164718" y="268651"/>
                  <a:pt x="166158" y="268011"/>
                  <a:pt x="167415" y="266708"/>
                </a:cubicBezTo>
                <a:close/>
                <a:moveTo>
                  <a:pt x="188595" y="332396"/>
                </a:moveTo>
                <a:cubicBezTo>
                  <a:pt x="170993" y="332396"/>
                  <a:pt x="154431" y="329481"/>
                  <a:pt x="138897" y="323640"/>
                </a:cubicBezTo>
                <a:cubicBezTo>
                  <a:pt x="123387" y="317800"/>
                  <a:pt x="109305" y="309673"/>
                  <a:pt x="96652" y="299272"/>
                </a:cubicBezTo>
                <a:lnTo>
                  <a:pt x="67460" y="328475"/>
                </a:lnTo>
                <a:cubicBezTo>
                  <a:pt x="66020" y="329916"/>
                  <a:pt x="64557" y="330921"/>
                  <a:pt x="63059" y="331493"/>
                </a:cubicBezTo>
                <a:cubicBezTo>
                  <a:pt x="61573" y="332076"/>
                  <a:pt x="59939" y="332362"/>
                  <a:pt x="58190" y="332362"/>
                </a:cubicBezTo>
                <a:cubicBezTo>
                  <a:pt x="54544" y="332362"/>
                  <a:pt x="51401" y="331036"/>
                  <a:pt x="48760" y="328395"/>
                </a:cubicBezTo>
                <a:cubicBezTo>
                  <a:pt x="46109" y="325744"/>
                  <a:pt x="44794" y="322600"/>
                  <a:pt x="44794" y="318966"/>
                </a:cubicBezTo>
                <a:cubicBezTo>
                  <a:pt x="44794" y="317205"/>
                  <a:pt x="45080" y="315582"/>
                  <a:pt x="45651" y="314085"/>
                </a:cubicBezTo>
                <a:cubicBezTo>
                  <a:pt x="46234" y="312599"/>
                  <a:pt x="47240" y="311125"/>
                  <a:pt x="48680" y="309684"/>
                </a:cubicBezTo>
                <a:lnTo>
                  <a:pt x="77873" y="280492"/>
                </a:lnTo>
                <a:cubicBezTo>
                  <a:pt x="67448" y="267873"/>
                  <a:pt x="59333" y="253792"/>
                  <a:pt x="53515" y="238258"/>
                </a:cubicBezTo>
                <a:cubicBezTo>
                  <a:pt x="47675" y="222748"/>
                  <a:pt x="44748" y="206186"/>
                  <a:pt x="44748" y="188561"/>
                </a:cubicBezTo>
                <a:cubicBezTo>
                  <a:pt x="44748" y="148579"/>
                  <a:pt x="58739" y="114609"/>
                  <a:pt x="86719" y="86639"/>
                </a:cubicBezTo>
                <a:cubicBezTo>
                  <a:pt x="114711" y="58682"/>
                  <a:pt x="148681" y="44714"/>
                  <a:pt x="188595" y="44714"/>
                </a:cubicBezTo>
                <a:lnTo>
                  <a:pt x="305638" y="44714"/>
                </a:lnTo>
                <a:cubicBezTo>
                  <a:pt x="313136" y="44714"/>
                  <a:pt x="319480" y="47320"/>
                  <a:pt x="324703" y="52532"/>
                </a:cubicBezTo>
                <a:cubicBezTo>
                  <a:pt x="329916" y="57744"/>
                  <a:pt x="332522" y="64099"/>
                  <a:pt x="332522" y="71586"/>
                </a:cubicBezTo>
                <a:lnTo>
                  <a:pt x="332522" y="188595"/>
                </a:lnTo>
                <a:cubicBezTo>
                  <a:pt x="332522" y="228520"/>
                  <a:pt x="318531" y="262467"/>
                  <a:pt x="290551" y="290436"/>
                </a:cubicBezTo>
                <a:cubicBezTo>
                  <a:pt x="262559" y="318417"/>
                  <a:pt x="228566" y="332396"/>
                  <a:pt x="188595" y="332396"/>
                </a:cubicBez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7" name="圖說"/>
          <p:cNvSpPr/>
          <p:nvPr/>
        </p:nvSpPr>
        <p:spPr>
          <a:xfrm>
            <a:off x="11063954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節能</a:t>
            </a:r>
            <a:endParaRPr lang="en-US" sz="950" dirty="0"/>
          </a:p>
        </p:txBody>
      </p:sp>
      <p:sp>
        <p:nvSpPr>
          <p:cNvPr id="238" name="圖示 溫度"/>
          <p:cNvSpPr/>
          <p:nvPr/>
        </p:nvSpPr>
        <p:spPr>
          <a:xfrm>
            <a:off x="11938321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219205" y="150327"/>
                </a:moveTo>
                <a:cubicBezTo>
                  <a:pt x="215536" y="150327"/>
                  <a:pt x="212461" y="149081"/>
                  <a:pt x="209969" y="146590"/>
                </a:cubicBezTo>
                <a:cubicBezTo>
                  <a:pt x="207477" y="144109"/>
                  <a:pt x="206231" y="141058"/>
                  <a:pt x="206231" y="137434"/>
                </a:cubicBezTo>
                <a:cubicBezTo>
                  <a:pt x="206231" y="133822"/>
                  <a:pt x="207477" y="130782"/>
                  <a:pt x="209969" y="128325"/>
                </a:cubicBezTo>
                <a:cubicBezTo>
                  <a:pt x="212461" y="125890"/>
                  <a:pt x="215524" y="124667"/>
                  <a:pt x="219159" y="124667"/>
                </a:cubicBezTo>
                <a:lnTo>
                  <a:pt x="287099" y="124667"/>
                </a:lnTo>
                <a:cubicBezTo>
                  <a:pt x="290711" y="124667"/>
                  <a:pt x="293751" y="125913"/>
                  <a:pt x="296208" y="128405"/>
                </a:cubicBezTo>
                <a:cubicBezTo>
                  <a:pt x="298677" y="130885"/>
                  <a:pt x="299900" y="133937"/>
                  <a:pt x="299900" y="137560"/>
                </a:cubicBezTo>
                <a:cubicBezTo>
                  <a:pt x="299900" y="141172"/>
                  <a:pt x="298677" y="144212"/>
                  <a:pt x="296208" y="146670"/>
                </a:cubicBezTo>
                <a:cubicBezTo>
                  <a:pt x="293751" y="149104"/>
                  <a:pt x="290711" y="150327"/>
                  <a:pt x="287099" y="150327"/>
                </a:cubicBezTo>
                <a:lnTo>
                  <a:pt x="219205" y="150327"/>
                </a:lnTo>
                <a:close/>
                <a:moveTo>
                  <a:pt x="219159" y="101098"/>
                </a:moveTo>
                <a:cubicBezTo>
                  <a:pt x="215524" y="101098"/>
                  <a:pt x="212461" y="99852"/>
                  <a:pt x="209969" y="97361"/>
                </a:cubicBezTo>
                <a:cubicBezTo>
                  <a:pt x="207477" y="94869"/>
                  <a:pt x="206231" y="91794"/>
                  <a:pt x="206231" y="88125"/>
                </a:cubicBezTo>
                <a:cubicBezTo>
                  <a:pt x="206231" y="84456"/>
                  <a:pt x="207477" y="81393"/>
                  <a:pt x="209969" y="78936"/>
                </a:cubicBezTo>
                <a:cubicBezTo>
                  <a:pt x="212461" y="76478"/>
                  <a:pt x="215524" y="75244"/>
                  <a:pt x="219159" y="75244"/>
                </a:cubicBezTo>
                <a:lnTo>
                  <a:pt x="322463" y="75244"/>
                </a:lnTo>
                <a:cubicBezTo>
                  <a:pt x="326075" y="75244"/>
                  <a:pt x="329115" y="76501"/>
                  <a:pt x="331573" y="79016"/>
                </a:cubicBezTo>
                <a:cubicBezTo>
                  <a:pt x="334030" y="81530"/>
                  <a:pt x="335265" y="84605"/>
                  <a:pt x="335265" y="88251"/>
                </a:cubicBezTo>
                <a:cubicBezTo>
                  <a:pt x="335265" y="91909"/>
                  <a:pt x="334030" y="94960"/>
                  <a:pt x="331573" y="97406"/>
                </a:cubicBezTo>
                <a:cubicBezTo>
                  <a:pt x="329115" y="99841"/>
                  <a:pt x="326075" y="101053"/>
                  <a:pt x="322463" y="101053"/>
                </a:cubicBezTo>
                <a:lnTo>
                  <a:pt x="219159" y="101053"/>
                </a:lnTo>
                <a:close/>
                <a:moveTo>
                  <a:pt x="61802" y="310393"/>
                </a:moveTo>
                <a:cubicBezTo>
                  <a:pt x="47446" y="296037"/>
                  <a:pt x="40268" y="278618"/>
                  <a:pt x="40268" y="258135"/>
                </a:cubicBezTo>
                <a:cubicBezTo>
                  <a:pt x="40268" y="245379"/>
                  <a:pt x="43400" y="233378"/>
                  <a:pt x="49663" y="222108"/>
                </a:cubicBezTo>
                <a:cubicBezTo>
                  <a:pt x="55927" y="210849"/>
                  <a:pt x="64580" y="201682"/>
                  <a:pt x="75632" y="194607"/>
                </a:cubicBezTo>
                <a:lnTo>
                  <a:pt x="75632" y="83302"/>
                </a:lnTo>
                <a:cubicBezTo>
                  <a:pt x="75632" y="72581"/>
                  <a:pt x="79370" y="63482"/>
                  <a:pt x="86834" y="55984"/>
                </a:cubicBezTo>
                <a:cubicBezTo>
                  <a:pt x="94298" y="48475"/>
                  <a:pt x="103373" y="44714"/>
                  <a:pt x="114060" y="44714"/>
                </a:cubicBezTo>
                <a:cubicBezTo>
                  <a:pt x="124747" y="44714"/>
                  <a:pt x="133845" y="48475"/>
                  <a:pt x="141366" y="55984"/>
                </a:cubicBezTo>
                <a:cubicBezTo>
                  <a:pt x="148887" y="63505"/>
                  <a:pt x="152648" y="72615"/>
                  <a:pt x="152648" y="83302"/>
                </a:cubicBezTo>
                <a:lnTo>
                  <a:pt x="152648" y="194607"/>
                </a:lnTo>
                <a:cubicBezTo>
                  <a:pt x="163700" y="201705"/>
                  <a:pt x="172353" y="210872"/>
                  <a:pt x="178617" y="222108"/>
                </a:cubicBezTo>
                <a:cubicBezTo>
                  <a:pt x="184880" y="233378"/>
                  <a:pt x="188001" y="245379"/>
                  <a:pt x="188001" y="258135"/>
                </a:cubicBezTo>
                <a:cubicBezTo>
                  <a:pt x="188001" y="278618"/>
                  <a:pt x="180845" y="296060"/>
                  <a:pt x="166512" y="310439"/>
                </a:cubicBezTo>
                <a:cubicBezTo>
                  <a:pt x="152190" y="324818"/>
                  <a:pt x="134725" y="332007"/>
                  <a:pt x="114140" y="332007"/>
                </a:cubicBezTo>
                <a:cubicBezTo>
                  <a:pt x="93555" y="332007"/>
                  <a:pt x="76090" y="324818"/>
                  <a:pt x="61768" y="310439"/>
                </a:cubicBezTo>
                <a:close/>
                <a:moveTo>
                  <a:pt x="67151" y="258135"/>
                </a:moveTo>
                <a:lnTo>
                  <a:pt x="161254" y="258135"/>
                </a:lnTo>
                <a:cubicBezTo>
                  <a:pt x="161254" y="247482"/>
                  <a:pt x="158683" y="237973"/>
                  <a:pt x="153551" y="229617"/>
                </a:cubicBezTo>
                <a:cubicBezTo>
                  <a:pt x="148419" y="221262"/>
                  <a:pt x="141561" y="215250"/>
                  <a:pt x="132999" y="211581"/>
                </a:cubicBezTo>
                <a:lnTo>
                  <a:pt x="125890" y="208792"/>
                </a:lnTo>
                <a:lnTo>
                  <a:pt x="125890" y="83302"/>
                </a:lnTo>
                <a:cubicBezTo>
                  <a:pt x="125890" y="79999"/>
                  <a:pt x="124747" y="77210"/>
                  <a:pt x="122472" y="74924"/>
                </a:cubicBezTo>
                <a:cubicBezTo>
                  <a:pt x="120186" y="72672"/>
                  <a:pt x="117409" y="71552"/>
                  <a:pt x="114140" y="71552"/>
                </a:cubicBezTo>
                <a:cubicBezTo>
                  <a:pt x="110837" y="71552"/>
                  <a:pt x="108071" y="72672"/>
                  <a:pt x="105853" y="74924"/>
                </a:cubicBezTo>
                <a:cubicBezTo>
                  <a:pt x="103624" y="77175"/>
                  <a:pt x="102504" y="79964"/>
                  <a:pt x="102504" y="83302"/>
                </a:cubicBezTo>
                <a:lnTo>
                  <a:pt x="102504" y="208826"/>
                </a:lnTo>
                <a:lnTo>
                  <a:pt x="95475" y="211615"/>
                </a:lnTo>
                <a:cubicBezTo>
                  <a:pt x="86777" y="215341"/>
                  <a:pt x="79873" y="221433"/>
                  <a:pt x="74775" y="229892"/>
                </a:cubicBezTo>
                <a:cubicBezTo>
                  <a:pt x="69666" y="238327"/>
                  <a:pt x="67106" y="247757"/>
                  <a:pt x="67106" y="258181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9" name="圖說"/>
          <p:cNvSpPr/>
          <p:nvPr/>
        </p:nvSpPr>
        <p:spPr>
          <a:xfrm>
            <a:off x="11757355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溫度</a:t>
            </a:r>
            <a:endParaRPr lang="en-US" sz="950" dirty="0"/>
          </a:p>
        </p:txBody>
      </p:sp>
      <p:sp>
        <p:nvSpPr>
          <p:cNvPr id="240" name="圖示 用水"/>
          <p:cNvSpPr/>
          <p:nvPr/>
        </p:nvSpPr>
        <p:spPr>
          <a:xfrm>
            <a:off x="12631722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97132" y="310519"/>
                </a:moveTo>
                <a:cubicBezTo>
                  <a:pt x="72718" y="285441"/>
                  <a:pt x="60510" y="254237"/>
                  <a:pt x="60510" y="216884"/>
                </a:cubicBezTo>
                <a:cubicBezTo>
                  <a:pt x="60510" y="200745"/>
                  <a:pt x="64065" y="184640"/>
                  <a:pt x="71197" y="168558"/>
                </a:cubicBezTo>
                <a:cubicBezTo>
                  <a:pt x="78318" y="152453"/>
                  <a:pt x="87462" y="136783"/>
                  <a:pt x="98618" y="121569"/>
                </a:cubicBezTo>
                <a:cubicBezTo>
                  <a:pt x="109751" y="106345"/>
                  <a:pt x="122072" y="91817"/>
                  <a:pt x="135594" y="77987"/>
                </a:cubicBezTo>
                <a:cubicBezTo>
                  <a:pt x="149104" y="64157"/>
                  <a:pt x="162306" y="51481"/>
                  <a:pt x="175199" y="39959"/>
                </a:cubicBezTo>
                <a:cubicBezTo>
                  <a:pt x="177291" y="38199"/>
                  <a:pt x="179440" y="36942"/>
                  <a:pt x="181646" y="36187"/>
                </a:cubicBezTo>
                <a:cubicBezTo>
                  <a:pt x="183840" y="35422"/>
                  <a:pt x="186149" y="35044"/>
                  <a:pt x="188561" y="35044"/>
                </a:cubicBezTo>
                <a:cubicBezTo>
                  <a:pt x="190961" y="35044"/>
                  <a:pt x="193270" y="35422"/>
                  <a:pt x="195476" y="36187"/>
                </a:cubicBezTo>
                <a:cubicBezTo>
                  <a:pt x="197693" y="36942"/>
                  <a:pt x="199842" y="38199"/>
                  <a:pt x="201911" y="39959"/>
                </a:cubicBezTo>
                <a:cubicBezTo>
                  <a:pt x="214827" y="51481"/>
                  <a:pt x="228029" y="64157"/>
                  <a:pt x="241516" y="77987"/>
                </a:cubicBezTo>
                <a:cubicBezTo>
                  <a:pt x="255038" y="91817"/>
                  <a:pt x="267359" y="106345"/>
                  <a:pt x="278492" y="121569"/>
                </a:cubicBezTo>
                <a:cubicBezTo>
                  <a:pt x="289625" y="136783"/>
                  <a:pt x="298780" y="152453"/>
                  <a:pt x="305958" y="168558"/>
                </a:cubicBezTo>
                <a:cubicBezTo>
                  <a:pt x="313102" y="184640"/>
                  <a:pt x="316680" y="200745"/>
                  <a:pt x="316680" y="216884"/>
                </a:cubicBezTo>
                <a:cubicBezTo>
                  <a:pt x="316680" y="254237"/>
                  <a:pt x="304461" y="285441"/>
                  <a:pt x="280024" y="310519"/>
                </a:cubicBezTo>
                <a:cubicBezTo>
                  <a:pt x="255643" y="335585"/>
                  <a:pt x="225160" y="348112"/>
                  <a:pt x="188595" y="348112"/>
                </a:cubicBezTo>
                <a:cubicBezTo>
                  <a:pt x="152030" y="348112"/>
                  <a:pt x="121535" y="335585"/>
                  <a:pt x="97132" y="310519"/>
                </a:cubicBezTo>
                <a:close/>
                <a:moveTo>
                  <a:pt x="261084" y="291499"/>
                </a:moveTo>
                <a:cubicBezTo>
                  <a:pt x="280309" y="271611"/>
                  <a:pt x="289922" y="246751"/>
                  <a:pt x="289922" y="216884"/>
                </a:cubicBezTo>
                <a:cubicBezTo>
                  <a:pt x="289922" y="196505"/>
                  <a:pt x="281292" y="173302"/>
                  <a:pt x="264033" y="147264"/>
                </a:cubicBezTo>
                <a:cubicBezTo>
                  <a:pt x="246751" y="121227"/>
                  <a:pt x="221605" y="93497"/>
                  <a:pt x="188595" y="64088"/>
                </a:cubicBezTo>
                <a:cubicBezTo>
                  <a:pt x="155597" y="93497"/>
                  <a:pt x="130462" y="121227"/>
                  <a:pt x="113191" y="147264"/>
                </a:cubicBezTo>
                <a:cubicBezTo>
                  <a:pt x="95932" y="173302"/>
                  <a:pt x="87302" y="196505"/>
                  <a:pt x="87302" y="216884"/>
                </a:cubicBezTo>
                <a:cubicBezTo>
                  <a:pt x="87302" y="246751"/>
                  <a:pt x="96915" y="271611"/>
                  <a:pt x="116140" y="291499"/>
                </a:cubicBezTo>
                <a:cubicBezTo>
                  <a:pt x="135365" y="311376"/>
                  <a:pt x="159517" y="321320"/>
                  <a:pt x="188595" y="321320"/>
                </a:cubicBezTo>
                <a:cubicBezTo>
                  <a:pt x="217673" y="321320"/>
                  <a:pt x="241825" y="311376"/>
                  <a:pt x="261050" y="291499"/>
                </a:cubicBezTo>
                <a:close/>
                <a:moveTo>
                  <a:pt x="188595" y="188206"/>
                </a:moveTo>
                <a:close/>
                <a:moveTo>
                  <a:pt x="188401" y="295077"/>
                </a:moveTo>
                <a:cubicBezTo>
                  <a:pt x="192778" y="295077"/>
                  <a:pt x="196162" y="294277"/>
                  <a:pt x="198573" y="292677"/>
                </a:cubicBezTo>
                <a:cubicBezTo>
                  <a:pt x="200985" y="291076"/>
                  <a:pt x="202185" y="288768"/>
                  <a:pt x="202185" y="285761"/>
                </a:cubicBezTo>
                <a:cubicBezTo>
                  <a:pt x="202185" y="282698"/>
                  <a:pt x="200997" y="280298"/>
                  <a:pt x="198619" y="278572"/>
                </a:cubicBezTo>
                <a:cubicBezTo>
                  <a:pt x="196230" y="276846"/>
                  <a:pt x="192687" y="275977"/>
                  <a:pt x="187966" y="275977"/>
                </a:cubicBezTo>
                <a:cubicBezTo>
                  <a:pt x="176651" y="275977"/>
                  <a:pt x="165609" y="272537"/>
                  <a:pt x="154842" y="265645"/>
                </a:cubicBezTo>
                <a:cubicBezTo>
                  <a:pt x="144075" y="258752"/>
                  <a:pt x="137149" y="246911"/>
                  <a:pt x="134062" y="230120"/>
                </a:cubicBezTo>
                <a:cubicBezTo>
                  <a:pt x="133537" y="227720"/>
                  <a:pt x="132314" y="225708"/>
                  <a:pt x="130405" y="224119"/>
                </a:cubicBezTo>
                <a:cubicBezTo>
                  <a:pt x="128462" y="222519"/>
                  <a:pt x="126336" y="221719"/>
                  <a:pt x="124004" y="221719"/>
                </a:cubicBezTo>
                <a:cubicBezTo>
                  <a:pt x="120804" y="221719"/>
                  <a:pt x="118369" y="222896"/>
                  <a:pt x="116689" y="225251"/>
                </a:cubicBezTo>
                <a:cubicBezTo>
                  <a:pt x="115020" y="227606"/>
                  <a:pt x="114437" y="230063"/>
                  <a:pt x="114963" y="232600"/>
                </a:cubicBezTo>
                <a:cubicBezTo>
                  <a:pt x="118895" y="254660"/>
                  <a:pt x="128187" y="270582"/>
                  <a:pt x="142864" y="280378"/>
                </a:cubicBezTo>
                <a:cubicBezTo>
                  <a:pt x="157528" y="290173"/>
                  <a:pt x="172696" y="295077"/>
                  <a:pt x="188355" y="295077"/>
                </a:cubicBez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1" name="圖說"/>
          <p:cNvSpPr/>
          <p:nvPr/>
        </p:nvSpPr>
        <p:spPr>
          <a:xfrm>
            <a:off x="12450756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用水</a:t>
            </a:r>
            <a:endParaRPr lang="en-US" sz="950" dirty="0"/>
          </a:p>
        </p:txBody>
      </p:sp>
      <p:sp>
        <p:nvSpPr>
          <p:cNvPr id="242" name="線條"/>
          <p:cNvSpPr/>
          <p:nvPr/>
        </p:nvSpPr>
        <p:spPr>
          <a:xfrm>
            <a:off x="685800" y="6023610"/>
            <a:ext cx="13868019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sp>
        <p:nvSpPr>
          <p:cNvPr id="243" name="Text 241"/>
          <p:cNvSpPr/>
          <p:nvPr/>
        </p:nvSpPr>
        <p:spPr>
          <a:xfrm>
            <a:off x="685800" y="6177915"/>
            <a:ext cx="125730" cy="12573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4" name="小節"/>
          <p:cNvSpPr/>
          <p:nvPr/>
        </p:nvSpPr>
        <p:spPr>
          <a:xfrm>
            <a:off x="937260" y="6092190"/>
            <a:ext cx="68580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圖示＋文字組合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Icon + Label</a:t>
            </a:r>
            <a:endParaRPr lang="en-US" sz="1750" dirty="0"/>
          </a:p>
        </p:txBody>
      </p:sp>
      <p:grpSp>
        <p:nvGrpSpPr>
          <p:cNvPr id="5000" name="圖示＋流程方塊"/>
          <p:cNvGrpSpPr/>
          <p:nvPr/>
        </p:nvGrpSpPr>
        <p:grpSpPr>
          <a:xfrm>
            <a:off x="685800" y="6503670"/>
            <a:ext cx="2457450" cy="845820"/>
            <a:chOff x="685800" y="6503670"/>
            <a:chExt cx="2457450" cy="845820"/>
          </a:xfrm>
        </p:grpSpPr>
        <p:sp>
          <p:nvSpPr>
            <p:cNvPr id="245" name="流程方塊"/>
            <p:cNvSpPr/>
            <p:nvPr/>
          </p:nvSpPr>
          <p:spPr>
            <a:xfrm>
              <a:off x="685800" y="6503670"/>
              <a:ext cx="2457450" cy="845820"/>
            </a:xfrm>
            <a:prstGeom prst="roundRect">
              <a:avLst>
                <a:gd name="adj" fmla="val 6757"/>
              </a:avLst>
            </a:prstGeom>
            <a:solidFill>
              <a:srgbClr val="FFFFFF"/>
            </a:solidFill>
            <a:ln w="15875">
              <a:solidFill>
                <a:srgbClr val="BFBFB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46" name="圖示 機台"/>
            <p:cNvSpPr/>
            <p:nvPr/>
          </p:nvSpPr>
          <p:spPr>
            <a:xfrm>
              <a:off x="845820" y="669798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101533" y="402005"/>
                  </a:moveTo>
                  <a:cubicBezTo>
                    <a:pt x="94652" y="402005"/>
                    <a:pt x="88868" y="399673"/>
                    <a:pt x="84205" y="394998"/>
                  </a:cubicBezTo>
                  <a:cubicBezTo>
                    <a:pt x="79530" y="390335"/>
                    <a:pt x="77198" y="384551"/>
                    <a:pt x="77198" y="377670"/>
                  </a:cubicBezTo>
                  <a:cubicBezTo>
                    <a:pt x="77198" y="370778"/>
                    <a:pt x="79530" y="364994"/>
                    <a:pt x="84205" y="360331"/>
                  </a:cubicBezTo>
                  <a:cubicBezTo>
                    <a:pt x="88868" y="355667"/>
                    <a:pt x="94652" y="353336"/>
                    <a:pt x="101533" y="353336"/>
                  </a:cubicBezTo>
                  <a:lnTo>
                    <a:pt x="139640" y="353336"/>
                  </a:lnTo>
                  <a:lnTo>
                    <a:pt x="90628" y="186069"/>
                  </a:lnTo>
                  <a:cubicBezTo>
                    <a:pt x="79484" y="181371"/>
                    <a:pt x="70740" y="174673"/>
                    <a:pt x="64385" y="165975"/>
                  </a:cubicBezTo>
                  <a:cubicBezTo>
                    <a:pt x="58042" y="157277"/>
                    <a:pt x="54864" y="145767"/>
                    <a:pt x="54864" y="131445"/>
                  </a:cubicBezTo>
                  <a:cubicBezTo>
                    <a:pt x="54864" y="115854"/>
                    <a:pt x="60590" y="102310"/>
                    <a:pt x="72055" y="90823"/>
                  </a:cubicBezTo>
                  <a:cubicBezTo>
                    <a:pt x="83485" y="79324"/>
                    <a:pt x="97018" y="73586"/>
                    <a:pt x="112631" y="73586"/>
                  </a:cubicBezTo>
                  <a:cubicBezTo>
                    <a:pt x="127307" y="73586"/>
                    <a:pt x="139492" y="77518"/>
                    <a:pt x="149207" y="85394"/>
                  </a:cubicBezTo>
                  <a:cubicBezTo>
                    <a:pt x="158957" y="93269"/>
                    <a:pt x="165529" y="103853"/>
                    <a:pt x="168924" y="117157"/>
                  </a:cubicBezTo>
                  <a:lnTo>
                    <a:pt x="234224" y="117157"/>
                  </a:lnTo>
                  <a:lnTo>
                    <a:pt x="234224" y="89063"/>
                  </a:lnTo>
                  <a:cubicBezTo>
                    <a:pt x="234224" y="84868"/>
                    <a:pt x="235755" y="81233"/>
                    <a:pt x="238841" y="78158"/>
                  </a:cubicBezTo>
                  <a:cubicBezTo>
                    <a:pt x="241916" y="75072"/>
                    <a:pt x="245551" y="73529"/>
                    <a:pt x="249746" y="73529"/>
                  </a:cubicBezTo>
                  <a:cubicBezTo>
                    <a:pt x="253174" y="73529"/>
                    <a:pt x="256078" y="74821"/>
                    <a:pt x="258467" y="77393"/>
                  </a:cubicBezTo>
                  <a:cubicBezTo>
                    <a:pt x="260844" y="79964"/>
                    <a:pt x="262067" y="82959"/>
                    <a:pt x="262124" y="86388"/>
                  </a:cubicBezTo>
                  <a:lnTo>
                    <a:pt x="297043" y="52909"/>
                  </a:lnTo>
                  <a:cubicBezTo>
                    <a:pt x="299797" y="50212"/>
                    <a:pt x="303272" y="48440"/>
                    <a:pt x="307467" y="47572"/>
                  </a:cubicBezTo>
                  <a:cubicBezTo>
                    <a:pt x="311662" y="46714"/>
                    <a:pt x="315925" y="47274"/>
                    <a:pt x="320280" y="49240"/>
                  </a:cubicBezTo>
                  <a:lnTo>
                    <a:pt x="395524" y="85439"/>
                  </a:lnTo>
                  <a:cubicBezTo>
                    <a:pt x="398770" y="87188"/>
                    <a:pt x="400999" y="89680"/>
                    <a:pt x="402245" y="92914"/>
                  </a:cubicBezTo>
                  <a:cubicBezTo>
                    <a:pt x="403479" y="96161"/>
                    <a:pt x="403182" y="99555"/>
                    <a:pt x="401342" y="103110"/>
                  </a:cubicBezTo>
                  <a:cubicBezTo>
                    <a:pt x="399593" y="106505"/>
                    <a:pt x="397032" y="108596"/>
                    <a:pt x="393672" y="109397"/>
                  </a:cubicBezTo>
                  <a:cubicBezTo>
                    <a:pt x="390300" y="110185"/>
                    <a:pt x="387054" y="109682"/>
                    <a:pt x="383911" y="107876"/>
                  </a:cubicBezTo>
                  <a:lnTo>
                    <a:pt x="310987" y="72489"/>
                  </a:lnTo>
                  <a:lnTo>
                    <a:pt x="265370" y="118586"/>
                  </a:lnTo>
                  <a:lnTo>
                    <a:pt x="265370" y="142212"/>
                  </a:lnTo>
                  <a:lnTo>
                    <a:pt x="310987" y="190355"/>
                  </a:lnTo>
                  <a:lnTo>
                    <a:pt x="383911" y="154739"/>
                  </a:lnTo>
                  <a:cubicBezTo>
                    <a:pt x="387466" y="152991"/>
                    <a:pt x="390792" y="152522"/>
                    <a:pt x="393901" y="153356"/>
                  </a:cubicBezTo>
                  <a:cubicBezTo>
                    <a:pt x="397021" y="154179"/>
                    <a:pt x="399490" y="156294"/>
                    <a:pt x="401342" y="159689"/>
                  </a:cubicBezTo>
                  <a:cubicBezTo>
                    <a:pt x="403148" y="163243"/>
                    <a:pt x="403445" y="166798"/>
                    <a:pt x="402245" y="170353"/>
                  </a:cubicBezTo>
                  <a:cubicBezTo>
                    <a:pt x="400999" y="173907"/>
                    <a:pt x="398610" y="176559"/>
                    <a:pt x="395055" y="178308"/>
                  </a:cubicBezTo>
                  <a:lnTo>
                    <a:pt x="322520" y="212507"/>
                  </a:lnTo>
                  <a:cubicBezTo>
                    <a:pt x="317685" y="214953"/>
                    <a:pt x="313091" y="216073"/>
                    <a:pt x="308701" y="215890"/>
                  </a:cubicBezTo>
                  <a:cubicBezTo>
                    <a:pt x="304324" y="215696"/>
                    <a:pt x="300415" y="213901"/>
                    <a:pt x="296986" y="210506"/>
                  </a:cubicBezTo>
                  <a:lnTo>
                    <a:pt x="262078" y="177028"/>
                  </a:lnTo>
                  <a:cubicBezTo>
                    <a:pt x="262021" y="181463"/>
                    <a:pt x="260810" y="184720"/>
                    <a:pt x="258455" y="186789"/>
                  </a:cubicBezTo>
                  <a:cubicBezTo>
                    <a:pt x="256112" y="188846"/>
                    <a:pt x="253186" y="189887"/>
                    <a:pt x="249700" y="189887"/>
                  </a:cubicBezTo>
                  <a:cubicBezTo>
                    <a:pt x="245505" y="189887"/>
                    <a:pt x="241870" y="188344"/>
                    <a:pt x="238796" y="185257"/>
                  </a:cubicBezTo>
                  <a:cubicBezTo>
                    <a:pt x="235709" y="182183"/>
                    <a:pt x="234166" y="178548"/>
                    <a:pt x="234166" y="174353"/>
                  </a:cubicBezTo>
                  <a:lnTo>
                    <a:pt x="234166" y="145778"/>
                  </a:lnTo>
                  <a:lnTo>
                    <a:pt x="167930" y="145778"/>
                  </a:lnTo>
                  <a:cubicBezTo>
                    <a:pt x="167770" y="149973"/>
                    <a:pt x="166512" y="154396"/>
                    <a:pt x="164169" y="159071"/>
                  </a:cubicBezTo>
                  <a:cubicBezTo>
                    <a:pt x="161780" y="163735"/>
                    <a:pt x="159048" y="167324"/>
                    <a:pt x="155974" y="169827"/>
                  </a:cubicBezTo>
                  <a:lnTo>
                    <a:pt x="251083" y="353381"/>
                  </a:lnTo>
                  <a:lnTo>
                    <a:pt x="304987" y="353381"/>
                  </a:lnTo>
                  <a:cubicBezTo>
                    <a:pt x="311879" y="353381"/>
                    <a:pt x="317663" y="355713"/>
                    <a:pt x="322326" y="360376"/>
                  </a:cubicBezTo>
                  <a:cubicBezTo>
                    <a:pt x="326989" y="365051"/>
                    <a:pt x="329333" y="370823"/>
                    <a:pt x="329333" y="377716"/>
                  </a:cubicBezTo>
                  <a:cubicBezTo>
                    <a:pt x="329333" y="384608"/>
                    <a:pt x="326989" y="390380"/>
                    <a:pt x="322326" y="395055"/>
                  </a:cubicBezTo>
                  <a:cubicBezTo>
                    <a:pt x="317663" y="399719"/>
                    <a:pt x="311879" y="402050"/>
                    <a:pt x="304987" y="402050"/>
                  </a:cubicBezTo>
                  <a:lnTo>
                    <a:pt x="101533" y="402050"/>
                  </a:lnTo>
                  <a:close/>
                  <a:moveTo>
                    <a:pt x="131639" y="150499"/>
                  </a:moveTo>
                  <a:cubicBezTo>
                    <a:pt x="136714" y="145412"/>
                    <a:pt x="139252" y="139069"/>
                    <a:pt x="139252" y="131445"/>
                  </a:cubicBezTo>
                  <a:cubicBezTo>
                    <a:pt x="139252" y="123821"/>
                    <a:pt x="136714" y="117478"/>
                    <a:pt x="131639" y="112391"/>
                  </a:cubicBezTo>
                  <a:cubicBezTo>
                    <a:pt x="126553" y="107316"/>
                    <a:pt x="120209" y="104779"/>
                    <a:pt x="112586" y="104779"/>
                  </a:cubicBezTo>
                  <a:cubicBezTo>
                    <a:pt x="104962" y="104779"/>
                    <a:pt x="98618" y="107316"/>
                    <a:pt x="93532" y="112391"/>
                  </a:cubicBezTo>
                  <a:cubicBezTo>
                    <a:pt x="88457" y="117478"/>
                    <a:pt x="85919" y="123821"/>
                    <a:pt x="85919" y="131445"/>
                  </a:cubicBezTo>
                  <a:cubicBezTo>
                    <a:pt x="85919" y="139069"/>
                    <a:pt x="88457" y="145412"/>
                    <a:pt x="93532" y="150499"/>
                  </a:cubicBezTo>
                  <a:cubicBezTo>
                    <a:pt x="98618" y="155574"/>
                    <a:pt x="104962" y="158111"/>
                    <a:pt x="112586" y="158111"/>
                  </a:cubicBezTo>
                  <a:cubicBezTo>
                    <a:pt x="120209" y="158111"/>
                    <a:pt x="126553" y="155574"/>
                    <a:pt x="131639" y="150499"/>
                  </a:cubicBezTo>
                  <a:close/>
                  <a:moveTo>
                    <a:pt x="171164" y="353336"/>
                  </a:moveTo>
                  <a:lnTo>
                    <a:pt x="219170" y="353336"/>
                  </a:lnTo>
                  <a:lnTo>
                    <a:pt x="131491" y="182640"/>
                  </a:lnTo>
                  <a:cubicBezTo>
                    <a:pt x="130382" y="183337"/>
                    <a:pt x="128702" y="184034"/>
                    <a:pt x="126450" y="184732"/>
                  </a:cubicBezTo>
                  <a:cubicBezTo>
                    <a:pt x="124187" y="185406"/>
                    <a:pt x="122427" y="185898"/>
                    <a:pt x="121158" y="186218"/>
                  </a:cubicBezTo>
                  <a:lnTo>
                    <a:pt x="171210" y="353336"/>
                  </a:lnTo>
                  <a:close/>
                  <a:moveTo>
                    <a:pt x="219170" y="353336"/>
                  </a:moveTo>
                  <a:close/>
                </a:path>
              </a:pathLst>
            </a:custGeom>
            <a:solidFill>
              <a:srgbClr val="3A3A3A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47" name="文字"/>
            <p:cNvSpPr/>
            <p:nvPr/>
          </p:nvSpPr>
          <p:spPr>
            <a:xfrm>
              <a:off x="1440180" y="6503670"/>
              <a:ext cx="1611630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14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設備保養</a:t>
              </a:r>
              <a:endParaRPr lang="en-US" sz="175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每月 PM 排程</a:t>
              </a:r>
              <a:endParaRPr lang="en-US" sz="1750" dirty="0"/>
            </a:p>
          </p:txBody>
        </p:sp>
      </p:grpSp>
      <p:grpSp>
        <p:nvGrpSpPr>
          <p:cNvPr id="5001" name="淺色圓底＋說明"/>
          <p:cNvGrpSpPr/>
          <p:nvPr/>
        </p:nvGrpSpPr>
        <p:grpSpPr>
          <a:xfrm>
            <a:off x="3326130" y="6503670"/>
            <a:ext cx="2434590" cy="845820"/>
            <a:chOff x="3326130" y="6503670"/>
            <a:chExt cx="2434590" cy="845820"/>
          </a:xfrm>
        </p:grpSpPr>
        <p:sp>
          <p:nvSpPr>
            <p:cNvPr id="248" name="圖示底圓"/>
            <p:cNvSpPr/>
            <p:nvPr/>
          </p:nvSpPr>
          <p:spPr>
            <a:xfrm>
              <a:off x="3326130" y="6606540"/>
              <a:ext cx="640080" cy="640080"/>
            </a:xfrm>
            <a:prstGeom prst="ellipse">
              <a:avLst/>
            </a:prstGeom>
            <a:solidFill>
              <a:srgbClr val="E3E3E3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49" name="圖示 檢測"/>
            <p:cNvSpPr/>
            <p:nvPr/>
          </p:nvSpPr>
          <p:spPr>
            <a:xfrm>
              <a:off x="3326130" y="6606540"/>
              <a:ext cx="640080" cy="640080"/>
            </a:xfrm>
            <a:custGeom>
              <a:avLst/>
              <a:gdLst/>
              <a:ahLst/>
              <a:cxnLst/>
              <a:rect l="l" t="t" r="r" b="b"/>
              <a:pathLst>
                <a:path w="640080" h="640080">
                  <a:moveTo>
                    <a:pt x="335333" y="335253"/>
                  </a:moveTo>
                  <a:cubicBezTo>
                    <a:pt x="343163" y="327424"/>
                    <a:pt x="347072" y="317880"/>
                    <a:pt x="347072" y="306610"/>
                  </a:cubicBezTo>
                  <a:cubicBezTo>
                    <a:pt x="347072" y="295328"/>
                    <a:pt x="343163" y="285796"/>
                    <a:pt x="335333" y="278000"/>
                  </a:cubicBezTo>
                  <a:cubicBezTo>
                    <a:pt x="327538" y="270205"/>
                    <a:pt x="317983" y="266296"/>
                    <a:pt x="306690" y="266296"/>
                  </a:cubicBezTo>
                  <a:cubicBezTo>
                    <a:pt x="295385" y="266296"/>
                    <a:pt x="285830" y="270171"/>
                    <a:pt x="278000" y="277920"/>
                  </a:cubicBezTo>
                  <a:cubicBezTo>
                    <a:pt x="270205" y="285659"/>
                    <a:pt x="266296" y="295180"/>
                    <a:pt x="266296" y="306484"/>
                  </a:cubicBezTo>
                  <a:cubicBezTo>
                    <a:pt x="266296" y="317754"/>
                    <a:pt x="270205" y="327332"/>
                    <a:pt x="278000" y="335208"/>
                  </a:cubicBezTo>
                  <a:cubicBezTo>
                    <a:pt x="285796" y="343094"/>
                    <a:pt x="295351" y="347038"/>
                    <a:pt x="306644" y="347038"/>
                  </a:cubicBezTo>
                  <a:cubicBezTo>
                    <a:pt x="317971" y="347038"/>
                    <a:pt x="327550" y="343117"/>
                    <a:pt x="335379" y="335299"/>
                  </a:cubicBezTo>
                  <a:close/>
                  <a:moveTo>
                    <a:pt x="306896" y="373784"/>
                  </a:moveTo>
                  <a:cubicBezTo>
                    <a:pt x="288207" y="373784"/>
                    <a:pt x="272320" y="367212"/>
                    <a:pt x="259232" y="354067"/>
                  </a:cubicBezTo>
                  <a:cubicBezTo>
                    <a:pt x="246145" y="340911"/>
                    <a:pt x="239596" y="325069"/>
                    <a:pt x="239596" y="306518"/>
                  </a:cubicBezTo>
                  <a:cubicBezTo>
                    <a:pt x="239596" y="288116"/>
                    <a:pt x="246156" y="272354"/>
                    <a:pt x="259278" y="259232"/>
                  </a:cubicBezTo>
                  <a:cubicBezTo>
                    <a:pt x="272388" y="246111"/>
                    <a:pt x="288196" y="239550"/>
                    <a:pt x="306690" y="239550"/>
                  </a:cubicBezTo>
                  <a:cubicBezTo>
                    <a:pt x="325184" y="239550"/>
                    <a:pt x="340980" y="246111"/>
                    <a:pt x="354101" y="259232"/>
                  </a:cubicBezTo>
                  <a:cubicBezTo>
                    <a:pt x="367223" y="272320"/>
                    <a:pt x="373784" y="288150"/>
                    <a:pt x="373784" y="306724"/>
                  </a:cubicBezTo>
                  <a:cubicBezTo>
                    <a:pt x="373784" y="312656"/>
                    <a:pt x="372778" y="318714"/>
                    <a:pt x="370766" y="324921"/>
                  </a:cubicBezTo>
                  <a:cubicBezTo>
                    <a:pt x="368755" y="331116"/>
                    <a:pt x="365851" y="337276"/>
                    <a:pt x="362080" y="343391"/>
                  </a:cubicBezTo>
                  <a:lnTo>
                    <a:pt x="395729" y="377041"/>
                  </a:lnTo>
                  <a:cubicBezTo>
                    <a:pt x="398404" y="379716"/>
                    <a:pt x="399673" y="382848"/>
                    <a:pt x="399536" y="386425"/>
                  </a:cubicBezTo>
                  <a:cubicBezTo>
                    <a:pt x="399398" y="390014"/>
                    <a:pt x="398015" y="393158"/>
                    <a:pt x="395398" y="395855"/>
                  </a:cubicBezTo>
                  <a:cubicBezTo>
                    <a:pt x="392701" y="398496"/>
                    <a:pt x="389557" y="399799"/>
                    <a:pt x="385980" y="399741"/>
                  </a:cubicBezTo>
                  <a:cubicBezTo>
                    <a:pt x="382368" y="399719"/>
                    <a:pt x="379225" y="398358"/>
                    <a:pt x="376550" y="395695"/>
                  </a:cubicBezTo>
                  <a:lnTo>
                    <a:pt x="343311" y="362582"/>
                  </a:lnTo>
                  <a:cubicBezTo>
                    <a:pt x="337196" y="366240"/>
                    <a:pt x="331059" y="369029"/>
                    <a:pt x="324921" y="370926"/>
                  </a:cubicBezTo>
                  <a:cubicBezTo>
                    <a:pt x="318806" y="372824"/>
                    <a:pt x="312782" y="373784"/>
                    <a:pt x="306850" y="373784"/>
                  </a:cubicBezTo>
                  <a:close/>
                  <a:moveTo>
                    <a:pt x="196939" y="471339"/>
                  </a:moveTo>
                  <a:cubicBezTo>
                    <a:pt x="189327" y="471339"/>
                    <a:pt x="182731" y="468539"/>
                    <a:pt x="177131" y="462949"/>
                  </a:cubicBezTo>
                  <a:cubicBezTo>
                    <a:pt x="171541" y="457349"/>
                    <a:pt x="168741" y="450753"/>
                    <a:pt x="168741" y="443141"/>
                  </a:cubicBezTo>
                  <a:lnTo>
                    <a:pt x="168741" y="387008"/>
                  </a:lnTo>
                  <a:cubicBezTo>
                    <a:pt x="168741" y="383042"/>
                    <a:pt x="170101" y="379693"/>
                    <a:pt x="172833" y="376961"/>
                  </a:cubicBezTo>
                  <a:cubicBezTo>
                    <a:pt x="175565" y="374230"/>
                    <a:pt x="178925" y="372881"/>
                    <a:pt x="182926" y="372915"/>
                  </a:cubicBezTo>
                  <a:cubicBezTo>
                    <a:pt x="186915" y="372915"/>
                    <a:pt x="190252" y="374264"/>
                    <a:pt x="192927" y="376961"/>
                  </a:cubicBezTo>
                  <a:cubicBezTo>
                    <a:pt x="195602" y="379659"/>
                    <a:pt x="196939" y="383008"/>
                    <a:pt x="196939" y="387008"/>
                  </a:cubicBezTo>
                  <a:lnTo>
                    <a:pt x="196939" y="443141"/>
                  </a:lnTo>
                  <a:lnTo>
                    <a:pt x="253072" y="443141"/>
                  </a:lnTo>
                  <a:cubicBezTo>
                    <a:pt x="257038" y="443141"/>
                    <a:pt x="260387" y="444513"/>
                    <a:pt x="263119" y="447233"/>
                  </a:cubicBezTo>
                  <a:cubicBezTo>
                    <a:pt x="265850" y="449965"/>
                    <a:pt x="267199" y="453325"/>
                    <a:pt x="267165" y="457326"/>
                  </a:cubicBezTo>
                  <a:cubicBezTo>
                    <a:pt x="267165" y="461326"/>
                    <a:pt x="265816" y="464652"/>
                    <a:pt x="263119" y="467327"/>
                  </a:cubicBezTo>
                  <a:cubicBezTo>
                    <a:pt x="260421" y="470002"/>
                    <a:pt x="257072" y="471339"/>
                    <a:pt x="253072" y="471339"/>
                  </a:cubicBezTo>
                  <a:lnTo>
                    <a:pt x="196939" y="471339"/>
                  </a:lnTo>
                  <a:close/>
                  <a:moveTo>
                    <a:pt x="443187" y="471339"/>
                  </a:moveTo>
                  <a:lnTo>
                    <a:pt x="387054" y="471339"/>
                  </a:lnTo>
                  <a:cubicBezTo>
                    <a:pt x="383076" y="471339"/>
                    <a:pt x="379727" y="469979"/>
                    <a:pt x="377007" y="467247"/>
                  </a:cubicBezTo>
                  <a:cubicBezTo>
                    <a:pt x="374275" y="464515"/>
                    <a:pt x="372927" y="461155"/>
                    <a:pt x="372949" y="457154"/>
                  </a:cubicBezTo>
                  <a:cubicBezTo>
                    <a:pt x="372949" y="453165"/>
                    <a:pt x="374298" y="449828"/>
                    <a:pt x="377007" y="447153"/>
                  </a:cubicBezTo>
                  <a:cubicBezTo>
                    <a:pt x="379705" y="444478"/>
                    <a:pt x="383054" y="443141"/>
                    <a:pt x="387054" y="443141"/>
                  </a:cubicBezTo>
                  <a:lnTo>
                    <a:pt x="443187" y="443141"/>
                  </a:lnTo>
                  <a:lnTo>
                    <a:pt x="443187" y="387008"/>
                  </a:lnTo>
                  <a:cubicBezTo>
                    <a:pt x="443187" y="383042"/>
                    <a:pt x="444547" y="379693"/>
                    <a:pt x="447279" y="376961"/>
                  </a:cubicBezTo>
                  <a:cubicBezTo>
                    <a:pt x="450011" y="374230"/>
                    <a:pt x="453371" y="372881"/>
                    <a:pt x="457371" y="372915"/>
                  </a:cubicBezTo>
                  <a:cubicBezTo>
                    <a:pt x="461361" y="372915"/>
                    <a:pt x="464710" y="374264"/>
                    <a:pt x="467407" y="376961"/>
                  </a:cubicBezTo>
                  <a:cubicBezTo>
                    <a:pt x="470116" y="379659"/>
                    <a:pt x="471465" y="383008"/>
                    <a:pt x="471465" y="387008"/>
                  </a:cubicBezTo>
                  <a:lnTo>
                    <a:pt x="471465" y="443141"/>
                  </a:lnTo>
                  <a:cubicBezTo>
                    <a:pt x="471465" y="450753"/>
                    <a:pt x="468664" y="457349"/>
                    <a:pt x="463075" y="462949"/>
                  </a:cubicBezTo>
                  <a:cubicBezTo>
                    <a:pt x="457474" y="468539"/>
                    <a:pt x="450868" y="471339"/>
                    <a:pt x="443233" y="471339"/>
                  </a:cubicBezTo>
                  <a:close/>
                  <a:moveTo>
                    <a:pt x="168741" y="253026"/>
                  </a:moveTo>
                  <a:lnTo>
                    <a:pt x="168741" y="196893"/>
                  </a:lnTo>
                  <a:cubicBezTo>
                    <a:pt x="168741" y="189258"/>
                    <a:pt x="171541" y="182640"/>
                    <a:pt x="177131" y="177051"/>
                  </a:cubicBezTo>
                  <a:cubicBezTo>
                    <a:pt x="182731" y="171450"/>
                    <a:pt x="189327" y="168661"/>
                    <a:pt x="196939" y="168661"/>
                  </a:cubicBezTo>
                  <a:lnTo>
                    <a:pt x="253072" y="168661"/>
                  </a:lnTo>
                  <a:cubicBezTo>
                    <a:pt x="257038" y="168661"/>
                    <a:pt x="260387" y="170033"/>
                    <a:pt x="263119" y="172787"/>
                  </a:cubicBezTo>
                  <a:cubicBezTo>
                    <a:pt x="265816" y="175553"/>
                    <a:pt x="267165" y="178925"/>
                    <a:pt x="267165" y="182926"/>
                  </a:cubicBezTo>
                  <a:cubicBezTo>
                    <a:pt x="267165" y="186915"/>
                    <a:pt x="265816" y="190252"/>
                    <a:pt x="263119" y="192927"/>
                  </a:cubicBezTo>
                  <a:cubicBezTo>
                    <a:pt x="260421" y="195602"/>
                    <a:pt x="257072" y="196939"/>
                    <a:pt x="253072" y="196939"/>
                  </a:cubicBezTo>
                  <a:lnTo>
                    <a:pt x="196939" y="196939"/>
                  </a:lnTo>
                  <a:lnTo>
                    <a:pt x="196939" y="253072"/>
                  </a:lnTo>
                  <a:cubicBezTo>
                    <a:pt x="196939" y="257038"/>
                    <a:pt x="195567" y="260387"/>
                    <a:pt x="192847" y="263119"/>
                  </a:cubicBezTo>
                  <a:cubicBezTo>
                    <a:pt x="190115" y="265850"/>
                    <a:pt x="186755" y="267176"/>
                    <a:pt x="182754" y="267131"/>
                  </a:cubicBezTo>
                  <a:cubicBezTo>
                    <a:pt x="178754" y="267131"/>
                    <a:pt x="175428" y="265782"/>
                    <a:pt x="172753" y="263073"/>
                  </a:cubicBezTo>
                  <a:cubicBezTo>
                    <a:pt x="170078" y="260375"/>
                    <a:pt x="168741" y="257026"/>
                    <a:pt x="168741" y="253026"/>
                  </a:cubicBezTo>
                  <a:close/>
                  <a:moveTo>
                    <a:pt x="443141" y="253026"/>
                  </a:moveTo>
                  <a:lnTo>
                    <a:pt x="443141" y="196893"/>
                  </a:lnTo>
                  <a:lnTo>
                    <a:pt x="387054" y="196893"/>
                  </a:lnTo>
                  <a:cubicBezTo>
                    <a:pt x="383076" y="196893"/>
                    <a:pt x="379727" y="195533"/>
                    <a:pt x="377007" y="192801"/>
                  </a:cubicBezTo>
                  <a:cubicBezTo>
                    <a:pt x="374275" y="190069"/>
                    <a:pt x="372927" y="186720"/>
                    <a:pt x="372949" y="182754"/>
                  </a:cubicBezTo>
                  <a:cubicBezTo>
                    <a:pt x="372949" y="178754"/>
                    <a:pt x="374298" y="175405"/>
                    <a:pt x="377007" y="172707"/>
                  </a:cubicBezTo>
                  <a:cubicBezTo>
                    <a:pt x="379705" y="170010"/>
                    <a:pt x="383054" y="168661"/>
                    <a:pt x="387054" y="168661"/>
                  </a:cubicBezTo>
                  <a:lnTo>
                    <a:pt x="443187" y="168661"/>
                  </a:lnTo>
                  <a:cubicBezTo>
                    <a:pt x="450822" y="168661"/>
                    <a:pt x="457440" y="171450"/>
                    <a:pt x="463029" y="177051"/>
                  </a:cubicBezTo>
                  <a:cubicBezTo>
                    <a:pt x="468630" y="182640"/>
                    <a:pt x="471419" y="189258"/>
                    <a:pt x="471419" y="196893"/>
                  </a:cubicBezTo>
                  <a:lnTo>
                    <a:pt x="471419" y="253026"/>
                  </a:lnTo>
                  <a:cubicBezTo>
                    <a:pt x="471419" y="257004"/>
                    <a:pt x="470047" y="260353"/>
                    <a:pt x="467293" y="263073"/>
                  </a:cubicBezTo>
                  <a:cubicBezTo>
                    <a:pt x="464527" y="265782"/>
                    <a:pt x="461155" y="267131"/>
                    <a:pt x="457154" y="267131"/>
                  </a:cubicBezTo>
                  <a:cubicBezTo>
                    <a:pt x="453165" y="267131"/>
                    <a:pt x="449828" y="265782"/>
                    <a:pt x="447153" y="263073"/>
                  </a:cubicBezTo>
                  <a:cubicBezTo>
                    <a:pt x="444478" y="260375"/>
                    <a:pt x="443141" y="257026"/>
                    <a:pt x="443141" y="253026"/>
                  </a:cubicBezTo>
                  <a:close/>
                </a:path>
              </a:pathLst>
            </a:custGeom>
            <a:solidFill>
              <a:srgbClr val="3A3A3A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0" name="文字"/>
            <p:cNvSpPr/>
            <p:nvPr/>
          </p:nvSpPr>
          <p:spPr>
            <a:xfrm>
              <a:off x="4103370" y="6503670"/>
              <a:ext cx="1657350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14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線上檢測</a:t>
              </a:r>
              <a:endParaRPr lang="en-US" sz="175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AOI 全檢・即時回饋</a:t>
              </a:r>
              <a:endParaRPr lang="en-US" sz="1750" dirty="0"/>
            </a:p>
          </p:txBody>
        </p:sp>
      </p:grpSp>
      <p:grpSp>
        <p:nvGrpSpPr>
          <p:cNvPr id="5002" name="深色圓底＋卡片"/>
          <p:cNvGrpSpPr/>
          <p:nvPr/>
        </p:nvGrpSpPr>
        <p:grpSpPr>
          <a:xfrm>
            <a:off x="5966460" y="6503670"/>
            <a:ext cx="2628900" cy="845820"/>
            <a:chOff x="5966460" y="6503670"/>
            <a:chExt cx="2628900" cy="845820"/>
          </a:xfrm>
        </p:grpSpPr>
        <p:sp>
          <p:nvSpPr>
            <p:cNvPr id="251" name="卡片"/>
            <p:cNvSpPr/>
            <p:nvPr/>
          </p:nvSpPr>
          <p:spPr>
            <a:xfrm>
              <a:off x="5966460" y="6503670"/>
              <a:ext cx="2628900" cy="845820"/>
            </a:xfrm>
            <a:prstGeom prst="roundRect">
              <a:avLst>
                <a:gd name="adj" fmla="val 6757"/>
              </a:avLst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2" name="圖示底圓"/>
            <p:cNvSpPr/>
            <p:nvPr/>
          </p:nvSpPr>
          <p:spPr>
            <a:xfrm>
              <a:off x="6126480" y="6663690"/>
              <a:ext cx="525780" cy="525780"/>
            </a:xfrm>
            <a:prstGeom prst="ellipse">
              <a:avLst/>
            </a:prstGeom>
            <a:solidFill>
              <a:srgbClr val="3A3A3A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3" name="圖示 AI"/>
            <p:cNvSpPr/>
            <p:nvPr/>
          </p:nvSpPr>
          <p:spPr>
            <a:xfrm>
              <a:off x="6126480" y="6663690"/>
              <a:ext cx="525780" cy="525780"/>
            </a:xfrm>
            <a:custGeom>
              <a:avLst/>
              <a:gdLst/>
              <a:ahLst/>
              <a:cxnLst/>
              <a:rect l="l" t="t" r="r" b="b"/>
              <a:pathLst>
                <a:path w="525780" h="525780">
                  <a:moveTo>
                    <a:pt x="230635" y="386837"/>
                  </a:moveTo>
                  <a:cubicBezTo>
                    <a:pt x="219205" y="386837"/>
                    <a:pt x="209420" y="382676"/>
                    <a:pt x="201294" y="374367"/>
                  </a:cubicBezTo>
                  <a:cubicBezTo>
                    <a:pt x="193167" y="366057"/>
                    <a:pt x="188355" y="356616"/>
                    <a:pt x="186858" y="346020"/>
                  </a:cubicBezTo>
                  <a:cubicBezTo>
                    <a:pt x="172730" y="345426"/>
                    <a:pt x="160889" y="339951"/>
                    <a:pt x="151310" y="329584"/>
                  </a:cubicBezTo>
                  <a:cubicBezTo>
                    <a:pt x="141709" y="319217"/>
                    <a:pt x="136909" y="306427"/>
                    <a:pt x="136909" y="291214"/>
                  </a:cubicBezTo>
                  <a:cubicBezTo>
                    <a:pt x="136909" y="285979"/>
                    <a:pt x="137583" y="280938"/>
                    <a:pt x="138909" y="276103"/>
                  </a:cubicBezTo>
                  <a:cubicBezTo>
                    <a:pt x="140246" y="271257"/>
                    <a:pt x="142246" y="266605"/>
                    <a:pt x="144887" y="262147"/>
                  </a:cubicBezTo>
                  <a:cubicBezTo>
                    <a:pt x="142246" y="257952"/>
                    <a:pt x="140246" y="253483"/>
                    <a:pt x="138909" y="248728"/>
                  </a:cubicBezTo>
                  <a:cubicBezTo>
                    <a:pt x="137583" y="243973"/>
                    <a:pt x="136909" y="238876"/>
                    <a:pt x="136909" y="233412"/>
                  </a:cubicBezTo>
                  <a:cubicBezTo>
                    <a:pt x="136909" y="219559"/>
                    <a:pt x="141732" y="207626"/>
                    <a:pt x="151379" y="197625"/>
                  </a:cubicBezTo>
                  <a:cubicBezTo>
                    <a:pt x="161026" y="187623"/>
                    <a:pt x="172490" y="181863"/>
                    <a:pt x="185772" y="180343"/>
                  </a:cubicBezTo>
                  <a:cubicBezTo>
                    <a:pt x="186618" y="168753"/>
                    <a:pt x="191224" y="158957"/>
                    <a:pt x="199591" y="150967"/>
                  </a:cubicBezTo>
                  <a:cubicBezTo>
                    <a:pt x="207969" y="142978"/>
                    <a:pt x="218027" y="138977"/>
                    <a:pt x="229743" y="138977"/>
                  </a:cubicBezTo>
                  <a:cubicBezTo>
                    <a:pt x="236612" y="138977"/>
                    <a:pt x="242670" y="140235"/>
                    <a:pt x="247951" y="142749"/>
                  </a:cubicBezTo>
                  <a:cubicBezTo>
                    <a:pt x="253220" y="145264"/>
                    <a:pt x="258204" y="148921"/>
                    <a:pt x="262890" y="153722"/>
                  </a:cubicBezTo>
                  <a:cubicBezTo>
                    <a:pt x="267576" y="148990"/>
                    <a:pt x="272514" y="145344"/>
                    <a:pt x="277692" y="142784"/>
                  </a:cubicBezTo>
                  <a:cubicBezTo>
                    <a:pt x="282881" y="140246"/>
                    <a:pt x="288882" y="138977"/>
                    <a:pt x="295694" y="138977"/>
                  </a:cubicBezTo>
                  <a:cubicBezTo>
                    <a:pt x="307170" y="138977"/>
                    <a:pt x="317057" y="142989"/>
                    <a:pt x="325366" y="151002"/>
                  </a:cubicBezTo>
                  <a:cubicBezTo>
                    <a:pt x="333699" y="159014"/>
                    <a:pt x="338385" y="168821"/>
                    <a:pt x="339425" y="180411"/>
                  </a:cubicBezTo>
                  <a:cubicBezTo>
                    <a:pt x="352924" y="181520"/>
                    <a:pt x="364548" y="187098"/>
                    <a:pt x="374298" y="197145"/>
                  </a:cubicBezTo>
                  <a:cubicBezTo>
                    <a:pt x="384059" y="207180"/>
                    <a:pt x="388940" y="219262"/>
                    <a:pt x="388940" y="233412"/>
                  </a:cubicBezTo>
                  <a:cubicBezTo>
                    <a:pt x="388940" y="238967"/>
                    <a:pt x="388186" y="244191"/>
                    <a:pt x="386700" y="249105"/>
                  </a:cubicBezTo>
                  <a:cubicBezTo>
                    <a:pt x="385202" y="253997"/>
                    <a:pt x="383099" y="258547"/>
                    <a:pt x="380379" y="262753"/>
                  </a:cubicBezTo>
                  <a:cubicBezTo>
                    <a:pt x="382871" y="267325"/>
                    <a:pt x="384791" y="272148"/>
                    <a:pt x="386151" y="277223"/>
                  </a:cubicBezTo>
                  <a:cubicBezTo>
                    <a:pt x="387511" y="282287"/>
                    <a:pt x="388186" y="287224"/>
                    <a:pt x="388186" y="292025"/>
                  </a:cubicBezTo>
                  <a:cubicBezTo>
                    <a:pt x="388186" y="307010"/>
                    <a:pt x="383488" y="319457"/>
                    <a:pt x="374092" y="329378"/>
                  </a:cubicBezTo>
                  <a:cubicBezTo>
                    <a:pt x="364708" y="339288"/>
                    <a:pt x="353061" y="344660"/>
                    <a:pt x="339151" y="345472"/>
                  </a:cubicBezTo>
                  <a:cubicBezTo>
                    <a:pt x="337711" y="356227"/>
                    <a:pt x="332830" y="365829"/>
                    <a:pt x="324521" y="374264"/>
                  </a:cubicBezTo>
                  <a:cubicBezTo>
                    <a:pt x="316211" y="382711"/>
                    <a:pt x="306427" y="386894"/>
                    <a:pt x="295145" y="386837"/>
                  </a:cubicBezTo>
                  <a:cubicBezTo>
                    <a:pt x="288333" y="386837"/>
                    <a:pt x="282458" y="385717"/>
                    <a:pt x="277520" y="383499"/>
                  </a:cubicBezTo>
                  <a:cubicBezTo>
                    <a:pt x="272594" y="381282"/>
                    <a:pt x="267713" y="377967"/>
                    <a:pt x="262890" y="373555"/>
                  </a:cubicBezTo>
                  <a:cubicBezTo>
                    <a:pt x="258089" y="377990"/>
                    <a:pt x="253197" y="381305"/>
                    <a:pt x="248225" y="383499"/>
                  </a:cubicBezTo>
                  <a:cubicBezTo>
                    <a:pt x="243265" y="385705"/>
                    <a:pt x="237401" y="386803"/>
                    <a:pt x="230635" y="386803"/>
                  </a:cubicBezTo>
                  <a:close/>
                  <a:moveTo>
                    <a:pt x="274229" y="181394"/>
                  </a:moveTo>
                  <a:lnTo>
                    <a:pt x="274229" y="344969"/>
                  </a:lnTo>
                  <a:cubicBezTo>
                    <a:pt x="274229" y="350352"/>
                    <a:pt x="276309" y="354924"/>
                    <a:pt x="280481" y="358685"/>
                  </a:cubicBezTo>
                  <a:cubicBezTo>
                    <a:pt x="284641" y="362422"/>
                    <a:pt x="289648" y="364286"/>
                    <a:pt x="295488" y="364286"/>
                  </a:cubicBezTo>
                  <a:cubicBezTo>
                    <a:pt x="301100" y="364286"/>
                    <a:pt x="305970" y="361817"/>
                    <a:pt x="310084" y="356879"/>
                  </a:cubicBezTo>
                  <a:cubicBezTo>
                    <a:pt x="314211" y="351953"/>
                    <a:pt x="316462" y="346901"/>
                    <a:pt x="316851" y="341734"/>
                  </a:cubicBezTo>
                  <a:cubicBezTo>
                    <a:pt x="312073" y="339974"/>
                    <a:pt x="307616" y="337654"/>
                    <a:pt x="303467" y="334773"/>
                  </a:cubicBezTo>
                  <a:cubicBezTo>
                    <a:pt x="299329" y="331881"/>
                    <a:pt x="295808" y="328327"/>
                    <a:pt x="292905" y="324109"/>
                  </a:cubicBezTo>
                  <a:cubicBezTo>
                    <a:pt x="290939" y="321400"/>
                    <a:pt x="290208" y="318588"/>
                    <a:pt x="290699" y="315697"/>
                  </a:cubicBezTo>
                  <a:cubicBezTo>
                    <a:pt x="291225" y="312793"/>
                    <a:pt x="292825" y="310359"/>
                    <a:pt x="295523" y="308393"/>
                  </a:cubicBezTo>
                  <a:cubicBezTo>
                    <a:pt x="298220" y="306427"/>
                    <a:pt x="301032" y="305695"/>
                    <a:pt x="303981" y="306221"/>
                  </a:cubicBezTo>
                  <a:cubicBezTo>
                    <a:pt x="306896" y="306713"/>
                    <a:pt x="309342" y="308324"/>
                    <a:pt x="311307" y="311045"/>
                  </a:cubicBezTo>
                  <a:cubicBezTo>
                    <a:pt x="314142" y="314954"/>
                    <a:pt x="317628" y="317948"/>
                    <a:pt x="321766" y="320006"/>
                  </a:cubicBezTo>
                  <a:cubicBezTo>
                    <a:pt x="325915" y="322063"/>
                    <a:pt x="330498" y="323092"/>
                    <a:pt x="335528" y="323092"/>
                  </a:cubicBezTo>
                  <a:cubicBezTo>
                    <a:pt x="343803" y="323092"/>
                    <a:pt x="350890" y="320257"/>
                    <a:pt x="356776" y="314576"/>
                  </a:cubicBezTo>
                  <a:cubicBezTo>
                    <a:pt x="362662" y="308884"/>
                    <a:pt x="365611" y="301363"/>
                    <a:pt x="365611" y="291991"/>
                  </a:cubicBezTo>
                  <a:cubicBezTo>
                    <a:pt x="365611" y="290025"/>
                    <a:pt x="365394" y="287933"/>
                    <a:pt x="364960" y="285739"/>
                  </a:cubicBezTo>
                  <a:cubicBezTo>
                    <a:pt x="364537" y="283544"/>
                    <a:pt x="364068" y="281349"/>
                    <a:pt x="363577" y="279155"/>
                  </a:cubicBezTo>
                  <a:cubicBezTo>
                    <a:pt x="359771" y="281784"/>
                    <a:pt x="355576" y="283773"/>
                    <a:pt x="351004" y="285133"/>
                  </a:cubicBezTo>
                  <a:cubicBezTo>
                    <a:pt x="346432" y="286493"/>
                    <a:pt x="341700" y="287167"/>
                    <a:pt x="336819" y="287167"/>
                  </a:cubicBezTo>
                  <a:cubicBezTo>
                    <a:pt x="333596" y="287167"/>
                    <a:pt x="330933" y="286104"/>
                    <a:pt x="328795" y="283978"/>
                  </a:cubicBezTo>
                  <a:cubicBezTo>
                    <a:pt x="326647" y="281830"/>
                    <a:pt x="325572" y="279132"/>
                    <a:pt x="325572" y="275897"/>
                  </a:cubicBezTo>
                  <a:cubicBezTo>
                    <a:pt x="325572" y="272663"/>
                    <a:pt x="326647" y="269965"/>
                    <a:pt x="328795" y="267816"/>
                  </a:cubicBezTo>
                  <a:cubicBezTo>
                    <a:pt x="330956" y="265690"/>
                    <a:pt x="333619" y="264627"/>
                    <a:pt x="336819" y="264627"/>
                  </a:cubicBezTo>
                  <a:cubicBezTo>
                    <a:pt x="345072" y="264627"/>
                    <a:pt x="352055" y="261553"/>
                    <a:pt x="357770" y="255415"/>
                  </a:cubicBezTo>
                  <a:cubicBezTo>
                    <a:pt x="363474" y="249288"/>
                    <a:pt x="366320" y="241962"/>
                    <a:pt x="366320" y="233446"/>
                  </a:cubicBezTo>
                  <a:cubicBezTo>
                    <a:pt x="366320" y="225137"/>
                    <a:pt x="363268" y="218050"/>
                    <a:pt x="357153" y="212164"/>
                  </a:cubicBezTo>
                  <a:cubicBezTo>
                    <a:pt x="351038" y="206254"/>
                    <a:pt x="344066" y="203065"/>
                    <a:pt x="336236" y="202620"/>
                  </a:cubicBezTo>
                  <a:cubicBezTo>
                    <a:pt x="333859" y="208323"/>
                    <a:pt x="330510" y="213364"/>
                    <a:pt x="326189" y="217730"/>
                  </a:cubicBezTo>
                  <a:cubicBezTo>
                    <a:pt x="321857" y="222096"/>
                    <a:pt x="316851" y="225354"/>
                    <a:pt x="311147" y="227503"/>
                  </a:cubicBezTo>
                  <a:cubicBezTo>
                    <a:pt x="308107" y="228680"/>
                    <a:pt x="305181" y="228611"/>
                    <a:pt x="302346" y="227308"/>
                  </a:cubicBezTo>
                  <a:cubicBezTo>
                    <a:pt x="299523" y="225971"/>
                    <a:pt x="297603" y="223788"/>
                    <a:pt x="296609" y="220748"/>
                  </a:cubicBezTo>
                  <a:cubicBezTo>
                    <a:pt x="295660" y="217764"/>
                    <a:pt x="295831" y="214838"/>
                    <a:pt x="297123" y="211992"/>
                  </a:cubicBezTo>
                  <a:cubicBezTo>
                    <a:pt x="298403" y="209135"/>
                    <a:pt x="300529" y="207180"/>
                    <a:pt x="303467" y="206117"/>
                  </a:cubicBezTo>
                  <a:cubicBezTo>
                    <a:pt x="307456" y="204757"/>
                    <a:pt x="310690" y="202060"/>
                    <a:pt x="313182" y="198036"/>
                  </a:cubicBezTo>
                  <a:cubicBezTo>
                    <a:pt x="315697" y="194001"/>
                    <a:pt x="316954" y="189475"/>
                    <a:pt x="316954" y="184446"/>
                  </a:cubicBezTo>
                  <a:cubicBezTo>
                    <a:pt x="316954" y="178068"/>
                    <a:pt x="314816" y="172650"/>
                    <a:pt x="310565" y="168181"/>
                  </a:cubicBezTo>
                  <a:cubicBezTo>
                    <a:pt x="306313" y="163723"/>
                    <a:pt x="301272" y="161494"/>
                    <a:pt x="295454" y="161494"/>
                  </a:cubicBezTo>
                  <a:cubicBezTo>
                    <a:pt x="289682" y="161494"/>
                    <a:pt x="284698" y="163438"/>
                    <a:pt x="280515" y="167335"/>
                  </a:cubicBezTo>
                  <a:cubicBezTo>
                    <a:pt x="276320" y="171233"/>
                    <a:pt x="274229" y="175919"/>
                    <a:pt x="274229" y="181394"/>
                  </a:cubicBezTo>
                  <a:close/>
                  <a:moveTo>
                    <a:pt x="251654" y="344969"/>
                  </a:moveTo>
                  <a:lnTo>
                    <a:pt x="251654" y="181394"/>
                  </a:lnTo>
                  <a:cubicBezTo>
                    <a:pt x="251654" y="175919"/>
                    <a:pt x="249585" y="171233"/>
                    <a:pt x="245471" y="167335"/>
                  </a:cubicBezTo>
                  <a:cubicBezTo>
                    <a:pt x="241356" y="163438"/>
                    <a:pt x="236327" y="161494"/>
                    <a:pt x="230395" y="161494"/>
                  </a:cubicBezTo>
                  <a:cubicBezTo>
                    <a:pt x="224554" y="161494"/>
                    <a:pt x="219456" y="163723"/>
                    <a:pt x="215113" y="168181"/>
                  </a:cubicBezTo>
                  <a:cubicBezTo>
                    <a:pt x="210769" y="172650"/>
                    <a:pt x="208598" y="178057"/>
                    <a:pt x="208598" y="184412"/>
                  </a:cubicBezTo>
                  <a:cubicBezTo>
                    <a:pt x="208598" y="189487"/>
                    <a:pt x="209786" y="193967"/>
                    <a:pt x="212164" y="197865"/>
                  </a:cubicBezTo>
                  <a:cubicBezTo>
                    <a:pt x="214541" y="201762"/>
                    <a:pt x="217707" y="204391"/>
                    <a:pt x="221662" y="205774"/>
                  </a:cubicBezTo>
                  <a:cubicBezTo>
                    <a:pt x="224611" y="206837"/>
                    <a:pt x="226771" y="208792"/>
                    <a:pt x="228154" y="211649"/>
                  </a:cubicBezTo>
                  <a:cubicBezTo>
                    <a:pt x="229537" y="214507"/>
                    <a:pt x="229743" y="217307"/>
                    <a:pt x="228794" y="220073"/>
                  </a:cubicBezTo>
                  <a:cubicBezTo>
                    <a:pt x="227617" y="223102"/>
                    <a:pt x="225560" y="225342"/>
                    <a:pt x="222622" y="226794"/>
                  </a:cubicBezTo>
                  <a:cubicBezTo>
                    <a:pt x="219696" y="228246"/>
                    <a:pt x="216713" y="228371"/>
                    <a:pt x="213650" y="227171"/>
                  </a:cubicBezTo>
                  <a:cubicBezTo>
                    <a:pt x="207946" y="225240"/>
                    <a:pt x="202985" y="222096"/>
                    <a:pt x="198779" y="217730"/>
                  </a:cubicBezTo>
                  <a:cubicBezTo>
                    <a:pt x="194573" y="213364"/>
                    <a:pt x="191281" y="208323"/>
                    <a:pt x="188904" y="202620"/>
                  </a:cubicBezTo>
                  <a:cubicBezTo>
                    <a:pt x="181246" y="203340"/>
                    <a:pt x="174433" y="206586"/>
                    <a:pt x="168455" y="212358"/>
                  </a:cubicBezTo>
                  <a:cubicBezTo>
                    <a:pt x="162477" y="218107"/>
                    <a:pt x="159494" y="225114"/>
                    <a:pt x="159494" y="233378"/>
                  </a:cubicBezTo>
                  <a:cubicBezTo>
                    <a:pt x="159494" y="241962"/>
                    <a:pt x="162329" y="249323"/>
                    <a:pt x="168010" y="255449"/>
                  </a:cubicBezTo>
                  <a:cubicBezTo>
                    <a:pt x="173702" y="261564"/>
                    <a:pt x="180674" y="264627"/>
                    <a:pt x="188938" y="264627"/>
                  </a:cubicBezTo>
                  <a:cubicBezTo>
                    <a:pt x="192173" y="264627"/>
                    <a:pt x="194859" y="265690"/>
                    <a:pt x="197019" y="267816"/>
                  </a:cubicBezTo>
                  <a:cubicBezTo>
                    <a:pt x="199168" y="269965"/>
                    <a:pt x="200242" y="272663"/>
                    <a:pt x="200242" y="275897"/>
                  </a:cubicBezTo>
                  <a:cubicBezTo>
                    <a:pt x="200242" y="279132"/>
                    <a:pt x="199168" y="281830"/>
                    <a:pt x="197019" y="283978"/>
                  </a:cubicBezTo>
                  <a:cubicBezTo>
                    <a:pt x="194859" y="286104"/>
                    <a:pt x="192173" y="287167"/>
                    <a:pt x="188938" y="287167"/>
                  </a:cubicBezTo>
                  <a:cubicBezTo>
                    <a:pt x="184000" y="287167"/>
                    <a:pt x="179222" y="286447"/>
                    <a:pt x="174605" y="284996"/>
                  </a:cubicBezTo>
                  <a:cubicBezTo>
                    <a:pt x="169987" y="283544"/>
                    <a:pt x="165712" y="281578"/>
                    <a:pt x="161803" y="279086"/>
                  </a:cubicBezTo>
                  <a:cubicBezTo>
                    <a:pt x="161072" y="281052"/>
                    <a:pt x="160511" y="283087"/>
                    <a:pt x="160100" y="285167"/>
                  </a:cubicBezTo>
                  <a:cubicBezTo>
                    <a:pt x="159723" y="287247"/>
                    <a:pt x="159529" y="289362"/>
                    <a:pt x="159529" y="291511"/>
                  </a:cubicBezTo>
                  <a:cubicBezTo>
                    <a:pt x="159529" y="300952"/>
                    <a:pt x="162409" y="308690"/>
                    <a:pt x="168181" y="314702"/>
                  </a:cubicBezTo>
                  <a:cubicBezTo>
                    <a:pt x="173953" y="320726"/>
                    <a:pt x="180983" y="323743"/>
                    <a:pt x="189269" y="323743"/>
                  </a:cubicBezTo>
                  <a:cubicBezTo>
                    <a:pt x="194047" y="323743"/>
                    <a:pt x="198573" y="322657"/>
                    <a:pt x="202860" y="320486"/>
                  </a:cubicBezTo>
                  <a:cubicBezTo>
                    <a:pt x="207134" y="318303"/>
                    <a:pt x="210689" y="315342"/>
                    <a:pt x="213512" y="311582"/>
                  </a:cubicBezTo>
                  <a:cubicBezTo>
                    <a:pt x="215490" y="309090"/>
                    <a:pt x="217993" y="307547"/>
                    <a:pt x="221022" y="306930"/>
                  </a:cubicBezTo>
                  <a:cubicBezTo>
                    <a:pt x="224028" y="306324"/>
                    <a:pt x="226794" y="307010"/>
                    <a:pt x="229309" y="308999"/>
                  </a:cubicBezTo>
                  <a:cubicBezTo>
                    <a:pt x="231823" y="310953"/>
                    <a:pt x="233378" y="313456"/>
                    <a:pt x="233995" y="316508"/>
                  </a:cubicBezTo>
                  <a:cubicBezTo>
                    <a:pt x="234601" y="319537"/>
                    <a:pt x="233926" y="322303"/>
                    <a:pt x="231960" y="324795"/>
                  </a:cubicBezTo>
                  <a:cubicBezTo>
                    <a:pt x="229103" y="328841"/>
                    <a:pt x="225720" y="332259"/>
                    <a:pt x="221799" y="335048"/>
                  </a:cubicBezTo>
                  <a:cubicBezTo>
                    <a:pt x="217867" y="337837"/>
                    <a:pt x="213615" y="340077"/>
                    <a:pt x="209066" y="341768"/>
                  </a:cubicBezTo>
                  <a:cubicBezTo>
                    <a:pt x="209478" y="346958"/>
                    <a:pt x="211718" y="352010"/>
                    <a:pt x="215787" y="356947"/>
                  </a:cubicBezTo>
                  <a:cubicBezTo>
                    <a:pt x="219890" y="361885"/>
                    <a:pt x="224862" y="364354"/>
                    <a:pt x="230703" y="364354"/>
                  </a:cubicBezTo>
                  <a:cubicBezTo>
                    <a:pt x="236544" y="364354"/>
                    <a:pt x="241493" y="362480"/>
                    <a:pt x="245574" y="358753"/>
                  </a:cubicBezTo>
                  <a:cubicBezTo>
                    <a:pt x="249643" y="355016"/>
                    <a:pt x="251689" y="350444"/>
                    <a:pt x="251689" y="345026"/>
                  </a:cubicBezTo>
                  <a:close/>
                  <a:moveTo>
                    <a:pt x="262890" y="263473"/>
                  </a:move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4" name="文字"/>
            <p:cNvSpPr/>
            <p:nvPr/>
          </p:nvSpPr>
          <p:spPr>
            <a:xfrm>
              <a:off x="6789420" y="6503670"/>
              <a:ext cx="1714500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14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AI 判片</a:t>
              </a:r>
              <a:endParaRPr lang="en-US" sz="175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自動分類缺陷</a:t>
              </a:r>
              <a:endParaRPr lang="en-US" sz="1750" dirty="0"/>
            </a:p>
          </p:txBody>
        </p:sp>
      </p:grpSp>
      <p:grpSp>
        <p:nvGrpSpPr>
          <p:cNvPr id="5003" name="數字＋圖示"/>
          <p:cNvGrpSpPr/>
          <p:nvPr/>
        </p:nvGrpSpPr>
        <p:grpSpPr>
          <a:xfrm>
            <a:off x="8778240" y="6503670"/>
            <a:ext cx="2343150" cy="845820"/>
            <a:chOff x="8778240" y="6503670"/>
            <a:chExt cx="2343150" cy="845820"/>
          </a:xfrm>
        </p:grpSpPr>
        <p:sp>
          <p:nvSpPr>
            <p:cNvPr id="255" name="淺灰面板"/>
            <p:cNvSpPr/>
            <p:nvPr/>
          </p:nvSpPr>
          <p:spPr>
            <a:xfrm>
              <a:off x="8778240" y="6503670"/>
              <a:ext cx="2343150" cy="845820"/>
            </a:xfrm>
            <a:prstGeom prst="roundRect">
              <a:avLst>
                <a:gd name="adj" fmla="val 6757"/>
              </a:avLst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6" name="數值"/>
            <p:cNvSpPr/>
            <p:nvPr/>
          </p:nvSpPr>
          <p:spPr>
            <a:xfrm>
              <a:off x="8961120" y="6572250"/>
              <a:ext cx="15430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27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98.6</a:t>
              </a:r>
              <a:r>
                <a:rPr lang="en-US" sz="12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%</a:t>
              </a:r>
              <a:endParaRPr lang="en-US" sz="1750" dirty="0"/>
            </a:p>
          </p:txBody>
        </p:sp>
        <p:sp>
          <p:nvSpPr>
            <p:cNvPr id="257" name="指標名稱"/>
            <p:cNvSpPr/>
            <p:nvPr/>
          </p:nvSpPr>
          <p:spPr>
            <a:xfrm>
              <a:off x="8961120" y="7040880"/>
              <a:ext cx="154305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整體良率</a:t>
              </a:r>
              <a:endParaRPr lang="en-US" sz="1150" dirty="0"/>
            </a:p>
          </p:txBody>
        </p:sp>
        <p:sp>
          <p:nvSpPr>
            <p:cNvPr id="258" name="圖示 已驗證"/>
            <p:cNvSpPr/>
            <p:nvPr/>
          </p:nvSpPr>
          <p:spPr>
            <a:xfrm>
              <a:off x="10481310" y="669798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208117" y="250077"/>
                  </a:moveTo>
                  <a:lnTo>
                    <a:pt x="173930" y="214358"/>
                  </a:lnTo>
                  <a:cubicBezTo>
                    <a:pt x="170913" y="211032"/>
                    <a:pt x="167244" y="209363"/>
                    <a:pt x="162923" y="209363"/>
                  </a:cubicBezTo>
                  <a:cubicBezTo>
                    <a:pt x="158603" y="209363"/>
                    <a:pt x="154785" y="210815"/>
                    <a:pt x="151448" y="213741"/>
                  </a:cubicBezTo>
                  <a:cubicBezTo>
                    <a:pt x="148110" y="217101"/>
                    <a:pt x="146441" y="220930"/>
                    <a:pt x="146441" y="225217"/>
                  </a:cubicBezTo>
                  <a:cubicBezTo>
                    <a:pt x="146441" y="229503"/>
                    <a:pt x="148110" y="233321"/>
                    <a:pt x="151448" y="236647"/>
                  </a:cubicBezTo>
                  <a:lnTo>
                    <a:pt x="196596" y="281327"/>
                  </a:lnTo>
                  <a:cubicBezTo>
                    <a:pt x="199865" y="284618"/>
                    <a:pt x="203694" y="286276"/>
                    <a:pt x="208072" y="286276"/>
                  </a:cubicBezTo>
                  <a:cubicBezTo>
                    <a:pt x="212461" y="286276"/>
                    <a:pt x="216278" y="284618"/>
                    <a:pt x="219547" y="281327"/>
                  </a:cubicBezTo>
                  <a:lnTo>
                    <a:pt x="305661" y="195693"/>
                  </a:lnTo>
                  <a:cubicBezTo>
                    <a:pt x="308679" y="192767"/>
                    <a:pt x="310176" y="189121"/>
                    <a:pt x="310176" y="184743"/>
                  </a:cubicBezTo>
                  <a:cubicBezTo>
                    <a:pt x="310176" y="180354"/>
                    <a:pt x="308519" y="176674"/>
                    <a:pt x="305181" y="173690"/>
                  </a:cubicBezTo>
                  <a:cubicBezTo>
                    <a:pt x="302163" y="171084"/>
                    <a:pt x="298574" y="169861"/>
                    <a:pt x="294414" y="170021"/>
                  </a:cubicBezTo>
                  <a:cubicBezTo>
                    <a:pt x="290253" y="170181"/>
                    <a:pt x="286882" y="171610"/>
                    <a:pt x="284276" y="174308"/>
                  </a:cubicBezTo>
                  <a:lnTo>
                    <a:pt x="208117" y="250077"/>
                  </a:lnTo>
                  <a:close/>
                  <a:moveTo>
                    <a:pt x="156065" y="419344"/>
                  </a:moveTo>
                  <a:lnTo>
                    <a:pt x="126782" y="369189"/>
                  </a:lnTo>
                  <a:lnTo>
                    <a:pt x="68203" y="357279"/>
                  </a:lnTo>
                  <a:cubicBezTo>
                    <a:pt x="64168" y="356582"/>
                    <a:pt x="60830" y="354444"/>
                    <a:pt x="58202" y="350855"/>
                  </a:cubicBezTo>
                  <a:cubicBezTo>
                    <a:pt x="55561" y="347301"/>
                    <a:pt x="54567" y="343517"/>
                    <a:pt x="55195" y="339517"/>
                  </a:cubicBezTo>
                  <a:lnTo>
                    <a:pt x="61871" y="282847"/>
                  </a:lnTo>
                  <a:lnTo>
                    <a:pt x="24574" y="239367"/>
                  </a:lnTo>
                  <a:cubicBezTo>
                    <a:pt x="21717" y="236407"/>
                    <a:pt x="20288" y="232806"/>
                    <a:pt x="20288" y="228554"/>
                  </a:cubicBezTo>
                  <a:cubicBezTo>
                    <a:pt x="20288" y="224302"/>
                    <a:pt x="21717" y="220713"/>
                    <a:pt x="24574" y="217787"/>
                  </a:cubicBezTo>
                  <a:lnTo>
                    <a:pt x="61871" y="174788"/>
                  </a:lnTo>
                  <a:lnTo>
                    <a:pt x="55195" y="118106"/>
                  </a:lnTo>
                  <a:cubicBezTo>
                    <a:pt x="54567" y="114106"/>
                    <a:pt x="55561" y="110334"/>
                    <a:pt x="58202" y="106779"/>
                  </a:cubicBezTo>
                  <a:cubicBezTo>
                    <a:pt x="60830" y="103224"/>
                    <a:pt x="64168" y="101041"/>
                    <a:pt x="68203" y="100253"/>
                  </a:cubicBezTo>
                  <a:lnTo>
                    <a:pt x="126827" y="88445"/>
                  </a:lnTo>
                  <a:lnTo>
                    <a:pt x="156111" y="37868"/>
                  </a:lnTo>
                  <a:cubicBezTo>
                    <a:pt x="158237" y="34336"/>
                    <a:pt x="161312" y="31844"/>
                    <a:pt x="165312" y="30381"/>
                  </a:cubicBezTo>
                  <a:cubicBezTo>
                    <a:pt x="169313" y="28895"/>
                    <a:pt x="173279" y="29066"/>
                    <a:pt x="177211" y="30907"/>
                  </a:cubicBezTo>
                  <a:lnTo>
                    <a:pt x="228600" y="54910"/>
                  </a:lnTo>
                  <a:lnTo>
                    <a:pt x="280035" y="30861"/>
                  </a:lnTo>
                  <a:cubicBezTo>
                    <a:pt x="283967" y="29112"/>
                    <a:pt x="287945" y="28895"/>
                    <a:pt x="291945" y="30198"/>
                  </a:cubicBezTo>
                  <a:cubicBezTo>
                    <a:pt x="295946" y="31467"/>
                    <a:pt x="299009" y="33867"/>
                    <a:pt x="301135" y="37388"/>
                  </a:cubicBezTo>
                  <a:lnTo>
                    <a:pt x="330898" y="88445"/>
                  </a:lnTo>
                  <a:lnTo>
                    <a:pt x="389054" y="100253"/>
                  </a:lnTo>
                  <a:cubicBezTo>
                    <a:pt x="393078" y="101041"/>
                    <a:pt x="396415" y="103224"/>
                    <a:pt x="399056" y="106779"/>
                  </a:cubicBezTo>
                  <a:cubicBezTo>
                    <a:pt x="401684" y="110334"/>
                    <a:pt x="402690" y="114106"/>
                    <a:pt x="402050" y="118106"/>
                  </a:cubicBezTo>
                  <a:lnTo>
                    <a:pt x="395387" y="174788"/>
                  </a:lnTo>
                  <a:lnTo>
                    <a:pt x="432671" y="217787"/>
                  </a:lnTo>
                  <a:cubicBezTo>
                    <a:pt x="435529" y="220748"/>
                    <a:pt x="436957" y="224348"/>
                    <a:pt x="436957" y="228600"/>
                  </a:cubicBezTo>
                  <a:cubicBezTo>
                    <a:pt x="436957" y="232852"/>
                    <a:pt x="435529" y="236441"/>
                    <a:pt x="432671" y="239367"/>
                  </a:cubicBezTo>
                  <a:lnTo>
                    <a:pt x="395387" y="282847"/>
                  </a:lnTo>
                  <a:lnTo>
                    <a:pt x="402050" y="339517"/>
                  </a:lnTo>
                  <a:cubicBezTo>
                    <a:pt x="402690" y="343517"/>
                    <a:pt x="401684" y="347301"/>
                    <a:pt x="399056" y="350855"/>
                  </a:cubicBezTo>
                  <a:cubicBezTo>
                    <a:pt x="396415" y="354410"/>
                    <a:pt x="393078" y="356547"/>
                    <a:pt x="389054" y="357279"/>
                  </a:cubicBezTo>
                  <a:lnTo>
                    <a:pt x="330944" y="369189"/>
                  </a:lnTo>
                  <a:lnTo>
                    <a:pt x="301135" y="419812"/>
                  </a:lnTo>
                  <a:cubicBezTo>
                    <a:pt x="299009" y="423344"/>
                    <a:pt x="295946" y="425733"/>
                    <a:pt x="291945" y="427002"/>
                  </a:cubicBezTo>
                  <a:cubicBezTo>
                    <a:pt x="287945" y="428271"/>
                    <a:pt x="283967" y="428054"/>
                    <a:pt x="280035" y="426339"/>
                  </a:cubicBezTo>
                  <a:lnTo>
                    <a:pt x="228600" y="402290"/>
                  </a:lnTo>
                  <a:lnTo>
                    <a:pt x="177165" y="426339"/>
                  </a:lnTo>
                  <a:cubicBezTo>
                    <a:pt x="173233" y="428088"/>
                    <a:pt x="169255" y="428225"/>
                    <a:pt x="165255" y="426773"/>
                  </a:cubicBezTo>
                  <a:cubicBezTo>
                    <a:pt x="161254" y="425345"/>
                    <a:pt x="158191" y="422864"/>
                    <a:pt x="156065" y="419344"/>
                  </a:cubicBezTo>
                  <a:close/>
                  <a:moveTo>
                    <a:pt x="178068" y="389717"/>
                  </a:moveTo>
                  <a:lnTo>
                    <a:pt x="228600" y="368332"/>
                  </a:lnTo>
                  <a:lnTo>
                    <a:pt x="280561" y="389717"/>
                  </a:lnTo>
                  <a:lnTo>
                    <a:pt x="312233" y="342420"/>
                  </a:lnTo>
                  <a:lnTo>
                    <a:pt x="367475" y="328235"/>
                  </a:lnTo>
                  <a:lnTo>
                    <a:pt x="361908" y="271943"/>
                  </a:lnTo>
                  <a:lnTo>
                    <a:pt x="400004" y="228600"/>
                  </a:lnTo>
                  <a:lnTo>
                    <a:pt x="361908" y="184309"/>
                  </a:lnTo>
                  <a:lnTo>
                    <a:pt x="367520" y="127970"/>
                  </a:lnTo>
                  <a:lnTo>
                    <a:pt x="312279" y="114734"/>
                  </a:lnTo>
                  <a:lnTo>
                    <a:pt x="279704" y="67437"/>
                  </a:lnTo>
                  <a:lnTo>
                    <a:pt x="228691" y="88823"/>
                  </a:lnTo>
                  <a:lnTo>
                    <a:pt x="176731" y="67437"/>
                  </a:lnTo>
                  <a:lnTo>
                    <a:pt x="145070" y="114734"/>
                  </a:lnTo>
                  <a:lnTo>
                    <a:pt x="89863" y="127879"/>
                  </a:lnTo>
                  <a:lnTo>
                    <a:pt x="95349" y="184263"/>
                  </a:lnTo>
                  <a:lnTo>
                    <a:pt x="57196" y="228600"/>
                  </a:lnTo>
                  <a:lnTo>
                    <a:pt x="95303" y="271943"/>
                  </a:lnTo>
                  <a:lnTo>
                    <a:pt x="89817" y="329275"/>
                  </a:lnTo>
                  <a:lnTo>
                    <a:pt x="144967" y="342420"/>
                  </a:lnTo>
                  <a:lnTo>
                    <a:pt x="178022" y="389717"/>
                  </a:lnTo>
                  <a:close/>
                  <a:moveTo>
                    <a:pt x="228600" y="228600"/>
                  </a:moveTo>
                  <a:close/>
                </a:path>
              </a:pathLst>
            </a:custGeom>
            <a:solidFill>
              <a:srgbClr val="3A3A3A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grpSp>
        <p:nvGrpSpPr>
          <p:cNvPr id="5004" name="圖示流程"/>
          <p:cNvGrpSpPr/>
          <p:nvPr/>
        </p:nvGrpSpPr>
        <p:grpSpPr>
          <a:xfrm>
            <a:off x="10961370" y="6526530"/>
            <a:ext cx="3935349" cy="777240"/>
            <a:chOff x="10961370" y="6526530"/>
            <a:chExt cx="3935349" cy="777240"/>
          </a:xfrm>
        </p:grpSpPr>
        <p:sp>
          <p:nvSpPr>
            <p:cNvPr id="259" name="圖示底圓"/>
            <p:cNvSpPr/>
            <p:nvPr/>
          </p:nvSpPr>
          <p:spPr>
            <a:xfrm>
              <a:off x="11304270" y="6526530"/>
              <a:ext cx="502920" cy="502920"/>
            </a:xfrm>
            <a:prstGeom prst="ellipse">
              <a:avLst/>
            </a:prstGeom>
            <a:solidFill>
              <a:srgbClr val="E3E3E3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0" name="圖示 晶圓"/>
            <p:cNvSpPr/>
            <p:nvPr/>
          </p:nvSpPr>
          <p:spPr>
            <a:xfrm>
              <a:off x="11304270" y="6526530"/>
              <a:ext cx="502920" cy="502920"/>
            </a:xfrm>
            <a:custGeom>
              <a:avLst/>
              <a:gdLst/>
              <a:ahLst/>
              <a:cxnLst/>
              <a:rect l="l" t="t" r="r" b="b"/>
              <a:pathLst>
                <a:path w="502920" h="502920">
                  <a:moveTo>
                    <a:pt x="203717" y="372287"/>
                  </a:moveTo>
                  <a:cubicBezTo>
                    <a:pt x="145698" y="349358"/>
                    <a:pt x="112163" y="288436"/>
                    <a:pt x="123833" y="227160"/>
                  </a:cubicBezTo>
                  <a:cubicBezTo>
                    <a:pt x="135503" y="165872"/>
                    <a:pt x="189075" y="121535"/>
                    <a:pt x="251460" y="121535"/>
                  </a:cubicBezTo>
                  <a:cubicBezTo>
                    <a:pt x="313845" y="121535"/>
                    <a:pt x="367417" y="165872"/>
                    <a:pt x="379087" y="227160"/>
                  </a:cubicBezTo>
                  <a:cubicBezTo>
                    <a:pt x="390757" y="288436"/>
                    <a:pt x="357222" y="349358"/>
                    <a:pt x="299203" y="372287"/>
                  </a:cubicBezTo>
                  <a:close/>
                  <a:moveTo>
                    <a:pt x="294528" y="348901"/>
                  </a:moveTo>
                  <a:cubicBezTo>
                    <a:pt x="340591" y="328544"/>
                    <a:pt x="366103" y="278721"/>
                    <a:pt x="355702" y="229446"/>
                  </a:cubicBezTo>
                  <a:cubicBezTo>
                    <a:pt x="345289" y="180183"/>
                    <a:pt x="301821" y="144921"/>
                    <a:pt x="251460" y="144921"/>
                  </a:cubicBezTo>
                  <a:cubicBezTo>
                    <a:pt x="201099" y="144921"/>
                    <a:pt x="157631" y="180183"/>
                    <a:pt x="147218" y="229446"/>
                  </a:cubicBezTo>
                  <a:cubicBezTo>
                    <a:pt x="136817" y="278721"/>
                    <a:pt x="162329" y="328544"/>
                    <a:pt x="208392" y="348901"/>
                  </a:cubicBezTo>
                  <a:close/>
                  <a:moveTo>
                    <a:pt x="202745" y="196242"/>
                  </a:moveTo>
                  <a:lnTo>
                    <a:pt x="235218" y="196242"/>
                  </a:lnTo>
                  <a:cubicBezTo>
                    <a:pt x="238807" y="196242"/>
                    <a:pt x="241722" y="199156"/>
                    <a:pt x="241722" y="202745"/>
                  </a:cubicBezTo>
                  <a:lnTo>
                    <a:pt x="241722" y="235218"/>
                  </a:lnTo>
                  <a:cubicBezTo>
                    <a:pt x="241722" y="238807"/>
                    <a:pt x="238807" y="241722"/>
                    <a:pt x="235218" y="241722"/>
                  </a:cubicBezTo>
                  <a:lnTo>
                    <a:pt x="202745" y="241722"/>
                  </a:lnTo>
                  <a:cubicBezTo>
                    <a:pt x="199156" y="241722"/>
                    <a:pt x="196242" y="238807"/>
                    <a:pt x="196242" y="235218"/>
                  </a:cubicBezTo>
                  <a:lnTo>
                    <a:pt x="196242" y="202745"/>
                  </a:lnTo>
                  <a:cubicBezTo>
                    <a:pt x="196242" y="199156"/>
                    <a:pt x="199156" y="196242"/>
                    <a:pt x="202745" y="196242"/>
                  </a:cubicBezTo>
                  <a:close/>
                  <a:moveTo>
                    <a:pt x="267702" y="196242"/>
                  </a:moveTo>
                  <a:lnTo>
                    <a:pt x="300186" y="196242"/>
                  </a:lnTo>
                  <a:cubicBezTo>
                    <a:pt x="303764" y="196242"/>
                    <a:pt x="306678" y="199156"/>
                    <a:pt x="306678" y="202745"/>
                  </a:cubicBezTo>
                  <a:lnTo>
                    <a:pt x="306678" y="235218"/>
                  </a:lnTo>
                  <a:cubicBezTo>
                    <a:pt x="306678" y="238807"/>
                    <a:pt x="303764" y="241722"/>
                    <a:pt x="300186" y="241722"/>
                  </a:cubicBezTo>
                  <a:lnTo>
                    <a:pt x="267702" y="241722"/>
                  </a:lnTo>
                  <a:cubicBezTo>
                    <a:pt x="264113" y="241722"/>
                    <a:pt x="261210" y="238807"/>
                    <a:pt x="261210" y="235218"/>
                  </a:cubicBezTo>
                  <a:lnTo>
                    <a:pt x="261210" y="202745"/>
                  </a:lnTo>
                  <a:cubicBezTo>
                    <a:pt x="261210" y="199156"/>
                    <a:pt x="264113" y="196242"/>
                    <a:pt x="267702" y="196242"/>
                  </a:cubicBezTo>
                  <a:close/>
                  <a:moveTo>
                    <a:pt x="202745" y="261210"/>
                  </a:moveTo>
                  <a:lnTo>
                    <a:pt x="235218" y="261210"/>
                  </a:lnTo>
                  <a:cubicBezTo>
                    <a:pt x="238807" y="261210"/>
                    <a:pt x="241722" y="264113"/>
                    <a:pt x="241722" y="267702"/>
                  </a:cubicBezTo>
                  <a:lnTo>
                    <a:pt x="241722" y="300186"/>
                  </a:lnTo>
                  <a:cubicBezTo>
                    <a:pt x="241722" y="303764"/>
                    <a:pt x="238807" y="306678"/>
                    <a:pt x="235218" y="306678"/>
                  </a:cubicBezTo>
                  <a:lnTo>
                    <a:pt x="202745" y="306678"/>
                  </a:lnTo>
                  <a:cubicBezTo>
                    <a:pt x="199156" y="306678"/>
                    <a:pt x="196242" y="303764"/>
                    <a:pt x="196242" y="300186"/>
                  </a:cubicBezTo>
                  <a:lnTo>
                    <a:pt x="196242" y="267702"/>
                  </a:lnTo>
                  <a:cubicBezTo>
                    <a:pt x="196242" y="264113"/>
                    <a:pt x="199156" y="261210"/>
                    <a:pt x="202745" y="261210"/>
                  </a:cubicBezTo>
                  <a:close/>
                  <a:moveTo>
                    <a:pt x="267702" y="261210"/>
                  </a:moveTo>
                  <a:lnTo>
                    <a:pt x="300186" y="261210"/>
                  </a:lnTo>
                  <a:cubicBezTo>
                    <a:pt x="303764" y="261210"/>
                    <a:pt x="306678" y="264113"/>
                    <a:pt x="306678" y="267702"/>
                  </a:cubicBezTo>
                  <a:lnTo>
                    <a:pt x="306678" y="300186"/>
                  </a:lnTo>
                  <a:cubicBezTo>
                    <a:pt x="306678" y="303764"/>
                    <a:pt x="303764" y="306678"/>
                    <a:pt x="300186" y="306678"/>
                  </a:cubicBezTo>
                  <a:lnTo>
                    <a:pt x="267702" y="306678"/>
                  </a:lnTo>
                  <a:cubicBezTo>
                    <a:pt x="264113" y="306678"/>
                    <a:pt x="261210" y="303764"/>
                    <a:pt x="261210" y="300186"/>
                  </a:cubicBezTo>
                  <a:lnTo>
                    <a:pt x="261210" y="267702"/>
                  </a:lnTo>
                  <a:cubicBezTo>
                    <a:pt x="261210" y="264113"/>
                    <a:pt x="264113" y="261210"/>
                    <a:pt x="267702" y="261210"/>
                  </a:cubicBezTo>
                  <a:close/>
                </a:path>
              </a:pathLst>
            </a:custGeom>
            <a:solidFill>
              <a:srgbClr val="3A3A3A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1" name="圖說"/>
            <p:cNvSpPr/>
            <p:nvPr/>
          </p:nvSpPr>
          <p:spPr>
            <a:xfrm>
              <a:off x="10961370" y="7075170"/>
              <a:ext cx="118872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投片</a:t>
              </a:r>
              <a:endParaRPr lang="en-US" sz="1150" dirty="0"/>
            </a:p>
          </p:txBody>
        </p:sp>
        <p:sp>
          <p:nvSpPr>
            <p:cNvPr id="262" name="圖示底圓"/>
            <p:cNvSpPr/>
            <p:nvPr/>
          </p:nvSpPr>
          <p:spPr>
            <a:xfrm>
              <a:off x="12677585" y="6526530"/>
              <a:ext cx="502920" cy="502920"/>
            </a:xfrm>
            <a:prstGeom prst="ellipse">
              <a:avLst/>
            </a:prstGeom>
            <a:solidFill>
              <a:srgbClr val="E3E3E3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3" name="圖示 檢測"/>
            <p:cNvSpPr/>
            <p:nvPr/>
          </p:nvSpPr>
          <p:spPr>
            <a:xfrm>
              <a:off x="12677585" y="6526530"/>
              <a:ext cx="502920" cy="502920"/>
            </a:xfrm>
            <a:custGeom>
              <a:avLst/>
              <a:gdLst/>
              <a:ahLst/>
              <a:cxnLst/>
              <a:rect l="l" t="t" r="r" b="b"/>
              <a:pathLst>
                <a:path w="502920" h="502920">
                  <a:moveTo>
                    <a:pt x="263473" y="263416"/>
                  </a:moveTo>
                  <a:cubicBezTo>
                    <a:pt x="269622" y="257266"/>
                    <a:pt x="272697" y="249757"/>
                    <a:pt x="272697" y="240899"/>
                  </a:cubicBezTo>
                  <a:cubicBezTo>
                    <a:pt x="272697" y="232052"/>
                    <a:pt x="269622" y="224554"/>
                    <a:pt x="263473" y="218427"/>
                  </a:cubicBezTo>
                  <a:cubicBezTo>
                    <a:pt x="257346" y="212301"/>
                    <a:pt x="249848" y="209238"/>
                    <a:pt x="240967" y="209238"/>
                  </a:cubicBezTo>
                  <a:cubicBezTo>
                    <a:pt x="232086" y="209238"/>
                    <a:pt x="224577" y="212278"/>
                    <a:pt x="218427" y="218359"/>
                  </a:cubicBezTo>
                  <a:cubicBezTo>
                    <a:pt x="212301" y="224451"/>
                    <a:pt x="209238" y="231926"/>
                    <a:pt x="209238" y="240807"/>
                  </a:cubicBezTo>
                  <a:cubicBezTo>
                    <a:pt x="209238" y="249665"/>
                    <a:pt x="212301" y="257186"/>
                    <a:pt x="218427" y="263381"/>
                  </a:cubicBezTo>
                  <a:cubicBezTo>
                    <a:pt x="224554" y="269577"/>
                    <a:pt x="232063" y="272674"/>
                    <a:pt x="240933" y="272674"/>
                  </a:cubicBezTo>
                  <a:cubicBezTo>
                    <a:pt x="249837" y="272674"/>
                    <a:pt x="257358" y="269599"/>
                    <a:pt x="263507" y="263450"/>
                  </a:cubicBezTo>
                  <a:close/>
                  <a:moveTo>
                    <a:pt x="241127" y="293682"/>
                  </a:moveTo>
                  <a:cubicBezTo>
                    <a:pt x="226451" y="293682"/>
                    <a:pt x="213970" y="288516"/>
                    <a:pt x="203683" y="278195"/>
                  </a:cubicBezTo>
                  <a:cubicBezTo>
                    <a:pt x="193396" y="267862"/>
                    <a:pt x="188252" y="255415"/>
                    <a:pt x="188252" y="240842"/>
                  </a:cubicBezTo>
                  <a:cubicBezTo>
                    <a:pt x="188252" y="226371"/>
                    <a:pt x="193407" y="213992"/>
                    <a:pt x="203717" y="203683"/>
                  </a:cubicBezTo>
                  <a:cubicBezTo>
                    <a:pt x="214027" y="193373"/>
                    <a:pt x="226440" y="188218"/>
                    <a:pt x="240967" y="188218"/>
                  </a:cubicBezTo>
                  <a:cubicBezTo>
                    <a:pt x="255495" y="188218"/>
                    <a:pt x="267919" y="193373"/>
                    <a:pt x="278229" y="203683"/>
                  </a:cubicBezTo>
                  <a:cubicBezTo>
                    <a:pt x="288527" y="213970"/>
                    <a:pt x="293682" y="226405"/>
                    <a:pt x="293682" y="241002"/>
                  </a:cubicBezTo>
                  <a:cubicBezTo>
                    <a:pt x="293682" y="245654"/>
                    <a:pt x="292894" y="250420"/>
                    <a:pt x="291316" y="255289"/>
                  </a:cubicBezTo>
                  <a:cubicBezTo>
                    <a:pt x="289728" y="260170"/>
                    <a:pt x="287465" y="265005"/>
                    <a:pt x="284493" y="269817"/>
                  </a:cubicBezTo>
                  <a:lnTo>
                    <a:pt x="310930" y="296254"/>
                  </a:lnTo>
                  <a:cubicBezTo>
                    <a:pt x="313033" y="298346"/>
                    <a:pt x="314028" y="300803"/>
                    <a:pt x="313925" y="303627"/>
                  </a:cubicBezTo>
                  <a:cubicBezTo>
                    <a:pt x="313811" y="306438"/>
                    <a:pt x="312725" y="308907"/>
                    <a:pt x="310667" y="311033"/>
                  </a:cubicBezTo>
                  <a:cubicBezTo>
                    <a:pt x="308553" y="313102"/>
                    <a:pt x="306084" y="314131"/>
                    <a:pt x="303261" y="314085"/>
                  </a:cubicBezTo>
                  <a:cubicBezTo>
                    <a:pt x="300426" y="314062"/>
                    <a:pt x="297957" y="312999"/>
                    <a:pt x="295866" y="310896"/>
                  </a:cubicBezTo>
                  <a:lnTo>
                    <a:pt x="269748" y="284881"/>
                  </a:lnTo>
                  <a:cubicBezTo>
                    <a:pt x="264936" y="287762"/>
                    <a:pt x="260124" y="289945"/>
                    <a:pt x="255289" y="291442"/>
                  </a:cubicBezTo>
                  <a:cubicBezTo>
                    <a:pt x="250488" y="292939"/>
                    <a:pt x="245756" y="293682"/>
                    <a:pt x="241104" y="293682"/>
                  </a:cubicBezTo>
                  <a:close/>
                  <a:moveTo>
                    <a:pt x="154739" y="370343"/>
                  </a:moveTo>
                  <a:cubicBezTo>
                    <a:pt x="148761" y="370343"/>
                    <a:pt x="143572" y="368137"/>
                    <a:pt x="139172" y="363748"/>
                  </a:cubicBezTo>
                  <a:cubicBezTo>
                    <a:pt x="134783" y="359348"/>
                    <a:pt x="132588" y="354159"/>
                    <a:pt x="132588" y="348181"/>
                  </a:cubicBezTo>
                  <a:lnTo>
                    <a:pt x="132588" y="304084"/>
                  </a:lnTo>
                  <a:cubicBezTo>
                    <a:pt x="132588" y="300963"/>
                    <a:pt x="133651" y="298334"/>
                    <a:pt x="135800" y="296186"/>
                  </a:cubicBezTo>
                  <a:cubicBezTo>
                    <a:pt x="137937" y="294037"/>
                    <a:pt x="140578" y="292985"/>
                    <a:pt x="143721" y="292997"/>
                  </a:cubicBezTo>
                  <a:cubicBezTo>
                    <a:pt x="146864" y="292997"/>
                    <a:pt x="149482" y="294060"/>
                    <a:pt x="151585" y="296186"/>
                  </a:cubicBezTo>
                  <a:cubicBezTo>
                    <a:pt x="153688" y="298312"/>
                    <a:pt x="154739" y="300940"/>
                    <a:pt x="154739" y="304084"/>
                  </a:cubicBezTo>
                  <a:lnTo>
                    <a:pt x="154739" y="348181"/>
                  </a:lnTo>
                  <a:lnTo>
                    <a:pt x="198848" y="348181"/>
                  </a:lnTo>
                  <a:cubicBezTo>
                    <a:pt x="201957" y="348181"/>
                    <a:pt x="204586" y="349255"/>
                    <a:pt x="206734" y="351404"/>
                  </a:cubicBezTo>
                  <a:cubicBezTo>
                    <a:pt x="208883" y="353541"/>
                    <a:pt x="209935" y="356182"/>
                    <a:pt x="209923" y="359325"/>
                  </a:cubicBezTo>
                  <a:cubicBezTo>
                    <a:pt x="209923" y="362468"/>
                    <a:pt x="208860" y="365086"/>
                    <a:pt x="206734" y="367189"/>
                  </a:cubicBezTo>
                  <a:cubicBezTo>
                    <a:pt x="204608" y="369292"/>
                    <a:pt x="201980" y="370343"/>
                    <a:pt x="198848" y="370343"/>
                  </a:cubicBezTo>
                  <a:lnTo>
                    <a:pt x="154739" y="370343"/>
                  </a:lnTo>
                  <a:close/>
                  <a:moveTo>
                    <a:pt x="348215" y="370343"/>
                  </a:moveTo>
                  <a:lnTo>
                    <a:pt x="304107" y="370343"/>
                  </a:lnTo>
                  <a:cubicBezTo>
                    <a:pt x="300998" y="370343"/>
                    <a:pt x="298357" y="369269"/>
                    <a:pt x="296220" y="367120"/>
                  </a:cubicBezTo>
                  <a:cubicBezTo>
                    <a:pt x="294071" y="364983"/>
                    <a:pt x="293008" y="362342"/>
                    <a:pt x="293031" y="359199"/>
                  </a:cubicBezTo>
                  <a:cubicBezTo>
                    <a:pt x="293031" y="356056"/>
                    <a:pt x="294094" y="353438"/>
                    <a:pt x="296220" y="351335"/>
                  </a:cubicBezTo>
                  <a:cubicBezTo>
                    <a:pt x="298334" y="349232"/>
                    <a:pt x="300975" y="348181"/>
                    <a:pt x="304107" y="348181"/>
                  </a:cubicBezTo>
                  <a:lnTo>
                    <a:pt x="348215" y="348181"/>
                  </a:lnTo>
                  <a:lnTo>
                    <a:pt x="348215" y="304084"/>
                  </a:lnTo>
                  <a:cubicBezTo>
                    <a:pt x="348215" y="300963"/>
                    <a:pt x="349289" y="298334"/>
                    <a:pt x="351438" y="296186"/>
                  </a:cubicBezTo>
                  <a:cubicBezTo>
                    <a:pt x="353576" y="294037"/>
                    <a:pt x="356216" y="292985"/>
                    <a:pt x="359359" y="292997"/>
                  </a:cubicBezTo>
                  <a:cubicBezTo>
                    <a:pt x="362502" y="292997"/>
                    <a:pt x="365131" y="294060"/>
                    <a:pt x="367257" y="296186"/>
                  </a:cubicBezTo>
                  <a:cubicBezTo>
                    <a:pt x="369372" y="298312"/>
                    <a:pt x="370435" y="300940"/>
                    <a:pt x="370435" y="304084"/>
                  </a:cubicBezTo>
                  <a:lnTo>
                    <a:pt x="370435" y="348181"/>
                  </a:lnTo>
                  <a:cubicBezTo>
                    <a:pt x="370435" y="354159"/>
                    <a:pt x="368240" y="359348"/>
                    <a:pt x="363840" y="363748"/>
                  </a:cubicBezTo>
                  <a:cubicBezTo>
                    <a:pt x="359451" y="368137"/>
                    <a:pt x="354250" y="370343"/>
                    <a:pt x="348249" y="370343"/>
                  </a:cubicBezTo>
                  <a:close/>
                  <a:moveTo>
                    <a:pt x="132588" y="198813"/>
                  </a:moveTo>
                  <a:lnTo>
                    <a:pt x="132588" y="154705"/>
                  </a:lnTo>
                  <a:cubicBezTo>
                    <a:pt x="132588" y="148704"/>
                    <a:pt x="134783" y="143504"/>
                    <a:pt x="139172" y="139115"/>
                  </a:cubicBezTo>
                  <a:cubicBezTo>
                    <a:pt x="143572" y="134714"/>
                    <a:pt x="148761" y="132519"/>
                    <a:pt x="154739" y="132519"/>
                  </a:cubicBezTo>
                  <a:lnTo>
                    <a:pt x="198848" y="132519"/>
                  </a:lnTo>
                  <a:cubicBezTo>
                    <a:pt x="201957" y="132519"/>
                    <a:pt x="204586" y="133605"/>
                    <a:pt x="206734" y="135766"/>
                  </a:cubicBezTo>
                  <a:cubicBezTo>
                    <a:pt x="208860" y="137926"/>
                    <a:pt x="209923" y="140578"/>
                    <a:pt x="209923" y="143721"/>
                  </a:cubicBezTo>
                  <a:cubicBezTo>
                    <a:pt x="209923" y="146864"/>
                    <a:pt x="208860" y="149482"/>
                    <a:pt x="206734" y="151585"/>
                  </a:cubicBezTo>
                  <a:cubicBezTo>
                    <a:pt x="204608" y="153688"/>
                    <a:pt x="201980" y="154739"/>
                    <a:pt x="198848" y="154739"/>
                  </a:cubicBezTo>
                  <a:lnTo>
                    <a:pt x="154739" y="154739"/>
                  </a:lnTo>
                  <a:lnTo>
                    <a:pt x="154739" y="198848"/>
                  </a:lnTo>
                  <a:cubicBezTo>
                    <a:pt x="154739" y="201957"/>
                    <a:pt x="153665" y="204586"/>
                    <a:pt x="151516" y="206734"/>
                  </a:cubicBezTo>
                  <a:cubicBezTo>
                    <a:pt x="149379" y="208883"/>
                    <a:pt x="146738" y="209923"/>
                    <a:pt x="143595" y="209889"/>
                  </a:cubicBezTo>
                  <a:cubicBezTo>
                    <a:pt x="140452" y="209889"/>
                    <a:pt x="137834" y="208826"/>
                    <a:pt x="135731" y="206700"/>
                  </a:cubicBezTo>
                  <a:cubicBezTo>
                    <a:pt x="133628" y="204586"/>
                    <a:pt x="132588" y="201945"/>
                    <a:pt x="132588" y="198813"/>
                  </a:cubicBezTo>
                  <a:close/>
                  <a:moveTo>
                    <a:pt x="348181" y="198813"/>
                  </a:moveTo>
                  <a:lnTo>
                    <a:pt x="348181" y="154705"/>
                  </a:lnTo>
                  <a:lnTo>
                    <a:pt x="304107" y="154705"/>
                  </a:lnTo>
                  <a:cubicBezTo>
                    <a:pt x="300998" y="154705"/>
                    <a:pt x="298357" y="153631"/>
                    <a:pt x="296220" y="151482"/>
                  </a:cubicBezTo>
                  <a:cubicBezTo>
                    <a:pt x="294071" y="149344"/>
                    <a:pt x="293008" y="146715"/>
                    <a:pt x="293031" y="143595"/>
                  </a:cubicBezTo>
                  <a:cubicBezTo>
                    <a:pt x="293031" y="140452"/>
                    <a:pt x="294094" y="137823"/>
                    <a:pt x="296220" y="135697"/>
                  </a:cubicBezTo>
                  <a:cubicBezTo>
                    <a:pt x="298334" y="133582"/>
                    <a:pt x="300975" y="132519"/>
                    <a:pt x="304107" y="132519"/>
                  </a:cubicBezTo>
                  <a:lnTo>
                    <a:pt x="348215" y="132519"/>
                  </a:lnTo>
                  <a:cubicBezTo>
                    <a:pt x="354216" y="132519"/>
                    <a:pt x="359416" y="134714"/>
                    <a:pt x="363805" y="139115"/>
                  </a:cubicBezTo>
                  <a:cubicBezTo>
                    <a:pt x="368206" y="143504"/>
                    <a:pt x="370401" y="148704"/>
                    <a:pt x="370401" y="154705"/>
                  </a:cubicBezTo>
                  <a:lnTo>
                    <a:pt x="370401" y="198813"/>
                  </a:lnTo>
                  <a:cubicBezTo>
                    <a:pt x="370401" y="201922"/>
                    <a:pt x="369315" y="204563"/>
                    <a:pt x="367154" y="206700"/>
                  </a:cubicBezTo>
                  <a:cubicBezTo>
                    <a:pt x="364994" y="208826"/>
                    <a:pt x="362342" y="209889"/>
                    <a:pt x="359199" y="209889"/>
                  </a:cubicBezTo>
                  <a:cubicBezTo>
                    <a:pt x="356056" y="209889"/>
                    <a:pt x="353438" y="208826"/>
                    <a:pt x="351335" y="206700"/>
                  </a:cubicBezTo>
                  <a:cubicBezTo>
                    <a:pt x="349232" y="204586"/>
                    <a:pt x="348181" y="201945"/>
                    <a:pt x="348181" y="198813"/>
                  </a:cubicBezTo>
                  <a:close/>
                </a:path>
              </a:pathLst>
            </a:custGeom>
            <a:solidFill>
              <a:srgbClr val="3A3A3A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4" name="圖說"/>
            <p:cNvSpPr/>
            <p:nvPr/>
          </p:nvSpPr>
          <p:spPr>
            <a:xfrm>
              <a:off x="12334685" y="7075170"/>
              <a:ext cx="118872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檢測</a:t>
              </a:r>
              <a:endParaRPr lang="en-US" sz="1150" dirty="0"/>
            </a:p>
          </p:txBody>
        </p:sp>
        <p:sp>
          <p:nvSpPr>
            <p:cNvPr id="265" name="圖示底圓"/>
            <p:cNvSpPr/>
            <p:nvPr/>
          </p:nvSpPr>
          <p:spPr>
            <a:xfrm>
              <a:off x="14050899" y="6526530"/>
              <a:ext cx="502920" cy="502920"/>
            </a:xfrm>
            <a:prstGeom prst="ellipse">
              <a:avLst/>
            </a:prstGeom>
            <a:solidFill>
              <a:srgbClr val="3A3A3A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6" name="圖示 維修"/>
            <p:cNvSpPr/>
            <p:nvPr/>
          </p:nvSpPr>
          <p:spPr>
            <a:xfrm>
              <a:off x="14050899" y="6526530"/>
              <a:ext cx="502920" cy="502920"/>
            </a:xfrm>
            <a:custGeom>
              <a:avLst/>
              <a:gdLst/>
              <a:ahLst/>
              <a:cxnLst/>
              <a:rect l="l" t="t" r="r" b="b"/>
              <a:pathLst>
                <a:path w="502920" h="502920">
                  <a:moveTo>
                    <a:pt x="209695" y="288516"/>
                  </a:moveTo>
                  <a:cubicBezTo>
                    <a:pt x="188149" y="288516"/>
                    <a:pt x="169850" y="281007"/>
                    <a:pt x="154796" y="265976"/>
                  </a:cubicBezTo>
                  <a:cubicBezTo>
                    <a:pt x="139755" y="250946"/>
                    <a:pt x="132222" y="232749"/>
                    <a:pt x="132222" y="211375"/>
                  </a:cubicBezTo>
                  <a:cubicBezTo>
                    <a:pt x="132222" y="207043"/>
                    <a:pt x="132577" y="202985"/>
                    <a:pt x="133262" y="199202"/>
                  </a:cubicBezTo>
                  <a:cubicBezTo>
                    <a:pt x="133960" y="195407"/>
                    <a:pt x="135125" y="191407"/>
                    <a:pt x="136771" y="187178"/>
                  </a:cubicBezTo>
                  <a:cubicBezTo>
                    <a:pt x="137469" y="185406"/>
                    <a:pt x="138520" y="184012"/>
                    <a:pt x="139926" y="182994"/>
                  </a:cubicBezTo>
                  <a:cubicBezTo>
                    <a:pt x="141332" y="182000"/>
                    <a:pt x="142841" y="181280"/>
                    <a:pt x="144441" y="180845"/>
                  </a:cubicBezTo>
                  <a:cubicBezTo>
                    <a:pt x="146041" y="180411"/>
                    <a:pt x="147687" y="180423"/>
                    <a:pt x="149379" y="180880"/>
                  </a:cubicBezTo>
                  <a:cubicBezTo>
                    <a:pt x="151059" y="181337"/>
                    <a:pt x="152613" y="182263"/>
                    <a:pt x="154019" y="183669"/>
                  </a:cubicBezTo>
                  <a:lnTo>
                    <a:pt x="190229" y="219925"/>
                  </a:lnTo>
                  <a:lnTo>
                    <a:pt x="220119" y="191990"/>
                  </a:lnTo>
                  <a:lnTo>
                    <a:pt x="182274" y="154145"/>
                  </a:lnTo>
                  <a:cubicBezTo>
                    <a:pt x="180823" y="152762"/>
                    <a:pt x="179885" y="151253"/>
                    <a:pt x="179451" y="149607"/>
                  </a:cubicBezTo>
                  <a:cubicBezTo>
                    <a:pt x="179017" y="147961"/>
                    <a:pt x="179017" y="146327"/>
                    <a:pt x="179451" y="144692"/>
                  </a:cubicBezTo>
                  <a:cubicBezTo>
                    <a:pt x="179885" y="143069"/>
                    <a:pt x="180583" y="141618"/>
                    <a:pt x="181566" y="140349"/>
                  </a:cubicBezTo>
                  <a:cubicBezTo>
                    <a:pt x="182537" y="139069"/>
                    <a:pt x="183932" y="138029"/>
                    <a:pt x="185749" y="137229"/>
                  </a:cubicBezTo>
                  <a:cubicBezTo>
                    <a:pt x="189909" y="135606"/>
                    <a:pt x="193864" y="134371"/>
                    <a:pt x="197613" y="133525"/>
                  </a:cubicBezTo>
                  <a:cubicBezTo>
                    <a:pt x="201328" y="132679"/>
                    <a:pt x="205351" y="132257"/>
                    <a:pt x="209660" y="132257"/>
                  </a:cubicBezTo>
                  <a:cubicBezTo>
                    <a:pt x="231618" y="132257"/>
                    <a:pt x="250283" y="139949"/>
                    <a:pt x="265656" y="155322"/>
                  </a:cubicBezTo>
                  <a:cubicBezTo>
                    <a:pt x="281029" y="170696"/>
                    <a:pt x="288710" y="189372"/>
                    <a:pt x="288710" y="211352"/>
                  </a:cubicBezTo>
                  <a:cubicBezTo>
                    <a:pt x="288710" y="216461"/>
                    <a:pt x="288219" y="221456"/>
                    <a:pt x="287224" y="226348"/>
                  </a:cubicBezTo>
                  <a:cubicBezTo>
                    <a:pt x="286230" y="231252"/>
                    <a:pt x="284881" y="236178"/>
                    <a:pt x="283190" y="241162"/>
                  </a:cubicBezTo>
                  <a:lnTo>
                    <a:pt x="355953" y="313891"/>
                  </a:lnTo>
                  <a:cubicBezTo>
                    <a:pt x="362160" y="319926"/>
                    <a:pt x="365211" y="327252"/>
                    <a:pt x="365074" y="335848"/>
                  </a:cubicBezTo>
                  <a:cubicBezTo>
                    <a:pt x="364948" y="344443"/>
                    <a:pt x="361702" y="351701"/>
                    <a:pt x="355336" y="357633"/>
                  </a:cubicBezTo>
                  <a:cubicBezTo>
                    <a:pt x="349358" y="363200"/>
                    <a:pt x="342271" y="365931"/>
                    <a:pt x="334087" y="365829"/>
                  </a:cubicBezTo>
                  <a:cubicBezTo>
                    <a:pt x="325904" y="365714"/>
                    <a:pt x="318840" y="362697"/>
                    <a:pt x="312885" y="356765"/>
                  </a:cubicBezTo>
                  <a:lnTo>
                    <a:pt x="239413" y="282961"/>
                  </a:lnTo>
                  <a:cubicBezTo>
                    <a:pt x="234532" y="284653"/>
                    <a:pt x="229686" y="286001"/>
                    <a:pt x="224862" y="286996"/>
                  </a:cubicBezTo>
                  <a:cubicBezTo>
                    <a:pt x="220050" y="288013"/>
                    <a:pt x="214987" y="288516"/>
                    <a:pt x="209660" y="288516"/>
                  </a:cubicBezTo>
                  <a:close/>
                  <a:moveTo>
                    <a:pt x="209695" y="267245"/>
                  </a:moveTo>
                  <a:cubicBezTo>
                    <a:pt x="215101" y="267245"/>
                    <a:pt x="220839" y="266376"/>
                    <a:pt x="226908" y="264650"/>
                  </a:cubicBezTo>
                  <a:cubicBezTo>
                    <a:pt x="232966" y="262913"/>
                    <a:pt x="238270" y="260318"/>
                    <a:pt x="242819" y="256855"/>
                  </a:cubicBezTo>
                  <a:lnTo>
                    <a:pt x="328075" y="342111"/>
                  </a:lnTo>
                  <a:cubicBezTo>
                    <a:pt x="329813" y="343883"/>
                    <a:pt x="331973" y="344775"/>
                    <a:pt x="334579" y="344775"/>
                  </a:cubicBezTo>
                  <a:cubicBezTo>
                    <a:pt x="337174" y="344775"/>
                    <a:pt x="339345" y="343894"/>
                    <a:pt x="341071" y="342146"/>
                  </a:cubicBezTo>
                  <a:cubicBezTo>
                    <a:pt x="342809" y="340385"/>
                    <a:pt x="343666" y="338225"/>
                    <a:pt x="343666" y="335653"/>
                  </a:cubicBezTo>
                  <a:cubicBezTo>
                    <a:pt x="343666" y="333070"/>
                    <a:pt x="342809" y="330898"/>
                    <a:pt x="341071" y="329115"/>
                  </a:cubicBezTo>
                  <a:lnTo>
                    <a:pt x="257106" y="245162"/>
                  </a:lnTo>
                  <a:cubicBezTo>
                    <a:pt x="260581" y="240613"/>
                    <a:pt x="263176" y="235252"/>
                    <a:pt x="264902" y="229080"/>
                  </a:cubicBezTo>
                  <a:cubicBezTo>
                    <a:pt x="266639" y="222908"/>
                    <a:pt x="267508" y="217010"/>
                    <a:pt x="267508" y="211375"/>
                  </a:cubicBezTo>
                  <a:cubicBezTo>
                    <a:pt x="267508" y="195144"/>
                    <a:pt x="261496" y="181394"/>
                    <a:pt x="249483" y="170124"/>
                  </a:cubicBezTo>
                  <a:cubicBezTo>
                    <a:pt x="237458" y="158866"/>
                    <a:pt x="223765" y="153128"/>
                    <a:pt x="208392" y="152911"/>
                  </a:cubicBezTo>
                  <a:lnTo>
                    <a:pt x="240510" y="185692"/>
                  </a:lnTo>
                  <a:cubicBezTo>
                    <a:pt x="242727" y="187943"/>
                    <a:pt x="243768" y="190618"/>
                    <a:pt x="243665" y="193716"/>
                  </a:cubicBezTo>
                  <a:cubicBezTo>
                    <a:pt x="243562" y="196802"/>
                    <a:pt x="242396" y="199454"/>
                    <a:pt x="240190" y="201671"/>
                  </a:cubicBezTo>
                  <a:lnTo>
                    <a:pt x="199008" y="240259"/>
                  </a:lnTo>
                  <a:cubicBezTo>
                    <a:pt x="196665" y="242293"/>
                    <a:pt x="193967" y="243310"/>
                    <a:pt x="190915" y="243310"/>
                  </a:cubicBezTo>
                  <a:cubicBezTo>
                    <a:pt x="187863" y="243310"/>
                    <a:pt x="185337" y="242293"/>
                    <a:pt x="183349" y="240259"/>
                  </a:cubicBezTo>
                  <a:lnTo>
                    <a:pt x="152522" y="209752"/>
                  </a:lnTo>
                  <a:cubicBezTo>
                    <a:pt x="153173" y="226428"/>
                    <a:pt x="159094" y="240179"/>
                    <a:pt x="170296" y="251003"/>
                  </a:cubicBezTo>
                  <a:cubicBezTo>
                    <a:pt x="181486" y="261827"/>
                    <a:pt x="194619" y="267245"/>
                    <a:pt x="209695" y="267245"/>
                  </a:cubicBezTo>
                  <a:close/>
                  <a:moveTo>
                    <a:pt x="248534" y="249311"/>
                  </a:move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7" name="圖說"/>
            <p:cNvSpPr/>
            <p:nvPr/>
          </p:nvSpPr>
          <p:spPr>
            <a:xfrm>
              <a:off x="13707999" y="7075170"/>
              <a:ext cx="118872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</a:t>
              </a:r>
              <a:endParaRPr lang="en-US" sz="1150" dirty="0"/>
            </a:p>
          </p:txBody>
        </p:sp>
        <p:cxnSp>
          <p:nvCxnSpPr>
            <p:cNvPr id="268" name="連接線"/>
            <p:cNvCxnSpPr>
              <a:stCxn id="259" idx="6"/>
              <a:endCxn id="262" idx="2"/>
            </p:cNvCxnSpPr>
            <p:nvPr/>
          </p:nvCxnSpPr>
          <p:spPr>
            <a:xfrm>
              <a:off x="11807190" y="6777990"/>
              <a:ext cx="870395" cy="0"/>
            </a:xfrm>
            <a:prstGeom prst="straightConnector1">
              <a:avLst/>
            </a:prstGeom>
            <a:ln w="3175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269" name="連接線"/>
            <p:cNvCxnSpPr>
              <a:stCxn id="262" idx="6"/>
              <a:endCxn id="265" idx="2"/>
            </p:cNvCxnSpPr>
            <p:nvPr/>
          </p:nvCxnSpPr>
          <p:spPr>
            <a:xfrm>
              <a:off x="13180505" y="6777990"/>
              <a:ext cx="870395" cy="0"/>
            </a:xfrm>
            <a:prstGeom prst="straightConnector1">
              <a:avLst/>
            </a:prstGeom>
            <a:ln w="31750">
              <a:solidFill>
                <a:srgbClr val="3A3A3A"/>
              </a:solidFill>
              <a:prstDash val="solid"/>
              <a:tailEnd type="triangle"/>
            </a:ln>
          </p:spPr>
        </p:cxnSp>
      </p:grpSp>
      <p:sp>
        <p:nvSpPr>
          <p:cNvPr id="270" name="Text 268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271" name="Text 269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 / 14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685800" y="45720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風格規範</a:t>
            </a:r>
            <a:endParaRPr lang="en-US" sz="4750" dirty="0"/>
          </a:p>
        </p:txBody>
      </p:sp>
      <p:sp>
        <p:nvSpPr>
          <p:cNvPr id="3" name="Text 1"/>
          <p:cNvSpPr/>
          <p:nvPr/>
        </p:nvSpPr>
        <p:spPr>
          <a:xfrm>
            <a:off x="3190240" y="1066800"/>
            <a:ext cx="182880" cy="18288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85800" y="1280160"/>
            <a:ext cx="125730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色彩、字級與元件語言一覽：炭灰實心表頭卡、2pt 粗線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685800" y="1828800"/>
            <a:ext cx="571500" cy="68580"/>
          </a:xfrm>
          <a:prstGeom prst="rect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85800" y="2348865"/>
            <a:ext cx="125730" cy="12573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37260" y="2228850"/>
            <a:ext cx="60350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 Palette</a:t>
            </a:r>
            <a:endParaRPr lang="en-US" sz="1650" dirty="0"/>
          </a:p>
        </p:txBody>
      </p:sp>
      <p:sp>
        <p:nvSpPr>
          <p:cNvPr id="8" name="線條"/>
          <p:cNvSpPr/>
          <p:nvPr/>
        </p:nvSpPr>
        <p:spPr>
          <a:xfrm>
            <a:off x="685800" y="2708910"/>
            <a:ext cx="628650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914650"/>
            <a:ext cx="617220" cy="617220"/>
          </a:xfrm>
          <a:prstGeom prst="roundRect">
            <a:avLst>
              <a:gd name="adj" fmla="val 9259"/>
            </a:avLst>
          </a:pr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59436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4864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#3A3A3A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1474470" y="2914650"/>
            <a:ext cx="617220" cy="617220"/>
          </a:xfrm>
          <a:prstGeom prst="roundRect">
            <a:avLst>
              <a:gd name="adj" fmla="val 9259"/>
            </a:avLst>
          </a:prstGeom>
          <a:solidFill>
            <a:srgbClr val="2B2B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138303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133731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#2B2B2B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2263140" y="2914650"/>
            <a:ext cx="617220" cy="617220"/>
          </a:xfrm>
          <a:prstGeom prst="roundRect">
            <a:avLst>
              <a:gd name="adj" fmla="val 9259"/>
            </a:avLst>
          </a:prstGeom>
          <a:solidFill>
            <a:srgbClr val="EDEDED"/>
          </a:solidFill>
          <a:ln w="11938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217170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212598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#EDEDED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3051810" y="2914650"/>
            <a:ext cx="617220" cy="617220"/>
          </a:xfrm>
          <a:prstGeom prst="roundRect">
            <a:avLst>
              <a:gd name="adj" fmla="val 9259"/>
            </a:avLst>
          </a:prstGeom>
          <a:solidFill>
            <a:srgbClr val="F07F2D"/>
          </a:solidFill>
          <a:ln w="11938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296037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輔助色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291465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#F07F2D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3840480" y="2914650"/>
            <a:ext cx="617220" cy="617220"/>
          </a:xfrm>
          <a:prstGeom prst="roundRect">
            <a:avLst>
              <a:gd name="adj" fmla="val 9259"/>
            </a:avLst>
          </a:pr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374904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文字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370332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#3A3A3A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629150" y="2914650"/>
            <a:ext cx="617220" cy="617220"/>
          </a:xfrm>
          <a:prstGeom prst="roundRect">
            <a:avLst>
              <a:gd name="adj" fmla="val 9259"/>
            </a:avLst>
          </a:prstGeom>
          <a:solidFill>
            <a:srgbClr val="8C8C8C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453771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449199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#8C8C8C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417820" y="2914650"/>
            <a:ext cx="617220" cy="617220"/>
          </a:xfrm>
          <a:prstGeom prst="roundRect">
            <a:avLst>
              <a:gd name="adj" fmla="val 9259"/>
            </a:avLst>
          </a:prstGeom>
          <a:solidFill>
            <a:srgbClr val="BFBFB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532638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框線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528066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#BFBFBF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6206490" y="2914650"/>
            <a:ext cx="617220" cy="617220"/>
          </a:xfrm>
          <a:prstGeom prst="roundRect">
            <a:avLst>
              <a:gd name="adj" fmla="val 9259"/>
            </a:avLst>
          </a:prstGeom>
          <a:solidFill>
            <a:srgbClr val="F2F2F2"/>
          </a:solidFill>
          <a:ln w="11938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611505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底色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606933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#F2F2F2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685800" y="4554855"/>
            <a:ext cx="125730" cy="12573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937260" y="4434840"/>
            <a:ext cx="60350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字級 Typography</a:t>
            </a:r>
            <a:endParaRPr lang="en-US" sz="1650" dirty="0"/>
          </a:p>
        </p:txBody>
      </p:sp>
      <p:sp>
        <p:nvSpPr>
          <p:cNvPr id="35" name="線條"/>
          <p:cNvSpPr/>
          <p:nvPr/>
        </p:nvSpPr>
        <p:spPr>
          <a:xfrm>
            <a:off x="685800" y="4914900"/>
            <a:ext cx="628650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" y="4914900"/>
            <a:ext cx="6286500" cy="7543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大標題文字</a:t>
            </a: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38pt</a:t>
            </a:r>
            <a:endParaRPr lang="en-US" sz="1750" dirty="0"/>
          </a:p>
        </p:txBody>
      </p:sp>
      <p:sp>
        <p:nvSpPr>
          <p:cNvPr id="37" name="Text 35"/>
          <p:cNvSpPr/>
          <p:nvPr/>
        </p:nvSpPr>
        <p:spPr>
          <a:xfrm>
            <a:off x="685800" y="5737860"/>
            <a:ext cx="62865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595959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副標題・細字主色</a:t>
            </a: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750" dirty="0"/>
          </a:p>
        </p:txBody>
      </p:sp>
      <p:sp>
        <p:nvSpPr>
          <p:cNvPr id="38" name="Text 36"/>
          <p:cNvSpPr/>
          <p:nvPr/>
        </p:nvSpPr>
        <p:spPr>
          <a:xfrm>
            <a:off x="685800" y="6240780"/>
            <a:ext cx="62865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標籤與卡片標題</a:t>
            </a: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750" dirty="0"/>
          </a:p>
        </p:txBody>
      </p:sp>
      <p:sp>
        <p:nvSpPr>
          <p:cNvPr id="39" name="Text 37"/>
          <p:cNvSpPr/>
          <p:nvPr/>
        </p:nvSpPr>
        <p:spPr>
          <a:xfrm>
            <a:off x="685800" y="6720840"/>
            <a:ext cx="62865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內文說明文字，灰色、行距寬鬆</a:t>
            </a: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12pt</a:t>
            </a:r>
            <a:endParaRPr lang="en-US" sz="1750" dirty="0"/>
          </a:p>
        </p:txBody>
      </p:sp>
      <p:sp>
        <p:nvSpPr>
          <p:cNvPr id="40" name="Text 38"/>
          <p:cNvSpPr/>
          <p:nvPr/>
        </p:nvSpPr>
        <p:spPr>
          <a:xfrm>
            <a:off x="685800" y="7155180"/>
            <a:ext cx="62865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註解文字以灰色呈現，10.5pt，放在版面下緣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7715250" y="2348865"/>
            <a:ext cx="125730" cy="12573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7966710" y="2228850"/>
            <a:ext cx="6587109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元件語言 Shape Language</a:t>
            </a:r>
            <a:endParaRPr lang="en-US" sz="1650" dirty="0"/>
          </a:p>
        </p:txBody>
      </p:sp>
      <p:sp>
        <p:nvSpPr>
          <p:cNvPr id="43" name="線條"/>
          <p:cNvSpPr/>
          <p:nvPr/>
        </p:nvSpPr>
        <p:spPr>
          <a:xfrm>
            <a:off x="7715250" y="2708910"/>
            <a:ext cx="683856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715250" y="2914650"/>
            <a:ext cx="10287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1650" dirty="0"/>
          </a:p>
        </p:txBody>
      </p:sp>
      <p:sp>
        <p:nvSpPr>
          <p:cNvPr id="45" name="Text 43"/>
          <p:cNvSpPr/>
          <p:nvPr/>
        </p:nvSpPr>
        <p:spPr>
          <a:xfrm>
            <a:off x="12515850" y="2914650"/>
            <a:ext cx="203796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實心表頭色帶</a:t>
            </a:r>
            <a:endParaRPr lang="en-US" sz="1250" dirty="0"/>
          </a:p>
        </p:txBody>
      </p:sp>
      <p:sp>
        <p:nvSpPr>
          <p:cNvPr id="46" name="卡片"/>
          <p:cNvSpPr/>
          <p:nvPr/>
        </p:nvSpPr>
        <p:spPr>
          <a:xfrm>
            <a:off x="8858250" y="2960370"/>
            <a:ext cx="1657350" cy="594360"/>
          </a:xfrm>
          <a:prstGeom prst="roundRect">
            <a:avLst>
              <a:gd name="adj" fmla="val 9615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8858250" y="2960370"/>
            <a:ext cx="1657350" cy="205740"/>
          </a:xfrm>
          <a:custGeom>
            <a:avLst/>
            <a:gdLst/>
            <a:ahLst/>
            <a:cxnLst/>
            <a:rect l="l" t="t" r="r" b="b"/>
            <a:pathLst>
              <a:path w="1657350" h="205740">
                <a:moveTo>
                  <a:pt x="0" y="205740"/>
                </a:moveTo>
                <a:lnTo>
                  <a:pt x="0" y="57150"/>
                </a:lnTo>
                <a:arcTo hR="57150" wR="57150" stAng="10800000" swAng="5400000"/>
                <a:lnTo>
                  <a:pt x="1600200" y="0"/>
                </a:lnTo>
                <a:arcTo hR="57150" wR="57150" stAng="16200000" swAng="5400000"/>
                <a:lnTo>
                  <a:pt x="1657350" y="205740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卡片"/>
          <p:cNvSpPr/>
          <p:nvPr/>
        </p:nvSpPr>
        <p:spPr>
          <a:xfrm>
            <a:off x="10744200" y="2960370"/>
            <a:ext cx="1485900" cy="594360"/>
          </a:xfrm>
          <a:prstGeom prst="roundRect">
            <a:avLst>
              <a:gd name="adj" fmla="val 9615"/>
            </a:avLst>
          </a:prstGeom>
          <a:solidFill>
            <a:srgbClr val="F2F2F2"/>
          </a:solidFill>
          <a:ln>
            <a:noFill/>
          </a:ln>
          <a:effectLst>
            <a:outerShdw blurRad="111125" dist="3175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10744200" y="2960370"/>
            <a:ext cx="1485900" cy="205740"/>
          </a:xfrm>
          <a:custGeom>
            <a:avLst/>
            <a:gdLst/>
            <a:ahLst/>
            <a:cxnLst/>
            <a:rect l="l" t="t" r="r" b="b"/>
            <a:pathLst>
              <a:path w="1485900" h="205740">
                <a:moveTo>
                  <a:pt x="0" y="205740"/>
                </a:moveTo>
                <a:lnTo>
                  <a:pt x="0" y="57150"/>
                </a:lnTo>
                <a:arcTo hR="57150" wR="57150" stAng="10800000" swAng="5400000"/>
                <a:lnTo>
                  <a:pt x="1428750" y="0"/>
                </a:lnTo>
                <a:arcTo hR="57150" wR="57150" stAng="16200000" swAng="5400000"/>
                <a:lnTo>
                  <a:pt x="1485900" y="205740"/>
                </a:lnTo>
                <a:close/>
              </a:path>
            </a:pathLst>
          </a:cu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線條"/>
          <p:cNvSpPr/>
          <p:nvPr/>
        </p:nvSpPr>
        <p:spPr>
          <a:xfrm>
            <a:off x="7715250" y="3669030"/>
            <a:ext cx="6838569" cy="0"/>
          </a:xfrm>
          <a:prstGeom prst="line">
            <a:avLst/>
          </a:prstGeom>
          <a:noFill/>
          <a:ln w="8001">
            <a:solidFill>
              <a:srgbClr val="ECECEC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715250" y="3726180"/>
            <a:ext cx="10287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</a:t>
            </a:r>
            <a:endParaRPr lang="en-US" sz="1650" dirty="0"/>
          </a:p>
        </p:txBody>
      </p:sp>
      <p:sp>
        <p:nvSpPr>
          <p:cNvPr id="52" name="Text 50"/>
          <p:cNvSpPr/>
          <p:nvPr/>
        </p:nvSpPr>
        <p:spPr>
          <a:xfrm>
            <a:off x="12515850" y="3726180"/>
            <a:ext cx="203796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圓點方籤</a:t>
            </a:r>
            <a:endParaRPr lang="en-US" sz="1250" dirty="0"/>
          </a:p>
        </p:txBody>
      </p:sp>
      <p:sp>
        <p:nvSpPr>
          <p:cNvPr id="53" name="標籤"/>
          <p:cNvSpPr/>
          <p:nvPr/>
        </p:nvSpPr>
        <p:spPr>
          <a:xfrm>
            <a:off x="8858250" y="3886200"/>
            <a:ext cx="973988" cy="365760"/>
          </a:xfrm>
          <a:prstGeom prst="roundRect">
            <a:avLst>
              <a:gd name="adj" fmla="val 9375"/>
            </a:avLst>
          </a:prstGeom>
          <a:solidFill>
            <a:srgbClr val="3A3A3A"/>
          </a:solidFill>
          <a:ln>
            <a:noFill/>
          </a:ln>
        </p:spPr>
        <p:txBody>
          <a:bodyPr wrap="square" lIns="328930" tIns="0" rIns="92202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</a:t>
            </a:r>
            <a:endParaRPr lang="en-US" sz="1500" dirty="0"/>
          </a:p>
        </p:txBody>
      </p:sp>
      <p:sp>
        <p:nvSpPr>
          <p:cNvPr id="54" name="Text 52"/>
          <p:cNvSpPr/>
          <p:nvPr/>
        </p:nvSpPr>
        <p:spPr>
          <a:xfrm>
            <a:off x="9011869" y="4021455"/>
            <a:ext cx="95250" cy="9525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標籤"/>
          <p:cNvSpPr/>
          <p:nvPr/>
        </p:nvSpPr>
        <p:spPr>
          <a:xfrm>
            <a:off x="9969398" y="3886200"/>
            <a:ext cx="973988" cy="365760"/>
          </a:xfrm>
          <a:prstGeom prst="roundRect">
            <a:avLst>
              <a:gd name="adj" fmla="val 9375"/>
            </a:avLst>
          </a:prstGeom>
          <a:solidFill>
            <a:srgbClr val="F07F2D"/>
          </a:solidFill>
          <a:ln>
            <a:noFill/>
          </a:ln>
        </p:spPr>
        <p:txBody>
          <a:bodyPr wrap="square" lIns="328930" tIns="0" rIns="92202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</a:t>
            </a:r>
            <a:endParaRPr lang="en-US" sz="1500" dirty="0"/>
          </a:p>
        </p:txBody>
      </p:sp>
      <p:sp>
        <p:nvSpPr>
          <p:cNvPr id="56" name="Text 54"/>
          <p:cNvSpPr/>
          <p:nvPr/>
        </p:nvSpPr>
        <p:spPr>
          <a:xfrm>
            <a:off x="10123018" y="4021455"/>
            <a:ext cx="95250" cy="952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標籤"/>
          <p:cNvSpPr/>
          <p:nvPr/>
        </p:nvSpPr>
        <p:spPr>
          <a:xfrm>
            <a:off x="11080547" y="3886200"/>
            <a:ext cx="973988" cy="365760"/>
          </a:xfrm>
          <a:prstGeom prst="roundRect">
            <a:avLst>
              <a:gd name="adj" fmla="val 9375"/>
            </a:avLst>
          </a:prstGeom>
          <a:solidFill>
            <a:srgbClr val="F2F2F2"/>
          </a:solidFill>
          <a:ln>
            <a:noFill/>
          </a:ln>
        </p:spPr>
        <p:txBody>
          <a:bodyPr wrap="square" lIns="328930" tIns="0" rIns="92202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</a:t>
            </a:r>
            <a:endParaRPr lang="en-US" sz="1500" dirty="0"/>
          </a:p>
        </p:txBody>
      </p:sp>
      <p:sp>
        <p:nvSpPr>
          <p:cNvPr id="58" name="Text 56"/>
          <p:cNvSpPr/>
          <p:nvPr/>
        </p:nvSpPr>
        <p:spPr>
          <a:xfrm>
            <a:off x="11234166" y="4021455"/>
            <a:ext cx="95250" cy="9525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線條"/>
          <p:cNvSpPr/>
          <p:nvPr/>
        </p:nvSpPr>
        <p:spPr>
          <a:xfrm>
            <a:off x="7715250" y="4480560"/>
            <a:ext cx="6838569" cy="0"/>
          </a:xfrm>
          <a:prstGeom prst="line">
            <a:avLst/>
          </a:prstGeom>
          <a:noFill/>
          <a:ln w="8001">
            <a:solidFill>
              <a:srgbClr val="ECECEC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715250" y="4537710"/>
            <a:ext cx="10287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</a:t>
            </a:r>
            <a:endParaRPr lang="en-US" sz="1650" dirty="0"/>
          </a:p>
        </p:txBody>
      </p:sp>
      <p:sp>
        <p:nvSpPr>
          <p:cNvPr id="61" name="Text 59"/>
          <p:cNvSpPr/>
          <p:nvPr/>
        </p:nvSpPr>
        <p:spPr>
          <a:xfrm>
            <a:off x="12515850" y="4537710"/>
            <a:ext cx="203796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實心圓＋橘點</a:t>
            </a:r>
            <a:endParaRPr lang="en-US" sz="1250" dirty="0"/>
          </a:p>
        </p:txBody>
      </p:sp>
      <p:sp>
        <p:nvSpPr>
          <p:cNvPr id="62" name="編號"/>
          <p:cNvSpPr/>
          <p:nvPr/>
        </p:nvSpPr>
        <p:spPr>
          <a:xfrm>
            <a:off x="8903970" y="4652010"/>
            <a:ext cx="457200" cy="457200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500" dirty="0"/>
          </a:p>
        </p:txBody>
      </p:sp>
      <p:sp>
        <p:nvSpPr>
          <p:cNvPr id="63" name="Text 61"/>
          <p:cNvSpPr/>
          <p:nvPr/>
        </p:nvSpPr>
        <p:spPr>
          <a:xfrm>
            <a:off x="9228582" y="4647438"/>
            <a:ext cx="137160" cy="137160"/>
          </a:xfrm>
          <a:prstGeom prst="ellipse">
            <a:avLst/>
          </a:prstGeom>
          <a:solidFill>
            <a:srgbClr val="F07F2D"/>
          </a:solidFill>
          <a:ln w="15875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4" name="編號"/>
          <p:cNvSpPr/>
          <p:nvPr/>
        </p:nvSpPr>
        <p:spPr>
          <a:xfrm>
            <a:off x="9612630" y="4652010"/>
            <a:ext cx="457200" cy="457200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500" dirty="0"/>
          </a:p>
        </p:txBody>
      </p:sp>
      <p:sp>
        <p:nvSpPr>
          <p:cNvPr id="65" name="Text 63"/>
          <p:cNvSpPr/>
          <p:nvPr/>
        </p:nvSpPr>
        <p:spPr>
          <a:xfrm>
            <a:off x="9937242" y="4647438"/>
            <a:ext cx="137160" cy="137160"/>
          </a:xfrm>
          <a:prstGeom prst="ellipse">
            <a:avLst/>
          </a:prstGeom>
          <a:solidFill>
            <a:srgbClr val="F07F2D"/>
          </a:solidFill>
          <a:ln w="15875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6" name="編號"/>
          <p:cNvSpPr/>
          <p:nvPr/>
        </p:nvSpPr>
        <p:spPr>
          <a:xfrm>
            <a:off x="10321290" y="4652010"/>
            <a:ext cx="457200" cy="457200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500" dirty="0"/>
          </a:p>
        </p:txBody>
      </p:sp>
      <p:sp>
        <p:nvSpPr>
          <p:cNvPr id="67" name="Text 65"/>
          <p:cNvSpPr/>
          <p:nvPr/>
        </p:nvSpPr>
        <p:spPr>
          <a:xfrm>
            <a:off x="10645902" y="4647438"/>
            <a:ext cx="137160" cy="137160"/>
          </a:xfrm>
          <a:prstGeom prst="ellipse">
            <a:avLst/>
          </a:prstGeom>
          <a:solidFill>
            <a:srgbClr val="F07F2D"/>
          </a:solidFill>
          <a:ln w="15875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Text 66"/>
          <p:cNvSpPr/>
          <p:nvPr/>
        </p:nvSpPr>
        <p:spPr>
          <a:xfrm>
            <a:off x="11087100" y="4537710"/>
            <a:ext cx="12573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② ③</a:t>
            </a:r>
            <a:endParaRPr lang="en-US" sz="1750" dirty="0"/>
          </a:p>
        </p:txBody>
      </p:sp>
      <p:sp>
        <p:nvSpPr>
          <p:cNvPr id="69" name="線條"/>
          <p:cNvSpPr/>
          <p:nvPr/>
        </p:nvSpPr>
        <p:spPr>
          <a:xfrm>
            <a:off x="7715250" y="5292090"/>
            <a:ext cx="6838569" cy="0"/>
          </a:xfrm>
          <a:prstGeom prst="line">
            <a:avLst/>
          </a:prstGeom>
          <a:noFill/>
          <a:ln w="8001">
            <a:solidFill>
              <a:srgbClr val="ECECEC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7715250" y="5349240"/>
            <a:ext cx="10287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分隔</a:t>
            </a:r>
            <a:endParaRPr lang="en-US" sz="1650" dirty="0"/>
          </a:p>
        </p:txBody>
      </p:sp>
      <p:sp>
        <p:nvSpPr>
          <p:cNvPr id="71" name="Text 69"/>
          <p:cNvSpPr/>
          <p:nvPr/>
        </p:nvSpPr>
        <p:spPr>
          <a:xfrm>
            <a:off x="12515850" y="5349240"/>
            <a:ext cx="203796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 V 形</a:t>
            </a:r>
            <a:endParaRPr lang="en-US" sz="1250" dirty="0"/>
          </a:p>
        </p:txBody>
      </p:sp>
      <p:sp>
        <p:nvSpPr>
          <p:cNvPr id="72" name="Text 70"/>
          <p:cNvSpPr/>
          <p:nvPr/>
        </p:nvSpPr>
        <p:spPr>
          <a:xfrm>
            <a:off x="8858250" y="5349240"/>
            <a:ext cx="6858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500" dirty="0"/>
          </a:p>
        </p:txBody>
      </p:sp>
      <p:sp>
        <p:nvSpPr>
          <p:cNvPr id="73" name="分隔"/>
          <p:cNvSpPr/>
          <p:nvPr/>
        </p:nvSpPr>
        <p:spPr>
          <a:xfrm>
            <a:off x="9772650" y="5520690"/>
            <a:ext cx="228600" cy="342900"/>
          </a:xfrm>
          <a:prstGeom prst="chevron">
            <a:avLst>
              <a:gd name="adj" fmla="val 60000"/>
            </a:avLst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Text 72"/>
          <p:cNvSpPr/>
          <p:nvPr/>
        </p:nvSpPr>
        <p:spPr>
          <a:xfrm>
            <a:off x="10229850" y="5349240"/>
            <a:ext cx="6858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500" dirty="0"/>
          </a:p>
        </p:txBody>
      </p:sp>
      <p:sp>
        <p:nvSpPr>
          <p:cNvPr id="75" name="分隔"/>
          <p:cNvSpPr/>
          <p:nvPr/>
        </p:nvSpPr>
        <p:spPr>
          <a:xfrm>
            <a:off x="11144250" y="5520690"/>
            <a:ext cx="228600" cy="342900"/>
          </a:xfrm>
          <a:prstGeom prst="chevron">
            <a:avLst>
              <a:gd name="adj" fmla="val 60000"/>
            </a:avLst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Text 74"/>
          <p:cNvSpPr/>
          <p:nvPr/>
        </p:nvSpPr>
        <p:spPr>
          <a:xfrm>
            <a:off x="11601450" y="5349240"/>
            <a:ext cx="6858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500" dirty="0"/>
          </a:p>
        </p:txBody>
      </p:sp>
      <p:sp>
        <p:nvSpPr>
          <p:cNvPr id="77" name="線條"/>
          <p:cNvSpPr/>
          <p:nvPr/>
        </p:nvSpPr>
        <p:spPr>
          <a:xfrm>
            <a:off x="7715250" y="6103620"/>
            <a:ext cx="6838569" cy="0"/>
          </a:xfrm>
          <a:prstGeom prst="line">
            <a:avLst/>
          </a:prstGeom>
          <a:noFill/>
          <a:ln w="8001">
            <a:solidFill>
              <a:srgbClr val="ECECEC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7715250" y="6160770"/>
            <a:ext cx="10287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</a:t>
            </a:r>
            <a:endParaRPr lang="en-US" sz="1650" dirty="0"/>
          </a:p>
        </p:txBody>
      </p:sp>
      <p:sp>
        <p:nvSpPr>
          <p:cNvPr id="79" name="Text 77"/>
          <p:cNvSpPr/>
          <p:nvPr/>
        </p:nvSpPr>
        <p:spPr>
          <a:xfrm>
            <a:off x="12515850" y="6160770"/>
            <a:ext cx="203796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2pt 實線＋三角箭頭</a:t>
            </a:r>
            <a:endParaRPr lang="en-US" sz="1250" dirty="0"/>
          </a:p>
        </p:txBody>
      </p:sp>
      <p:sp>
        <p:nvSpPr>
          <p:cNvPr id="80" name="線條"/>
          <p:cNvSpPr/>
          <p:nvPr/>
        </p:nvSpPr>
        <p:spPr>
          <a:xfrm>
            <a:off x="8858250" y="6503670"/>
            <a:ext cx="1485900" cy="0"/>
          </a:xfrm>
          <a:prstGeom prst="line">
            <a:avLst/>
          </a:prstGeom>
          <a:noFill/>
          <a:ln w="31750">
            <a:solidFill>
              <a:srgbClr val="3A3A3A"/>
            </a:solidFill>
            <a:prstDash val="solid"/>
            <a:tailEnd type="triangle"/>
          </a:ln>
        </p:spPr>
      </p:sp>
      <p:sp>
        <p:nvSpPr>
          <p:cNvPr id="81" name="連接線"/>
          <p:cNvSpPr/>
          <p:nvPr/>
        </p:nvSpPr>
        <p:spPr>
          <a:xfrm>
            <a:off x="10687050" y="6252210"/>
            <a:ext cx="1543050" cy="502920"/>
          </a:xfrm>
          <a:custGeom>
            <a:avLst/>
            <a:gdLst/>
            <a:ahLst/>
            <a:cxnLst/>
            <a:rect l="l" t="t" r="r" b="b"/>
            <a:pathLst>
              <a:path w="1543050" h="502920">
                <a:moveTo>
                  <a:pt x="0" y="0"/>
                </a:moveTo>
                <a:lnTo>
                  <a:pt x="685800" y="0"/>
                </a:lnTo>
                <a:lnTo>
                  <a:pt x="685800" y="502920"/>
                </a:lnTo>
                <a:lnTo>
                  <a:pt x="1543050" y="502920"/>
                </a:lnTo>
              </a:path>
            </a:pathLst>
          </a:custGeom>
          <a:noFill/>
          <a:ln w="3175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2" name="線條"/>
          <p:cNvSpPr/>
          <p:nvPr/>
        </p:nvSpPr>
        <p:spPr>
          <a:xfrm>
            <a:off x="7715250" y="6915150"/>
            <a:ext cx="6838569" cy="0"/>
          </a:xfrm>
          <a:prstGeom prst="line">
            <a:avLst/>
          </a:prstGeom>
          <a:noFill/>
          <a:ln w="8001">
            <a:solidFill>
              <a:srgbClr val="ECECEC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7715250" y="6972300"/>
            <a:ext cx="10287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</a:t>
            </a:r>
            <a:endParaRPr lang="en-US" sz="1650" dirty="0"/>
          </a:p>
        </p:txBody>
      </p:sp>
      <p:sp>
        <p:nvSpPr>
          <p:cNvPr id="84" name="Text 82"/>
          <p:cNvSpPr/>
          <p:nvPr/>
        </p:nvSpPr>
        <p:spPr>
          <a:xfrm>
            <a:off x="12515850" y="6972300"/>
            <a:ext cx="203796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 V 形</a:t>
            </a:r>
            <a:endParaRPr lang="en-US" sz="1250" dirty="0"/>
          </a:p>
        </p:txBody>
      </p:sp>
      <p:sp>
        <p:nvSpPr>
          <p:cNvPr id="85" name="流程鏈"/>
          <p:cNvSpPr/>
          <p:nvPr/>
        </p:nvSpPr>
        <p:spPr>
          <a:xfrm>
            <a:off x="8858250" y="7063740"/>
            <a:ext cx="1217981" cy="502920"/>
          </a:xfrm>
          <a:prstGeom prst="homePlate">
            <a:avLst>
              <a:gd name="adj" fmla="val 36000"/>
            </a:avLst>
          </a:prstGeom>
          <a:solidFill>
            <a:srgbClr val="3A3A3A"/>
          </a:solidFill>
          <a:ln>
            <a:noFill/>
          </a:ln>
        </p:spPr>
        <p:txBody>
          <a:bodyPr wrap="square" lIns="952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400" dirty="0"/>
          </a:p>
        </p:txBody>
      </p:sp>
      <p:sp>
        <p:nvSpPr>
          <p:cNvPr id="86" name="流程鏈"/>
          <p:cNvSpPr/>
          <p:nvPr/>
        </p:nvSpPr>
        <p:spPr>
          <a:xfrm>
            <a:off x="9963760" y="7063740"/>
            <a:ext cx="1217981" cy="502920"/>
          </a:xfrm>
          <a:prstGeom prst="chevron">
            <a:avLst>
              <a:gd name="adj" fmla="val 36000"/>
            </a:avLst>
          </a:prstGeom>
          <a:solidFill>
            <a:srgbClr val="616161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400" dirty="0"/>
          </a:p>
        </p:txBody>
      </p:sp>
      <p:sp>
        <p:nvSpPr>
          <p:cNvPr id="87" name="流程鏈"/>
          <p:cNvSpPr/>
          <p:nvPr/>
        </p:nvSpPr>
        <p:spPr>
          <a:xfrm>
            <a:off x="11069269" y="7063740"/>
            <a:ext cx="1217981" cy="502920"/>
          </a:xfrm>
          <a:prstGeom prst="chevron">
            <a:avLst>
              <a:gd name="adj" fmla="val 36000"/>
            </a:avLst>
          </a:prstGeom>
          <a:solidFill>
            <a:srgbClr val="F07F2D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</a:t>
            </a:r>
            <a:endParaRPr lang="en-US" sz="1400" dirty="0"/>
          </a:p>
        </p:txBody>
      </p:sp>
      <p:sp>
        <p:nvSpPr>
          <p:cNvPr id="88" name="Text 86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89" name="Text 87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 / 14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685800" y="45720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4750" dirty="0"/>
          </a:p>
        </p:txBody>
      </p:sp>
      <p:sp>
        <p:nvSpPr>
          <p:cNvPr id="3" name="Text 1"/>
          <p:cNvSpPr/>
          <p:nvPr/>
        </p:nvSpPr>
        <p:spPr>
          <a:xfrm>
            <a:off x="1983740" y="1066800"/>
            <a:ext cx="182880" cy="18288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85800" y="1280160"/>
            <a:ext cx="125730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標題＋內文、角落標籤、表頭強調三種基本卡片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685800" y="1828800"/>
            <a:ext cx="571500" cy="68580"/>
          </a:xfrm>
          <a:prstGeom prst="rect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卡片"/>
          <p:cNvSpPr/>
          <p:nvPr/>
        </p:nvSpPr>
        <p:spPr>
          <a:xfrm>
            <a:off x="685800" y="2343150"/>
            <a:ext cx="4263390" cy="2686050"/>
          </a:xfrm>
          <a:prstGeom prst="roundRect">
            <a:avLst>
              <a:gd name="adj" fmla="val 2128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表頭"/>
          <p:cNvSpPr/>
          <p:nvPr/>
        </p:nvSpPr>
        <p:spPr>
          <a:xfrm>
            <a:off x="685800" y="2343150"/>
            <a:ext cx="4263390" cy="662940"/>
          </a:xfrm>
          <a:custGeom>
            <a:avLst/>
            <a:gdLst/>
            <a:ahLst/>
            <a:cxnLst/>
            <a:rect l="l" t="t" r="r" b="b"/>
            <a:pathLst>
              <a:path w="4263390" h="662940">
                <a:moveTo>
                  <a:pt x="0" y="662940"/>
                </a:moveTo>
                <a:lnTo>
                  <a:pt x="0" y="57150"/>
                </a:lnTo>
                <a:arcTo hR="57150" wR="57150" stAng="10800000" swAng="5400000"/>
                <a:lnTo>
                  <a:pt x="4206240" y="0"/>
                </a:lnTo>
                <a:arcTo hR="57150" wR="57150" stAng="16200000" swAng="5400000"/>
                <a:lnTo>
                  <a:pt x="4263390" y="662940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982980" y="2343150"/>
            <a:ext cx="3669030" cy="6629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982980" y="3234690"/>
            <a:ext cx="3669030" cy="15659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先用一句話說清楚重點，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再以兩到三行補充說明。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內文維持灰色、行距寬鬆，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留白讓卡片更好讀。</a:t>
            </a:r>
            <a:endParaRPr lang="en-US" sz="1500" dirty="0"/>
          </a:p>
        </p:txBody>
      </p:sp>
      <p:sp>
        <p:nvSpPr>
          <p:cNvPr id="10" name="卡片"/>
          <p:cNvSpPr/>
          <p:nvPr/>
        </p:nvSpPr>
        <p:spPr>
          <a:xfrm>
            <a:off x="5488115" y="2343150"/>
            <a:ext cx="4263390" cy="2686050"/>
          </a:xfrm>
          <a:prstGeom prst="roundRect">
            <a:avLst>
              <a:gd name="adj" fmla="val 2128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表頭"/>
          <p:cNvSpPr/>
          <p:nvPr/>
        </p:nvSpPr>
        <p:spPr>
          <a:xfrm>
            <a:off x="5488115" y="2343150"/>
            <a:ext cx="4263390" cy="662940"/>
          </a:xfrm>
          <a:custGeom>
            <a:avLst/>
            <a:gdLst/>
            <a:ahLst/>
            <a:cxnLst/>
            <a:rect l="l" t="t" r="r" b="b"/>
            <a:pathLst>
              <a:path w="4263390" h="662940">
                <a:moveTo>
                  <a:pt x="0" y="662940"/>
                </a:moveTo>
                <a:lnTo>
                  <a:pt x="0" y="57150"/>
                </a:lnTo>
                <a:arcTo hR="57150" wR="57150" stAng="10800000" swAng="5400000"/>
                <a:lnTo>
                  <a:pt x="4206240" y="0"/>
                </a:lnTo>
                <a:arcTo hR="57150" wR="57150" stAng="16200000" swAng="5400000"/>
                <a:lnTo>
                  <a:pt x="4263390" y="662940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5785295" y="2343150"/>
            <a:ext cx="3669030" cy="6629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角落標籤卡片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785295" y="3234690"/>
            <a:ext cx="3669030" cy="15659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右上角的小標籤標示階段、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分類或狀態，跨在邊框上，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不佔用內文空間。</a:t>
            </a:r>
            <a:endParaRPr lang="en-US" sz="1500" dirty="0"/>
          </a:p>
        </p:txBody>
      </p:sp>
      <p:sp>
        <p:nvSpPr>
          <p:cNvPr id="14" name="標籤"/>
          <p:cNvSpPr/>
          <p:nvPr/>
        </p:nvSpPr>
        <p:spPr>
          <a:xfrm>
            <a:off x="8329740" y="2183130"/>
            <a:ext cx="1170305" cy="320040"/>
          </a:xfrm>
          <a:prstGeom prst="roundRect">
            <a:avLst>
              <a:gd name="adj" fmla="val 10714"/>
            </a:avLst>
          </a:prstGeom>
          <a:solidFill>
            <a:srgbClr val="F07F2D"/>
          </a:solidFill>
          <a:ln>
            <a:noFill/>
          </a:ln>
        </p:spPr>
        <p:txBody>
          <a:bodyPr wrap="square" lIns="307975" tIns="0" rIns="89154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第一階段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478330" y="2303462"/>
            <a:ext cx="79375" cy="7937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標籤"/>
          <p:cNvSpPr/>
          <p:nvPr/>
        </p:nvSpPr>
        <p:spPr>
          <a:xfrm>
            <a:off x="5739575" y="4869180"/>
            <a:ext cx="1170305" cy="320040"/>
          </a:xfrm>
          <a:prstGeom prst="roundRect">
            <a:avLst>
              <a:gd name="adj" fmla="val 10714"/>
            </a:avLst>
          </a:prstGeom>
          <a:solidFill>
            <a:srgbClr val="F2F2F2"/>
          </a:solidFill>
          <a:ln>
            <a:noFill/>
          </a:ln>
        </p:spPr>
        <p:txBody>
          <a:bodyPr wrap="square" lIns="307975" tIns="0" rIns="89154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價值說明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5888165" y="4989513"/>
            <a:ext cx="79375" cy="79375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卡片"/>
          <p:cNvSpPr/>
          <p:nvPr/>
        </p:nvSpPr>
        <p:spPr>
          <a:xfrm>
            <a:off x="10290429" y="2343150"/>
            <a:ext cx="4263390" cy="2686050"/>
          </a:xfrm>
          <a:prstGeom prst="roundRect">
            <a:avLst>
              <a:gd name="adj" fmla="val 2128"/>
            </a:avLst>
          </a:prstGeom>
          <a:solidFill>
            <a:srgbClr val="F2F2F2"/>
          </a:solidFill>
          <a:ln>
            <a:noFill/>
          </a:ln>
          <a:effectLst>
            <a:outerShdw blurRad="111125" dist="3175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表頭"/>
          <p:cNvSpPr/>
          <p:nvPr/>
        </p:nvSpPr>
        <p:spPr>
          <a:xfrm>
            <a:off x="10290429" y="2343150"/>
            <a:ext cx="4263390" cy="662940"/>
          </a:xfrm>
          <a:custGeom>
            <a:avLst/>
            <a:gdLst/>
            <a:ahLst/>
            <a:cxnLst/>
            <a:rect l="l" t="t" r="r" b="b"/>
            <a:pathLst>
              <a:path w="4263390" h="662940">
                <a:moveTo>
                  <a:pt x="0" y="662940"/>
                </a:moveTo>
                <a:lnTo>
                  <a:pt x="0" y="57150"/>
                </a:lnTo>
                <a:arcTo hR="57150" wR="57150" stAng="10800000" swAng="5400000"/>
                <a:lnTo>
                  <a:pt x="4206240" y="0"/>
                </a:lnTo>
                <a:arcTo hR="57150" wR="57150" stAng="16200000" swAng="5400000"/>
                <a:lnTo>
                  <a:pt x="4263390" y="662940"/>
                </a:lnTo>
                <a:close/>
              </a:path>
            </a:pathLst>
          </a:cu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10587609" y="2343150"/>
            <a:ext cx="3669030" cy="6629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表頭強調卡片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0587609" y="3234690"/>
            <a:ext cx="3669030" cy="15659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以主色表頭強調，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用來標出最重要的一張卡。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同一頁建議只放一張。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85800" y="5234940"/>
            <a:ext cx="426339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A｜基本卡片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488115" y="5234940"/>
            <a:ext cx="426339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B｜角標卡片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0290429" y="5234940"/>
            <a:ext cx="426339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C｜強調卡片（含陰影）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85800" y="5835015"/>
            <a:ext cx="125730" cy="12573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937260" y="5715000"/>
            <a:ext cx="77495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標籤＋說明列</a:t>
            </a:r>
            <a:endParaRPr lang="en-US" sz="1650" dirty="0"/>
          </a:p>
        </p:txBody>
      </p:sp>
      <p:sp>
        <p:nvSpPr>
          <p:cNvPr id="27" name="線條"/>
          <p:cNvSpPr/>
          <p:nvPr/>
        </p:nvSpPr>
        <p:spPr>
          <a:xfrm>
            <a:off x="685800" y="6195060"/>
            <a:ext cx="800100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28" name="標籤"/>
          <p:cNvSpPr/>
          <p:nvPr/>
        </p:nvSpPr>
        <p:spPr>
          <a:xfrm>
            <a:off x="685800" y="6377940"/>
            <a:ext cx="937260" cy="365760"/>
          </a:xfrm>
          <a:prstGeom prst="roundRect">
            <a:avLst>
              <a:gd name="adj" fmla="val 9375"/>
            </a:avLst>
          </a:prstGeom>
          <a:solidFill>
            <a:srgbClr val="3A3A3A"/>
          </a:solidFill>
          <a:ln>
            <a:noFill/>
          </a:ln>
        </p:spPr>
        <p:txBody>
          <a:bodyPr wrap="square" lIns="328930" tIns="0" rIns="92202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簡潔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839419" y="6513195"/>
            <a:ext cx="95250" cy="9525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1828800" y="6377940"/>
            <a:ext cx="6629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一頁只講一個重點，讀者不費力</a:t>
            </a:r>
            <a:endParaRPr lang="en-US" sz="1650" dirty="0"/>
          </a:p>
        </p:txBody>
      </p:sp>
      <p:sp>
        <p:nvSpPr>
          <p:cNvPr id="31" name="標籤"/>
          <p:cNvSpPr/>
          <p:nvPr/>
        </p:nvSpPr>
        <p:spPr>
          <a:xfrm>
            <a:off x="685800" y="6858000"/>
            <a:ext cx="937260" cy="365760"/>
          </a:xfrm>
          <a:prstGeom prst="roundRect">
            <a:avLst>
              <a:gd name="adj" fmla="val 9375"/>
            </a:avLst>
          </a:prstGeom>
          <a:solidFill>
            <a:srgbClr val="F07F2D"/>
          </a:solidFill>
          <a:ln>
            <a:noFill/>
          </a:ln>
        </p:spPr>
        <p:txBody>
          <a:bodyPr wrap="square" lIns="328930" tIns="0" rIns="92202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839419" y="6993255"/>
            <a:ext cx="95250" cy="952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1828800" y="6858000"/>
            <a:ext cx="6629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用例子與數字說話，避免空泛</a:t>
            </a:r>
            <a:endParaRPr lang="en-US" sz="1650" dirty="0"/>
          </a:p>
        </p:txBody>
      </p:sp>
      <p:sp>
        <p:nvSpPr>
          <p:cNvPr id="34" name="標籤"/>
          <p:cNvSpPr/>
          <p:nvPr/>
        </p:nvSpPr>
        <p:spPr>
          <a:xfrm>
            <a:off x="685800" y="7338060"/>
            <a:ext cx="937260" cy="365760"/>
          </a:xfrm>
          <a:prstGeom prst="roundRect">
            <a:avLst>
              <a:gd name="adj" fmla="val 9375"/>
            </a:avLst>
          </a:prstGeom>
          <a:solidFill>
            <a:srgbClr val="3A3A3A"/>
          </a:solidFill>
          <a:ln>
            <a:noFill/>
          </a:ln>
        </p:spPr>
        <p:txBody>
          <a:bodyPr wrap="square" lIns="328930" tIns="0" rIns="92202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深入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839419" y="7473315"/>
            <a:ext cx="95250" cy="9525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1828800" y="7338060"/>
            <a:ext cx="6629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提出觀點與洞見，留下記憶點</a:t>
            </a:r>
            <a:endParaRPr lang="en-US" sz="1650" dirty="0"/>
          </a:p>
        </p:txBody>
      </p:sp>
      <p:sp>
        <p:nvSpPr>
          <p:cNvPr id="37" name="Text 35"/>
          <p:cNvSpPr/>
          <p:nvPr/>
        </p:nvSpPr>
        <p:spPr>
          <a:xfrm>
            <a:off x="9144000" y="5835015"/>
            <a:ext cx="125730" cy="12573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9395460" y="5715000"/>
            <a:ext cx="5158359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 Note</a:t>
            </a:r>
            <a:endParaRPr lang="en-US" sz="1650" dirty="0"/>
          </a:p>
        </p:txBody>
      </p:sp>
      <p:sp>
        <p:nvSpPr>
          <p:cNvPr id="39" name="線條"/>
          <p:cNvSpPr/>
          <p:nvPr/>
        </p:nvSpPr>
        <p:spPr>
          <a:xfrm>
            <a:off x="9144000" y="6195060"/>
            <a:ext cx="54098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144000" y="6400800"/>
            <a:ext cx="5409819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註解用灰色小字，補充前提或資料來源。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9144000" y="6858000"/>
            <a:ext cx="5409819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每張卡片內文以 3–4 行為上限。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 / 14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685800" y="45720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標籤與編號</a:t>
            </a:r>
            <a:endParaRPr lang="en-US" sz="4750" dirty="0"/>
          </a:p>
        </p:txBody>
      </p:sp>
      <p:sp>
        <p:nvSpPr>
          <p:cNvPr id="3" name="Text 1"/>
          <p:cNvSpPr/>
          <p:nvPr/>
        </p:nvSpPr>
        <p:spPr>
          <a:xfrm>
            <a:off x="3793490" y="1066800"/>
            <a:ext cx="182880" cy="18288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85800" y="1280160"/>
            <a:ext cx="125730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單一標籤、堆疊清單、編號徽章與圈號清單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685800" y="1828800"/>
            <a:ext cx="571500" cy="68580"/>
          </a:xfrm>
          <a:prstGeom prst="rect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85800" y="2348865"/>
            <a:ext cx="125730" cy="12573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37260" y="2228850"/>
            <a:ext cx="13616559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 Tags</a:t>
            </a:r>
            <a:endParaRPr lang="en-US" sz="1650" dirty="0"/>
          </a:p>
        </p:txBody>
      </p:sp>
      <p:sp>
        <p:nvSpPr>
          <p:cNvPr id="8" name="線條"/>
          <p:cNvSpPr/>
          <p:nvPr/>
        </p:nvSpPr>
        <p:spPr>
          <a:xfrm>
            <a:off x="685800" y="2708910"/>
            <a:ext cx="138680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9" name="標籤"/>
          <p:cNvSpPr/>
          <p:nvPr/>
        </p:nvSpPr>
        <p:spPr>
          <a:xfrm>
            <a:off x="685800" y="2914650"/>
            <a:ext cx="1499908" cy="434340"/>
          </a:xfrm>
          <a:prstGeom prst="roundRect">
            <a:avLst>
              <a:gd name="adj" fmla="val 7895"/>
            </a:avLst>
          </a:prstGeom>
          <a:solidFill>
            <a:srgbClr val="3A3A3A"/>
          </a:solidFill>
          <a:ln>
            <a:noFill/>
          </a:ln>
        </p:spPr>
        <p:txBody>
          <a:bodyPr wrap="square" lIns="365633" tIns="0" rIns="109474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650" dirty="0"/>
          </a:p>
        </p:txBody>
      </p:sp>
      <p:sp>
        <p:nvSpPr>
          <p:cNvPr id="10" name="Text 8"/>
          <p:cNvSpPr/>
          <p:nvPr/>
        </p:nvSpPr>
        <p:spPr>
          <a:xfrm>
            <a:off x="868223" y="3080226"/>
            <a:ext cx="103188" cy="103188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標籤"/>
          <p:cNvSpPr/>
          <p:nvPr/>
        </p:nvSpPr>
        <p:spPr>
          <a:xfrm>
            <a:off x="2528608" y="2914650"/>
            <a:ext cx="1499908" cy="434340"/>
          </a:xfrm>
          <a:prstGeom prst="roundRect">
            <a:avLst>
              <a:gd name="adj" fmla="val 7895"/>
            </a:avLst>
          </a:prstGeom>
          <a:solidFill>
            <a:srgbClr val="F07F2D"/>
          </a:solidFill>
          <a:ln>
            <a:noFill/>
          </a:ln>
        </p:spPr>
        <p:txBody>
          <a:bodyPr wrap="square" lIns="365633" tIns="0" rIns="109474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輔助標籤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2711031" y="3080226"/>
            <a:ext cx="103188" cy="10318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標籤"/>
          <p:cNvSpPr/>
          <p:nvPr/>
        </p:nvSpPr>
        <p:spPr>
          <a:xfrm>
            <a:off x="4371416" y="2914650"/>
            <a:ext cx="1499908" cy="434340"/>
          </a:xfrm>
          <a:prstGeom prst="roundRect">
            <a:avLst>
              <a:gd name="adj" fmla="val 7895"/>
            </a:avLst>
          </a:prstGeom>
          <a:solidFill>
            <a:srgbClr val="F2F2F2"/>
          </a:solidFill>
          <a:ln>
            <a:noFill/>
          </a:ln>
        </p:spPr>
        <p:txBody>
          <a:bodyPr wrap="square" lIns="365633" tIns="0" rIns="109474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灰階標籤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4553839" y="3080226"/>
            <a:ext cx="103188" cy="103188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標籤"/>
          <p:cNvSpPr/>
          <p:nvPr/>
        </p:nvSpPr>
        <p:spPr>
          <a:xfrm>
            <a:off x="6214224" y="2914650"/>
            <a:ext cx="1499908" cy="434340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15875">
            <a:solidFill>
              <a:srgbClr val="BFBFBF"/>
            </a:solidFill>
            <a:prstDash val="solid"/>
          </a:ln>
        </p:spPr>
        <p:txBody>
          <a:bodyPr wrap="square" lIns="365633" tIns="0" rIns="109474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外框標籤</a:t>
            </a:r>
            <a:endParaRPr lang="en-US" sz="1650" dirty="0"/>
          </a:p>
        </p:txBody>
      </p:sp>
      <p:sp>
        <p:nvSpPr>
          <p:cNvPr id="16" name="Text 14"/>
          <p:cNvSpPr/>
          <p:nvPr/>
        </p:nvSpPr>
        <p:spPr>
          <a:xfrm>
            <a:off x="6396647" y="3080226"/>
            <a:ext cx="103188" cy="103188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8399932" y="2914650"/>
            <a:ext cx="10287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小尺寸</a:t>
            </a:r>
            <a:endParaRPr lang="en-US" sz="1400" dirty="0"/>
          </a:p>
        </p:txBody>
      </p:sp>
      <p:sp>
        <p:nvSpPr>
          <p:cNvPr id="18" name="標籤"/>
          <p:cNvSpPr/>
          <p:nvPr/>
        </p:nvSpPr>
        <p:spPr>
          <a:xfrm>
            <a:off x="9314332" y="2960370"/>
            <a:ext cx="852805" cy="3429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BFBFBF"/>
            </a:solidFill>
            <a:prstDash val="solid"/>
          </a:ln>
        </p:spPr>
        <p:txBody>
          <a:bodyPr wrap="square" lIns="307975" tIns="0" rIns="89154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元素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9462922" y="3092132"/>
            <a:ext cx="79375" cy="79375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標籤"/>
          <p:cNvSpPr/>
          <p:nvPr/>
        </p:nvSpPr>
        <p:spPr>
          <a:xfrm>
            <a:off x="10338587" y="2960370"/>
            <a:ext cx="852805" cy="3429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307975" tIns="0" rIns="89154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關聯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10487177" y="3092132"/>
            <a:ext cx="79375" cy="79375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標籤"/>
          <p:cNvSpPr/>
          <p:nvPr/>
        </p:nvSpPr>
        <p:spPr>
          <a:xfrm>
            <a:off x="11362842" y="2960370"/>
            <a:ext cx="852805" cy="3429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307975" tIns="0" rIns="89154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因果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11511432" y="3092132"/>
            <a:ext cx="79375" cy="79375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685800" y="3949065"/>
            <a:ext cx="125730" cy="12573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937260" y="3829050"/>
            <a:ext cx="408051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堆疊清單 Stacked</a:t>
            </a:r>
            <a:endParaRPr lang="en-US" sz="1650" dirty="0"/>
          </a:p>
        </p:txBody>
      </p:sp>
      <p:sp>
        <p:nvSpPr>
          <p:cNvPr id="26" name="線條"/>
          <p:cNvSpPr/>
          <p:nvPr/>
        </p:nvSpPr>
        <p:spPr>
          <a:xfrm>
            <a:off x="685800" y="4309110"/>
            <a:ext cx="433197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27" name="標籤"/>
          <p:cNvSpPr/>
          <p:nvPr/>
        </p:nvSpPr>
        <p:spPr>
          <a:xfrm>
            <a:off x="685800" y="4583430"/>
            <a:ext cx="3314700" cy="480060"/>
          </a:xfrm>
          <a:prstGeom prst="roundRect">
            <a:avLst>
              <a:gd name="adj" fmla="val 7143"/>
            </a:avLst>
          </a:prstGeom>
          <a:solidFill>
            <a:srgbClr val="3A3A3A"/>
          </a:solidFill>
          <a:ln>
            <a:noFill/>
          </a:ln>
        </p:spPr>
        <p:txBody>
          <a:bodyPr wrap="square" lIns="384810" tIns="0" rIns="121031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釐清溝通目的</a:t>
            </a:r>
            <a:endParaRPr lang="en-US" sz="1650" dirty="0"/>
          </a:p>
        </p:txBody>
      </p:sp>
      <p:sp>
        <p:nvSpPr>
          <p:cNvPr id="28" name="Text 26"/>
          <p:cNvSpPr/>
          <p:nvPr/>
        </p:nvSpPr>
        <p:spPr>
          <a:xfrm>
            <a:off x="887425" y="4771866"/>
            <a:ext cx="103188" cy="103188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標籤"/>
          <p:cNvSpPr/>
          <p:nvPr/>
        </p:nvSpPr>
        <p:spPr>
          <a:xfrm>
            <a:off x="685800" y="5292090"/>
            <a:ext cx="3314700" cy="480060"/>
          </a:xfrm>
          <a:prstGeom prst="roundRect">
            <a:avLst>
              <a:gd name="adj" fmla="val 7143"/>
            </a:avLst>
          </a:prstGeom>
          <a:solidFill>
            <a:srgbClr val="3A3A3A"/>
          </a:solidFill>
          <a:ln>
            <a:noFill/>
          </a:ln>
        </p:spPr>
        <p:txBody>
          <a:bodyPr wrap="square" lIns="384810" tIns="0" rIns="121031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對齊彼此期待</a:t>
            </a:r>
            <a:endParaRPr lang="en-US" sz="1650" dirty="0"/>
          </a:p>
        </p:txBody>
      </p:sp>
      <p:sp>
        <p:nvSpPr>
          <p:cNvPr id="30" name="Text 28"/>
          <p:cNvSpPr/>
          <p:nvPr/>
        </p:nvSpPr>
        <p:spPr>
          <a:xfrm>
            <a:off x="887425" y="5480526"/>
            <a:ext cx="103188" cy="103188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標籤"/>
          <p:cNvSpPr/>
          <p:nvPr/>
        </p:nvSpPr>
        <p:spPr>
          <a:xfrm>
            <a:off x="685800" y="6000750"/>
            <a:ext cx="3314700" cy="480060"/>
          </a:xfrm>
          <a:prstGeom prst="roundRect">
            <a:avLst>
              <a:gd name="adj" fmla="val 7143"/>
            </a:avLst>
          </a:prstGeom>
          <a:solidFill>
            <a:srgbClr val="3A3A3A"/>
          </a:solidFill>
          <a:ln>
            <a:noFill/>
          </a:ln>
        </p:spPr>
        <p:txBody>
          <a:bodyPr wrap="square" lIns="384810" tIns="0" rIns="121031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降低理解門檻</a:t>
            </a:r>
            <a:endParaRPr lang="en-US" sz="1650" dirty="0"/>
          </a:p>
        </p:txBody>
      </p:sp>
      <p:sp>
        <p:nvSpPr>
          <p:cNvPr id="32" name="Text 30"/>
          <p:cNvSpPr/>
          <p:nvPr/>
        </p:nvSpPr>
        <p:spPr>
          <a:xfrm>
            <a:off x="887425" y="6189186"/>
            <a:ext cx="103188" cy="103188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標籤"/>
          <p:cNvSpPr/>
          <p:nvPr/>
        </p:nvSpPr>
        <p:spPr>
          <a:xfrm>
            <a:off x="685800" y="6709410"/>
            <a:ext cx="3314700" cy="480060"/>
          </a:xfrm>
          <a:prstGeom prst="roundRect">
            <a:avLst>
              <a:gd name="adj" fmla="val 7143"/>
            </a:avLst>
          </a:prstGeom>
          <a:solidFill>
            <a:srgbClr val="3A3A3A"/>
          </a:solidFill>
          <a:ln>
            <a:noFill/>
          </a:ln>
        </p:spPr>
        <p:txBody>
          <a:bodyPr wrap="square" lIns="384810" tIns="0" rIns="121031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650" dirty="0"/>
          </a:p>
        </p:txBody>
      </p:sp>
      <p:sp>
        <p:nvSpPr>
          <p:cNvPr id="34" name="Text 32"/>
          <p:cNvSpPr/>
          <p:nvPr/>
        </p:nvSpPr>
        <p:spPr>
          <a:xfrm>
            <a:off x="887425" y="6897846"/>
            <a:ext cx="103188" cy="103188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5453825" y="3949065"/>
            <a:ext cx="125730" cy="12573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5705284" y="3829050"/>
            <a:ext cx="408051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 Badges</a:t>
            </a:r>
            <a:endParaRPr lang="en-US" sz="1650" dirty="0"/>
          </a:p>
        </p:txBody>
      </p:sp>
      <p:sp>
        <p:nvSpPr>
          <p:cNvPr id="37" name="線條"/>
          <p:cNvSpPr/>
          <p:nvPr/>
        </p:nvSpPr>
        <p:spPr>
          <a:xfrm>
            <a:off x="5453825" y="4309110"/>
            <a:ext cx="433197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38" name="編號"/>
          <p:cNvSpPr/>
          <p:nvPr/>
        </p:nvSpPr>
        <p:spPr>
          <a:xfrm>
            <a:off x="5499544" y="4594860"/>
            <a:ext cx="480060" cy="480060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50" dirty="0"/>
          </a:p>
        </p:txBody>
      </p:sp>
      <p:sp>
        <p:nvSpPr>
          <p:cNvPr id="39" name="Text 37"/>
          <p:cNvSpPr/>
          <p:nvPr/>
        </p:nvSpPr>
        <p:spPr>
          <a:xfrm>
            <a:off x="5840387" y="4590059"/>
            <a:ext cx="144018" cy="144018"/>
          </a:xfrm>
          <a:prstGeom prst="ellipse">
            <a:avLst/>
          </a:prstGeom>
          <a:solidFill>
            <a:srgbClr val="F07F2D"/>
          </a:solidFill>
          <a:ln w="15875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編號"/>
          <p:cNvSpPr/>
          <p:nvPr/>
        </p:nvSpPr>
        <p:spPr>
          <a:xfrm>
            <a:off x="6208205" y="4594860"/>
            <a:ext cx="480060" cy="480060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50" dirty="0"/>
          </a:p>
        </p:txBody>
      </p:sp>
      <p:sp>
        <p:nvSpPr>
          <p:cNvPr id="41" name="Text 39"/>
          <p:cNvSpPr/>
          <p:nvPr/>
        </p:nvSpPr>
        <p:spPr>
          <a:xfrm>
            <a:off x="6549047" y="4590059"/>
            <a:ext cx="144018" cy="144018"/>
          </a:xfrm>
          <a:prstGeom prst="ellipse">
            <a:avLst/>
          </a:prstGeom>
          <a:solidFill>
            <a:srgbClr val="F07F2D"/>
          </a:solidFill>
          <a:ln w="15875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編號"/>
          <p:cNvSpPr/>
          <p:nvPr/>
        </p:nvSpPr>
        <p:spPr>
          <a:xfrm>
            <a:off x="6916865" y="4594860"/>
            <a:ext cx="480060" cy="480060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50" dirty="0"/>
          </a:p>
        </p:txBody>
      </p:sp>
      <p:sp>
        <p:nvSpPr>
          <p:cNvPr id="43" name="Text 41"/>
          <p:cNvSpPr/>
          <p:nvPr/>
        </p:nvSpPr>
        <p:spPr>
          <a:xfrm>
            <a:off x="7257707" y="4590059"/>
            <a:ext cx="144018" cy="144018"/>
          </a:xfrm>
          <a:prstGeom prst="ellipse">
            <a:avLst/>
          </a:prstGeom>
          <a:solidFill>
            <a:srgbClr val="F07F2D"/>
          </a:solidFill>
          <a:ln w="15875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編號"/>
          <p:cNvSpPr/>
          <p:nvPr/>
        </p:nvSpPr>
        <p:spPr>
          <a:xfrm>
            <a:off x="7625524" y="4594860"/>
            <a:ext cx="480060" cy="48006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50" dirty="0"/>
          </a:p>
        </p:txBody>
      </p:sp>
      <p:sp>
        <p:nvSpPr>
          <p:cNvPr id="45" name="Text 43"/>
          <p:cNvSpPr/>
          <p:nvPr/>
        </p:nvSpPr>
        <p:spPr>
          <a:xfrm>
            <a:off x="7966367" y="4590059"/>
            <a:ext cx="144018" cy="144018"/>
          </a:xfrm>
          <a:prstGeom prst="ellipse">
            <a:avLst/>
          </a:prstGeom>
          <a:solidFill>
            <a:srgbClr val="F07F2D"/>
          </a:solidFill>
          <a:ln w="15875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編號"/>
          <p:cNvSpPr/>
          <p:nvPr/>
        </p:nvSpPr>
        <p:spPr>
          <a:xfrm>
            <a:off x="5533835" y="5646420"/>
            <a:ext cx="411480" cy="411480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6162485" y="5657850"/>
            <a:ext cx="13716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650" dirty="0"/>
          </a:p>
        </p:txBody>
      </p:sp>
      <p:sp>
        <p:nvSpPr>
          <p:cNvPr id="48" name="Text 46"/>
          <p:cNvSpPr/>
          <p:nvPr/>
        </p:nvSpPr>
        <p:spPr>
          <a:xfrm>
            <a:off x="7454075" y="5657850"/>
            <a:ext cx="233172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先釐清要解決什麼</a:t>
            </a:r>
            <a:endParaRPr lang="en-US" sz="1400" dirty="0"/>
          </a:p>
        </p:txBody>
      </p:sp>
      <p:sp>
        <p:nvSpPr>
          <p:cNvPr id="49" name="編號"/>
          <p:cNvSpPr/>
          <p:nvPr/>
        </p:nvSpPr>
        <p:spPr>
          <a:xfrm>
            <a:off x="5533835" y="6355080"/>
            <a:ext cx="411480" cy="411480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400" dirty="0"/>
          </a:p>
        </p:txBody>
      </p:sp>
      <p:sp>
        <p:nvSpPr>
          <p:cNvPr id="50" name="Text 48"/>
          <p:cNvSpPr/>
          <p:nvPr/>
        </p:nvSpPr>
        <p:spPr>
          <a:xfrm>
            <a:off x="6162485" y="6366510"/>
            <a:ext cx="13716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盤點現況</a:t>
            </a:r>
            <a:endParaRPr lang="en-US" sz="1650" dirty="0"/>
          </a:p>
        </p:txBody>
      </p:sp>
      <p:sp>
        <p:nvSpPr>
          <p:cNvPr id="51" name="Text 49"/>
          <p:cNvSpPr/>
          <p:nvPr/>
        </p:nvSpPr>
        <p:spPr>
          <a:xfrm>
            <a:off x="7454075" y="6366510"/>
            <a:ext cx="233172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蒐集事實與數據</a:t>
            </a:r>
            <a:endParaRPr lang="en-US" sz="1400" dirty="0"/>
          </a:p>
        </p:txBody>
      </p:sp>
      <p:sp>
        <p:nvSpPr>
          <p:cNvPr id="52" name="編號"/>
          <p:cNvSpPr/>
          <p:nvPr/>
        </p:nvSpPr>
        <p:spPr>
          <a:xfrm>
            <a:off x="5533835" y="7063740"/>
            <a:ext cx="411480" cy="411480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400" dirty="0"/>
          </a:p>
        </p:txBody>
      </p:sp>
      <p:sp>
        <p:nvSpPr>
          <p:cNvPr id="53" name="Text 51"/>
          <p:cNvSpPr/>
          <p:nvPr/>
        </p:nvSpPr>
        <p:spPr>
          <a:xfrm>
            <a:off x="6162485" y="7075170"/>
            <a:ext cx="13716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650" dirty="0"/>
          </a:p>
        </p:txBody>
      </p:sp>
      <p:sp>
        <p:nvSpPr>
          <p:cNvPr id="54" name="Text 52"/>
          <p:cNvSpPr/>
          <p:nvPr/>
        </p:nvSpPr>
        <p:spPr>
          <a:xfrm>
            <a:off x="7454075" y="7075170"/>
            <a:ext cx="233172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聚焦影響最大處</a:t>
            </a:r>
            <a:endParaRPr lang="en-US" sz="1400" dirty="0"/>
          </a:p>
        </p:txBody>
      </p:sp>
      <p:sp>
        <p:nvSpPr>
          <p:cNvPr id="55" name="Text 53"/>
          <p:cNvSpPr/>
          <p:nvPr/>
        </p:nvSpPr>
        <p:spPr>
          <a:xfrm>
            <a:off x="10221849" y="3949065"/>
            <a:ext cx="125730" cy="12573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6" name="Text 54"/>
          <p:cNvSpPr/>
          <p:nvPr/>
        </p:nvSpPr>
        <p:spPr>
          <a:xfrm>
            <a:off x="10473309" y="3829050"/>
            <a:ext cx="408051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圈號清單 ①②③</a:t>
            </a:r>
            <a:endParaRPr lang="en-US" sz="1650" dirty="0"/>
          </a:p>
        </p:txBody>
      </p:sp>
      <p:sp>
        <p:nvSpPr>
          <p:cNvPr id="57" name="線條"/>
          <p:cNvSpPr/>
          <p:nvPr/>
        </p:nvSpPr>
        <p:spPr>
          <a:xfrm>
            <a:off x="10221849" y="4309110"/>
            <a:ext cx="433197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10221849" y="4572000"/>
            <a:ext cx="20574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釐清目的</a:t>
            </a:r>
            <a:endParaRPr lang="en-US" sz="1750" dirty="0"/>
          </a:p>
        </p:txBody>
      </p:sp>
      <p:sp>
        <p:nvSpPr>
          <p:cNvPr id="59" name="Text 57"/>
          <p:cNvSpPr/>
          <p:nvPr/>
        </p:nvSpPr>
        <p:spPr>
          <a:xfrm>
            <a:off x="10221849" y="5052060"/>
            <a:ext cx="20574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拆解結構</a:t>
            </a:r>
            <a:endParaRPr lang="en-US" sz="1750" dirty="0"/>
          </a:p>
        </p:txBody>
      </p:sp>
      <p:sp>
        <p:nvSpPr>
          <p:cNvPr id="60" name="Text 58"/>
          <p:cNvSpPr/>
          <p:nvPr/>
        </p:nvSpPr>
        <p:spPr>
          <a:xfrm>
            <a:off x="10221849" y="5532120"/>
            <a:ext cx="20574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重新組合</a:t>
            </a:r>
            <a:endParaRPr lang="en-US" sz="1750" dirty="0"/>
          </a:p>
        </p:txBody>
      </p:sp>
      <p:sp>
        <p:nvSpPr>
          <p:cNvPr id="61" name="Text 59"/>
          <p:cNvSpPr/>
          <p:nvPr/>
        </p:nvSpPr>
        <p:spPr>
          <a:xfrm>
            <a:off x="10221849" y="6012180"/>
            <a:ext cx="20574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檢查一致</a:t>
            </a:r>
            <a:endParaRPr lang="en-US" sz="1750" dirty="0"/>
          </a:p>
        </p:txBody>
      </p:sp>
      <p:sp>
        <p:nvSpPr>
          <p:cNvPr id="62" name="Text 60"/>
          <p:cNvSpPr/>
          <p:nvPr/>
        </p:nvSpPr>
        <p:spPr>
          <a:xfrm>
            <a:off x="12507849" y="4572000"/>
            <a:ext cx="204597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過濾數據</a:t>
            </a:r>
            <a:endParaRPr lang="en-US" sz="1500" dirty="0"/>
          </a:p>
        </p:txBody>
      </p:sp>
      <p:sp>
        <p:nvSpPr>
          <p:cNvPr id="63" name="Text 61"/>
          <p:cNvSpPr/>
          <p:nvPr/>
        </p:nvSpPr>
        <p:spPr>
          <a:xfrm>
            <a:off x="12507849" y="5052060"/>
            <a:ext cx="204597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確認關係</a:t>
            </a:r>
            <a:endParaRPr lang="en-US" sz="1500" dirty="0"/>
          </a:p>
        </p:txBody>
      </p:sp>
      <p:sp>
        <p:nvSpPr>
          <p:cNvPr id="64" name="Text 62"/>
          <p:cNvSpPr/>
          <p:nvPr/>
        </p:nvSpPr>
        <p:spPr>
          <a:xfrm>
            <a:off x="12507849" y="5532120"/>
            <a:ext cx="204597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產出圖表</a:t>
            </a:r>
            <a:endParaRPr lang="en-US" sz="1500" dirty="0"/>
          </a:p>
        </p:txBody>
      </p:sp>
      <p:sp>
        <p:nvSpPr>
          <p:cNvPr id="65" name="Text 63"/>
          <p:cNvSpPr/>
          <p:nvPr/>
        </p:nvSpPr>
        <p:spPr>
          <a:xfrm>
            <a:off x="10221849" y="6629400"/>
            <a:ext cx="433197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清單 3–5 項最易記</a:t>
            </a:r>
            <a:endParaRPr lang="en-US" sz="1300" dirty="0"/>
          </a:p>
        </p:txBody>
      </p:sp>
      <p:sp>
        <p:nvSpPr>
          <p:cNvPr id="66" name="Text 64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67" name="Text 65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 / 14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685800" y="45720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圓形與流程鏈</a:t>
            </a:r>
            <a:endParaRPr lang="en-US" sz="4750" dirty="0"/>
          </a:p>
        </p:txBody>
      </p:sp>
      <p:sp>
        <p:nvSpPr>
          <p:cNvPr id="3" name="Text 1"/>
          <p:cNvSpPr/>
          <p:nvPr/>
        </p:nvSpPr>
        <p:spPr>
          <a:xfrm>
            <a:off x="4396740" y="1066800"/>
            <a:ext cx="182880" cy="18288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85800" y="1280160"/>
            <a:ext cx="125730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大外框圓＋疊放小圓，以及三段式流程鏈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685800" y="1828800"/>
            <a:ext cx="571500" cy="68580"/>
          </a:xfrm>
          <a:prstGeom prst="rect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85800" y="2348865"/>
            <a:ext cx="125730" cy="12573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37260" y="2228850"/>
            <a:ext cx="61493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大圓＋疊圓 Circles</a:t>
            </a:r>
            <a:endParaRPr lang="en-US" sz="1650" dirty="0"/>
          </a:p>
        </p:txBody>
      </p:sp>
      <p:sp>
        <p:nvSpPr>
          <p:cNvPr id="8" name="線條"/>
          <p:cNvSpPr/>
          <p:nvPr/>
        </p:nvSpPr>
        <p:spPr>
          <a:xfrm>
            <a:off x="685800" y="2708910"/>
            <a:ext cx="640080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9" name="大圓"/>
          <p:cNvSpPr/>
          <p:nvPr/>
        </p:nvSpPr>
        <p:spPr>
          <a:xfrm>
            <a:off x="2308860" y="2937510"/>
            <a:ext cx="3154680" cy="3154680"/>
          </a:xfrm>
          <a:prstGeom prst="ellipse">
            <a:avLst/>
          </a:prstGeom>
          <a:solidFill>
            <a:srgbClr val="FFFFFF"/>
          </a:solidFill>
          <a:ln w="43688">
            <a:solidFill>
              <a:srgbClr val="3A3A3A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2308860" y="3347618"/>
            <a:ext cx="3154680" cy="97795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</a:t>
            </a:r>
            <a:endParaRPr lang="en-US" sz="5150" dirty="0"/>
          </a:p>
        </p:txBody>
      </p:sp>
      <p:sp>
        <p:nvSpPr>
          <p:cNvPr id="11" name="Text 9"/>
          <p:cNvSpPr/>
          <p:nvPr/>
        </p:nvSpPr>
        <p:spPr>
          <a:xfrm>
            <a:off x="2624328" y="4357116"/>
            <a:ext cx="2523744" cy="883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如何做到</a:t>
            </a:r>
            <a:endParaRPr lang="en-US" sz="19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900" dirty="0"/>
          </a:p>
        </p:txBody>
      </p:sp>
      <p:sp>
        <p:nvSpPr>
          <p:cNvPr id="12" name="小圓"/>
          <p:cNvSpPr/>
          <p:nvPr/>
        </p:nvSpPr>
        <p:spPr>
          <a:xfrm>
            <a:off x="2146420" y="4984057"/>
            <a:ext cx="960120" cy="960120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2000" dirty="0"/>
          </a:p>
        </p:txBody>
      </p:sp>
      <p:sp>
        <p:nvSpPr>
          <p:cNvPr id="13" name="小圓"/>
          <p:cNvSpPr/>
          <p:nvPr/>
        </p:nvSpPr>
        <p:spPr>
          <a:xfrm>
            <a:off x="3406140" y="5612130"/>
            <a:ext cx="960120" cy="96012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2000" dirty="0"/>
          </a:p>
        </p:txBody>
      </p:sp>
      <p:sp>
        <p:nvSpPr>
          <p:cNvPr id="14" name="小圓"/>
          <p:cNvSpPr/>
          <p:nvPr/>
        </p:nvSpPr>
        <p:spPr>
          <a:xfrm>
            <a:off x="4665860" y="4984057"/>
            <a:ext cx="960120" cy="960120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7886700" y="2348865"/>
            <a:ext cx="125730" cy="12573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138160" y="2228850"/>
            <a:ext cx="6415659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 Chain</a:t>
            </a:r>
            <a:endParaRPr lang="en-US" sz="1650" dirty="0"/>
          </a:p>
        </p:txBody>
      </p:sp>
      <p:sp>
        <p:nvSpPr>
          <p:cNvPr id="17" name="線條"/>
          <p:cNvSpPr/>
          <p:nvPr/>
        </p:nvSpPr>
        <p:spPr>
          <a:xfrm>
            <a:off x="7886700" y="2708910"/>
            <a:ext cx="66671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18" name="流程鏈"/>
          <p:cNvSpPr/>
          <p:nvPr/>
        </p:nvSpPr>
        <p:spPr>
          <a:xfrm>
            <a:off x="7886700" y="2994660"/>
            <a:ext cx="2374163" cy="822960"/>
          </a:xfrm>
          <a:prstGeom prst="homePlate">
            <a:avLst>
              <a:gd name="adj" fmla="val 36000"/>
            </a:avLst>
          </a:prstGeom>
          <a:solidFill>
            <a:srgbClr val="3A3A3A"/>
          </a:solidFill>
          <a:ln>
            <a:noFill/>
          </a:ln>
        </p:spPr>
        <p:txBody>
          <a:bodyPr wrap="square" lIns="95250" tIns="0" rIns="3175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主題思考</a:t>
            </a:r>
            <a:endParaRPr lang="en-US" sz="2000" dirty="0"/>
          </a:p>
        </p:txBody>
      </p:sp>
      <p:sp>
        <p:nvSpPr>
          <p:cNvPr id="19" name="流程鏈"/>
          <p:cNvSpPr/>
          <p:nvPr/>
        </p:nvSpPr>
        <p:spPr>
          <a:xfrm>
            <a:off x="10033178" y="2994660"/>
            <a:ext cx="2374163" cy="822960"/>
          </a:xfrm>
          <a:prstGeom prst="chevron">
            <a:avLst>
              <a:gd name="adj" fmla="val 36000"/>
            </a:avLst>
          </a:prstGeom>
          <a:solidFill>
            <a:srgbClr val="616161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主題定位</a:t>
            </a:r>
            <a:endParaRPr lang="en-US" sz="2000" dirty="0"/>
          </a:p>
        </p:txBody>
      </p:sp>
      <p:sp>
        <p:nvSpPr>
          <p:cNvPr id="20" name="流程鏈"/>
          <p:cNvSpPr/>
          <p:nvPr/>
        </p:nvSpPr>
        <p:spPr>
          <a:xfrm>
            <a:off x="12179656" y="2994660"/>
            <a:ext cx="2374163" cy="822960"/>
          </a:xfrm>
          <a:prstGeom prst="chevron">
            <a:avLst>
              <a:gd name="adj" fmla="val 36000"/>
            </a:avLst>
          </a:prstGeom>
          <a:solidFill>
            <a:srgbClr val="F07F2D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內容產出</a:t>
            </a:r>
            <a:endParaRPr lang="en-US" sz="2000" dirty="0"/>
          </a:p>
        </p:txBody>
      </p:sp>
      <p:sp>
        <p:nvSpPr>
          <p:cNvPr id="21" name="流程鏈"/>
          <p:cNvSpPr/>
          <p:nvPr/>
        </p:nvSpPr>
        <p:spPr>
          <a:xfrm>
            <a:off x="7886700" y="4400550"/>
            <a:ext cx="1462903" cy="640080"/>
          </a:xfrm>
          <a:prstGeom prst="homePlate">
            <a:avLst>
              <a:gd name="adj" fmla="val 36000"/>
            </a:avLst>
          </a:prstGeom>
          <a:solidFill>
            <a:srgbClr val="3A3A3A"/>
          </a:solidFill>
          <a:ln>
            <a:noFill/>
          </a:ln>
        </p:spPr>
        <p:txBody>
          <a:bodyPr wrap="square" lIns="95250" tIns="0" rIns="3175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750" dirty="0"/>
          </a:p>
        </p:txBody>
      </p:sp>
      <p:sp>
        <p:nvSpPr>
          <p:cNvPr id="22" name="流程鏈"/>
          <p:cNvSpPr/>
          <p:nvPr/>
        </p:nvSpPr>
        <p:spPr>
          <a:xfrm>
            <a:off x="9187754" y="4400550"/>
            <a:ext cx="1462903" cy="640080"/>
          </a:xfrm>
          <a:prstGeom prst="chevron">
            <a:avLst>
              <a:gd name="adj" fmla="val 36000"/>
            </a:avLst>
          </a:prstGeom>
          <a:solidFill>
            <a:srgbClr val="616161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750" dirty="0"/>
          </a:p>
        </p:txBody>
      </p:sp>
      <p:sp>
        <p:nvSpPr>
          <p:cNvPr id="23" name="流程鏈"/>
          <p:cNvSpPr/>
          <p:nvPr/>
        </p:nvSpPr>
        <p:spPr>
          <a:xfrm>
            <a:off x="10488808" y="4400550"/>
            <a:ext cx="1462903" cy="640080"/>
          </a:xfrm>
          <a:prstGeom prst="chevron">
            <a:avLst>
              <a:gd name="adj" fmla="val 36000"/>
            </a:avLst>
          </a:prstGeom>
          <a:solidFill>
            <a:srgbClr val="3A3A3A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750" dirty="0"/>
          </a:p>
        </p:txBody>
      </p:sp>
      <p:sp>
        <p:nvSpPr>
          <p:cNvPr id="24" name="流程鏈"/>
          <p:cNvSpPr/>
          <p:nvPr/>
        </p:nvSpPr>
        <p:spPr>
          <a:xfrm>
            <a:off x="11789862" y="4400550"/>
            <a:ext cx="1462903" cy="640080"/>
          </a:xfrm>
          <a:prstGeom prst="chevron">
            <a:avLst>
              <a:gd name="adj" fmla="val 36000"/>
            </a:avLst>
          </a:prstGeom>
          <a:solidFill>
            <a:srgbClr val="616161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750" dirty="0"/>
          </a:p>
        </p:txBody>
      </p:sp>
      <p:sp>
        <p:nvSpPr>
          <p:cNvPr id="25" name="流程鏈"/>
          <p:cNvSpPr/>
          <p:nvPr/>
        </p:nvSpPr>
        <p:spPr>
          <a:xfrm>
            <a:off x="13090916" y="4400550"/>
            <a:ext cx="1462903" cy="640080"/>
          </a:xfrm>
          <a:prstGeom prst="chevron">
            <a:avLst>
              <a:gd name="adj" fmla="val 36000"/>
            </a:avLst>
          </a:prstGeom>
          <a:solidFill>
            <a:srgbClr val="F07F2D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750" dirty="0"/>
          </a:p>
        </p:txBody>
      </p:sp>
      <p:sp>
        <p:nvSpPr>
          <p:cNvPr id="26" name="流程鏈"/>
          <p:cNvSpPr/>
          <p:nvPr/>
        </p:nvSpPr>
        <p:spPr>
          <a:xfrm>
            <a:off x="7886700" y="5657850"/>
            <a:ext cx="1788166" cy="640080"/>
          </a:xfrm>
          <a:prstGeom prst="homePlate">
            <a:avLst>
              <a:gd name="adj" fmla="val 36000"/>
            </a:avLst>
          </a:prstGeom>
          <a:solidFill>
            <a:srgbClr val="3A3A3A"/>
          </a:solidFill>
          <a:ln>
            <a:noFill/>
          </a:ln>
        </p:spPr>
        <p:txBody>
          <a:bodyPr wrap="square" lIns="95250" tIns="0" rIns="3175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750" dirty="0"/>
          </a:p>
        </p:txBody>
      </p:sp>
      <p:sp>
        <p:nvSpPr>
          <p:cNvPr id="27" name="流程鏈"/>
          <p:cNvSpPr/>
          <p:nvPr/>
        </p:nvSpPr>
        <p:spPr>
          <a:xfrm>
            <a:off x="9513018" y="5657850"/>
            <a:ext cx="1788166" cy="640080"/>
          </a:xfrm>
          <a:prstGeom prst="chevron">
            <a:avLst>
              <a:gd name="adj" fmla="val 36000"/>
            </a:avLst>
          </a:prstGeom>
          <a:solidFill>
            <a:srgbClr val="616161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設計</a:t>
            </a:r>
            <a:endParaRPr lang="en-US" sz="1750" dirty="0"/>
          </a:p>
        </p:txBody>
      </p:sp>
      <p:sp>
        <p:nvSpPr>
          <p:cNvPr id="28" name="流程鏈"/>
          <p:cNvSpPr/>
          <p:nvPr/>
        </p:nvSpPr>
        <p:spPr>
          <a:xfrm>
            <a:off x="11139335" y="5657850"/>
            <a:ext cx="1788166" cy="640080"/>
          </a:xfrm>
          <a:prstGeom prst="chevron">
            <a:avLst>
              <a:gd name="adj" fmla="val 36000"/>
            </a:avLst>
          </a:prstGeom>
          <a:solidFill>
            <a:srgbClr val="3A3A3A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750" dirty="0"/>
          </a:p>
        </p:txBody>
      </p:sp>
      <p:sp>
        <p:nvSpPr>
          <p:cNvPr id="29" name="流程鏈"/>
          <p:cNvSpPr/>
          <p:nvPr/>
        </p:nvSpPr>
        <p:spPr>
          <a:xfrm>
            <a:off x="12765653" y="5657850"/>
            <a:ext cx="1788166" cy="640080"/>
          </a:xfrm>
          <a:prstGeom prst="chevron">
            <a:avLst>
              <a:gd name="adj" fmla="val 36000"/>
            </a:avLst>
          </a:prstGeom>
          <a:solidFill>
            <a:srgbClr val="F07F2D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檢討</a:t>
            </a:r>
            <a:endParaRPr lang="en-US" sz="1750" dirty="0"/>
          </a:p>
        </p:txBody>
      </p:sp>
      <p:sp>
        <p:nvSpPr>
          <p:cNvPr id="30" name="Text 28"/>
          <p:cNvSpPr/>
          <p:nvPr/>
        </p:nvSpPr>
        <p:spPr>
          <a:xfrm>
            <a:off x="7886700" y="6423660"/>
            <a:ext cx="1788166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界定範圍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9513018" y="6423660"/>
            <a:ext cx="1788166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產出方案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1139335" y="6423660"/>
            <a:ext cx="1788166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落實計畫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12765653" y="6423660"/>
            <a:ext cx="1788166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回顧改善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7886700" y="7200900"/>
            <a:ext cx="6667119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流程鏈以 3–5 個步驟為佳，重點步驟可用強調色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 / 14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685800" y="45720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連接線與箭頭</a:t>
            </a:r>
            <a:endParaRPr lang="en-US" sz="4750" dirty="0"/>
          </a:p>
        </p:txBody>
      </p:sp>
      <p:sp>
        <p:nvSpPr>
          <p:cNvPr id="3" name="Text 1"/>
          <p:cNvSpPr/>
          <p:nvPr/>
        </p:nvSpPr>
        <p:spPr>
          <a:xfrm>
            <a:off x="4396740" y="1066800"/>
            <a:ext cx="182880" cy="18288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85800" y="1280160"/>
            <a:ext cx="125730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細直線、折線、點狀線、曲線、▶ 小三角與區塊箭號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685800" y="1828800"/>
            <a:ext cx="571500" cy="68580"/>
          </a:xfrm>
          <a:prstGeom prst="rect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85800" y="2348865"/>
            <a:ext cx="125730" cy="12573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37260" y="2228850"/>
            <a:ext cx="294122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 Straight</a:t>
            </a:r>
            <a:endParaRPr lang="en-US" sz="1650" dirty="0"/>
          </a:p>
        </p:txBody>
      </p:sp>
      <p:sp>
        <p:nvSpPr>
          <p:cNvPr id="8" name="線條"/>
          <p:cNvSpPr/>
          <p:nvPr/>
        </p:nvSpPr>
        <p:spPr>
          <a:xfrm>
            <a:off x="685800" y="270891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9" name="處理"/>
          <p:cNvSpPr/>
          <p:nvPr/>
        </p:nvSpPr>
        <p:spPr>
          <a:xfrm>
            <a:off x="685800" y="3509010"/>
            <a:ext cx="1028700" cy="525780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31750">
            <a:solidFill>
              <a:srgbClr val="3A3A3A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10" name="處理"/>
          <p:cNvSpPr/>
          <p:nvPr/>
        </p:nvSpPr>
        <p:spPr>
          <a:xfrm>
            <a:off x="2849785" y="3509010"/>
            <a:ext cx="1028700" cy="525780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31750">
            <a:solidFill>
              <a:srgbClr val="3A3A3A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650" dirty="0"/>
          </a:p>
        </p:txBody>
      </p:sp>
      <p:cxnSp>
        <p:nvCxnSpPr>
          <p:cNvPr id="11" name="連接線"/>
          <p:cNvCxnSpPr>
            <a:stCxn id="9" idx="3"/>
            <a:endCxn id="10" idx="1"/>
          </p:cNvCxnSpPr>
          <p:nvPr/>
        </p:nvCxnSpPr>
        <p:spPr>
          <a:xfrm>
            <a:off x="1714500" y="3771900"/>
            <a:ext cx="1135285" cy="0"/>
          </a:xfrm>
          <a:prstGeom prst="straightConnector1">
            <a:avLst/>
          </a:prstGeom>
          <a:ln w="31750">
            <a:solidFill>
              <a:srgbClr val="3A3A3A"/>
            </a:solidFill>
            <a:prstDash val="solid"/>
            <a:tailEnd type="triangle"/>
          </a:ln>
        </p:spPr>
      </p:cxnSp>
      <p:sp>
        <p:nvSpPr>
          <p:cNvPr id="12" name="Text 10"/>
          <p:cNvSpPr/>
          <p:nvPr/>
        </p:nvSpPr>
        <p:spPr>
          <a:xfrm>
            <a:off x="4244245" y="2348865"/>
            <a:ext cx="125730" cy="12573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4495705" y="2228850"/>
            <a:ext cx="294122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 Elbow</a:t>
            </a:r>
            <a:endParaRPr lang="en-US" sz="1650" dirty="0"/>
          </a:p>
        </p:txBody>
      </p:sp>
      <p:sp>
        <p:nvSpPr>
          <p:cNvPr id="14" name="線條"/>
          <p:cNvSpPr/>
          <p:nvPr/>
        </p:nvSpPr>
        <p:spPr>
          <a:xfrm>
            <a:off x="4244245" y="270891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15" name="處理"/>
          <p:cNvSpPr/>
          <p:nvPr/>
        </p:nvSpPr>
        <p:spPr>
          <a:xfrm>
            <a:off x="4244245" y="3086100"/>
            <a:ext cx="1028700" cy="525780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31750">
            <a:solidFill>
              <a:srgbClr val="3A3A3A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16" name="處理"/>
          <p:cNvSpPr/>
          <p:nvPr/>
        </p:nvSpPr>
        <p:spPr>
          <a:xfrm>
            <a:off x="6408230" y="4229100"/>
            <a:ext cx="1028700" cy="525780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31750">
            <a:solidFill>
              <a:srgbClr val="3A3A3A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650" dirty="0"/>
          </a:p>
        </p:txBody>
      </p:sp>
      <p:cxnSp>
        <p:nvCxnSpPr>
          <p:cNvPr id="17" name="連接線"/>
          <p:cNvCxnSpPr>
            <a:stCxn id="15" idx="3"/>
            <a:endCxn id="16" idx="1"/>
          </p:cNvCxnSpPr>
          <p:nvPr/>
        </p:nvCxnSpPr>
        <p:spPr>
          <a:xfrm>
            <a:off x="5272945" y="3348990"/>
            <a:ext cx="1135285" cy="1143000"/>
          </a:xfrm>
          <a:prstGeom prst="bentConnector3">
            <a:avLst>
              <a:gd name="adj1" fmla="val 50000"/>
            </a:avLst>
          </a:prstGeom>
          <a:ln w="31750">
            <a:solidFill>
              <a:srgbClr val="3A3A3A"/>
            </a:solidFill>
            <a:prstDash val="solid"/>
            <a:tailEnd type="triangle"/>
          </a:ln>
        </p:spPr>
      </p:cxnSp>
      <p:sp>
        <p:nvSpPr>
          <p:cNvPr id="18" name="Text 16"/>
          <p:cNvSpPr/>
          <p:nvPr/>
        </p:nvSpPr>
        <p:spPr>
          <a:xfrm>
            <a:off x="7802690" y="2348865"/>
            <a:ext cx="125730" cy="12573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8054150" y="2228850"/>
            <a:ext cx="294122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點狀線 Dotted</a:t>
            </a:r>
            <a:endParaRPr lang="en-US" sz="1650" dirty="0"/>
          </a:p>
        </p:txBody>
      </p:sp>
      <p:sp>
        <p:nvSpPr>
          <p:cNvPr id="20" name="線條"/>
          <p:cNvSpPr/>
          <p:nvPr/>
        </p:nvSpPr>
        <p:spPr>
          <a:xfrm>
            <a:off x="7802690" y="270891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21" name="處理"/>
          <p:cNvSpPr/>
          <p:nvPr/>
        </p:nvSpPr>
        <p:spPr>
          <a:xfrm>
            <a:off x="7802690" y="3509010"/>
            <a:ext cx="1028700" cy="525780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31750">
            <a:solidFill>
              <a:srgbClr val="3A3A3A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22" name="處理"/>
          <p:cNvSpPr/>
          <p:nvPr/>
        </p:nvSpPr>
        <p:spPr>
          <a:xfrm>
            <a:off x="9966674" y="3509010"/>
            <a:ext cx="1028700" cy="525780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31750">
            <a:solidFill>
              <a:srgbClr val="3A3A3A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650" dirty="0"/>
          </a:p>
        </p:txBody>
      </p:sp>
      <p:cxnSp>
        <p:nvCxnSpPr>
          <p:cNvPr id="23" name="連接線"/>
          <p:cNvCxnSpPr>
            <a:stCxn id="21" idx="3"/>
            <a:endCxn id="22" idx="1"/>
          </p:cNvCxnSpPr>
          <p:nvPr/>
        </p:nvCxnSpPr>
        <p:spPr>
          <a:xfrm>
            <a:off x="8831389" y="3771900"/>
            <a:ext cx="1135285" cy="0"/>
          </a:xfrm>
          <a:prstGeom prst="straightConnector1">
            <a:avLst/>
          </a:prstGeom>
          <a:ln w="31750">
            <a:solidFill>
              <a:srgbClr val="3A3A3A"/>
            </a:solidFill>
            <a:prstDash val="sysDot"/>
            <a:tailEnd type="triangle"/>
          </a:ln>
        </p:spPr>
      </p:cxnSp>
      <p:sp>
        <p:nvSpPr>
          <p:cNvPr id="24" name="Text 22"/>
          <p:cNvSpPr/>
          <p:nvPr/>
        </p:nvSpPr>
        <p:spPr>
          <a:xfrm>
            <a:off x="11361134" y="2348865"/>
            <a:ext cx="125730" cy="12573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11612594" y="2228850"/>
            <a:ext cx="294122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曲線 Curved</a:t>
            </a:r>
            <a:endParaRPr lang="en-US" sz="1650" dirty="0"/>
          </a:p>
        </p:txBody>
      </p:sp>
      <p:sp>
        <p:nvSpPr>
          <p:cNvPr id="26" name="線條"/>
          <p:cNvSpPr/>
          <p:nvPr/>
        </p:nvSpPr>
        <p:spPr>
          <a:xfrm>
            <a:off x="11361134" y="270891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27" name="處理"/>
          <p:cNvSpPr/>
          <p:nvPr/>
        </p:nvSpPr>
        <p:spPr>
          <a:xfrm>
            <a:off x="11361134" y="4057650"/>
            <a:ext cx="1028700" cy="525780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31750">
            <a:solidFill>
              <a:srgbClr val="3A3A3A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28" name="處理"/>
          <p:cNvSpPr/>
          <p:nvPr/>
        </p:nvSpPr>
        <p:spPr>
          <a:xfrm>
            <a:off x="13525119" y="4057650"/>
            <a:ext cx="1028700" cy="525780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31750">
            <a:solidFill>
              <a:srgbClr val="3A3A3A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650" dirty="0"/>
          </a:p>
        </p:txBody>
      </p:sp>
      <p:sp>
        <p:nvSpPr>
          <p:cNvPr id="29" name="曲線箭頭"/>
          <p:cNvSpPr/>
          <p:nvPr/>
        </p:nvSpPr>
        <p:spPr>
          <a:xfrm>
            <a:off x="11875484" y="3028950"/>
            <a:ext cx="2163985" cy="960120"/>
          </a:xfrm>
          <a:custGeom>
            <a:avLst/>
            <a:gdLst/>
            <a:ahLst/>
            <a:cxnLst/>
            <a:rect l="l" t="t" r="r" b="b"/>
            <a:pathLst>
              <a:path w="2163985" h="960120">
                <a:moveTo>
                  <a:pt x="0" y="960120"/>
                </a:moveTo>
                <a:cubicBezTo>
                  <a:pt x="0" y="0"/>
                  <a:pt x="2163985" y="0"/>
                  <a:pt x="2163985" y="960120"/>
                </a:cubicBezTo>
              </a:path>
            </a:pathLst>
          </a:custGeom>
          <a:noFill/>
          <a:ln w="31750">
            <a:solidFill>
              <a:srgbClr val="3A3A3A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685800" y="5034915"/>
            <a:ext cx="125730" cy="12573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937260" y="4914900"/>
            <a:ext cx="294122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小三角分隔</a:t>
            </a:r>
            <a:endParaRPr lang="en-US" sz="1650" dirty="0"/>
          </a:p>
        </p:txBody>
      </p:sp>
      <p:sp>
        <p:nvSpPr>
          <p:cNvPr id="32" name="線條"/>
          <p:cNvSpPr/>
          <p:nvPr/>
        </p:nvSpPr>
        <p:spPr>
          <a:xfrm>
            <a:off x="685800" y="539496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85800" y="6229350"/>
            <a:ext cx="7086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650" dirty="0"/>
          </a:p>
        </p:txBody>
      </p:sp>
      <p:sp>
        <p:nvSpPr>
          <p:cNvPr id="34" name="分隔"/>
          <p:cNvSpPr/>
          <p:nvPr/>
        </p:nvSpPr>
        <p:spPr>
          <a:xfrm>
            <a:off x="1546836" y="6286500"/>
            <a:ext cx="228600" cy="342900"/>
          </a:xfrm>
          <a:prstGeom prst="chevron">
            <a:avLst>
              <a:gd name="adj" fmla="val 60000"/>
            </a:avLst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1927812" y="6229350"/>
            <a:ext cx="7086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650" dirty="0"/>
          </a:p>
        </p:txBody>
      </p:sp>
      <p:sp>
        <p:nvSpPr>
          <p:cNvPr id="36" name="分隔"/>
          <p:cNvSpPr/>
          <p:nvPr/>
        </p:nvSpPr>
        <p:spPr>
          <a:xfrm>
            <a:off x="2788849" y="6286500"/>
            <a:ext cx="228600" cy="342900"/>
          </a:xfrm>
          <a:prstGeom prst="chevron">
            <a:avLst>
              <a:gd name="adj" fmla="val 60000"/>
            </a:avLst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3169825" y="6229350"/>
            <a:ext cx="7086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650" dirty="0"/>
          </a:p>
        </p:txBody>
      </p:sp>
      <p:sp>
        <p:nvSpPr>
          <p:cNvPr id="38" name="Text 36"/>
          <p:cNvSpPr/>
          <p:nvPr/>
        </p:nvSpPr>
        <p:spPr>
          <a:xfrm>
            <a:off x="4244245" y="5034915"/>
            <a:ext cx="125730" cy="12573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4495705" y="4914900"/>
            <a:ext cx="294122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▶▶▶ 點狀箭號</a:t>
            </a:r>
            <a:endParaRPr lang="en-US" sz="1650" dirty="0"/>
          </a:p>
        </p:txBody>
      </p:sp>
      <p:sp>
        <p:nvSpPr>
          <p:cNvPr id="40" name="線條"/>
          <p:cNvSpPr/>
          <p:nvPr/>
        </p:nvSpPr>
        <p:spPr>
          <a:xfrm>
            <a:off x="4244245" y="539496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41" name="處理"/>
          <p:cNvSpPr/>
          <p:nvPr/>
        </p:nvSpPr>
        <p:spPr>
          <a:xfrm>
            <a:off x="4244245" y="6195060"/>
            <a:ext cx="1028700" cy="525780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31750">
            <a:solidFill>
              <a:srgbClr val="3A3A3A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42" name="處理"/>
          <p:cNvSpPr/>
          <p:nvPr/>
        </p:nvSpPr>
        <p:spPr>
          <a:xfrm>
            <a:off x="6408230" y="6195060"/>
            <a:ext cx="1028700" cy="525780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31750">
            <a:solidFill>
              <a:srgbClr val="3A3A3A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650" dirty="0"/>
          </a:p>
        </p:txBody>
      </p:sp>
      <p:sp>
        <p:nvSpPr>
          <p:cNvPr id="43" name="三角形"/>
          <p:cNvSpPr/>
          <p:nvPr/>
        </p:nvSpPr>
        <p:spPr>
          <a:xfrm>
            <a:off x="5579983" y="6368796"/>
            <a:ext cx="137160" cy="178308"/>
          </a:xfrm>
          <a:custGeom>
            <a:avLst/>
            <a:gdLst/>
            <a:ahLst/>
            <a:cxnLst/>
            <a:rect l="l" t="t" r="r" b="b"/>
            <a:pathLst>
              <a:path w="137160" h="178308">
                <a:moveTo>
                  <a:pt x="0" y="0"/>
                </a:moveTo>
                <a:lnTo>
                  <a:pt x="137160" y="89154"/>
                </a:lnTo>
                <a:lnTo>
                  <a:pt x="0" y="178308"/>
                </a:lnTo>
                <a:close/>
              </a:path>
            </a:pathLst>
          </a:cu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三角形"/>
          <p:cNvSpPr/>
          <p:nvPr/>
        </p:nvSpPr>
        <p:spPr>
          <a:xfrm>
            <a:off x="5772007" y="6368796"/>
            <a:ext cx="137160" cy="178308"/>
          </a:xfrm>
          <a:custGeom>
            <a:avLst/>
            <a:gdLst/>
            <a:ahLst/>
            <a:cxnLst/>
            <a:rect l="l" t="t" r="r" b="b"/>
            <a:pathLst>
              <a:path w="137160" h="178308">
                <a:moveTo>
                  <a:pt x="0" y="0"/>
                </a:moveTo>
                <a:lnTo>
                  <a:pt x="137160" y="89154"/>
                </a:lnTo>
                <a:lnTo>
                  <a:pt x="0" y="178308"/>
                </a:lnTo>
                <a:close/>
              </a:path>
            </a:pathLst>
          </a:cu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三角形"/>
          <p:cNvSpPr/>
          <p:nvPr/>
        </p:nvSpPr>
        <p:spPr>
          <a:xfrm>
            <a:off x="5964031" y="6368796"/>
            <a:ext cx="137160" cy="178308"/>
          </a:xfrm>
          <a:custGeom>
            <a:avLst/>
            <a:gdLst/>
            <a:ahLst/>
            <a:cxnLst/>
            <a:rect l="l" t="t" r="r" b="b"/>
            <a:pathLst>
              <a:path w="137160" h="178308">
                <a:moveTo>
                  <a:pt x="0" y="0"/>
                </a:moveTo>
                <a:lnTo>
                  <a:pt x="137160" y="89154"/>
                </a:lnTo>
                <a:lnTo>
                  <a:pt x="0" y="178308"/>
                </a:lnTo>
                <a:close/>
              </a:path>
            </a:pathLst>
          </a:cu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7802690" y="5034915"/>
            <a:ext cx="125730" cy="12573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8054150" y="4914900"/>
            <a:ext cx="294122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區塊箭號 Chevron</a:t>
            </a:r>
            <a:endParaRPr lang="en-US" sz="1650" dirty="0"/>
          </a:p>
        </p:txBody>
      </p:sp>
      <p:sp>
        <p:nvSpPr>
          <p:cNvPr id="48" name="線條"/>
          <p:cNvSpPr/>
          <p:nvPr/>
        </p:nvSpPr>
        <p:spPr>
          <a:xfrm>
            <a:off x="7802690" y="539496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49" name="區塊箭號"/>
          <p:cNvSpPr/>
          <p:nvPr/>
        </p:nvSpPr>
        <p:spPr>
          <a:xfrm>
            <a:off x="7802690" y="6149340"/>
            <a:ext cx="1201388" cy="617220"/>
          </a:xfrm>
          <a:prstGeom prst="homePlate">
            <a:avLst>
              <a:gd name="adj" fmla="val 33333"/>
            </a:avLst>
          </a:prstGeom>
          <a:solidFill>
            <a:srgbClr val="3A3A3A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</a:t>
            </a:r>
            <a:endParaRPr lang="en-US" sz="1650" dirty="0"/>
          </a:p>
        </p:txBody>
      </p:sp>
      <p:sp>
        <p:nvSpPr>
          <p:cNvPr id="50" name="區塊箭號"/>
          <p:cNvSpPr/>
          <p:nvPr/>
        </p:nvSpPr>
        <p:spPr>
          <a:xfrm>
            <a:off x="8844058" y="6149340"/>
            <a:ext cx="1201388" cy="617220"/>
          </a:xfrm>
          <a:prstGeom prst="chevron">
            <a:avLst>
              <a:gd name="adj" fmla="val 33333"/>
            </a:avLst>
          </a:prstGeom>
          <a:solidFill>
            <a:srgbClr val="6B6B6B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二</a:t>
            </a:r>
            <a:endParaRPr lang="en-US" sz="1650" dirty="0"/>
          </a:p>
        </p:txBody>
      </p:sp>
      <p:sp>
        <p:nvSpPr>
          <p:cNvPr id="51" name="區塊箭號"/>
          <p:cNvSpPr/>
          <p:nvPr/>
        </p:nvSpPr>
        <p:spPr>
          <a:xfrm>
            <a:off x="9885426" y="6149340"/>
            <a:ext cx="1201388" cy="617220"/>
          </a:xfrm>
          <a:prstGeom prst="chevron">
            <a:avLst>
              <a:gd name="adj" fmla="val 33333"/>
            </a:avLst>
          </a:prstGeom>
          <a:solidFill>
            <a:srgbClr val="F07F2D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</a:t>
            </a:r>
            <a:endParaRPr lang="en-US" sz="1650" dirty="0"/>
          </a:p>
        </p:txBody>
      </p:sp>
      <p:sp>
        <p:nvSpPr>
          <p:cNvPr id="52" name="Text 50"/>
          <p:cNvSpPr/>
          <p:nvPr/>
        </p:nvSpPr>
        <p:spPr>
          <a:xfrm>
            <a:off x="11361134" y="5034915"/>
            <a:ext cx="125730" cy="12573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11612594" y="4914900"/>
            <a:ext cx="294122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 Branch</a:t>
            </a:r>
            <a:endParaRPr lang="en-US" sz="1650" dirty="0"/>
          </a:p>
        </p:txBody>
      </p:sp>
      <p:sp>
        <p:nvSpPr>
          <p:cNvPr id="54" name="線條"/>
          <p:cNvSpPr/>
          <p:nvPr/>
        </p:nvSpPr>
        <p:spPr>
          <a:xfrm>
            <a:off x="11361134" y="539496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55" name="處理"/>
          <p:cNvSpPr/>
          <p:nvPr/>
        </p:nvSpPr>
        <p:spPr>
          <a:xfrm>
            <a:off x="11361134" y="6195060"/>
            <a:ext cx="1028700" cy="525780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31750">
            <a:solidFill>
              <a:srgbClr val="3A3A3A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56" name="處理"/>
          <p:cNvSpPr/>
          <p:nvPr/>
        </p:nvSpPr>
        <p:spPr>
          <a:xfrm>
            <a:off x="13525119" y="5715000"/>
            <a:ext cx="1028700" cy="525780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31750">
            <a:solidFill>
              <a:srgbClr val="3A3A3A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B1</a:t>
            </a:r>
            <a:endParaRPr lang="en-US" sz="1650" dirty="0"/>
          </a:p>
        </p:txBody>
      </p:sp>
      <p:sp>
        <p:nvSpPr>
          <p:cNvPr id="57" name="處理"/>
          <p:cNvSpPr/>
          <p:nvPr/>
        </p:nvSpPr>
        <p:spPr>
          <a:xfrm>
            <a:off x="13525119" y="6675120"/>
            <a:ext cx="1028700" cy="525780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31750">
            <a:solidFill>
              <a:srgbClr val="3A3A3A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B2</a:t>
            </a:r>
            <a:endParaRPr lang="en-US" sz="1650" dirty="0"/>
          </a:p>
        </p:txBody>
      </p:sp>
      <p:cxnSp>
        <p:nvCxnSpPr>
          <p:cNvPr id="58" name="連接線"/>
          <p:cNvCxnSpPr>
            <a:stCxn id="55" idx="3"/>
            <a:endCxn id="56" idx="1"/>
          </p:cNvCxnSpPr>
          <p:nvPr/>
        </p:nvCxnSpPr>
        <p:spPr>
          <a:xfrm flipV="1">
            <a:off x="12389834" y="5977890"/>
            <a:ext cx="1135285" cy="480060"/>
          </a:xfrm>
          <a:prstGeom prst="bentConnector3">
            <a:avLst>
              <a:gd name="adj1" fmla="val 50000"/>
            </a:avLst>
          </a:prstGeom>
          <a:ln w="31750">
            <a:solidFill>
              <a:srgbClr val="3A3A3A"/>
            </a:solidFill>
            <a:prstDash val="solid"/>
            <a:tailEnd type="triangle"/>
          </a:ln>
        </p:spPr>
      </p:cxnSp>
      <p:cxnSp>
        <p:nvCxnSpPr>
          <p:cNvPr id="59" name="連接線"/>
          <p:cNvCxnSpPr>
            <a:stCxn id="55" idx="3"/>
            <a:endCxn id="57" idx="1"/>
          </p:cNvCxnSpPr>
          <p:nvPr/>
        </p:nvCxnSpPr>
        <p:spPr>
          <a:xfrm>
            <a:off x="12389834" y="6457950"/>
            <a:ext cx="1135285" cy="480060"/>
          </a:xfrm>
          <a:prstGeom prst="bentConnector3">
            <a:avLst>
              <a:gd name="adj1" fmla="val 50000"/>
            </a:avLst>
          </a:prstGeom>
          <a:ln w="31750">
            <a:solidFill>
              <a:srgbClr val="3A3A3A"/>
            </a:solidFill>
            <a:prstDash val="solid"/>
            <a:tailEnd type="triangle"/>
          </a:ln>
        </p:spPr>
      </p:cxnSp>
      <p:sp>
        <p:nvSpPr>
          <p:cNvPr id="60" name="Text 58"/>
          <p:cNvSpPr/>
          <p:nvPr/>
        </p:nvSpPr>
        <p:spPr>
          <a:xfrm>
            <a:off x="685800" y="7429500"/>
            <a:ext cx="13868019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直線、折線、點狀線、分支在 pptx 中是「黏著連接線」：移動圖形，線會跟著走（曲線為一般線條）</a:t>
            </a:r>
            <a:endParaRPr lang="en-US" sz="1300" dirty="0"/>
          </a:p>
        </p:txBody>
      </p:sp>
      <p:sp>
        <p:nvSpPr>
          <p:cNvPr id="61" name="Text 59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62" name="Text 60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 / 14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685800" y="45720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流程圖符號</a:t>
            </a:r>
            <a:endParaRPr lang="en-US" sz="4750" dirty="0"/>
          </a:p>
        </p:txBody>
      </p:sp>
      <p:sp>
        <p:nvSpPr>
          <p:cNvPr id="3" name="Text 1"/>
          <p:cNvSpPr/>
          <p:nvPr/>
        </p:nvSpPr>
        <p:spPr>
          <a:xfrm>
            <a:off x="3793490" y="1066800"/>
            <a:ext cx="182880" cy="18288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85800" y="1280160"/>
            <a:ext cx="125730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開始／結束、處理、判斷、輸入輸出、文件、資料庫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685800" y="1828800"/>
            <a:ext cx="571500" cy="68580"/>
          </a:xfrm>
          <a:prstGeom prst="rect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開始／結束"/>
          <p:cNvSpPr/>
          <p:nvPr/>
        </p:nvSpPr>
        <p:spPr>
          <a:xfrm>
            <a:off x="984218" y="2788920"/>
            <a:ext cx="1714500" cy="708660"/>
          </a:xfrm>
          <a:prstGeom prst="roundRect">
            <a:avLst>
              <a:gd name="adj" fmla="val 50000"/>
            </a:avLst>
          </a:prstGeom>
          <a:solidFill>
            <a:srgbClr val="3A3A3A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750" dirty="0"/>
          </a:p>
        </p:txBody>
      </p:sp>
      <p:sp>
        <p:nvSpPr>
          <p:cNvPr id="7" name="Text 5"/>
          <p:cNvSpPr/>
          <p:nvPr/>
        </p:nvSpPr>
        <p:spPr>
          <a:xfrm>
            <a:off x="685800" y="3909060"/>
            <a:ext cx="2311337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Terminator</a:t>
            </a:r>
            <a:endParaRPr lang="en-US" sz="1750" dirty="0"/>
          </a:p>
        </p:txBody>
      </p:sp>
      <p:sp>
        <p:nvSpPr>
          <p:cNvPr id="8" name="處理"/>
          <p:cNvSpPr/>
          <p:nvPr/>
        </p:nvSpPr>
        <p:spPr>
          <a:xfrm>
            <a:off x="3238405" y="2731770"/>
            <a:ext cx="1828800" cy="822960"/>
          </a:xfrm>
          <a:prstGeom prst="roundRect">
            <a:avLst>
              <a:gd name="adj" fmla="val 6944"/>
            </a:avLst>
          </a:prstGeom>
          <a:solidFill>
            <a:srgbClr val="F2F2F2"/>
          </a:solidFill>
          <a:ln w="31750">
            <a:solidFill>
              <a:srgbClr val="3A3A3A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750" dirty="0"/>
          </a:p>
        </p:txBody>
      </p:sp>
      <p:sp>
        <p:nvSpPr>
          <p:cNvPr id="9" name="Text 7"/>
          <p:cNvSpPr/>
          <p:nvPr/>
        </p:nvSpPr>
        <p:spPr>
          <a:xfrm>
            <a:off x="2997137" y="3909060"/>
            <a:ext cx="2311337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750" dirty="0"/>
          </a:p>
        </p:txBody>
      </p:sp>
      <p:sp>
        <p:nvSpPr>
          <p:cNvPr id="10" name="判斷"/>
          <p:cNvSpPr/>
          <p:nvPr/>
        </p:nvSpPr>
        <p:spPr>
          <a:xfrm>
            <a:off x="5606891" y="2571750"/>
            <a:ext cx="1714500" cy="1143000"/>
          </a:xfrm>
          <a:prstGeom prst="diamond">
            <a:avLst/>
          </a:prstGeom>
          <a:solidFill>
            <a:srgbClr val="FFFFFF"/>
          </a:solidFill>
          <a:ln w="31750">
            <a:solidFill>
              <a:srgbClr val="F07F2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750" dirty="0"/>
          </a:p>
        </p:txBody>
      </p:sp>
      <p:sp>
        <p:nvSpPr>
          <p:cNvPr id="11" name="Text 9"/>
          <p:cNvSpPr/>
          <p:nvPr/>
        </p:nvSpPr>
        <p:spPr>
          <a:xfrm>
            <a:off x="5308473" y="3909060"/>
            <a:ext cx="2311337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750" dirty="0"/>
          </a:p>
        </p:txBody>
      </p:sp>
      <p:sp>
        <p:nvSpPr>
          <p:cNvPr id="12" name="輸入輸出"/>
          <p:cNvSpPr/>
          <p:nvPr/>
        </p:nvSpPr>
        <p:spPr>
          <a:xfrm>
            <a:off x="7803928" y="2731770"/>
            <a:ext cx="1943100" cy="822960"/>
          </a:xfrm>
          <a:prstGeom prst="parallelogram">
            <a:avLst>
              <a:gd name="adj" fmla="val 42000"/>
            </a:avLst>
          </a:prstGeom>
          <a:solidFill>
            <a:srgbClr val="F2F2F2"/>
          </a:solidFill>
          <a:ln w="31750">
            <a:solidFill>
              <a:srgbClr val="3A3A3A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750" dirty="0"/>
          </a:p>
        </p:txBody>
      </p:sp>
      <p:sp>
        <p:nvSpPr>
          <p:cNvPr id="13" name="Text 11"/>
          <p:cNvSpPr/>
          <p:nvPr/>
        </p:nvSpPr>
        <p:spPr>
          <a:xfrm>
            <a:off x="7619809" y="3909060"/>
            <a:ext cx="2311337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輸入／輸出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Input / Output</a:t>
            </a:r>
            <a:endParaRPr lang="en-US" sz="1750" dirty="0"/>
          </a:p>
        </p:txBody>
      </p:sp>
      <p:sp>
        <p:nvSpPr>
          <p:cNvPr id="14" name="文件"/>
          <p:cNvSpPr/>
          <p:nvPr/>
        </p:nvSpPr>
        <p:spPr>
          <a:xfrm>
            <a:off x="10229564" y="2657475"/>
            <a:ext cx="1714500" cy="971550"/>
          </a:xfrm>
          <a:prstGeom prst="flowChartDocument">
            <a:avLst/>
          </a:prstGeom>
          <a:solidFill>
            <a:srgbClr val="F2F2F2"/>
          </a:solidFill>
          <a:ln w="31750">
            <a:solidFill>
              <a:srgbClr val="3A3A3A"/>
            </a:solidFill>
            <a:prstDash val="solid"/>
          </a:ln>
        </p:spPr>
        <p:txBody>
          <a:bodyPr wrap="square" lIns="47625" tIns="0" rIns="47625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750" dirty="0"/>
          </a:p>
        </p:txBody>
      </p:sp>
      <p:sp>
        <p:nvSpPr>
          <p:cNvPr id="15" name="Text 13"/>
          <p:cNvSpPr/>
          <p:nvPr/>
        </p:nvSpPr>
        <p:spPr>
          <a:xfrm>
            <a:off x="9931146" y="3909060"/>
            <a:ext cx="2311337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Document</a:t>
            </a:r>
            <a:endParaRPr lang="en-US" sz="1750" dirty="0"/>
          </a:p>
        </p:txBody>
      </p:sp>
      <p:sp>
        <p:nvSpPr>
          <p:cNvPr id="16" name="資料庫"/>
          <p:cNvSpPr/>
          <p:nvPr/>
        </p:nvSpPr>
        <p:spPr>
          <a:xfrm>
            <a:off x="12769501" y="2571750"/>
            <a:ext cx="1257300" cy="1143000"/>
          </a:xfrm>
          <a:prstGeom prst="can">
            <a:avLst>
              <a:gd name="adj" fmla="val 13000"/>
            </a:avLst>
          </a:prstGeom>
          <a:solidFill>
            <a:srgbClr val="F2F2F2"/>
          </a:solidFill>
          <a:ln w="31750">
            <a:solidFill>
              <a:srgbClr val="3A3A3A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750" dirty="0"/>
          </a:p>
        </p:txBody>
      </p:sp>
      <p:sp>
        <p:nvSpPr>
          <p:cNvPr id="17" name="Text 15"/>
          <p:cNvSpPr/>
          <p:nvPr/>
        </p:nvSpPr>
        <p:spPr>
          <a:xfrm>
            <a:off x="12242483" y="3909060"/>
            <a:ext cx="2311337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Database</a:t>
            </a:r>
            <a:endParaRPr lang="en-US" sz="1750" dirty="0"/>
          </a:p>
        </p:txBody>
      </p:sp>
      <p:sp>
        <p:nvSpPr>
          <p:cNvPr id="18" name="Text 16"/>
          <p:cNvSpPr/>
          <p:nvPr/>
        </p:nvSpPr>
        <p:spPr>
          <a:xfrm>
            <a:off x="685800" y="4829175"/>
            <a:ext cx="125730" cy="12573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937260" y="4709160"/>
            <a:ext cx="13616559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基本流程範例</a:t>
            </a:r>
            <a:endParaRPr lang="en-US" sz="1650" dirty="0"/>
          </a:p>
        </p:txBody>
      </p:sp>
      <p:sp>
        <p:nvSpPr>
          <p:cNvPr id="20" name="線條"/>
          <p:cNvSpPr/>
          <p:nvPr/>
        </p:nvSpPr>
        <p:spPr>
          <a:xfrm>
            <a:off x="685800" y="5189220"/>
            <a:ext cx="138680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21" name="開始／結束"/>
          <p:cNvSpPr/>
          <p:nvPr/>
        </p:nvSpPr>
        <p:spPr>
          <a:xfrm>
            <a:off x="685800" y="5543550"/>
            <a:ext cx="1428750" cy="685800"/>
          </a:xfrm>
          <a:prstGeom prst="roundRect">
            <a:avLst>
              <a:gd name="adj" fmla="val 50000"/>
            </a:avLst>
          </a:prstGeom>
          <a:solidFill>
            <a:srgbClr val="3A3A3A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750" dirty="0"/>
          </a:p>
        </p:txBody>
      </p:sp>
      <p:sp>
        <p:nvSpPr>
          <p:cNvPr id="22" name="輸入輸出"/>
          <p:cNvSpPr/>
          <p:nvPr/>
        </p:nvSpPr>
        <p:spPr>
          <a:xfrm>
            <a:off x="2785034" y="5497830"/>
            <a:ext cx="2057400" cy="777240"/>
          </a:xfrm>
          <a:prstGeom prst="parallelogram">
            <a:avLst>
              <a:gd name="adj" fmla="val 42000"/>
            </a:avLst>
          </a:prstGeom>
          <a:solidFill>
            <a:srgbClr val="F2F2F2"/>
          </a:solidFill>
          <a:ln w="31750">
            <a:solidFill>
              <a:srgbClr val="3A3A3A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輸入需求</a:t>
            </a:r>
            <a:endParaRPr lang="en-US" sz="1750" dirty="0"/>
          </a:p>
        </p:txBody>
      </p:sp>
      <p:sp>
        <p:nvSpPr>
          <p:cNvPr id="23" name="判斷"/>
          <p:cNvSpPr/>
          <p:nvPr/>
        </p:nvSpPr>
        <p:spPr>
          <a:xfrm>
            <a:off x="5512918" y="5314950"/>
            <a:ext cx="1943100" cy="1143000"/>
          </a:xfrm>
          <a:prstGeom prst="diamond">
            <a:avLst/>
          </a:prstGeom>
          <a:solidFill>
            <a:srgbClr val="FFFFFF"/>
          </a:solidFill>
          <a:ln w="31750">
            <a:solidFill>
              <a:srgbClr val="F07F2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是否可行？</a:t>
            </a:r>
            <a:endParaRPr lang="en-US" sz="1650" dirty="0"/>
          </a:p>
        </p:txBody>
      </p:sp>
      <p:sp>
        <p:nvSpPr>
          <p:cNvPr id="24" name="處理"/>
          <p:cNvSpPr/>
          <p:nvPr/>
        </p:nvSpPr>
        <p:spPr>
          <a:xfrm>
            <a:off x="8126501" y="5497830"/>
            <a:ext cx="1828800" cy="777240"/>
          </a:xfrm>
          <a:prstGeom prst="roundRect">
            <a:avLst>
              <a:gd name="adj" fmla="val 7353"/>
            </a:avLst>
          </a:prstGeom>
          <a:solidFill>
            <a:srgbClr val="F2F2F2"/>
          </a:solidFill>
          <a:ln w="31750">
            <a:solidFill>
              <a:srgbClr val="3A3A3A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執行處理</a:t>
            </a:r>
            <a:endParaRPr lang="en-US" sz="1750" dirty="0"/>
          </a:p>
        </p:txBody>
      </p:sp>
      <p:sp>
        <p:nvSpPr>
          <p:cNvPr id="25" name="文件"/>
          <p:cNvSpPr/>
          <p:nvPr/>
        </p:nvSpPr>
        <p:spPr>
          <a:xfrm>
            <a:off x="10625785" y="5429250"/>
            <a:ext cx="1828800" cy="914400"/>
          </a:xfrm>
          <a:prstGeom prst="flowChartDocument">
            <a:avLst/>
          </a:prstGeom>
          <a:solidFill>
            <a:srgbClr val="F2F2F2"/>
          </a:solidFill>
          <a:ln w="31750">
            <a:solidFill>
              <a:srgbClr val="3A3A3A"/>
            </a:solidFill>
            <a:prstDash val="solid"/>
          </a:ln>
        </p:spPr>
        <p:txBody>
          <a:bodyPr wrap="square" lIns="47625" tIns="0" rIns="47625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產出報告</a:t>
            </a:r>
            <a:endParaRPr lang="en-US" sz="1750" dirty="0"/>
          </a:p>
        </p:txBody>
      </p:sp>
      <p:sp>
        <p:nvSpPr>
          <p:cNvPr id="26" name="開始／結束"/>
          <p:cNvSpPr/>
          <p:nvPr/>
        </p:nvSpPr>
        <p:spPr>
          <a:xfrm>
            <a:off x="13125069" y="5543550"/>
            <a:ext cx="1428750" cy="685800"/>
          </a:xfrm>
          <a:prstGeom prst="roundRect">
            <a:avLst>
              <a:gd name="adj" fmla="val 50000"/>
            </a:avLst>
          </a:prstGeom>
          <a:solidFill>
            <a:srgbClr val="3A3A3A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750" dirty="0"/>
          </a:p>
        </p:txBody>
      </p:sp>
      <p:cxnSp>
        <p:nvCxnSpPr>
          <p:cNvPr id="27" name="連接線"/>
          <p:cNvCxnSpPr>
            <a:stCxn id="21" idx="3"/>
            <a:endCxn id="22" idx="5"/>
          </p:cNvCxnSpPr>
          <p:nvPr/>
        </p:nvCxnSpPr>
        <p:spPr>
          <a:xfrm>
            <a:off x="2114550" y="5886450"/>
            <a:ext cx="833704" cy="0"/>
          </a:xfrm>
          <a:prstGeom prst="straightConnector1">
            <a:avLst/>
          </a:prstGeom>
          <a:ln w="31750">
            <a:solidFill>
              <a:srgbClr val="3A3A3A"/>
            </a:solidFill>
            <a:prstDash val="solid"/>
            <a:tailEnd type="triangle"/>
          </a:ln>
        </p:spPr>
      </p:cxnSp>
      <p:cxnSp>
        <p:nvCxnSpPr>
          <p:cNvPr id="28" name="連接線"/>
          <p:cNvCxnSpPr>
            <a:stCxn id="22" idx="2"/>
            <a:endCxn id="23" idx="1"/>
          </p:cNvCxnSpPr>
          <p:nvPr/>
        </p:nvCxnSpPr>
        <p:spPr>
          <a:xfrm>
            <a:off x="4679213" y="5886450"/>
            <a:ext cx="833704" cy="0"/>
          </a:xfrm>
          <a:prstGeom prst="straightConnector1">
            <a:avLst/>
          </a:prstGeom>
          <a:ln w="31750">
            <a:solidFill>
              <a:srgbClr val="3A3A3A"/>
            </a:solidFill>
            <a:prstDash val="solid"/>
            <a:tailEnd type="triangle"/>
          </a:ln>
        </p:spPr>
      </p:cxnSp>
      <p:cxnSp>
        <p:nvCxnSpPr>
          <p:cNvPr id="29" name="連接線"/>
          <p:cNvCxnSpPr>
            <a:stCxn id="23" idx="3"/>
            <a:endCxn id="24" idx="1"/>
          </p:cNvCxnSpPr>
          <p:nvPr/>
        </p:nvCxnSpPr>
        <p:spPr>
          <a:xfrm>
            <a:off x="7456018" y="5886450"/>
            <a:ext cx="670484" cy="0"/>
          </a:xfrm>
          <a:prstGeom prst="straightConnector1">
            <a:avLst/>
          </a:prstGeom>
          <a:ln w="31750">
            <a:solidFill>
              <a:srgbClr val="3A3A3A"/>
            </a:solidFill>
            <a:prstDash val="solid"/>
            <a:tailEnd type="triangle"/>
          </a:ln>
        </p:spPr>
      </p:cxnSp>
      <p:cxnSp>
        <p:nvCxnSpPr>
          <p:cNvPr id="30" name="連接線"/>
          <p:cNvCxnSpPr>
            <a:stCxn id="24" idx="3"/>
            <a:endCxn id="25" idx="1"/>
          </p:cNvCxnSpPr>
          <p:nvPr/>
        </p:nvCxnSpPr>
        <p:spPr>
          <a:xfrm>
            <a:off x="9955301" y="5886450"/>
            <a:ext cx="670484" cy="0"/>
          </a:xfrm>
          <a:prstGeom prst="straightConnector1">
            <a:avLst/>
          </a:prstGeom>
          <a:ln w="31750">
            <a:solidFill>
              <a:srgbClr val="3A3A3A"/>
            </a:solidFill>
            <a:prstDash val="solid"/>
            <a:tailEnd type="triangle"/>
          </a:ln>
        </p:spPr>
      </p:cxnSp>
      <p:cxnSp>
        <p:nvCxnSpPr>
          <p:cNvPr id="31" name="連接線"/>
          <p:cNvCxnSpPr>
            <a:stCxn id="25" idx="3"/>
            <a:endCxn id="26" idx="1"/>
          </p:cNvCxnSpPr>
          <p:nvPr/>
        </p:nvCxnSpPr>
        <p:spPr>
          <a:xfrm>
            <a:off x="12454585" y="5886450"/>
            <a:ext cx="670484" cy="0"/>
          </a:xfrm>
          <a:prstGeom prst="straightConnector1">
            <a:avLst/>
          </a:prstGeom>
          <a:ln w="31750">
            <a:solidFill>
              <a:srgbClr val="3A3A3A"/>
            </a:solidFill>
            <a:prstDash val="solid"/>
            <a:tailEnd type="triangle"/>
          </a:ln>
        </p:spPr>
      </p:cxnSp>
      <p:sp>
        <p:nvSpPr>
          <p:cNvPr id="32" name="Text 30"/>
          <p:cNvSpPr/>
          <p:nvPr/>
        </p:nvSpPr>
        <p:spPr>
          <a:xfrm>
            <a:off x="7478878" y="5406390"/>
            <a:ext cx="670484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</a:t>
            </a:r>
            <a:endParaRPr lang="en-US" sz="1400" dirty="0"/>
          </a:p>
        </p:txBody>
      </p:sp>
      <p:sp>
        <p:nvSpPr>
          <p:cNvPr id="33" name="資料庫"/>
          <p:cNvSpPr/>
          <p:nvPr/>
        </p:nvSpPr>
        <p:spPr>
          <a:xfrm>
            <a:off x="8469401" y="6766560"/>
            <a:ext cx="1143000" cy="937260"/>
          </a:xfrm>
          <a:prstGeom prst="can">
            <a:avLst>
              <a:gd name="adj" fmla="val 13000"/>
            </a:avLst>
          </a:prstGeom>
          <a:solidFill>
            <a:srgbClr val="F2F2F2"/>
          </a:solidFill>
          <a:ln w="31750">
            <a:solidFill>
              <a:srgbClr val="3A3A3A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500" dirty="0"/>
          </a:p>
        </p:txBody>
      </p:sp>
      <p:cxnSp>
        <p:nvCxnSpPr>
          <p:cNvPr id="34" name="連接線"/>
          <p:cNvCxnSpPr>
            <a:stCxn id="24" idx="2"/>
            <a:endCxn id="33" idx="0"/>
          </p:cNvCxnSpPr>
          <p:nvPr/>
        </p:nvCxnSpPr>
        <p:spPr>
          <a:xfrm>
            <a:off x="9040901" y="6275070"/>
            <a:ext cx="0" cy="491490"/>
          </a:xfrm>
          <a:prstGeom prst="straightConnector1">
            <a:avLst/>
          </a:prstGeom>
          <a:ln w="31750">
            <a:solidFill>
              <a:srgbClr val="3A3A3A"/>
            </a:solidFill>
            <a:prstDash val="sysDash"/>
            <a:headEnd type="triangle"/>
            <a:tailEnd type="triangle"/>
          </a:ln>
        </p:spPr>
      </p:cxnSp>
      <p:cxnSp>
        <p:nvCxnSpPr>
          <p:cNvPr id="35" name="連接線"/>
          <p:cNvCxnSpPr>
            <a:stCxn id="23" idx="2"/>
            <a:endCxn id="22" idx="4"/>
          </p:cNvCxnSpPr>
          <p:nvPr/>
        </p:nvCxnSpPr>
        <p:spPr>
          <a:xfrm rot="5400000" flipH="1">
            <a:off x="5057661" y="5031143"/>
            <a:ext cx="182880" cy="2670734"/>
          </a:xfrm>
          <a:prstGeom prst="bentConnector3">
            <a:avLst>
              <a:gd name="adj1" fmla="val -468750"/>
            </a:avLst>
          </a:prstGeom>
          <a:ln w="31750">
            <a:solidFill>
              <a:srgbClr val="3A3A3A"/>
            </a:solidFill>
            <a:prstDash val="solid"/>
            <a:tailEnd type="triangle"/>
          </a:ln>
        </p:spPr>
      </p:cxnSp>
      <p:sp>
        <p:nvSpPr>
          <p:cNvPr id="36" name="Text 34"/>
          <p:cNvSpPr/>
          <p:nvPr/>
        </p:nvSpPr>
        <p:spPr>
          <a:xfrm>
            <a:off x="6598768" y="6595110"/>
            <a:ext cx="5715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否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 / 14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685800" y="45720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結構元件</a:t>
            </a:r>
            <a:endParaRPr lang="en-US" sz="4750" dirty="0"/>
          </a:p>
        </p:txBody>
      </p:sp>
      <p:sp>
        <p:nvSpPr>
          <p:cNvPr id="3" name="Text 1"/>
          <p:cNvSpPr/>
          <p:nvPr/>
        </p:nvSpPr>
        <p:spPr>
          <a:xfrm>
            <a:off x="3190240" y="1066800"/>
            <a:ext cx="182880" cy="18288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85800" y="1280160"/>
            <a:ext cx="125730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樹狀分支、十字矩陣與半透明寬欄條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685800" y="1828800"/>
            <a:ext cx="571500" cy="68580"/>
          </a:xfrm>
          <a:prstGeom prst="rect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85800" y="2348865"/>
            <a:ext cx="125730" cy="12573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37260" y="2228850"/>
            <a:ext cx="62636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 Tree</a:t>
            </a:r>
            <a:endParaRPr lang="en-US" sz="1650" dirty="0"/>
          </a:p>
        </p:txBody>
      </p:sp>
      <p:sp>
        <p:nvSpPr>
          <p:cNvPr id="8" name="線條"/>
          <p:cNvSpPr/>
          <p:nvPr/>
        </p:nvSpPr>
        <p:spPr>
          <a:xfrm>
            <a:off x="685800" y="2708910"/>
            <a:ext cx="651510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9" name="處理"/>
          <p:cNvSpPr/>
          <p:nvPr/>
        </p:nvSpPr>
        <p:spPr>
          <a:xfrm>
            <a:off x="685800" y="4743450"/>
            <a:ext cx="937260" cy="5715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 w="31750">
            <a:solidFill>
              <a:srgbClr val="3A3A3A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起點</a:t>
            </a:r>
            <a:endParaRPr lang="en-US" sz="1650" dirty="0"/>
          </a:p>
        </p:txBody>
      </p:sp>
      <p:sp>
        <p:nvSpPr>
          <p:cNvPr id="10" name="處理"/>
          <p:cNvSpPr/>
          <p:nvPr/>
        </p:nvSpPr>
        <p:spPr>
          <a:xfrm>
            <a:off x="2343150" y="3829050"/>
            <a:ext cx="1051560" cy="5715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 w="31750">
            <a:solidFill>
              <a:srgbClr val="3A3A3A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分支一</a:t>
            </a:r>
            <a:endParaRPr lang="en-US" sz="1500" dirty="0"/>
          </a:p>
        </p:txBody>
      </p:sp>
      <p:sp>
        <p:nvSpPr>
          <p:cNvPr id="11" name="處理"/>
          <p:cNvSpPr/>
          <p:nvPr/>
        </p:nvSpPr>
        <p:spPr>
          <a:xfrm>
            <a:off x="2343150" y="5657850"/>
            <a:ext cx="1051560" cy="5715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 w="31750">
            <a:solidFill>
              <a:srgbClr val="3A3A3A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分支二</a:t>
            </a:r>
            <a:endParaRPr lang="en-US" sz="1500" dirty="0"/>
          </a:p>
        </p:txBody>
      </p:sp>
      <p:sp>
        <p:nvSpPr>
          <p:cNvPr id="12" name="處理"/>
          <p:cNvSpPr/>
          <p:nvPr/>
        </p:nvSpPr>
        <p:spPr>
          <a:xfrm>
            <a:off x="4114800" y="4743450"/>
            <a:ext cx="937260" cy="571500"/>
          </a:xfrm>
          <a:prstGeom prst="roundRect">
            <a:avLst>
              <a:gd name="adj" fmla="val 10000"/>
            </a:avLst>
          </a:prstGeom>
          <a:solidFill>
            <a:srgbClr val="3A3A3A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</a:t>
            </a:r>
            <a:endParaRPr lang="en-US" sz="1650" dirty="0"/>
          </a:p>
        </p:txBody>
      </p:sp>
      <p:sp>
        <p:nvSpPr>
          <p:cNvPr id="13" name="處理"/>
          <p:cNvSpPr/>
          <p:nvPr/>
        </p:nvSpPr>
        <p:spPr>
          <a:xfrm>
            <a:off x="5772150" y="3257550"/>
            <a:ext cx="1428750" cy="5715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 w="31750">
            <a:solidFill>
              <a:srgbClr val="3A3A3A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A</a:t>
            </a:r>
            <a:endParaRPr lang="en-US" sz="1500" dirty="0"/>
          </a:p>
        </p:txBody>
      </p:sp>
      <p:sp>
        <p:nvSpPr>
          <p:cNvPr id="14" name="處理"/>
          <p:cNvSpPr/>
          <p:nvPr/>
        </p:nvSpPr>
        <p:spPr>
          <a:xfrm>
            <a:off x="5772150" y="4743450"/>
            <a:ext cx="1428750" cy="5715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 w="31750">
            <a:solidFill>
              <a:srgbClr val="3A3A3A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B</a:t>
            </a:r>
            <a:endParaRPr lang="en-US" sz="1500" dirty="0"/>
          </a:p>
        </p:txBody>
      </p:sp>
      <p:sp>
        <p:nvSpPr>
          <p:cNvPr id="15" name="處理"/>
          <p:cNvSpPr/>
          <p:nvPr/>
        </p:nvSpPr>
        <p:spPr>
          <a:xfrm>
            <a:off x="5772150" y="6229350"/>
            <a:ext cx="1428750" cy="5715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 w="31750">
            <a:solidFill>
              <a:srgbClr val="3A3A3A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C</a:t>
            </a:r>
            <a:endParaRPr lang="en-US" sz="1500" dirty="0"/>
          </a:p>
        </p:txBody>
      </p:sp>
      <p:sp>
        <p:nvSpPr>
          <p:cNvPr id="16" name="連接線"/>
          <p:cNvSpPr/>
          <p:nvPr/>
        </p:nvSpPr>
        <p:spPr>
          <a:xfrm>
            <a:off x="1691640" y="4114800"/>
            <a:ext cx="582930" cy="914400"/>
          </a:xfrm>
          <a:custGeom>
            <a:avLst/>
            <a:gdLst/>
            <a:ahLst/>
            <a:cxnLst/>
            <a:rect l="l" t="t" r="r" b="b"/>
            <a:pathLst>
              <a:path w="582930" h="914400">
                <a:moveTo>
                  <a:pt x="0" y="914400"/>
                </a:moveTo>
                <a:lnTo>
                  <a:pt x="291465" y="914400"/>
                </a:lnTo>
                <a:lnTo>
                  <a:pt x="291465" y="0"/>
                </a:lnTo>
                <a:lnTo>
                  <a:pt x="582930" y="0"/>
                </a:lnTo>
              </a:path>
            </a:pathLst>
          </a:custGeom>
          <a:noFill/>
          <a:ln w="3175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連接線"/>
          <p:cNvSpPr/>
          <p:nvPr/>
        </p:nvSpPr>
        <p:spPr>
          <a:xfrm>
            <a:off x="1691640" y="5029200"/>
            <a:ext cx="582930" cy="914400"/>
          </a:xfrm>
          <a:custGeom>
            <a:avLst/>
            <a:gdLst/>
            <a:ahLst/>
            <a:cxnLst/>
            <a:rect l="l" t="t" r="r" b="b"/>
            <a:pathLst>
              <a:path w="582930" h="914400">
                <a:moveTo>
                  <a:pt x="0" y="0"/>
                </a:moveTo>
                <a:lnTo>
                  <a:pt x="291465" y="0"/>
                </a:lnTo>
                <a:lnTo>
                  <a:pt x="291465" y="914400"/>
                </a:lnTo>
                <a:lnTo>
                  <a:pt x="582930" y="914400"/>
                </a:lnTo>
              </a:path>
            </a:pathLst>
          </a:custGeom>
          <a:noFill/>
          <a:ln w="3175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連接線"/>
          <p:cNvSpPr/>
          <p:nvPr/>
        </p:nvSpPr>
        <p:spPr>
          <a:xfrm>
            <a:off x="3463290" y="4114800"/>
            <a:ext cx="582930" cy="914400"/>
          </a:xfrm>
          <a:custGeom>
            <a:avLst/>
            <a:gdLst/>
            <a:ahLst/>
            <a:cxnLst/>
            <a:rect l="l" t="t" r="r" b="b"/>
            <a:pathLst>
              <a:path w="582930" h="914400">
                <a:moveTo>
                  <a:pt x="0" y="0"/>
                </a:moveTo>
                <a:lnTo>
                  <a:pt x="291465" y="0"/>
                </a:lnTo>
                <a:lnTo>
                  <a:pt x="291465" y="914400"/>
                </a:lnTo>
                <a:lnTo>
                  <a:pt x="582930" y="914400"/>
                </a:lnTo>
              </a:path>
            </a:pathLst>
          </a:custGeom>
          <a:noFill/>
          <a:ln w="3175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連接線"/>
          <p:cNvSpPr/>
          <p:nvPr/>
        </p:nvSpPr>
        <p:spPr>
          <a:xfrm>
            <a:off x="3463290" y="5029200"/>
            <a:ext cx="582930" cy="914400"/>
          </a:xfrm>
          <a:custGeom>
            <a:avLst/>
            <a:gdLst/>
            <a:ahLst/>
            <a:cxnLst/>
            <a:rect l="l" t="t" r="r" b="b"/>
            <a:pathLst>
              <a:path w="582930" h="914400">
                <a:moveTo>
                  <a:pt x="0" y="914400"/>
                </a:moveTo>
                <a:lnTo>
                  <a:pt x="291465" y="914400"/>
                </a:lnTo>
                <a:lnTo>
                  <a:pt x="291465" y="0"/>
                </a:lnTo>
                <a:lnTo>
                  <a:pt x="582930" y="0"/>
                </a:lnTo>
              </a:path>
            </a:pathLst>
          </a:custGeom>
          <a:noFill/>
          <a:ln w="3175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連接線"/>
          <p:cNvSpPr/>
          <p:nvPr/>
        </p:nvSpPr>
        <p:spPr>
          <a:xfrm>
            <a:off x="5120640" y="3543300"/>
            <a:ext cx="582930" cy="1485900"/>
          </a:xfrm>
          <a:custGeom>
            <a:avLst/>
            <a:gdLst/>
            <a:ahLst/>
            <a:cxnLst/>
            <a:rect l="l" t="t" r="r" b="b"/>
            <a:pathLst>
              <a:path w="582930" h="1485900">
                <a:moveTo>
                  <a:pt x="0" y="1485900"/>
                </a:moveTo>
                <a:lnTo>
                  <a:pt x="291465" y="1485900"/>
                </a:lnTo>
                <a:lnTo>
                  <a:pt x="291465" y="0"/>
                </a:lnTo>
                <a:lnTo>
                  <a:pt x="582930" y="0"/>
                </a:lnTo>
              </a:path>
            </a:pathLst>
          </a:custGeom>
          <a:noFill/>
          <a:ln w="3175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線條"/>
          <p:cNvSpPr/>
          <p:nvPr/>
        </p:nvSpPr>
        <p:spPr>
          <a:xfrm>
            <a:off x="5120640" y="5029200"/>
            <a:ext cx="582930" cy="0"/>
          </a:xfrm>
          <a:prstGeom prst="line">
            <a:avLst/>
          </a:prstGeom>
          <a:noFill/>
          <a:ln w="31750">
            <a:solidFill>
              <a:srgbClr val="3A3A3A"/>
            </a:solidFill>
            <a:prstDash val="solid"/>
            <a:tailEnd type="triangle"/>
          </a:ln>
        </p:spPr>
      </p:sp>
      <p:sp>
        <p:nvSpPr>
          <p:cNvPr id="22" name="連接線"/>
          <p:cNvSpPr/>
          <p:nvPr/>
        </p:nvSpPr>
        <p:spPr>
          <a:xfrm>
            <a:off x="5120640" y="5029200"/>
            <a:ext cx="582930" cy="1485900"/>
          </a:xfrm>
          <a:custGeom>
            <a:avLst/>
            <a:gdLst/>
            <a:ahLst/>
            <a:cxnLst/>
            <a:rect l="l" t="t" r="r" b="b"/>
            <a:pathLst>
              <a:path w="582930" h="1485900">
                <a:moveTo>
                  <a:pt x="0" y="0"/>
                </a:moveTo>
                <a:lnTo>
                  <a:pt x="291465" y="0"/>
                </a:lnTo>
                <a:lnTo>
                  <a:pt x="291465" y="1485900"/>
                </a:lnTo>
                <a:lnTo>
                  <a:pt x="582930" y="1485900"/>
                </a:lnTo>
              </a:path>
            </a:pathLst>
          </a:custGeom>
          <a:noFill/>
          <a:ln w="3175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7715250" y="2348865"/>
            <a:ext cx="125730" cy="12573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7966710" y="2228850"/>
            <a:ext cx="312039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十字矩陣 2×2</a:t>
            </a:r>
            <a:endParaRPr lang="en-US" sz="1650" dirty="0"/>
          </a:p>
        </p:txBody>
      </p:sp>
      <p:sp>
        <p:nvSpPr>
          <p:cNvPr id="25" name="線條"/>
          <p:cNvSpPr/>
          <p:nvPr/>
        </p:nvSpPr>
        <p:spPr>
          <a:xfrm>
            <a:off x="7715250" y="2708910"/>
            <a:ext cx="337185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26" name="線條"/>
          <p:cNvSpPr/>
          <p:nvPr/>
        </p:nvSpPr>
        <p:spPr>
          <a:xfrm>
            <a:off x="8195310" y="5029200"/>
            <a:ext cx="2411730" cy="0"/>
          </a:xfrm>
          <a:prstGeom prst="line">
            <a:avLst/>
          </a:prstGeom>
          <a:noFill/>
          <a:ln w="15875">
            <a:solidFill>
              <a:srgbClr val="BFBFBF"/>
            </a:solidFill>
            <a:prstDash val="solid"/>
          </a:ln>
        </p:spPr>
      </p:sp>
      <p:sp>
        <p:nvSpPr>
          <p:cNvPr id="27" name="線條"/>
          <p:cNvSpPr/>
          <p:nvPr/>
        </p:nvSpPr>
        <p:spPr>
          <a:xfrm>
            <a:off x="9401175" y="3371850"/>
            <a:ext cx="0" cy="3314700"/>
          </a:xfrm>
          <a:prstGeom prst="line">
            <a:avLst/>
          </a:prstGeom>
          <a:noFill/>
          <a:ln w="15875">
            <a:solidFill>
              <a:srgbClr val="BFBFBF"/>
            </a:solidFill>
            <a:prstDash val="solid"/>
          </a:ln>
        </p:spPr>
      </p:sp>
      <p:sp>
        <p:nvSpPr>
          <p:cNvPr id="28" name="中心圓"/>
          <p:cNvSpPr/>
          <p:nvPr/>
        </p:nvSpPr>
        <p:spPr>
          <a:xfrm>
            <a:off x="8875395" y="4503420"/>
            <a:ext cx="1051560" cy="1051560"/>
          </a:xfrm>
          <a:prstGeom prst="ellipse">
            <a:avLst/>
          </a:prstGeom>
          <a:solidFill>
            <a:srgbClr val="3A3A3A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定位</a:t>
            </a:r>
            <a:endParaRPr lang="en-US" sz="15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</a:t>
            </a:r>
            <a:endParaRPr lang="en-US" sz="1500" dirty="0"/>
          </a:p>
        </p:txBody>
      </p:sp>
      <p:sp>
        <p:nvSpPr>
          <p:cNvPr id="29" name="標籤"/>
          <p:cNvSpPr/>
          <p:nvPr/>
        </p:nvSpPr>
        <p:spPr>
          <a:xfrm>
            <a:off x="8055451" y="4034790"/>
            <a:ext cx="908368" cy="3429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315976" tIns="0" rIns="89154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吸引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8204041" y="4162584"/>
            <a:ext cx="87313" cy="87313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標籤"/>
          <p:cNvSpPr/>
          <p:nvPr/>
        </p:nvSpPr>
        <p:spPr>
          <a:xfrm>
            <a:off x="9838531" y="4034790"/>
            <a:ext cx="908368" cy="342900"/>
          </a:xfrm>
          <a:prstGeom prst="roundRect">
            <a:avLst>
              <a:gd name="adj" fmla="val 10000"/>
            </a:avLst>
          </a:prstGeom>
          <a:solidFill>
            <a:srgbClr val="3A3A3A"/>
          </a:solidFill>
          <a:ln>
            <a:noFill/>
          </a:ln>
        </p:spPr>
        <p:txBody>
          <a:bodyPr wrap="square" lIns="315976" tIns="0" rIns="89154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實用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9987121" y="4162584"/>
            <a:ext cx="87313" cy="87313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標籤"/>
          <p:cNvSpPr/>
          <p:nvPr/>
        </p:nvSpPr>
        <p:spPr>
          <a:xfrm>
            <a:off x="8055451" y="5680710"/>
            <a:ext cx="908368" cy="3429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315976" tIns="0" rIns="89154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好記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8204041" y="5808504"/>
            <a:ext cx="87313" cy="87313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標籤"/>
          <p:cNvSpPr/>
          <p:nvPr/>
        </p:nvSpPr>
        <p:spPr>
          <a:xfrm>
            <a:off x="9838531" y="5680710"/>
            <a:ext cx="908368" cy="3429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315976" tIns="0" rIns="89154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可信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9987121" y="5808504"/>
            <a:ext cx="87313" cy="87313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8715375" y="2971800"/>
            <a:ext cx="13716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8715375" y="6743700"/>
            <a:ext cx="13716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抽象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658100" y="4857750"/>
            <a:ext cx="51435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感性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10629900" y="4857750"/>
            <a:ext cx="51435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理性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11544300" y="2348865"/>
            <a:ext cx="125730" cy="12573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11795760" y="2228850"/>
            <a:ext cx="2758059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寬欄透明條 Columns</a:t>
            </a:r>
            <a:endParaRPr lang="en-US" sz="1650" dirty="0"/>
          </a:p>
        </p:txBody>
      </p:sp>
      <p:sp>
        <p:nvSpPr>
          <p:cNvPr id="43" name="線條"/>
          <p:cNvSpPr/>
          <p:nvPr/>
        </p:nvSpPr>
        <p:spPr>
          <a:xfrm>
            <a:off x="11544300" y="2708910"/>
            <a:ext cx="30095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2458700" y="2857500"/>
            <a:ext cx="116586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13430250" y="2857500"/>
            <a:ext cx="116586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400" dirty="0"/>
          </a:p>
        </p:txBody>
      </p:sp>
      <p:sp>
        <p:nvSpPr>
          <p:cNvPr id="46" name="寬欄條"/>
          <p:cNvSpPr/>
          <p:nvPr/>
        </p:nvSpPr>
        <p:spPr>
          <a:xfrm>
            <a:off x="12687300" y="3257550"/>
            <a:ext cx="708660" cy="3886200"/>
          </a:xfrm>
          <a:prstGeom prst="roundRect">
            <a:avLst>
              <a:gd name="adj" fmla="val 8065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寬欄條"/>
          <p:cNvSpPr/>
          <p:nvPr/>
        </p:nvSpPr>
        <p:spPr>
          <a:xfrm>
            <a:off x="13658850" y="3257550"/>
            <a:ext cx="708660" cy="3886200"/>
          </a:xfrm>
          <a:prstGeom prst="roundRect">
            <a:avLst>
              <a:gd name="adj" fmla="val 8065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11544300" y="3806190"/>
            <a:ext cx="10287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階段一</a:t>
            </a:r>
            <a:endParaRPr lang="en-US" sz="1400" dirty="0"/>
          </a:p>
        </p:txBody>
      </p:sp>
      <p:sp>
        <p:nvSpPr>
          <p:cNvPr id="49" name="編號"/>
          <p:cNvSpPr/>
          <p:nvPr/>
        </p:nvSpPr>
        <p:spPr>
          <a:xfrm>
            <a:off x="12778740" y="3737610"/>
            <a:ext cx="525780" cy="525780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650" dirty="0"/>
          </a:p>
        </p:txBody>
      </p:sp>
      <p:sp>
        <p:nvSpPr>
          <p:cNvPr id="50" name="編號"/>
          <p:cNvSpPr/>
          <p:nvPr/>
        </p:nvSpPr>
        <p:spPr>
          <a:xfrm>
            <a:off x="13750290" y="3737610"/>
            <a:ext cx="525780" cy="525780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650" dirty="0"/>
          </a:p>
        </p:txBody>
      </p:sp>
      <p:sp>
        <p:nvSpPr>
          <p:cNvPr id="51" name="Text 49"/>
          <p:cNvSpPr/>
          <p:nvPr/>
        </p:nvSpPr>
        <p:spPr>
          <a:xfrm>
            <a:off x="11544300" y="5006340"/>
            <a:ext cx="10287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階段二</a:t>
            </a:r>
            <a:endParaRPr lang="en-US" sz="1400" dirty="0"/>
          </a:p>
        </p:txBody>
      </p:sp>
      <p:sp>
        <p:nvSpPr>
          <p:cNvPr id="52" name="編號"/>
          <p:cNvSpPr/>
          <p:nvPr/>
        </p:nvSpPr>
        <p:spPr>
          <a:xfrm>
            <a:off x="12778740" y="4937760"/>
            <a:ext cx="525780" cy="525780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650" dirty="0"/>
          </a:p>
        </p:txBody>
      </p:sp>
      <p:sp>
        <p:nvSpPr>
          <p:cNvPr id="53" name="編號"/>
          <p:cNvSpPr/>
          <p:nvPr/>
        </p:nvSpPr>
        <p:spPr>
          <a:xfrm>
            <a:off x="13750290" y="4937760"/>
            <a:ext cx="525780" cy="525780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650" dirty="0"/>
          </a:p>
        </p:txBody>
      </p:sp>
      <p:sp>
        <p:nvSpPr>
          <p:cNvPr id="54" name="Text 52"/>
          <p:cNvSpPr/>
          <p:nvPr/>
        </p:nvSpPr>
        <p:spPr>
          <a:xfrm>
            <a:off x="11544300" y="6206490"/>
            <a:ext cx="10287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階段三</a:t>
            </a:r>
            <a:endParaRPr lang="en-US" sz="1400" dirty="0"/>
          </a:p>
        </p:txBody>
      </p:sp>
      <p:sp>
        <p:nvSpPr>
          <p:cNvPr id="55" name="編號"/>
          <p:cNvSpPr/>
          <p:nvPr/>
        </p:nvSpPr>
        <p:spPr>
          <a:xfrm>
            <a:off x="12778740" y="6137910"/>
            <a:ext cx="525780" cy="525780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650" dirty="0"/>
          </a:p>
        </p:txBody>
      </p:sp>
      <p:sp>
        <p:nvSpPr>
          <p:cNvPr id="56" name="編號"/>
          <p:cNvSpPr/>
          <p:nvPr/>
        </p:nvSpPr>
        <p:spPr>
          <a:xfrm>
            <a:off x="13750290" y="6137910"/>
            <a:ext cx="525780" cy="525780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650" dirty="0"/>
          </a:p>
        </p:txBody>
      </p:sp>
      <p:sp>
        <p:nvSpPr>
          <p:cNvPr id="57" name="Text 55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58" name="Text 56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 / 14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685800" y="45720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高效溝通：讓想法被看見</a:t>
            </a:r>
            <a:endParaRPr lang="en-US" sz="4750" dirty="0"/>
          </a:p>
        </p:txBody>
      </p:sp>
      <p:sp>
        <p:nvSpPr>
          <p:cNvPr id="3" name="Text 1"/>
          <p:cNvSpPr/>
          <p:nvPr/>
        </p:nvSpPr>
        <p:spPr>
          <a:xfrm>
            <a:off x="7412990" y="1066800"/>
            <a:ext cx="182880" cy="18288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85800" y="1280160"/>
            <a:ext cx="125730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關鍵在於把資訊整理成對方能理解的結構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685800" y="1828800"/>
            <a:ext cx="571500" cy="68580"/>
          </a:xfrm>
          <a:prstGeom prst="rect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大圓"/>
          <p:cNvSpPr/>
          <p:nvPr/>
        </p:nvSpPr>
        <p:spPr>
          <a:xfrm>
            <a:off x="1511237" y="2286000"/>
            <a:ext cx="2971800" cy="2971800"/>
          </a:xfrm>
          <a:prstGeom prst="ellipse">
            <a:avLst/>
          </a:prstGeom>
          <a:solidFill>
            <a:srgbClr val="FFFFFF"/>
          </a:solidFill>
          <a:ln w="43688">
            <a:solidFill>
              <a:srgbClr val="3A3A3A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511237" y="2672334"/>
            <a:ext cx="2971800" cy="9212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Why</a:t>
            </a:r>
            <a:endParaRPr lang="en-US" sz="4900" dirty="0"/>
          </a:p>
        </p:txBody>
      </p:sp>
      <p:sp>
        <p:nvSpPr>
          <p:cNvPr id="8" name="Text 6"/>
          <p:cNvSpPr/>
          <p:nvPr/>
        </p:nvSpPr>
        <p:spPr>
          <a:xfrm>
            <a:off x="1808417" y="3623310"/>
            <a:ext cx="2377440" cy="8321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為何要重視</a:t>
            </a:r>
            <a:endParaRPr lang="en-US" sz="19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溝通品質</a:t>
            </a:r>
            <a:endParaRPr lang="en-US" sz="1900" dirty="0"/>
          </a:p>
        </p:txBody>
      </p:sp>
      <p:sp>
        <p:nvSpPr>
          <p:cNvPr id="9" name="大圓"/>
          <p:cNvSpPr/>
          <p:nvPr/>
        </p:nvSpPr>
        <p:spPr>
          <a:xfrm>
            <a:off x="6133910" y="2286000"/>
            <a:ext cx="2971800" cy="2971800"/>
          </a:xfrm>
          <a:prstGeom prst="ellipse">
            <a:avLst/>
          </a:prstGeom>
          <a:solidFill>
            <a:srgbClr val="FFFFFF"/>
          </a:solidFill>
          <a:ln w="43688">
            <a:solidFill>
              <a:srgbClr val="3A3A3A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6133910" y="2672334"/>
            <a:ext cx="2971800" cy="9212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</a:t>
            </a:r>
            <a:endParaRPr lang="en-US" sz="4900" dirty="0"/>
          </a:p>
        </p:txBody>
      </p:sp>
      <p:sp>
        <p:nvSpPr>
          <p:cNvPr id="11" name="Text 9"/>
          <p:cNvSpPr/>
          <p:nvPr/>
        </p:nvSpPr>
        <p:spPr>
          <a:xfrm>
            <a:off x="6431090" y="3623310"/>
            <a:ext cx="2377440" cy="8321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溝通的</a:t>
            </a:r>
            <a:endParaRPr lang="en-US" sz="19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900" dirty="0"/>
          </a:p>
        </p:txBody>
      </p:sp>
      <p:sp>
        <p:nvSpPr>
          <p:cNvPr id="12" name="大圓"/>
          <p:cNvSpPr/>
          <p:nvPr/>
        </p:nvSpPr>
        <p:spPr>
          <a:xfrm>
            <a:off x="10756582" y="2286000"/>
            <a:ext cx="2971800" cy="2971800"/>
          </a:xfrm>
          <a:prstGeom prst="ellipse">
            <a:avLst/>
          </a:prstGeom>
          <a:solidFill>
            <a:srgbClr val="FFFFFF"/>
          </a:solidFill>
          <a:ln w="43688">
            <a:solidFill>
              <a:srgbClr val="3A3A3A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10756582" y="2672334"/>
            <a:ext cx="2971800" cy="9212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What</a:t>
            </a:r>
            <a:endParaRPr lang="en-US" sz="4900" dirty="0"/>
          </a:p>
        </p:txBody>
      </p:sp>
      <p:sp>
        <p:nvSpPr>
          <p:cNvPr id="14" name="Text 12"/>
          <p:cNvSpPr/>
          <p:nvPr/>
        </p:nvSpPr>
        <p:spPr>
          <a:xfrm>
            <a:off x="11053763" y="3623310"/>
            <a:ext cx="2377440" cy="8321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呈現的</a:t>
            </a:r>
            <a:endParaRPr lang="en-US" sz="19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三個層次</a:t>
            </a:r>
            <a:endParaRPr lang="en-US" sz="1900" dirty="0"/>
          </a:p>
        </p:txBody>
      </p:sp>
      <p:sp>
        <p:nvSpPr>
          <p:cNvPr id="15" name="分隔"/>
          <p:cNvSpPr/>
          <p:nvPr/>
        </p:nvSpPr>
        <p:spPr>
          <a:xfrm>
            <a:off x="5171313" y="3566160"/>
            <a:ext cx="274320" cy="411480"/>
          </a:xfrm>
          <a:prstGeom prst="chevron">
            <a:avLst>
              <a:gd name="adj" fmla="val 60000"/>
            </a:avLst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分隔"/>
          <p:cNvSpPr/>
          <p:nvPr/>
        </p:nvSpPr>
        <p:spPr>
          <a:xfrm>
            <a:off x="9793986" y="3566160"/>
            <a:ext cx="274320" cy="411480"/>
          </a:xfrm>
          <a:prstGeom prst="chevron">
            <a:avLst>
              <a:gd name="adj" fmla="val 60000"/>
            </a:avLst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小圓"/>
          <p:cNvSpPr/>
          <p:nvPr/>
        </p:nvSpPr>
        <p:spPr>
          <a:xfrm>
            <a:off x="5975917" y="4208937"/>
            <a:ext cx="914400" cy="914400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2000" dirty="0"/>
          </a:p>
        </p:txBody>
      </p:sp>
      <p:sp>
        <p:nvSpPr>
          <p:cNvPr id="18" name="小圓"/>
          <p:cNvSpPr/>
          <p:nvPr/>
        </p:nvSpPr>
        <p:spPr>
          <a:xfrm>
            <a:off x="7162610" y="4800600"/>
            <a:ext cx="914400" cy="91440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2000" dirty="0"/>
          </a:p>
        </p:txBody>
      </p:sp>
      <p:sp>
        <p:nvSpPr>
          <p:cNvPr id="19" name="小圓"/>
          <p:cNvSpPr/>
          <p:nvPr/>
        </p:nvSpPr>
        <p:spPr>
          <a:xfrm>
            <a:off x="8349302" y="4208937"/>
            <a:ext cx="914400" cy="914400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953057" y="5886450"/>
            <a:ext cx="1085850" cy="12001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蒐集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篩選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歸納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7139750" y="5886450"/>
            <a:ext cx="1085850" cy="12001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比較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連結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8326442" y="5886450"/>
            <a:ext cx="1085850" cy="12001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聚焦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排序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呈現</a:t>
            </a:r>
            <a:endParaRPr lang="en-US" sz="1450" dirty="0"/>
          </a:p>
        </p:txBody>
      </p:sp>
      <p:sp>
        <p:nvSpPr>
          <p:cNvPr id="23" name="標籤"/>
          <p:cNvSpPr/>
          <p:nvPr/>
        </p:nvSpPr>
        <p:spPr>
          <a:xfrm>
            <a:off x="1682687" y="5715000"/>
            <a:ext cx="2628900" cy="480060"/>
          </a:xfrm>
          <a:prstGeom prst="roundRect">
            <a:avLst>
              <a:gd name="adj" fmla="val 7143"/>
            </a:avLst>
          </a:prstGeom>
          <a:solidFill>
            <a:srgbClr val="3A3A3A"/>
          </a:solidFill>
          <a:ln>
            <a:noFill/>
          </a:ln>
        </p:spPr>
        <p:txBody>
          <a:bodyPr wrap="square" lIns="384810" tIns="0" rIns="121031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節省理解時間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1884312" y="5903436"/>
            <a:ext cx="103188" cy="103188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標籤"/>
          <p:cNvSpPr/>
          <p:nvPr/>
        </p:nvSpPr>
        <p:spPr>
          <a:xfrm>
            <a:off x="1682687" y="6343650"/>
            <a:ext cx="2628900" cy="480060"/>
          </a:xfrm>
          <a:prstGeom prst="roundRect">
            <a:avLst>
              <a:gd name="adj" fmla="val 7143"/>
            </a:avLst>
          </a:prstGeom>
          <a:solidFill>
            <a:srgbClr val="3A3A3A"/>
          </a:solidFill>
          <a:ln>
            <a:noFill/>
          </a:ln>
        </p:spPr>
        <p:txBody>
          <a:bodyPr wrap="square" lIns="384810" tIns="0" rIns="121031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對齊彼此認知</a:t>
            </a:r>
            <a:endParaRPr lang="en-US" sz="1650" dirty="0"/>
          </a:p>
        </p:txBody>
      </p:sp>
      <p:sp>
        <p:nvSpPr>
          <p:cNvPr id="26" name="Text 24"/>
          <p:cNvSpPr/>
          <p:nvPr/>
        </p:nvSpPr>
        <p:spPr>
          <a:xfrm>
            <a:off x="1884312" y="6532086"/>
            <a:ext cx="103188" cy="103188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標籤"/>
          <p:cNvSpPr/>
          <p:nvPr/>
        </p:nvSpPr>
        <p:spPr>
          <a:xfrm>
            <a:off x="1682687" y="6972300"/>
            <a:ext cx="2628900" cy="480060"/>
          </a:xfrm>
          <a:prstGeom prst="roundRect">
            <a:avLst>
              <a:gd name="adj" fmla="val 7143"/>
            </a:avLst>
          </a:prstGeom>
          <a:solidFill>
            <a:srgbClr val="3A3A3A"/>
          </a:solidFill>
          <a:ln>
            <a:noFill/>
          </a:ln>
        </p:spPr>
        <p:txBody>
          <a:bodyPr wrap="square" lIns="384810" tIns="0" rIns="121031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650" dirty="0"/>
          </a:p>
        </p:txBody>
      </p:sp>
      <p:sp>
        <p:nvSpPr>
          <p:cNvPr id="28" name="Text 26"/>
          <p:cNvSpPr/>
          <p:nvPr/>
        </p:nvSpPr>
        <p:spPr>
          <a:xfrm>
            <a:off x="1884312" y="7160736"/>
            <a:ext cx="103188" cy="103188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標籤"/>
          <p:cNvSpPr/>
          <p:nvPr/>
        </p:nvSpPr>
        <p:spPr>
          <a:xfrm>
            <a:off x="10928033" y="5715000"/>
            <a:ext cx="2628900" cy="480060"/>
          </a:xfrm>
          <a:prstGeom prst="roundRect">
            <a:avLst>
              <a:gd name="adj" fmla="val 7143"/>
            </a:avLst>
          </a:prstGeom>
          <a:solidFill>
            <a:srgbClr val="3A3A3A"/>
          </a:solidFill>
          <a:ln>
            <a:noFill/>
          </a:ln>
        </p:spPr>
        <p:txBody>
          <a:bodyPr wrap="square" lIns="384810" tIns="0" rIns="121031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</a:t>
            </a:r>
            <a:endParaRPr lang="en-US" sz="1650" dirty="0"/>
          </a:p>
        </p:txBody>
      </p:sp>
      <p:sp>
        <p:nvSpPr>
          <p:cNvPr id="30" name="Text 28"/>
          <p:cNvSpPr/>
          <p:nvPr/>
        </p:nvSpPr>
        <p:spPr>
          <a:xfrm>
            <a:off x="11129658" y="5903436"/>
            <a:ext cx="103188" cy="103188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標籤"/>
          <p:cNvSpPr/>
          <p:nvPr/>
        </p:nvSpPr>
        <p:spPr>
          <a:xfrm>
            <a:off x="10928033" y="6343650"/>
            <a:ext cx="2628900" cy="480060"/>
          </a:xfrm>
          <a:prstGeom prst="roundRect">
            <a:avLst>
              <a:gd name="adj" fmla="val 7143"/>
            </a:avLst>
          </a:prstGeom>
          <a:solidFill>
            <a:srgbClr val="3A3A3A"/>
          </a:solidFill>
          <a:ln>
            <a:noFill/>
          </a:ln>
        </p:spPr>
        <p:txBody>
          <a:bodyPr wrap="square" lIns="384810" tIns="0" rIns="121031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</a:t>
            </a:r>
            <a:endParaRPr lang="en-US" sz="1650" dirty="0"/>
          </a:p>
        </p:txBody>
      </p:sp>
      <p:sp>
        <p:nvSpPr>
          <p:cNvPr id="32" name="Text 30"/>
          <p:cNvSpPr/>
          <p:nvPr/>
        </p:nvSpPr>
        <p:spPr>
          <a:xfrm>
            <a:off x="11129658" y="6532086"/>
            <a:ext cx="103188" cy="103188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標籤"/>
          <p:cNvSpPr/>
          <p:nvPr/>
        </p:nvSpPr>
        <p:spPr>
          <a:xfrm>
            <a:off x="10928033" y="6972300"/>
            <a:ext cx="2628900" cy="480060"/>
          </a:xfrm>
          <a:prstGeom prst="roundRect">
            <a:avLst>
              <a:gd name="adj" fmla="val 7143"/>
            </a:avLst>
          </a:prstGeom>
          <a:solidFill>
            <a:srgbClr val="3A3A3A"/>
          </a:solidFill>
          <a:ln>
            <a:noFill/>
          </a:ln>
        </p:spPr>
        <p:txBody>
          <a:bodyPr wrap="square" lIns="384810" tIns="0" rIns="121031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洞見</a:t>
            </a:r>
            <a:endParaRPr lang="en-US" sz="1650" dirty="0"/>
          </a:p>
        </p:txBody>
      </p:sp>
      <p:sp>
        <p:nvSpPr>
          <p:cNvPr id="34" name="Text 32"/>
          <p:cNvSpPr/>
          <p:nvPr/>
        </p:nvSpPr>
        <p:spPr>
          <a:xfrm>
            <a:off x="11129658" y="7160736"/>
            <a:ext cx="103188" cy="103188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685800" y="7520940"/>
            <a:ext cx="13868019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三個圓依序回答 Why／How／What，中間的小圓拆出方法，左右兩側以清單補充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 / 14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685800" y="45720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策略規劃框架地圖</a:t>
            </a:r>
            <a:endParaRPr lang="en-US" sz="4750" dirty="0"/>
          </a:p>
        </p:txBody>
      </p:sp>
      <p:sp>
        <p:nvSpPr>
          <p:cNvPr id="3" name="Text 1"/>
          <p:cNvSpPr/>
          <p:nvPr/>
        </p:nvSpPr>
        <p:spPr>
          <a:xfrm>
            <a:off x="5603240" y="1066800"/>
            <a:ext cx="182880" cy="18288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85800" y="1280160"/>
            <a:ext cx="125730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從現況、課題到行動方案的思考路徑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685800" y="1828800"/>
            <a:ext cx="571500" cy="68580"/>
          </a:xfrm>
          <a:prstGeom prst="rect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卡片"/>
          <p:cNvSpPr/>
          <p:nvPr/>
        </p:nvSpPr>
        <p:spPr>
          <a:xfrm>
            <a:off x="685800" y="4914900"/>
            <a:ext cx="2352980" cy="1051560"/>
          </a:xfrm>
          <a:prstGeom prst="roundRect">
            <a:avLst>
              <a:gd name="adj" fmla="val 5435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85800" y="4914900"/>
            <a:ext cx="2352980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Vision</a:t>
            </a:r>
            <a:endParaRPr lang="en-US" sz="1750" dirty="0"/>
          </a:p>
        </p:txBody>
      </p:sp>
      <p:sp>
        <p:nvSpPr>
          <p:cNvPr id="8" name="分隔"/>
          <p:cNvSpPr/>
          <p:nvPr/>
        </p:nvSpPr>
        <p:spPr>
          <a:xfrm>
            <a:off x="3187370" y="5269230"/>
            <a:ext cx="228600" cy="342900"/>
          </a:xfrm>
          <a:prstGeom prst="chevron">
            <a:avLst>
              <a:gd name="adj" fmla="val 60000"/>
            </a:avLst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卡片"/>
          <p:cNvSpPr/>
          <p:nvPr/>
        </p:nvSpPr>
        <p:spPr>
          <a:xfrm>
            <a:off x="3564560" y="4914900"/>
            <a:ext cx="2352980" cy="1051560"/>
          </a:xfrm>
          <a:prstGeom prst="roundRect">
            <a:avLst>
              <a:gd name="adj" fmla="val 5435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3564560" y="4914900"/>
            <a:ext cx="2352980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</a:t>
            </a:r>
            <a:endParaRPr lang="en-US" sz="1750" dirty="0"/>
          </a:p>
        </p:txBody>
      </p:sp>
      <p:sp>
        <p:nvSpPr>
          <p:cNvPr id="11" name="分隔"/>
          <p:cNvSpPr/>
          <p:nvPr/>
        </p:nvSpPr>
        <p:spPr>
          <a:xfrm>
            <a:off x="6066130" y="5269230"/>
            <a:ext cx="228600" cy="342900"/>
          </a:xfrm>
          <a:prstGeom prst="chevron">
            <a:avLst>
              <a:gd name="adj" fmla="val 60000"/>
            </a:avLst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重點卡片"/>
          <p:cNvSpPr/>
          <p:nvPr/>
        </p:nvSpPr>
        <p:spPr>
          <a:xfrm>
            <a:off x="6443320" y="4914900"/>
            <a:ext cx="2352980" cy="1051560"/>
          </a:xfrm>
          <a:prstGeom prst="roundRect">
            <a:avLst>
              <a:gd name="adj" fmla="val 5435"/>
            </a:avLst>
          </a:prstGeom>
          <a:solidFill>
            <a:srgbClr val="3A3A3A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C4C4C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Objective</a:t>
            </a:r>
            <a:endParaRPr lang="en-US" sz="1750" dirty="0"/>
          </a:p>
        </p:txBody>
      </p:sp>
      <p:sp>
        <p:nvSpPr>
          <p:cNvPr id="13" name="分隔"/>
          <p:cNvSpPr/>
          <p:nvPr/>
        </p:nvSpPr>
        <p:spPr>
          <a:xfrm>
            <a:off x="8944889" y="5269230"/>
            <a:ext cx="228600" cy="342900"/>
          </a:xfrm>
          <a:prstGeom prst="chevron">
            <a:avLst>
              <a:gd name="adj" fmla="val 60000"/>
            </a:avLst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卡片"/>
          <p:cNvSpPr/>
          <p:nvPr/>
        </p:nvSpPr>
        <p:spPr>
          <a:xfrm>
            <a:off x="9322079" y="4914900"/>
            <a:ext cx="2352980" cy="1051560"/>
          </a:xfrm>
          <a:prstGeom prst="roundRect">
            <a:avLst>
              <a:gd name="adj" fmla="val 5435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9322079" y="4914900"/>
            <a:ext cx="2352980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Strategy</a:t>
            </a:r>
            <a:endParaRPr lang="en-US" sz="1750" dirty="0"/>
          </a:p>
        </p:txBody>
      </p:sp>
      <p:sp>
        <p:nvSpPr>
          <p:cNvPr id="16" name="分隔"/>
          <p:cNvSpPr/>
          <p:nvPr/>
        </p:nvSpPr>
        <p:spPr>
          <a:xfrm>
            <a:off x="11823649" y="5269230"/>
            <a:ext cx="228600" cy="342900"/>
          </a:xfrm>
          <a:prstGeom prst="chevron">
            <a:avLst>
              <a:gd name="adj" fmla="val 60000"/>
            </a:avLst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卡片"/>
          <p:cNvSpPr/>
          <p:nvPr/>
        </p:nvSpPr>
        <p:spPr>
          <a:xfrm>
            <a:off x="12200839" y="4914900"/>
            <a:ext cx="2352980" cy="1051560"/>
          </a:xfrm>
          <a:prstGeom prst="roundRect">
            <a:avLst>
              <a:gd name="adj" fmla="val 5435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12200839" y="4914900"/>
            <a:ext cx="2352980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Tactic</a:t>
            </a:r>
            <a:endParaRPr lang="en-US" sz="1750" dirty="0"/>
          </a:p>
        </p:txBody>
      </p:sp>
      <p:sp>
        <p:nvSpPr>
          <p:cNvPr id="19" name="卡片"/>
          <p:cNvSpPr/>
          <p:nvPr/>
        </p:nvSpPr>
        <p:spPr>
          <a:xfrm>
            <a:off x="6443320" y="2286000"/>
            <a:ext cx="2352980" cy="1028700"/>
          </a:xfrm>
          <a:prstGeom prst="roundRect">
            <a:avLst>
              <a:gd name="adj" fmla="val 5556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6443320" y="2286000"/>
            <a:ext cx="2352980" cy="1028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現況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Situation</a:t>
            </a:r>
            <a:endParaRPr lang="en-US" sz="1750" dirty="0"/>
          </a:p>
        </p:txBody>
      </p:sp>
      <p:sp>
        <p:nvSpPr>
          <p:cNvPr id="21" name="卡片"/>
          <p:cNvSpPr/>
          <p:nvPr/>
        </p:nvSpPr>
        <p:spPr>
          <a:xfrm>
            <a:off x="3335960" y="3486150"/>
            <a:ext cx="1929443" cy="822960"/>
          </a:xfrm>
          <a:prstGeom prst="roundRect">
            <a:avLst>
              <a:gd name="adj" fmla="val 6944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3335960" y="3486150"/>
            <a:ext cx="1929443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Problem</a:t>
            </a:r>
            <a:endParaRPr lang="en-US" sz="1750" dirty="0"/>
          </a:p>
        </p:txBody>
      </p:sp>
      <p:sp>
        <p:nvSpPr>
          <p:cNvPr id="23" name="卡片"/>
          <p:cNvSpPr/>
          <p:nvPr/>
        </p:nvSpPr>
        <p:spPr>
          <a:xfrm>
            <a:off x="9974216" y="3486150"/>
            <a:ext cx="1929443" cy="822960"/>
          </a:xfrm>
          <a:prstGeom prst="roundRect">
            <a:avLst>
              <a:gd name="adj" fmla="val 6944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9974216" y="3486150"/>
            <a:ext cx="1929443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課題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Question</a:t>
            </a:r>
            <a:endParaRPr lang="en-US" sz="1750" dirty="0"/>
          </a:p>
        </p:txBody>
      </p:sp>
      <p:sp>
        <p:nvSpPr>
          <p:cNvPr id="25" name="曲線箭頭"/>
          <p:cNvSpPr/>
          <p:nvPr/>
        </p:nvSpPr>
        <p:spPr>
          <a:xfrm>
            <a:off x="4300682" y="2800350"/>
            <a:ext cx="2051198" cy="617220"/>
          </a:xfrm>
          <a:custGeom>
            <a:avLst/>
            <a:gdLst/>
            <a:ahLst/>
            <a:cxnLst/>
            <a:rect l="l" t="t" r="r" b="b"/>
            <a:pathLst>
              <a:path w="2051198" h="617220">
                <a:moveTo>
                  <a:pt x="0" y="617220"/>
                </a:moveTo>
                <a:cubicBezTo>
                  <a:pt x="0" y="0"/>
                  <a:pt x="342900" y="0"/>
                  <a:pt x="2051198" y="0"/>
                </a:cubicBezTo>
              </a:path>
            </a:pathLst>
          </a:custGeom>
          <a:noFill/>
          <a:ln w="31750">
            <a:solidFill>
              <a:srgbClr val="3A3A3A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曲線箭頭"/>
          <p:cNvSpPr/>
          <p:nvPr/>
        </p:nvSpPr>
        <p:spPr>
          <a:xfrm>
            <a:off x="8887739" y="2800350"/>
            <a:ext cx="2051198" cy="617220"/>
          </a:xfrm>
          <a:custGeom>
            <a:avLst/>
            <a:gdLst/>
            <a:ahLst/>
            <a:cxnLst/>
            <a:rect l="l" t="t" r="r" b="b"/>
            <a:pathLst>
              <a:path w="2051198" h="617220">
                <a:moveTo>
                  <a:pt x="0" y="0"/>
                </a:moveTo>
                <a:cubicBezTo>
                  <a:pt x="1708298" y="0"/>
                  <a:pt x="2051198" y="0"/>
                  <a:pt x="2051198" y="617220"/>
                </a:cubicBezTo>
              </a:path>
            </a:pathLst>
          </a:custGeom>
          <a:noFill/>
          <a:ln w="31750">
            <a:solidFill>
              <a:srgbClr val="3A3A3A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線條"/>
          <p:cNvSpPr/>
          <p:nvPr/>
        </p:nvSpPr>
        <p:spPr>
          <a:xfrm>
            <a:off x="5356843" y="3897630"/>
            <a:ext cx="4525933" cy="0"/>
          </a:xfrm>
          <a:prstGeom prst="line">
            <a:avLst/>
          </a:prstGeom>
          <a:noFill/>
          <a:ln w="31750">
            <a:solidFill>
              <a:srgbClr val="A6A6A6"/>
            </a:solidFill>
            <a:prstDash val="sysDash"/>
            <a:headEnd type="triangle"/>
            <a:tailEnd type="triangle"/>
          </a:ln>
        </p:spPr>
      </p:sp>
      <p:sp>
        <p:nvSpPr>
          <p:cNvPr id="28" name="編號"/>
          <p:cNvSpPr/>
          <p:nvPr/>
        </p:nvSpPr>
        <p:spPr>
          <a:xfrm>
            <a:off x="685800" y="2331720"/>
            <a:ext cx="388620" cy="388620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1400" dirty="0"/>
          </a:p>
        </p:txBody>
      </p:sp>
      <p:sp>
        <p:nvSpPr>
          <p:cNvPr id="29" name="編號"/>
          <p:cNvSpPr/>
          <p:nvPr/>
        </p:nvSpPr>
        <p:spPr>
          <a:xfrm>
            <a:off x="1154430" y="2331720"/>
            <a:ext cx="388620" cy="388620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1400" dirty="0"/>
          </a:p>
        </p:txBody>
      </p:sp>
      <p:sp>
        <p:nvSpPr>
          <p:cNvPr id="30" name="標籤"/>
          <p:cNvSpPr/>
          <p:nvPr/>
        </p:nvSpPr>
        <p:spPr>
          <a:xfrm>
            <a:off x="1657350" y="2343150"/>
            <a:ext cx="1267676" cy="365760"/>
          </a:xfrm>
          <a:prstGeom prst="roundRect">
            <a:avLst>
              <a:gd name="adj" fmla="val 9375"/>
            </a:avLst>
          </a:prstGeom>
          <a:solidFill>
            <a:srgbClr val="3A3A3A"/>
          </a:solidFill>
          <a:ln>
            <a:noFill/>
          </a:ln>
        </p:spPr>
        <p:txBody>
          <a:bodyPr wrap="square" lIns="320929" tIns="0" rIns="92202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1810969" y="2482374"/>
            <a:ext cx="87313" cy="87313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編號"/>
          <p:cNvSpPr/>
          <p:nvPr/>
        </p:nvSpPr>
        <p:spPr>
          <a:xfrm>
            <a:off x="685800" y="2903220"/>
            <a:ext cx="388620" cy="388620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1400" dirty="0"/>
          </a:p>
        </p:txBody>
      </p:sp>
      <p:sp>
        <p:nvSpPr>
          <p:cNvPr id="33" name="編號"/>
          <p:cNvSpPr/>
          <p:nvPr/>
        </p:nvSpPr>
        <p:spPr>
          <a:xfrm>
            <a:off x="1154430" y="2903220"/>
            <a:ext cx="388620" cy="388620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1400" dirty="0"/>
          </a:p>
        </p:txBody>
      </p:sp>
      <p:sp>
        <p:nvSpPr>
          <p:cNvPr id="34" name="標籤"/>
          <p:cNvSpPr/>
          <p:nvPr/>
        </p:nvSpPr>
        <p:spPr>
          <a:xfrm>
            <a:off x="1657350" y="2914650"/>
            <a:ext cx="1267676" cy="365760"/>
          </a:xfrm>
          <a:prstGeom prst="roundRect">
            <a:avLst>
              <a:gd name="adj" fmla="val 9375"/>
            </a:avLst>
          </a:prstGeom>
          <a:solidFill>
            <a:srgbClr val="3A3A3A"/>
          </a:solidFill>
          <a:ln>
            <a:noFill/>
          </a:ln>
        </p:spPr>
        <p:txBody>
          <a:bodyPr wrap="square" lIns="320929" tIns="0" rIns="92202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1810969" y="3053874"/>
            <a:ext cx="87313" cy="87313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編號"/>
          <p:cNvSpPr/>
          <p:nvPr/>
        </p:nvSpPr>
        <p:spPr>
          <a:xfrm>
            <a:off x="12086539" y="2331720"/>
            <a:ext cx="388620" cy="388620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1400" dirty="0"/>
          </a:p>
        </p:txBody>
      </p:sp>
      <p:sp>
        <p:nvSpPr>
          <p:cNvPr id="37" name="編號"/>
          <p:cNvSpPr/>
          <p:nvPr/>
        </p:nvSpPr>
        <p:spPr>
          <a:xfrm>
            <a:off x="12555169" y="2331720"/>
            <a:ext cx="388620" cy="388620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</a:t>
            </a:r>
            <a:endParaRPr lang="en-US" sz="1400" dirty="0"/>
          </a:p>
        </p:txBody>
      </p:sp>
      <p:sp>
        <p:nvSpPr>
          <p:cNvPr id="38" name="標籤"/>
          <p:cNvSpPr/>
          <p:nvPr/>
        </p:nvSpPr>
        <p:spPr>
          <a:xfrm>
            <a:off x="13058089" y="2343150"/>
            <a:ext cx="1267676" cy="365760"/>
          </a:xfrm>
          <a:prstGeom prst="roundRect">
            <a:avLst>
              <a:gd name="adj" fmla="val 9375"/>
            </a:avLst>
          </a:prstGeom>
          <a:solidFill>
            <a:srgbClr val="F2F2F2"/>
          </a:solidFill>
          <a:ln>
            <a:noFill/>
          </a:ln>
        </p:spPr>
        <p:txBody>
          <a:bodyPr wrap="square" lIns="320929" tIns="0" rIns="92202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設定目標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13211708" y="2482374"/>
            <a:ext cx="87313" cy="87313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編號"/>
          <p:cNvSpPr/>
          <p:nvPr/>
        </p:nvSpPr>
        <p:spPr>
          <a:xfrm>
            <a:off x="12086539" y="2903220"/>
            <a:ext cx="388620" cy="388620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</a:t>
            </a:r>
            <a:endParaRPr lang="en-US" sz="1400" dirty="0"/>
          </a:p>
        </p:txBody>
      </p:sp>
      <p:sp>
        <p:nvSpPr>
          <p:cNvPr id="41" name="編號"/>
          <p:cNvSpPr/>
          <p:nvPr/>
        </p:nvSpPr>
        <p:spPr>
          <a:xfrm>
            <a:off x="12555169" y="2903220"/>
            <a:ext cx="388620" cy="388620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</a:t>
            </a:r>
            <a:endParaRPr lang="en-US" sz="1400" dirty="0"/>
          </a:p>
        </p:txBody>
      </p:sp>
      <p:sp>
        <p:nvSpPr>
          <p:cNvPr id="42" name="標籤"/>
          <p:cNvSpPr/>
          <p:nvPr/>
        </p:nvSpPr>
        <p:spPr>
          <a:xfrm>
            <a:off x="13058089" y="2914650"/>
            <a:ext cx="1267676" cy="365760"/>
          </a:xfrm>
          <a:prstGeom prst="roundRect">
            <a:avLst>
              <a:gd name="adj" fmla="val 9375"/>
            </a:avLst>
          </a:prstGeom>
          <a:solidFill>
            <a:srgbClr val="F2F2F2"/>
          </a:solidFill>
          <a:ln>
            <a:noFill/>
          </a:ln>
        </p:spPr>
        <p:txBody>
          <a:bodyPr wrap="square" lIns="320929" tIns="0" rIns="92202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規劃路徑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13211708" y="3053874"/>
            <a:ext cx="87313" cy="87313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卡片"/>
          <p:cNvSpPr/>
          <p:nvPr/>
        </p:nvSpPr>
        <p:spPr>
          <a:xfrm>
            <a:off x="685800" y="6343650"/>
            <a:ext cx="13868019" cy="685800"/>
          </a:xfrm>
          <a:prstGeom prst="roundRect">
            <a:avLst>
              <a:gd name="adj" fmla="val 8333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685800" y="6343650"/>
            <a:ext cx="1386801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</a:t>
            </a:r>
            <a:r>
              <a:rPr lang="en-US" sz="14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Organization</a:t>
            </a:r>
            <a:endParaRPr lang="en-US" sz="1750" dirty="0"/>
          </a:p>
        </p:txBody>
      </p:sp>
      <p:sp>
        <p:nvSpPr>
          <p:cNvPr id="46" name="編號"/>
          <p:cNvSpPr/>
          <p:nvPr/>
        </p:nvSpPr>
        <p:spPr>
          <a:xfrm>
            <a:off x="1299689" y="7269480"/>
            <a:ext cx="388620" cy="388620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</a:t>
            </a:r>
            <a:endParaRPr lang="en-US" sz="1400" dirty="0"/>
          </a:p>
        </p:txBody>
      </p:sp>
      <p:sp>
        <p:nvSpPr>
          <p:cNvPr id="47" name="編號"/>
          <p:cNvSpPr/>
          <p:nvPr/>
        </p:nvSpPr>
        <p:spPr>
          <a:xfrm>
            <a:off x="1768319" y="7269480"/>
            <a:ext cx="388620" cy="388620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1400" dirty="0"/>
          </a:p>
        </p:txBody>
      </p:sp>
      <p:sp>
        <p:nvSpPr>
          <p:cNvPr id="48" name="標籤"/>
          <p:cNvSpPr/>
          <p:nvPr/>
        </p:nvSpPr>
        <p:spPr>
          <a:xfrm>
            <a:off x="2271239" y="7280910"/>
            <a:ext cx="1267676" cy="365760"/>
          </a:xfrm>
          <a:prstGeom prst="roundRect">
            <a:avLst>
              <a:gd name="adj" fmla="val 9375"/>
            </a:avLst>
          </a:prstGeom>
          <a:solidFill>
            <a:srgbClr val="3A3A3A"/>
          </a:solidFill>
          <a:ln>
            <a:noFill/>
          </a:ln>
        </p:spPr>
        <p:txBody>
          <a:bodyPr wrap="square" lIns="320929" tIns="0" rIns="92202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凝聚共識</a:t>
            </a:r>
            <a:endParaRPr lang="en-US" sz="1400" dirty="0"/>
          </a:p>
        </p:txBody>
      </p:sp>
      <p:sp>
        <p:nvSpPr>
          <p:cNvPr id="49" name="Text 47"/>
          <p:cNvSpPr/>
          <p:nvPr/>
        </p:nvSpPr>
        <p:spPr>
          <a:xfrm>
            <a:off x="2424859" y="7420134"/>
            <a:ext cx="87313" cy="87313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編號"/>
          <p:cNvSpPr/>
          <p:nvPr/>
        </p:nvSpPr>
        <p:spPr>
          <a:xfrm>
            <a:off x="4766694" y="7269480"/>
            <a:ext cx="388620" cy="388620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1400" dirty="0"/>
          </a:p>
        </p:txBody>
      </p:sp>
      <p:sp>
        <p:nvSpPr>
          <p:cNvPr id="51" name="編號"/>
          <p:cNvSpPr/>
          <p:nvPr/>
        </p:nvSpPr>
        <p:spPr>
          <a:xfrm>
            <a:off x="5235324" y="7269480"/>
            <a:ext cx="388620" cy="388620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</a:t>
            </a:r>
            <a:endParaRPr lang="en-US" sz="1400" dirty="0"/>
          </a:p>
        </p:txBody>
      </p:sp>
      <p:sp>
        <p:nvSpPr>
          <p:cNvPr id="52" name="標籤"/>
          <p:cNvSpPr/>
          <p:nvPr/>
        </p:nvSpPr>
        <p:spPr>
          <a:xfrm>
            <a:off x="5738244" y="7280910"/>
            <a:ext cx="1267676" cy="365760"/>
          </a:xfrm>
          <a:prstGeom prst="roundRect">
            <a:avLst>
              <a:gd name="adj" fmla="val 9375"/>
            </a:avLst>
          </a:prstGeom>
          <a:solidFill>
            <a:srgbClr val="F2F2F2"/>
          </a:solidFill>
          <a:ln>
            <a:noFill/>
          </a:ln>
        </p:spPr>
        <p:txBody>
          <a:bodyPr wrap="square" lIns="320929" tIns="0" rIns="92202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提升能力</a:t>
            </a:r>
            <a:endParaRPr lang="en-US" sz="1400" dirty="0"/>
          </a:p>
        </p:txBody>
      </p:sp>
      <p:sp>
        <p:nvSpPr>
          <p:cNvPr id="53" name="Text 51"/>
          <p:cNvSpPr/>
          <p:nvPr/>
        </p:nvSpPr>
        <p:spPr>
          <a:xfrm>
            <a:off x="5891863" y="7420134"/>
            <a:ext cx="87313" cy="87313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編號"/>
          <p:cNvSpPr/>
          <p:nvPr/>
        </p:nvSpPr>
        <p:spPr>
          <a:xfrm>
            <a:off x="8468014" y="7269480"/>
            <a:ext cx="388620" cy="388620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</a:t>
            </a:r>
            <a:endParaRPr lang="en-US" sz="1400" dirty="0"/>
          </a:p>
        </p:txBody>
      </p:sp>
      <p:sp>
        <p:nvSpPr>
          <p:cNvPr id="55" name="標籤"/>
          <p:cNvSpPr/>
          <p:nvPr/>
        </p:nvSpPr>
        <p:spPr>
          <a:xfrm>
            <a:off x="8970934" y="7280910"/>
            <a:ext cx="1267676" cy="365760"/>
          </a:xfrm>
          <a:prstGeom prst="roundRect">
            <a:avLst>
              <a:gd name="adj" fmla="val 9375"/>
            </a:avLst>
          </a:prstGeom>
          <a:solidFill>
            <a:srgbClr val="3A3A3A"/>
          </a:solidFill>
          <a:ln>
            <a:noFill/>
          </a:ln>
        </p:spPr>
        <p:txBody>
          <a:bodyPr wrap="square" lIns="320929" tIns="0" rIns="92202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資訊透明</a:t>
            </a:r>
            <a:endParaRPr lang="en-US" sz="1400" dirty="0"/>
          </a:p>
        </p:txBody>
      </p:sp>
      <p:sp>
        <p:nvSpPr>
          <p:cNvPr id="56" name="Text 54"/>
          <p:cNvSpPr/>
          <p:nvPr/>
        </p:nvSpPr>
        <p:spPr>
          <a:xfrm>
            <a:off x="9124553" y="7420134"/>
            <a:ext cx="87313" cy="87313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編號"/>
          <p:cNvSpPr/>
          <p:nvPr/>
        </p:nvSpPr>
        <p:spPr>
          <a:xfrm>
            <a:off x="11700704" y="7269480"/>
            <a:ext cx="388620" cy="388620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</a:t>
            </a:r>
            <a:endParaRPr lang="en-US" sz="1400" dirty="0"/>
          </a:p>
        </p:txBody>
      </p:sp>
      <p:sp>
        <p:nvSpPr>
          <p:cNvPr id="58" name="編號"/>
          <p:cNvSpPr/>
          <p:nvPr/>
        </p:nvSpPr>
        <p:spPr>
          <a:xfrm>
            <a:off x="12169334" y="7269480"/>
            <a:ext cx="388620" cy="388620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</a:t>
            </a:r>
            <a:endParaRPr lang="en-US" sz="1400" dirty="0"/>
          </a:p>
        </p:txBody>
      </p:sp>
      <p:sp>
        <p:nvSpPr>
          <p:cNvPr id="59" name="標籤"/>
          <p:cNvSpPr/>
          <p:nvPr/>
        </p:nvSpPr>
        <p:spPr>
          <a:xfrm>
            <a:off x="12672254" y="7280910"/>
            <a:ext cx="1267676" cy="365760"/>
          </a:xfrm>
          <a:prstGeom prst="roundRect">
            <a:avLst>
              <a:gd name="adj" fmla="val 9375"/>
            </a:avLst>
          </a:prstGeom>
          <a:solidFill>
            <a:srgbClr val="F2F2F2"/>
          </a:solidFill>
          <a:ln>
            <a:noFill/>
          </a:ln>
        </p:spPr>
        <p:txBody>
          <a:bodyPr wrap="square" lIns="320929" tIns="0" rIns="92202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激勵動機</a:t>
            </a:r>
            <a:endParaRPr lang="en-US" sz="1400" dirty="0"/>
          </a:p>
        </p:txBody>
      </p:sp>
      <p:sp>
        <p:nvSpPr>
          <p:cNvPr id="60" name="Text 58"/>
          <p:cNvSpPr/>
          <p:nvPr/>
        </p:nvSpPr>
        <p:spPr>
          <a:xfrm>
            <a:off x="12825873" y="7420134"/>
            <a:ext cx="87313" cy="87313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Text 59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62" name="Text 60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 / 14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685800" y="45720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能力成長地圖</a:t>
            </a:r>
            <a:endParaRPr lang="en-US" sz="4750" dirty="0"/>
          </a:p>
        </p:txBody>
      </p:sp>
      <p:sp>
        <p:nvSpPr>
          <p:cNvPr id="3" name="Text 1"/>
          <p:cNvSpPr/>
          <p:nvPr/>
        </p:nvSpPr>
        <p:spPr>
          <a:xfrm>
            <a:off x="4396740" y="1066800"/>
            <a:ext cx="182880" cy="18288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85800" y="1280160"/>
            <a:ext cx="125730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從個人特質到可遷移能力的三階段路徑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685800" y="1828800"/>
            <a:ext cx="571500" cy="68580"/>
          </a:xfrm>
          <a:prstGeom prst="rect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漸隱箭頭"/>
          <p:cNvSpPr/>
          <p:nvPr/>
        </p:nvSpPr>
        <p:spPr>
          <a:xfrm>
            <a:off x="7172325" y="2914650"/>
            <a:ext cx="445770" cy="4202125"/>
          </a:xfrm>
          <a:prstGeom prst="rect">
            <a:avLst/>
          </a:prstGeom>
          <a:solidFill>
            <a:srgbClr val="F07F2D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漸隱箭頭"/>
          <p:cNvSpPr/>
          <p:nvPr/>
        </p:nvSpPr>
        <p:spPr>
          <a:xfrm>
            <a:off x="7172325" y="3613099"/>
            <a:ext cx="445770" cy="3503676"/>
          </a:xfrm>
          <a:prstGeom prst="rect">
            <a:avLst/>
          </a:prstGeom>
          <a:solidFill>
            <a:srgbClr val="F07F2D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漸隱箭頭"/>
          <p:cNvSpPr/>
          <p:nvPr/>
        </p:nvSpPr>
        <p:spPr>
          <a:xfrm>
            <a:off x="7172325" y="4311548"/>
            <a:ext cx="445770" cy="2805227"/>
          </a:xfrm>
          <a:prstGeom prst="rect">
            <a:avLst/>
          </a:prstGeom>
          <a:solidFill>
            <a:srgbClr val="F07F2D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漸隱箭頭"/>
          <p:cNvSpPr/>
          <p:nvPr/>
        </p:nvSpPr>
        <p:spPr>
          <a:xfrm>
            <a:off x="7172325" y="5009998"/>
            <a:ext cx="445770" cy="2106778"/>
          </a:xfrm>
          <a:prstGeom prst="rect">
            <a:avLst/>
          </a:prstGeom>
          <a:solidFill>
            <a:srgbClr val="F07F2D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漸隱箭頭"/>
          <p:cNvSpPr/>
          <p:nvPr/>
        </p:nvSpPr>
        <p:spPr>
          <a:xfrm>
            <a:off x="7172325" y="5708447"/>
            <a:ext cx="445770" cy="1408328"/>
          </a:xfrm>
          <a:prstGeom prst="rect">
            <a:avLst/>
          </a:prstGeom>
          <a:solidFill>
            <a:srgbClr val="F07F2D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漸隱箭頭"/>
          <p:cNvSpPr/>
          <p:nvPr/>
        </p:nvSpPr>
        <p:spPr>
          <a:xfrm>
            <a:off x="7172325" y="6406896"/>
            <a:ext cx="445770" cy="709879"/>
          </a:xfrm>
          <a:prstGeom prst="rect">
            <a:avLst/>
          </a:prstGeom>
          <a:solidFill>
            <a:srgbClr val="F07F2D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漸隱箭頭"/>
          <p:cNvSpPr/>
          <p:nvPr/>
        </p:nvSpPr>
        <p:spPr>
          <a:xfrm>
            <a:off x="6949440" y="7105345"/>
            <a:ext cx="891540" cy="552755"/>
          </a:xfrm>
          <a:custGeom>
            <a:avLst/>
            <a:gdLst/>
            <a:ahLst/>
            <a:cxnLst/>
            <a:rect l="l" t="t" r="r" b="b"/>
            <a:pathLst>
              <a:path w="891540" h="552755">
                <a:moveTo>
                  <a:pt x="0" y="0"/>
                </a:moveTo>
                <a:lnTo>
                  <a:pt x="891540" y="0"/>
                </a:lnTo>
                <a:lnTo>
                  <a:pt x="445770" y="552755"/>
                </a:lnTo>
                <a:close/>
              </a:path>
            </a:pathLst>
          </a:custGeom>
          <a:solidFill>
            <a:srgbClr val="F07F2D">
              <a:alpha val="54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7978140" y="7200900"/>
            <a:ext cx="14859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07F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成長路徑</a:t>
            </a:r>
            <a:endParaRPr lang="en-US" sz="1500" dirty="0"/>
          </a:p>
        </p:txBody>
      </p:sp>
      <p:sp>
        <p:nvSpPr>
          <p:cNvPr id="14" name="處理"/>
          <p:cNvSpPr/>
          <p:nvPr/>
        </p:nvSpPr>
        <p:spPr>
          <a:xfrm>
            <a:off x="685800" y="4743450"/>
            <a:ext cx="1085850" cy="685800"/>
          </a:xfrm>
          <a:prstGeom prst="roundRect">
            <a:avLst>
              <a:gd name="adj" fmla="val 8333"/>
            </a:avLst>
          </a:prstGeom>
          <a:solidFill>
            <a:srgbClr val="F2F2F2"/>
          </a:solidFill>
          <a:ln w="31750">
            <a:solidFill>
              <a:srgbClr val="3A3A3A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特質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571500" y="5520690"/>
            <a:ext cx="1314450" cy="571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個性、動機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與價值觀</a:t>
            </a:r>
            <a:endParaRPr lang="en-US" sz="1300" dirty="0"/>
          </a:p>
        </p:txBody>
      </p:sp>
      <p:sp>
        <p:nvSpPr>
          <p:cNvPr id="16" name="處理"/>
          <p:cNvSpPr/>
          <p:nvPr/>
        </p:nvSpPr>
        <p:spPr>
          <a:xfrm>
            <a:off x="2343150" y="3749040"/>
            <a:ext cx="1143000" cy="617220"/>
          </a:xfrm>
          <a:prstGeom prst="roundRect">
            <a:avLst>
              <a:gd name="adj" fmla="val 9259"/>
            </a:avLst>
          </a:prstGeom>
          <a:solidFill>
            <a:srgbClr val="F2F2F2"/>
          </a:solidFill>
          <a:ln w="31750">
            <a:solidFill>
              <a:srgbClr val="3A3A3A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</a:t>
            </a:r>
            <a:endParaRPr lang="en-US" sz="1750" dirty="0"/>
          </a:p>
        </p:txBody>
      </p:sp>
      <p:sp>
        <p:nvSpPr>
          <p:cNvPr id="17" name="處理"/>
          <p:cNvSpPr/>
          <p:nvPr/>
        </p:nvSpPr>
        <p:spPr>
          <a:xfrm>
            <a:off x="2343150" y="5806440"/>
            <a:ext cx="1143000" cy="617220"/>
          </a:xfrm>
          <a:prstGeom prst="roundRect">
            <a:avLst>
              <a:gd name="adj" fmla="val 9259"/>
            </a:avLst>
          </a:prstGeom>
          <a:solidFill>
            <a:srgbClr val="F2F2F2"/>
          </a:solidFill>
          <a:ln w="31750">
            <a:solidFill>
              <a:srgbClr val="3A3A3A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</a:t>
            </a:r>
            <a:endParaRPr lang="en-US" sz="1750" dirty="0"/>
          </a:p>
        </p:txBody>
      </p:sp>
      <p:sp>
        <p:nvSpPr>
          <p:cNvPr id="18" name="Text 16"/>
          <p:cNvSpPr/>
          <p:nvPr/>
        </p:nvSpPr>
        <p:spPr>
          <a:xfrm>
            <a:off x="2286000" y="3429000"/>
            <a:ext cx="1257300" cy="2971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知道是什麼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286000" y="6469380"/>
            <a:ext cx="1257300" cy="2971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知道怎麼做</a:t>
            </a:r>
            <a:endParaRPr lang="en-US" sz="1300" dirty="0"/>
          </a:p>
        </p:txBody>
      </p:sp>
      <p:sp>
        <p:nvSpPr>
          <p:cNvPr id="20" name="處理"/>
          <p:cNvSpPr/>
          <p:nvPr/>
        </p:nvSpPr>
        <p:spPr>
          <a:xfrm>
            <a:off x="4057650" y="4743450"/>
            <a:ext cx="1085850" cy="685800"/>
          </a:xfrm>
          <a:prstGeom prst="roundRect">
            <a:avLst>
              <a:gd name="adj" fmla="val 8333"/>
            </a:avLst>
          </a:prstGeom>
          <a:solidFill>
            <a:srgbClr val="3A3A3A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3943350" y="5520690"/>
            <a:ext cx="1314450" cy="2971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能產生價值</a:t>
            </a:r>
            <a:endParaRPr lang="en-US" sz="1300" dirty="0"/>
          </a:p>
        </p:txBody>
      </p:sp>
      <p:sp>
        <p:nvSpPr>
          <p:cNvPr id="22" name="連接線"/>
          <p:cNvSpPr/>
          <p:nvPr/>
        </p:nvSpPr>
        <p:spPr>
          <a:xfrm>
            <a:off x="1840230" y="4057650"/>
            <a:ext cx="434340" cy="1028700"/>
          </a:xfrm>
          <a:custGeom>
            <a:avLst/>
            <a:gdLst/>
            <a:ahLst/>
            <a:cxnLst/>
            <a:rect l="l" t="t" r="r" b="b"/>
            <a:pathLst>
              <a:path w="434340" h="1028700">
                <a:moveTo>
                  <a:pt x="0" y="1028700"/>
                </a:moveTo>
                <a:lnTo>
                  <a:pt x="217170" y="1028700"/>
                </a:lnTo>
                <a:lnTo>
                  <a:pt x="217170" y="0"/>
                </a:lnTo>
                <a:lnTo>
                  <a:pt x="434340" y="0"/>
                </a:lnTo>
              </a:path>
            </a:pathLst>
          </a:custGeom>
          <a:noFill/>
          <a:ln w="3175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連接線"/>
          <p:cNvSpPr/>
          <p:nvPr/>
        </p:nvSpPr>
        <p:spPr>
          <a:xfrm>
            <a:off x="1840230" y="5086350"/>
            <a:ext cx="434340" cy="1028700"/>
          </a:xfrm>
          <a:custGeom>
            <a:avLst/>
            <a:gdLst/>
            <a:ahLst/>
            <a:cxnLst/>
            <a:rect l="l" t="t" r="r" b="b"/>
            <a:pathLst>
              <a:path w="434340" h="1028700">
                <a:moveTo>
                  <a:pt x="0" y="0"/>
                </a:moveTo>
                <a:lnTo>
                  <a:pt x="217170" y="0"/>
                </a:lnTo>
                <a:lnTo>
                  <a:pt x="217170" y="1028700"/>
                </a:lnTo>
                <a:lnTo>
                  <a:pt x="434340" y="1028700"/>
                </a:lnTo>
              </a:path>
            </a:pathLst>
          </a:custGeom>
          <a:noFill/>
          <a:ln w="3175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連接線"/>
          <p:cNvSpPr/>
          <p:nvPr/>
        </p:nvSpPr>
        <p:spPr>
          <a:xfrm>
            <a:off x="3554730" y="4057650"/>
            <a:ext cx="434340" cy="1028700"/>
          </a:xfrm>
          <a:custGeom>
            <a:avLst/>
            <a:gdLst/>
            <a:ahLst/>
            <a:cxnLst/>
            <a:rect l="l" t="t" r="r" b="b"/>
            <a:pathLst>
              <a:path w="434340" h="1028700">
                <a:moveTo>
                  <a:pt x="0" y="0"/>
                </a:moveTo>
                <a:lnTo>
                  <a:pt x="217170" y="0"/>
                </a:lnTo>
                <a:lnTo>
                  <a:pt x="217170" y="1028700"/>
                </a:lnTo>
                <a:lnTo>
                  <a:pt x="434340" y="1028700"/>
                </a:lnTo>
              </a:path>
            </a:pathLst>
          </a:custGeom>
          <a:noFill/>
          <a:ln w="3175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連接線"/>
          <p:cNvSpPr/>
          <p:nvPr/>
        </p:nvSpPr>
        <p:spPr>
          <a:xfrm>
            <a:off x="3554730" y="5086350"/>
            <a:ext cx="434340" cy="1028700"/>
          </a:xfrm>
          <a:custGeom>
            <a:avLst/>
            <a:gdLst/>
            <a:ahLst/>
            <a:cxnLst/>
            <a:rect l="l" t="t" r="r" b="b"/>
            <a:pathLst>
              <a:path w="434340" h="1028700">
                <a:moveTo>
                  <a:pt x="0" y="1028700"/>
                </a:moveTo>
                <a:lnTo>
                  <a:pt x="217170" y="1028700"/>
                </a:lnTo>
                <a:lnTo>
                  <a:pt x="217170" y="0"/>
                </a:lnTo>
                <a:lnTo>
                  <a:pt x="434340" y="0"/>
                </a:lnTo>
              </a:path>
            </a:pathLst>
          </a:custGeom>
          <a:noFill/>
          <a:ln w="3175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連接線"/>
          <p:cNvSpPr/>
          <p:nvPr/>
        </p:nvSpPr>
        <p:spPr>
          <a:xfrm>
            <a:off x="5212080" y="3429000"/>
            <a:ext cx="720090" cy="1657350"/>
          </a:xfrm>
          <a:custGeom>
            <a:avLst/>
            <a:gdLst/>
            <a:ahLst/>
            <a:cxnLst/>
            <a:rect l="l" t="t" r="r" b="b"/>
            <a:pathLst>
              <a:path w="720090" h="1657350">
                <a:moveTo>
                  <a:pt x="0" y="1657350"/>
                </a:moveTo>
                <a:lnTo>
                  <a:pt x="360045" y="1657350"/>
                </a:lnTo>
                <a:lnTo>
                  <a:pt x="360045" y="0"/>
                </a:lnTo>
                <a:lnTo>
                  <a:pt x="720090" y="0"/>
                </a:lnTo>
              </a:path>
            </a:pathLst>
          </a:custGeom>
          <a:noFill/>
          <a:ln w="3175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線條"/>
          <p:cNvSpPr/>
          <p:nvPr/>
        </p:nvSpPr>
        <p:spPr>
          <a:xfrm>
            <a:off x="5212080" y="5086350"/>
            <a:ext cx="720090" cy="0"/>
          </a:xfrm>
          <a:prstGeom prst="line">
            <a:avLst/>
          </a:prstGeom>
          <a:noFill/>
          <a:ln w="31750">
            <a:solidFill>
              <a:srgbClr val="3A3A3A"/>
            </a:solidFill>
            <a:prstDash val="solid"/>
            <a:tailEnd type="triangle"/>
          </a:ln>
        </p:spPr>
      </p:sp>
      <p:sp>
        <p:nvSpPr>
          <p:cNvPr id="28" name="連接線"/>
          <p:cNvSpPr/>
          <p:nvPr/>
        </p:nvSpPr>
        <p:spPr>
          <a:xfrm>
            <a:off x="5212080" y="5086350"/>
            <a:ext cx="720090" cy="1657350"/>
          </a:xfrm>
          <a:custGeom>
            <a:avLst/>
            <a:gdLst/>
            <a:ahLst/>
            <a:cxnLst/>
            <a:rect l="l" t="t" r="r" b="b"/>
            <a:pathLst>
              <a:path w="720090" h="1657350">
                <a:moveTo>
                  <a:pt x="0" y="0"/>
                </a:moveTo>
                <a:lnTo>
                  <a:pt x="360045" y="0"/>
                </a:lnTo>
                <a:lnTo>
                  <a:pt x="360045" y="1657350"/>
                </a:lnTo>
                <a:lnTo>
                  <a:pt x="720090" y="1657350"/>
                </a:lnTo>
              </a:path>
            </a:pathLst>
          </a:custGeom>
          <a:noFill/>
          <a:ln w="3175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卡片"/>
          <p:cNvSpPr/>
          <p:nvPr/>
        </p:nvSpPr>
        <p:spPr>
          <a:xfrm>
            <a:off x="6000750" y="3017520"/>
            <a:ext cx="2286000" cy="822960"/>
          </a:xfrm>
          <a:prstGeom prst="roundRect">
            <a:avLst>
              <a:gd name="adj" fmla="val 6944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6000750" y="3017520"/>
            <a:ext cx="2286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執行實踐</a:t>
            </a:r>
            <a:endParaRPr lang="en-US" sz="2000" dirty="0"/>
          </a:p>
        </p:txBody>
      </p:sp>
      <p:sp>
        <p:nvSpPr>
          <p:cNvPr id="31" name="標籤"/>
          <p:cNvSpPr/>
          <p:nvPr/>
        </p:nvSpPr>
        <p:spPr>
          <a:xfrm>
            <a:off x="7262495" y="2857500"/>
            <a:ext cx="852805" cy="320040"/>
          </a:xfrm>
          <a:prstGeom prst="roundRect">
            <a:avLst>
              <a:gd name="adj" fmla="val 10714"/>
            </a:avLst>
          </a:prstGeom>
          <a:solidFill>
            <a:srgbClr val="F07F2D"/>
          </a:solidFill>
          <a:ln>
            <a:noFill/>
          </a:ln>
        </p:spPr>
        <p:txBody>
          <a:bodyPr wrap="square" lIns="307975" tIns="0" rIns="89154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前期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7411085" y="2977833"/>
            <a:ext cx="79375" cy="7937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標籤"/>
          <p:cNvSpPr/>
          <p:nvPr/>
        </p:nvSpPr>
        <p:spPr>
          <a:xfrm>
            <a:off x="6172200" y="3680460"/>
            <a:ext cx="1011555" cy="320040"/>
          </a:xfrm>
          <a:prstGeom prst="roundRect">
            <a:avLst>
              <a:gd name="adj" fmla="val 10714"/>
            </a:avLst>
          </a:prstGeom>
          <a:solidFill>
            <a:srgbClr val="F2F2F2"/>
          </a:solidFill>
          <a:ln>
            <a:noFill/>
          </a:ln>
        </p:spPr>
        <p:txBody>
          <a:bodyPr wrap="square" lIns="307975" tIns="0" rIns="89154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打基礎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6320790" y="3800793"/>
            <a:ext cx="79375" cy="79375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卡片"/>
          <p:cNvSpPr/>
          <p:nvPr/>
        </p:nvSpPr>
        <p:spPr>
          <a:xfrm>
            <a:off x="6000750" y="4674870"/>
            <a:ext cx="2286000" cy="822960"/>
          </a:xfrm>
          <a:prstGeom prst="roundRect">
            <a:avLst>
              <a:gd name="adj" fmla="val 6944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6000750" y="4674870"/>
            <a:ext cx="2286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溝通協作</a:t>
            </a:r>
            <a:endParaRPr lang="en-US" sz="2000" dirty="0"/>
          </a:p>
        </p:txBody>
      </p:sp>
      <p:sp>
        <p:nvSpPr>
          <p:cNvPr id="37" name="標籤"/>
          <p:cNvSpPr/>
          <p:nvPr/>
        </p:nvSpPr>
        <p:spPr>
          <a:xfrm>
            <a:off x="7262495" y="4514850"/>
            <a:ext cx="852805" cy="320040"/>
          </a:xfrm>
          <a:prstGeom prst="roundRect">
            <a:avLst>
              <a:gd name="adj" fmla="val 10714"/>
            </a:avLst>
          </a:prstGeom>
          <a:solidFill>
            <a:srgbClr val="F07F2D"/>
          </a:solidFill>
          <a:ln>
            <a:noFill/>
          </a:ln>
        </p:spPr>
        <p:txBody>
          <a:bodyPr wrap="square" lIns="307975" tIns="0" rIns="89154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中期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7411085" y="4635183"/>
            <a:ext cx="79375" cy="7937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標籤"/>
          <p:cNvSpPr/>
          <p:nvPr/>
        </p:nvSpPr>
        <p:spPr>
          <a:xfrm>
            <a:off x="6172200" y="5337810"/>
            <a:ext cx="1011555" cy="320040"/>
          </a:xfrm>
          <a:prstGeom prst="roundRect">
            <a:avLst>
              <a:gd name="adj" fmla="val 10714"/>
            </a:avLst>
          </a:prstGeom>
          <a:solidFill>
            <a:srgbClr val="F2F2F2"/>
          </a:solidFill>
          <a:ln>
            <a:noFill/>
          </a:ln>
        </p:spPr>
        <p:txBody>
          <a:bodyPr wrap="square" lIns="307975" tIns="0" rIns="89154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擴影響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6320790" y="5458142"/>
            <a:ext cx="79375" cy="79375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卡片"/>
          <p:cNvSpPr/>
          <p:nvPr/>
        </p:nvSpPr>
        <p:spPr>
          <a:xfrm>
            <a:off x="6000750" y="6332220"/>
            <a:ext cx="2286000" cy="822960"/>
          </a:xfrm>
          <a:prstGeom prst="roundRect">
            <a:avLst>
              <a:gd name="adj" fmla="val 6944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6000750" y="6332220"/>
            <a:ext cx="2286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整合創新</a:t>
            </a:r>
            <a:endParaRPr lang="en-US" sz="2000" dirty="0"/>
          </a:p>
        </p:txBody>
      </p:sp>
      <p:sp>
        <p:nvSpPr>
          <p:cNvPr id="43" name="標籤"/>
          <p:cNvSpPr/>
          <p:nvPr/>
        </p:nvSpPr>
        <p:spPr>
          <a:xfrm>
            <a:off x="7262495" y="6172200"/>
            <a:ext cx="852805" cy="320040"/>
          </a:xfrm>
          <a:prstGeom prst="roundRect">
            <a:avLst>
              <a:gd name="adj" fmla="val 10714"/>
            </a:avLst>
          </a:prstGeom>
          <a:solidFill>
            <a:srgbClr val="F07F2D"/>
          </a:solidFill>
          <a:ln>
            <a:noFill/>
          </a:ln>
        </p:spPr>
        <p:txBody>
          <a:bodyPr wrap="square" lIns="307975" tIns="0" rIns="89154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後期</a:t>
            </a:r>
            <a:endParaRPr lang="en-US" sz="1250" dirty="0"/>
          </a:p>
        </p:txBody>
      </p:sp>
      <p:sp>
        <p:nvSpPr>
          <p:cNvPr id="44" name="Text 42"/>
          <p:cNvSpPr/>
          <p:nvPr/>
        </p:nvSpPr>
        <p:spPr>
          <a:xfrm>
            <a:off x="7411085" y="6292533"/>
            <a:ext cx="79375" cy="7937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標籤"/>
          <p:cNvSpPr/>
          <p:nvPr/>
        </p:nvSpPr>
        <p:spPr>
          <a:xfrm>
            <a:off x="6172200" y="6995160"/>
            <a:ext cx="1011555" cy="320040"/>
          </a:xfrm>
          <a:prstGeom prst="roundRect">
            <a:avLst>
              <a:gd name="adj" fmla="val 10714"/>
            </a:avLst>
          </a:prstGeom>
          <a:solidFill>
            <a:srgbClr val="F2F2F2"/>
          </a:solidFill>
          <a:ln>
            <a:noFill/>
          </a:ln>
        </p:spPr>
        <p:txBody>
          <a:bodyPr wrap="square" lIns="307975" tIns="0" rIns="89154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建槓桿</a:t>
            </a:r>
            <a:endParaRPr lang="en-US" sz="1250" dirty="0"/>
          </a:p>
        </p:txBody>
      </p:sp>
      <p:sp>
        <p:nvSpPr>
          <p:cNvPr id="46" name="Text 44"/>
          <p:cNvSpPr/>
          <p:nvPr/>
        </p:nvSpPr>
        <p:spPr>
          <a:xfrm>
            <a:off x="6320790" y="7115492"/>
            <a:ext cx="79375" cy="79375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寬欄條"/>
          <p:cNvSpPr/>
          <p:nvPr/>
        </p:nvSpPr>
        <p:spPr>
          <a:xfrm>
            <a:off x="8858250" y="2571750"/>
            <a:ext cx="685800" cy="4857750"/>
          </a:xfrm>
          <a:prstGeom prst="roundRect">
            <a:avLst>
              <a:gd name="adj" fmla="val 8333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寬欄條"/>
          <p:cNvSpPr/>
          <p:nvPr/>
        </p:nvSpPr>
        <p:spPr>
          <a:xfrm>
            <a:off x="9772650" y="2571750"/>
            <a:ext cx="685800" cy="4857750"/>
          </a:xfrm>
          <a:prstGeom prst="roundRect">
            <a:avLst>
              <a:gd name="adj" fmla="val 8333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8458200" y="2194560"/>
            <a:ext cx="24003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吸收　／　產出</a:t>
            </a:r>
            <a:endParaRPr lang="en-US" sz="1400" dirty="0"/>
          </a:p>
        </p:txBody>
      </p:sp>
      <p:sp>
        <p:nvSpPr>
          <p:cNvPr id="50" name="編號"/>
          <p:cNvSpPr/>
          <p:nvPr/>
        </p:nvSpPr>
        <p:spPr>
          <a:xfrm>
            <a:off x="8926830" y="3154680"/>
            <a:ext cx="548640" cy="548640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750" dirty="0"/>
          </a:p>
        </p:txBody>
      </p:sp>
      <p:sp>
        <p:nvSpPr>
          <p:cNvPr id="51" name="編號"/>
          <p:cNvSpPr/>
          <p:nvPr/>
        </p:nvSpPr>
        <p:spPr>
          <a:xfrm>
            <a:off x="9841230" y="3154680"/>
            <a:ext cx="548640" cy="548640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750" dirty="0"/>
          </a:p>
        </p:txBody>
      </p:sp>
      <p:sp>
        <p:nvSpPr>
          <p:cNvPr id="52" name="線條"/>
          <p:cNvSpPr/>
          <p:nvPr/>
        </p:nvSpPr>
        <p:spPr>
          <a:xfrm>
            <a:off x="8378190" y="3429000"/>
            <a:ext cx="480060" cy="0"/>
          </a:xfrm>
          <a:prstGeom prst="line">
            <a:avLst/>
          </a:prstGeom>
          <a:noFill/>
          <a:ln w="15875">
            <a:solidFill>
              <a:srgbClr val="BFBFBF"/>
            </a:solidFill>
            <a:prstDash val="solid"/>
          </a:ln>
        </p:spPr>
      </p:sp>
      <p:sp>
        <p:nvSpPr>
          <p:cNvPr id="53" name="編號"/>
          <p:cNvSpPr/>
          <p:nvPr/>
        </p:nvSpPr>
        <p:spPr>
          <a:xfrm>
            <a:off x="8926830" y="4812030"/>
            <a:ext cx="548640" cy="548640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750" dirty="0"/>
          </a:p>
        </p:txBody>
      </p:sp>
      <p:sp>
        <p:nvSpPr>
          <p:cNvPr id="54" name="編號"/>
          <p:cNvSpPr/>
          <p:nvPr/>
        </p:nvSpPr>
        <p:spPr>
          <a:xfrm>
            <a:off x="9841230" y="4812030"/>
            <a:ext cx="548640" cy="548640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750" dirty="0"/>
          </a:p>
        </p:txBody>
      </p:sp>
      <p:sp>
        <p:nvSpPr>
          <p:cNvPr id="55" name="線條"/>
          <p:cNvSpPr/>
          <p:nvPr/>
        </p:nvSpPr>
        <p:spPr>
          <a:xfrm>
            <a:off x="8378190" y="5086350"/>
            <a:ext cx="480060" cy="0"/>
          </a:xfrm>
          <a:prstGeom prst="line">
            <a:avLst/>
          </a:prstGeom>
          <a:noFill/>
          <a:ln w="15875">
            <a:solidFill>
              <a:srgbClr val="BFBFBF"/>
            </a:solidFill>
            <a:prstDash val="solid"/>
          </a:ln>
        </p:spPr>
      </p:sp>
      <p:sp>
        <p:nvSpPr>
          <p:cNvPr id="56" name="編號"/>
          <p:cNvSpPr/>
          <p:nvPr/>
        </p:nvSpPr>
        <p:spPr>
          <a:xfrm>
            <a:off x="8926830" y="6469380"/>
            <a:ext cx="548640" cy="548640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750" dirty="0"/>
          </a:p>
        </p:txBody>
      </p:sp>
      <p:sp>
        <p:nvSpPr>
          <p:cNvPr id="57" name="編號"/>
          <p:cNvSpPr/>
          <p:nvPr/>
        </p:nvSpPr>
        <p:spPr>
          <a:xfrm>
            <a:off x="9841230" y="6469380"/>
            <a:ext cx="548640" cy="548640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750" dirty="0"/>
          </a:p>
        </p:txBody>
      </p:sp>
      <p:sp>
        <p:nvSpPr>
          <p:cNvPr id="58" name="線條"/>
          <p:cNvSpPr/>
          <p:nvPr/>
        </p:nvSpPr>
        <p:spPr>
          <a:xfrm>
            <a:off x="8378190" y="6743700"/>
            <a:ext cx="480060" cy="0"/>
          </a:xfrm>
          <a:prstGeom prst="line">
            <a:avLst/>
          </a:prstGeom>
          <a:noFill/>
          <a:ln w="15875">
            <a:solidFill>
              <a:srgbClr val="BFBFBF"/>
            </a:solidFill>
            <a:prstDash val="solid"/>
          </a:ln>
        </p:spPr>
      </p:sp>
      <p:sp>
        <p:nvSpPr>
          <p:cNvPr id="59" name="線條"/>
          <p:cNvSpPr/>
          <p:nvPr/>
        </p:nvSpPr>
        <p:spPr>
          <a:xfrm>
            <a:off x="10458450" y="3429000"/>
            <a:ext cx="285750" cy="0"/>
          </a:xfrm>
          <a:prstGeom prst="line">
            <a:avLst/>
          </a:prstGeom>
          <a:noFill/>
          <a:ln w="31750">
            <a:solidFill>
              <a:srgbClr val="3A3A3A"/>
            </a:solidFill>
            <a:prstDash val="solid"/>
          </a:ln>
        </p:spPr>
      </p:sp>
      <p:sp>
        <p:nvSpPr>
          <p:cNvPr id="60" name="連接線"/>
          <p:cNvSpPr/>
          <p:nvPr/>
        </p:nvSpPr>
        <p:spPr>
          <a:xfrm>
            <a:off x="10744200" y="306324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365760"/>
                </a:moveTo>
                <a:lnTo>
                  <a:pt x="0" y="0"/>
                </a:lnTo>
                <a:lnTo>
                  <a:pt x="308610" y="0"/>
                </a:lnTo>
              </a:path>
            </a:pathLst>
          </a:custGeom>
          <a:noFill/>
          <a:ln w="3175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Text 59"/>
          <p:cNvSpPr/>
          <p:nvPr/>
        </p:nvSpPr>
        <p:spPr>
          <a:xfrm>
            <a:off x="11144250" y="2891790"/>
            <a:ext cx="26289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流程操作、工具使用</a:t>
            </a:r>
            <a:endParaRPr lang="en-US" sz="1400" dirty="0"/>
          </a:p>
        </p:txBody>
      </p:sp>
      <p:sp>
        <p:nvSpPr>
          <p:cNvPr id="62" name="連接線"/>
          <p:cNvSpPr/>
          <p:nvPr/>
        </p:nvSpPr>
        <p:spPr>
          <a:xfrm>
            <a:off x="10744200" y="342900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0"/>
                </a:moveTo>
                <a:lnTo>
                  <a:pt x="0" y="365760"/>
                </a:lnTo>
                <a:lnTo>
                  <a:pt x="308610" y="365760"/>
                </a:lnTo>
              </a:path>
            </a:pathLst>
          </a:custGeom>
          <a:noFill/>
          <a:ln w="3175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Text 61"/>
          <p:cNvSpPr/>
          <p:nvPr/>
        </p:nvSpPr>
        <p:spPr>
          <a:xfrm>
            <a:off x="11144250" y="3623310"/>
            <a:ext cx="26289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標準作業與規範</a:t>
            </a:r>
            <a:endParaRPr lang="en-US" sz="1400" dirty="0"/>
          </a:p>
        </p:txBody>
      </p:sp>
      <p:sp>
        <p:nvSpPr>
          <p:cNvPr id="64" name="線條"/>
          <p:cNvSpPr/>
          <p:nvPr/>
        </p:nvSpPr>
        <p:spPr>
          <a:xfrm>
            <a:off x="10458450" y="5086350"/>
            <a:ext cx="285750" cy="0"/>
          </a:xfrm>
          <a:prstGeom prst="line">
            <a:avLst/>
          </a:prstGeom>
          <a:noFill/>
          <a:ln w="31750">
            <a:solidFill>
              <a:srgbClr val="3A3A3A"/>
            </a:solidFill>
            <a:prstDash val="solid"/>
          </a:ln>
        </p:spPr>
      </p:sp>
      <p:sp>
        <p:nvSpPr>
          <p:cNvPr id="65" name="連接線"/>
          <p:cNvSpPr/>
          <p:nvPr/>
        </p:nvSpPr>
        <p:spPr>
          <a:xfrm>
            <a:off x="10744200" y="472059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365760"/>
                </a:moveTo>
                <a:lnTo>
                  <a:pt x="0" y="0"/>
                </a:lnTo>
                <a:lnTo>
                  <a:pt x="308610" y="0"/>
                </a:lnTo>
              </a:path>
            </a:pathLst>
          </a:custGeom>
          <a:noFill/>
          <a:ln w="3175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6" name="Text 64"/>
          <p:cNvSpPr/>
          <p:nvPr/>
        </p:nvSpPr>
        <p:spPr>
          <a:xfrm>
            <a:off x="11144250" y="4549140"/>
            <a:ext cx="26289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表達、傾聽、協調</a:t>
            </a:r>
            <a:endParaRPr lang="en-US" sz="1400" dirty="0"/>
          </a:p>
        </p:txBody>
      </p:sp>
      <p:sp>
        <p:nvSpPr>
          <p:cNvPr id="67" name="連接線"/>
          <p:cNvSpPr/>
          <p:nvPr/>
        </p:nvSpPr>
        <p:spPr>
          <a:xfrm>
            <a:off x="10744200" y="508635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0"/>
                </a:moveTo>
                <a:lnTo>
                  <a:pt x="0" y="365760"/>
                </a:lnTo>
                <a:lnTo>
                  <a:pt x="308610" y="365760"/>
                </a:lnTo>
              </a:path>
            </a:pathLst>
          </a:custGeom>
          <a:noFill/>
          <a:ln w="3175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Text 66"/>
          <p:cNvSpPr/>
          <p:nvPr/>
        </p:nvSpPr>
        <p:spPr>
          <a:xfrm>
            <a:off x="11144250" y="5280660"/>
            <a:ext cx="26289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提案、談判、領導</a:t>
            </a:r>
            <a:endParaRPr lang="en-US" sz="1400" dirty="0"/>
          </a:p>
        </p:txBody>
      </p:sp>
      <p:sp>
        <p:nvSpPr>
          <p:cNvPr id="69" name="線條"/>
          <p:cNvSpPr/>
          <p:nvPr/>
        </p:nvSpPr>
        <p:spPr>
          <a:xfrm>
            <a:off x="10458450" y="6743700"/>
            <a:ext cx="285750" cy="0"/>
          </a:xfrm>
          <a:prstGeom prst="line">
            <a:avLst/>
          </a:prstGeom>
          <a:noFill/>
          <a:ln w="31750">
            <a:solidFill>
              <a:srgbClr val="3A3A3A"/>
            </a:solidFill>
            <a:prstDash val="solid"/>
          </a:ln>
        </p:spPr>
      </p:sp>
      <p:sp>
        <p:nvSpPr>
          <p:cNvPr id="70" name="連接線"/>
          <p:cNvSpPr/>
          <p:nvPr/>
        </p:nvSpPr>
        <p:spPr>
          <a:xfrm>
            <a:off x="10744200" y="637794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365760"/>
                </a:moveTo>
                <a:lnTo>
                  <a:pt x="0" y="0"/>
                </a:lnTo>
                <a:lnTo>
                  <a:pt x="308610" y="0"/>
                </a:lnTo>
              </a:path>
            </a:pathLst>
          </a:custGeom>
          <a:noFill/>
          <a:ln w="3175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Text 69"/>
          <p:cNvSpPr/>
          <p:nvPr/>
        </p:nvSpPr>
        <p:spPr>
          <a:xfrm>
            <a:off x="11144250" y="6206490"/>
            <a:ext cx="26289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結構思考、問題解決</a:t>
            </a:r>
            <a:endParaRPr lang="en-US" sz="1400" dirty="0"/>
          </a:p>
        </p:txBody>
      </p:sp>
      <p:sp>
        <p:nvSpPr>
          <p:cNvPr id="72" name="連接線"/>
          <p:cNvSpPr/>
          <p:nvPr/>
        </p:nvSpPr>
        <p:spPr>
          <a:xfrm>
            <a:off x="10744200" y="674370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0"/>
                </a:moveTo>
                <a:lnTo>
                  <a:pt x="0" y="365760"/>
                </a:lnTo>
                <a:lnTo>
                  <a:pt x="308610" y="365760"/>
                </a:lnTo>
              </a:path>
            </a:pathLst>
          </a:custGeom>
          <a:noFill/>
          <a:ln w="3175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Text 71"/>
          <p:cNvSpPr/>
          <p:nvPr/>
        </p:nvSpPr>
        <p:spPr>
          <a:xfrm>
            <a:off x="11144250" y="6938010"/>
            <a:ext cx="26289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資源整合、創新</a:t>
            </a:r>
            <a:endParaRPr lang="en-US" sz="1400" dirty="0"/>
          </a:p>
        </p:txBody>
      </p:sp>
      <p:sp>
        <p:nvSpPr>
          <p:cNvPr id="74" name="漸隱直條"/>
          <p:cNvSpPr/>
          <p:nvPr/>
        </p:nvSpPr>
        <p:spPr>
          <a:xfrm>
            <a:off x="14167485" y="2810637"/>
            <a:ext cx="217170" cy="4391406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漸隱直條"/>
          <p:cNvSpPr/>
          <p:nvPr/>
        </p:nvSpPr>
        <p:spPr>
          <a:xfrm>
            <a:off x="14167485" y="3175635"/>
            <a:ext cx="217170" cy="3661410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漸隱直條"/>
          <p:cNvSpPr/>
          <p:nvPr/>
        </p:nvSpPr>
        <p:spPr>
          <a:xfrm>
            <a:off x="14167485" y="3540633"/>
            <a:ext cx="217170" cy="2931414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7" name="漸隱直條"/>
          <p:cNvSpPr/>
          <p:nvPr/>
        </p:nvSpPr>
        <p:spPr>
          <a:xfrm>
            <a:off x="14167485" y="3905631"/>
            <a:ext cx="217170" cy="2201418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8" name="漸隱直條"/>
          <p:cNvSpPr/>
          <p:nvPr/>
        </p:nvSpPr>
        <p:spPr>
          <a:xfrm>
            <a:off x="14167485" y="4270629"/>
            <a:ext cx="217170" cy="1471422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9" name="漸隱直條"/>
          <p:cNvSpPr/>
          <p:nvPr/>
        </p:nvSpPr>
        <p:spPr>
          <a:xfrm>
            <a:off x="14167485" y="4635627"/>
            <a:ext cx="217170" cy="741426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0" name="Text 78"/>
          <p:cNvSpPr/>
          <p:nvPr/>
        </p:nvSpPr>
        <p:spPr>
          <a:xfrm>
            <a:off x="14058900" y="2571750"/>
            <a:ext cx="434340" cy="238887"/>
          </a:xfrm>
          <a:custGeom>
            <a:avLst/>
            <a:gdLst/>
            <a:ahLst/>
            <a:cxnLst/>
            <a:rect l="l" t="t" r="r" b="b"/>
            <a:pathLst>
              <a:path w="434340" h="238887">
                <a:moveTo>
                  <a:pt x="0" y="238887"/>
                </a:moveTo>
                <a:lnTo>
                  <a:pt x="217170" y="0"/>
                </a:lnTo>
                <a:lnTo>
                  <a:pt x="434340" y="238887"/>
                </a:lnTo>
                <a:close/>
              </a:path>
            </a:pathLst>
          </a:cu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1" name="Text 79"/>
          <p:cNvSpPr/>
          <p:nvPr/>
        </p:nvSpPr>
        <p:spPr>
          <a:xfrm>
            <a:off x="14058900" y="7190613"/>
            <a:ext cx="434340" cy="238887"/>
          </a:xfrm>
          <a:custGeom>
            <a:avLst/>
            <a:gdLst/>
            <a:ahLst/>
            <a:cxnLst/>
            <a:rect l="l" t="t" r="r" b="b"/>
            <a:pathLst>
              <a:path w="434340" h="238887">
                <a:moveTo>
                  <a:pt x="0" y="0"/>
                </a:moveTo>
                <a:lnTo>
                  <a:pt x="434340" y="0"/>
                </a:lnTo>
                <a:lnTo>
                  <a:pt x="217170" y="238887"/>
                </a:lnTo>
                <a:close/>
              </a:path>
            </a:pathLst>
          </a:custGeom>
          <a:solidFill>
            <a:srgbClr val="A6A6A6">
              <a:alpha val="50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2" name="Text 80"/>
          <p:cNvSpPr/>
          <p:nvPr/>
        </p:nvSpPr>
        <p:spPr>
          <a:xfrm>
            <a:off x="12973050" y="2194560"/>
            <a:ext cx="16002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情境限定</a:t>
            </a:r>
            <a:endParaRPr lang="en-US" sz="1250" dirty="0"/>
          </a:p>
        </p:txBody>
      </p:sp>
      <p:sp>
        <p:nvSpPr>
          <p:cNvPr id="83" name="Text 81"/>
          <p:cNvSpPr/>
          <p:nvPr/>
        </p:nvSpPr>
        <p:spPr>
          <a:xfrm>
            <a:off x="12973050" y="7486650"/>
            <a:ext cx="16002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F07F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跨域通用</a:t>
            </a:r>
            <a:endParaRPr lang="en-US" sz="1250" dirty="0"/>
          </a:p>
        </p:txBody>
      </p:sp>
      <p:sp>
        <p:nvSpPr>
          <p:cNvPr id="84" name="Text 82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85" name="Text 83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 / 14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精緻圖解元件庫 · 炭灰橘點</dc:title>
  <dc:subject>PptxGenJS Presentation</dc:subject>
  <dc:creator>PPT Style Studio</dc:creator>
  <cp:lastModifiedBy>PPT Style Studio</cp:lastModifiedBy>
  <cp:revision>1</cp:revision>
  <dcterms:created xsi:type="dcterms:W3CDTF">2026-10-09T03:27:02Z</dcterms:created>
  <dcterms:modified xsi:type="dcterms:W3CDTF">2026-10-09T03:27:02Z</dcterms:modified>
</cp:coreProperties>
</file>