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5435397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778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3A3A3A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2032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36576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2032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240">
            <a:solidFill>
              <a:srgbClr val="F07F2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/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F07F2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ln w="12700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27940">
              <a:solidFill>
                <a:srgbClr val="3A3A3A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grpSp>
        <p:nvGrpSpPr>
          <p:cNvPr id="5006" name="深色標籤"/>
          <p:cNvGrpSpPr/>
          <p:nvPr/>
        </p:nvGrpSpPr>
        <p:grpSpPr>
          <a:xfrm>
            <a:off x="6109940" y="4052621"/>
            <a:ext cx="811313" cy="234086"/>
            <a:chOff x="6109940" y="4052621"/>
            <a:chExt cx="811313" cy="234086"/>
          </a:xfrm>
        </p:grpSpPr>
        <p:sp>
          <p:nvSpPr>
            <p:cNvPr id="101" name="標籤"/>
            <p:cNvSpPr/>
            <p:nvPr/>
          </p:nvSpPr>
          <p:spPr>
            <a:xfrm>
              <a:off x="6109940" y="4052621"/>
              <a:ext cx="811313" cy="234086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/>
          </p:spPr>
          <p:txBody>
            <a:bodyPr wrap="square" lIns="205359" tIns="0" rIns="58928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主要標籤</a:t>
              </a:r>
              <a:endParaRPr lang="en-US" sz="900" dirty="0"/>
            </a:p>
          </p:txBody>
        </p:sp>
        <p:sp>
          <p:nvSpPr>
            <p:cNvPr id="102" name="Text 100"/>
            <p:cNvSpPr/>
            <p:nvPr/>
          </p:nvSpPr>
          <p:spPr>
            <a:xfrm>
              <a:off x="6208256" y="4141724"/>
              <a:ext cx="55880" cy="55880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7024519" y="4059936"/>
            <a:ext cx="1221232" cy="219456"/>
            <a:chOff x="7024519" y="4059936"/>
            <a:chExt cx="1221232" cy="219456"/>
          </a:xfrm>
        </p:grpSpPr>
        <p:sp>
          <p:nvSpPr>
            <p:cNvPr id="104" name="標籤"/>
            <p:cNvSpPr/>
            <p:nvPr/>
          </p:nvSpPr>
          <p:spPr>
            <a:xfrm>
              <a:off x="7024519" y="4059936"/>
              <a:ext cx="581355" cy="219456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/>
          </p:spPr>
          <p:txBody>
            <a:bodyPr wrap="square" lIns="202184" tIns="0" rIns="57023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5" name="Text 103"/>
            <p:cNvSpPr/>
            <p:nvPr/>
          </p:nvSpPr>
          <p:spPr>
            <a:xfrm>
              <a:off x="7119617" y="4141724"/>
              <a:ext cx="55880" cy="55880"/>
            </a:xfrm>
            <a:prstGeom prst="ellipse">
              <a:avLst/>
            </a:prstGeom>
            <a:solidFill>
              <a:srgbClr val="FFFFF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7664396" y="4059936"/>
              <a:ext cx="581355" cy="219456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/>
          </p:spPr>
          <p:txBody>
            <a:bodyPr wrap="square" lIns="202184" tIns="0" rIns="57023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7759494" y="4141724"/>
              <a:ext cx="55880" cy="55880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9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3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5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12500"/>
              </a:avLst>
            </a:prstGeom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7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8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20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22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10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36576"/>
                  </a:lnTo>
                  <a:arcTo hR="36576" wR="36576" stAng="10800000" swAng="5400000"/>
                  <a:lnTo>
                    <a:pt x="841248" y="0"/>
                  </a:lnTo>
                  <a:arcTo hR="36576" wR="36576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7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2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30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3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5740400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52067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52067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2032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52067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95498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95498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95498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95498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分隔"/>
            <p:cNvSpPr/>
            <p:nvPr/>
          </p:nvSpPr>
          <p:spPr>
            <a:xfrm>
              <a:off x="8192201" y="4037990"/>
              <a:ext cx="146304" cy="219456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17780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7462317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52067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52067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15240">
              <a:solidFill>
                <a:srgbClr val="F07F2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/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80867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7780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36576"/>
                  </a:lnTo>
                  <a:arcTo hR="36576" wR="36576" stAng="10800000" swAng="5400000"/>
                  <a:lnTo>
                    <a:pt x="835802" y="0"/>
                  </a:lnTo>
                  <a:arcTo hR="36576" wR="36576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597924" y="4813402"/>
              <a:ext cx="474675" cy="160934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/>
          </p:spPr>
          <p:txBody>
            <a:bodyPr wrap="square" lIns="186944" tIns="0" rIns="57023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Text 65"/>
            <p:cNvSpPr/>
            <p:nvPr/>
          </p:nvSpPr>
          <p:spPr>
            <a:xfrm>
              <a:off x="1693022" y="4873549"/>
              <a:ext cx="40640" cy="40640"/>
            </a:xfrm>
            <a:prstGeom prst="ellipse">
              <a:avLst/>
            </a:prstGeom>
            <a:solidFill>
              <a:srgbClr val="FFFFF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7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8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9" name="Text 75"/>
          <p:cNvSpPr/>
          <p:nvPr/>
        </p:nvSpPr>
        <p:spPr>
          <a:xfrm>
            <a:off x="3480328" y="3280867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2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5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6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7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5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6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7" name="Text 93"/>
          <p:cNvSpPr/>
          <p:nvPr/>
        </p:nvSpPr>
        <p:spPr>
          <a:xfrm>
            <a:off x="6521745" y="3280867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9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100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1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2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3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9" name="Text 10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10" name="Text 10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041754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915107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669280" y="1894637"/>
            <a:ext cx="1060704" cy="131674"/>
          </a:xfrm>
          <a:custGeom>
            <a:avLst/>
            <a:gdLst/>
            <a:ahLst/>
            <a:cxnLst/>
            <a:rect l="l" t="t" r="r" b="b"/>
            <a:pathLst>
              <a:path w="1060704" h="131674">
                <a:moveTo>
                  <a:pt x="0" y="131674"/>
                </a:moveTo>
                <a:lnTo>
                  <a:pt x="0" y="36576"/>
                </a:lnTo>
                <a:arcTo hR="36576" wR="36576" stAng="10800000" swAng="5400000"/>
                <a:lnTo>
                  <a:pt x="1024128" y="0"/>
                </a:lnTo>
                <a:arcTo hR="36576" wR="36576" stAng="16200000" swAng="5400000"/>
                <a:lnTo>
                  <a:pt x="1060704" y="131674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/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36576"/>
                </a:lnTo>
                <a:arcTo hR="36576" wR="36576" stAng="10800000" swAng="5400000"/>
                <a:lnTo>
                  <a:pt x="914400" y="0"/>
                </a:lnTo>
                <a:arcTo hR="36576" wR="36576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800" dirty="0"/>
          </a:p>
        </p:txBody>
      </p:sp>
      <p:sp>
        <p:nvSpPr>
          <p:cNvPr id="53" name="標籤"/>
          <p:cNvSpPr/>
          <p:nvPr/>
        </p:nvSpPr>
        <p:spPr>
          <a:xfrm>
            <a:off x="5669280" y="2487168"/>
            <a:ext cx="62335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10439" tIns="0" rIns="58928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767596" y="2573731"/>
            <a:ext cx="60960" cy="6096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6380415" y="2487168"/>
            <a:ext cx="623353" cy="234086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/>
        </p:spPr>
        <p:txBody>
          <a:bodyPr wrap="square" lIns="210439" tIns="0" rIns="58928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478731" y="2573731"/>
            <a:ext cx="60960" cy="6096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7091550" y="2487168"/>
            <a:ext cx="62335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10439" tIns="0" rIns="58928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189866" y="2573731"/>
            <a:ext cx="60960" cy="6096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800" dirty="0"/>
          </a:p>
        </p:txBody>
      </p:sp>
      <p:sp>
        <p:nvSpPr>
          <p:cNvPr id="62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906292" y="2974360"/>
            <a:ext cx="87782" cy="8778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359835" y="2974360"/>
            <a:ext cx="87782" cy="8778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813377" y="2974360"/>
            <a:ext cx="87782" cy="8778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9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73" name="分隔"/>
          <p:cNvSpPr/>
          <p:nvPr/>
        </p:nvSpPr>
        <p:spPr>
          <a:xfrm>
            <a:off x="6254496" y="3533242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75" name="分隔"/>
          <p:cNvSpPr/>
          <p:nvPr/>
        </p:nvSpPr>
        <p:spPr>
          <a:xfrm>
            <a:off x="7132320" y="3533242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7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800" dirty="0"/>
          </a:p>
        </p:txBody>
      </p:sp>
      <p:sp>
        <p:nvSpPr>
          <p:cNvPr id="80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800" dirty="0"/>
          </a:p>
        </p:txBody>
      </p:sp>
      <p:sp>
        <p:nvSpPr>
          <p:cNvPr id="85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6" name="流程鏈"/>
          <p:cNvSpPr/>
          <p:nvPr/>
        </p:nvSpPr>
        <p:spPr>
          <a:xfrm>
            <a:off x="6376806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7" name="流程鏈"/>
          <p:cNvSpPr/>
          <p:nvPr/>
        </p:nvSpPr>
        <p:spPr>
          <a:xfrm>
            <a:off x="7084332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1269594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438912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36576"/>
                </a:lnTo>
                <a:arcTo hR="36576" wR="36576" stAng="10800000" swAng="5400000"/>
                <a:lnTo>
                  <a:pt x="2691994" y="0"/>
                </a:lnTo>
                <a:arcTo hR="36576" wR="3657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29107" y="1499616"/>
            <a:ext cx="2348179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9107" y="2070202"/>
            <a:ext cx="2348179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3512393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36576"/>
                </a:lnTo>
                <a:arcTo hR="36576" wR="36576" stAng="10800000" swAng="5400000"/>
                <a:lnTo>
                  <a:pt x="2691994" y="0"/>
                </a:lnTo>
                <a:arcTo hR="36576" wR="3657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702588" y="1499616"/>
            <a:ext cx="2348179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2588" y="2070202"/>
            <a:ext cx="2348179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331033" y="1397203"/>
            <a:ext cx="7489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26131" y="1474216"/>
            <a:ext cx="50800" cy="508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3673328" y="3116275"/>
            <a:ext cx="7489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768425" y="3193288"/>
            <a:ext cx="50800" cy="508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36576"/>
                </a:lnTo>
                <a:arcTo hR="36576" wR="36576" stAng="10800000" swAng="5400000"/>
                <a:lnTo>
                  <a:pt x="2691994" y="0"/>
                </a:lnTo>
                <a:arcTo hR="36576" wR="3657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8912" y="3734410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7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10439" tIns="0" rIns="58928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37228" y="4168445"/>
            <a:ext cx="60960" cy="6096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/>
        </p:spPr>
        <p:txBody>
          <a:bodyPr wrap="square" lIns="210439" tIns="0" rIns="58928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37228" y="4475683"/>
            <a:ext cx="60960" cy="6096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34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10439" tIns="0" rIns="58928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7228" y="4782922"/>
            <a:ext cx="60960" cy="6096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852160" y="3734410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427834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/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55663" y="1971345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1618309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/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35060" y="1971345"/>
            <a:ext cx="66040" cy="6604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2797706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/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14457" y="1971345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3977104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093854" y="1971345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75957" y="1865376"/>
            <a:ext cx="658368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8" name="標籤"/>
          <p:cNvSpPr/>
          <p:nvPr/>
        </p:nvSpPr>
        <p:spPr>
          <a:xfrm>
            <a:off x="5961173" y="1894637"/>
            <a:ext cx="545795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56270" y="1978965"/>
            <a:ext cx="50800" cy="508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6616696" y="1894637"/>
            <a:ext cx="54579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711794" y="1978965"/>
            <a:ext cx="50800" cy="508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7272219" y="1894637"/>
            <a:ext cx="54579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67317" y="1978965"/>
            <a:ext cx="50800" cy="508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38912" y="2527402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7952" y="3053994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7952" y="3507537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7952" y="3961079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7952" y="4414622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490448" y="2527402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737848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191390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644933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098475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52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541983" y="2527402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813914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流程鏈"/>
          <p:cNvSpPr/>
          <p:nvPr/>
        </p:nvSpPr>
        <p:spPr>
          <a:xfrm>
            <a:off x="6421234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0" name="流程鏈"/>
          <p:cNvSpPr/>
          <p:nvPr/>
        </p:nvSpPr>
        <p:spPr>
          <a:xfrm>
            <a:off x="7794980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流程鏈"/>
          <p:cNvSpPr/>
          <p:nvPr/>
        </p:nvSpPr>
        <p:spPr>
          <a:xfrm>
            <a:off x="5880163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6712837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7545512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8378186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7" name="流程鏈"/>
          <p:cNvSpPr/>
          <p:nvPr/>
        </p:nvSpPr>
        <p:spPr>
          <a:xfrm>
            <a:off x="6088331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8" name="流程鏈"/>
          <p:cNvSpPr/>
          <p:nvPr/>
        </p:nvSpPr>
        <p:spPr>
          <a:xfrm>
            <a:off x="7129174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29" name="流程鏈"/>
          <p:cNvSpPr/>
          <p:nvPr/>
        </p:nvSpPr>
        <p:spPr>
          <a:xfrm>
            <a:off x="8170018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813914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2716317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4993721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2032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7271126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ln w="2032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222346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分隔"/>
          <p:cNvSpPr/>
          <p:nvPr/>
        </p:nvSpPr>
        <p:spPr>
          <a:xfrm>
            <a:off x="989975" y="4023360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6" name="分隔"/>
          <p:cNvSpPr/>
          <p:nvPr/>
        </p:nvSpPr>
        <p:spPr>
          <a:xfrm>
            <a:off x="1784863" y="4023360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716317" y="3222346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2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3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93721" y="3222346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1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/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271126" y="3222346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7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427834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2032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90672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2032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2032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041754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3A3A3A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155489" y="2582266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50586" y="2664054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6296660" y="2582266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/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91758" y="2664054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5155489" y="3635654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250586" y="3717442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6296660" y="3635654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91758" y="3717442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388352" y="1503274"/>
            <a:ext cx="80467" cy="80467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6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50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52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53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5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6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744314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分隔"/>
          <p:cNvSpPr/>
          <p:nvPr/>
        </p:nvSpPr>
        <p:spPr>
          <a:xfrm>
            <a:off x="3309640" y="2282342"/>
            <a:ext cx="175565" cy="263347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6268151" y="2282342"/>
            <a:ext cx="175565" cy="263347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9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3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205959" y="3778199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205959" y="4180535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205959" y="4582871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22981" y="3778199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122981" y="4180535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122981" y="4582871"/>
            <a:ext cx="66040" cy="6604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3586074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分隔"/>
          <p:cNvSpPr/>
          <p:nvPr/>
        </p:nvSpPr>
        <p:spPr>
          <a:xfrm>
            <a:off x="2039917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分隔"/>
          <p:cNvSpPr/>
          <p:nvPr/>
        </p:nvSpPr>
        <p:spPr>
          <a:xfrm>
            <a:off x="3882323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分隔"/>
          <p:cNvSpPr/>
          <p:nvPr/>
        </p:nvSpPr>
        <p:spPr>
          <a:xfrm>
            <a:off x="5724729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分隔"/>
          <p:cNvSpPr/>
          <p:nvPr/>
        </p:nvSpPr>
        <p:spPr>
          <a:xfrm>
            <a:off x="7567135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ln w="2032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ln w="2032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2032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060704" y="149961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59020" y="1588719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4" name="標籤"/>
          <p:cNvSpPr/>
          <p:nvPr/>
        </p:nvSpPr>
        <p:spPr>
          <a:xfrm>
            <a:off x="1060704" y="186537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59020" y="1954479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8" name="標籤"/>
          <p:cNvSpPr/>
          <p:nvPr/>
        </p:nvSpPr>
        <p:spPr>
          <a:xfrm>
            <a:off x="8357177" y="149961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455493" y="1588719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42" name="標籤"/>
          <p:cNvSpPr/>
          <p:nvPr/>
        </p:nvSpPr>
        <p:spPr>
          <a:xfrm>
            <a:off x="8357177" y="186537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455493" y="1954479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831801" y="4652467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1131724" y="4652467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標籤"/>
          <p:cNvSpPr/>
          <p:nvPr/>
        </p:nvSpPr>
        <p:spPr>
          <a:xfrm>
            <a:off x="1453593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551910" y="4748886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3050684" y="4652467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3350607" y="4652467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3672476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770793" y="4748886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5419529" y="4652467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55" name="標籤"/>
          <p:cNvSpPr/>
          <p:nvPr/>
        </p:nvSpPr>
        <p:spPr>
          <a:xfrm>
            <a:off x="5741398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839714" y="4748886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7488450" y="4652467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8" name="編號"/>
          <p:cNvSpPr/>
          <p:nvPr/>
        </p:nvSpPr>
        <p:spPr>
          <a:xfrm>
            <a:off x="7788374" y="4652467"/>
            <a:ext cx="248717" cy="248717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標籤"/>
          <p:cNvSpPr/>
          <p:nvPr/>
        </p:nvSpPr>
        <p:spPr>
          <a:xfrm>
            <a:off x="8110242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208559" y="4748886"/>
            <a:ext cx="55880" cy="5588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813914" y="682752"/>
            <a:ext cx="117043" cy="117043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/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647997" y="1828800"/>
            <a:ext cx="5457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43094" y="1905813"/>
            <a:ext cx="50800" cy="508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3950208" y="2355494"/>
            <a:ext cx="6473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45306" y="2432507"/>
            <a:ext cx="50800" cy="508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7" name="標籤"/>
          <p:cNvSpPr/>
          <p:nvPr/>
        </p:nvSpPr>
        <p:spPr>
          <a:xfrm>
            <a:off x="4647997" y="2889504"/>
            <a:ext cx="5457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743094" y="2966517"/>
            <a:ext cx="50800" cy="508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3950208" y="3416198"/>
            <a:ext cx="6473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45306" y="3493211"/>
            <a:ext cx="50800" cy="508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43" name="標籤"/>
          <p:cNvSpPr/>
          <p:nvPr/>
        </p:nvSpPr>
        <p:spPr>
          <a:xfrm>
            <a:off x="4647997" y="3950208"/>
            <a:ext cx="5457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43094" y="4027221"/>
            <a:ext cx="50800" cy="508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3950208" y="4476902"/>
            <a:ext cx="6473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45306" y="4553915"/>
            <a:ext cx="50800" cy="508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54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7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62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64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7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9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72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74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2026-10-09T02:33:47Z</dcterms:created>
  <dcterms:modified xsi:type="dcterms:W3CDTF">2026-10-09T02:33:47Z</dcterms:modified>
</cp:coreProperties>
</file>