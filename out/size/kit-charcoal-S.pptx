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5435397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778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2032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36576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2032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240">
            <a:solidFill>
              <a:srgbClr val="F07F2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F07F2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27940">
              <a:solidFill>
                <a:srgbClr val="3A3A3A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6109940" y="4052621"/>
            <a:ext cx="811313" cy="234086"/>
            <a:chOff x="6109940" y="4052621"/>
            <a:chExt cx="811313" cy="234086"/>
          </a:xfrm>
        </p:grpSpPr>
        <p:sp>
          <p:nvSpPr>
            <p:cNvPr id="101" name="標籤"/>
            <p:cNvSpPr/>
            <p:nvPr/>
          </p:nvSpPr>
          <p:spPr>
            <a:xfrm>
              <a:off x="6109940" y="4052621"/>
              <a:ext cx="811313" cy="234086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05359" tIns="0" rIns="58928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9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6208256" y="4141724"/>
              <a:ext cx="55880" cy="5588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7024519" y="4059936"/>
            <a:ext cx="1221232" cy="219456"/>
            <a:chOff x="7024519" y="4059936"/>
            <a:chExt cx="1221232" cy="219456"/>
          </a:xfrm>
        </p:grpSpPr>
        <p:sp>
          <p:nvSpPr>
            <p:cNvPr id="104" name="標籤"/>
            <p:cNvSpPr/>
            <p:nvPr/>
          </p:nvSpPr>
          <p:spPr>
            <a:xfrm>
              <a:off x="7024519" y="4059936"/>
              <a:ext cx="581355" cy="219456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02184" tIns="0" rIns="57023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7119617" y="4141724"/>
              <a:ext cx="55880" cy="558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7664396" y="4059936"/>
              <a:ext cx="581355" cy="219456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2184" tIns="0" rIns="57023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7759494" y="4141724"/>
              <a:ext cx="55880" cy="5588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9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3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5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125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8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20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22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36576"/>
                  </a:lnTo>
                  <a:arcTo hR="36576" wR="36576" stAng="10800000" swAng="5400000"/>
                  <a:lnTo>
                    <a:pt x="841248" y="0"/>
                  </a:lnTo>
                  <a:arcTo hR="36576" wR="36576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7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30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3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5740400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2032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8192201" y="4037990"/>
              <a:ext cx="146304" cy="219456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1778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7462317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5240">
              <a:solidFill>
                <a:srgbClr val="F07F2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808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778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36576"/>
                  </a:lnTo>
                  <a:arcTo hR="36576" wR="36576" stAng="10800000" swAng="5400000"/>
                  <a:lnTo>
                    <a:pt x="835802" y="0"/>
                  </a:lnTo>
                  <a:arcTo hR="36576" wR="36576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597924" y="4813402"/>
              <a:ext cx="474675" cy="160934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186944" tIns="0" rIns="57023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1693022" y="4873549"/>
              <a:ext cx="40640" cy="4064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3480328" y="32808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2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6521745" y="32808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9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100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10" name="Text 10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508805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2435" y="108704"/>
                </a:moveTo>
                <a:cubicBezTo>
                  <a:pt x="85127" y="101396"/>
                  <a:pt x="81477" y="91981"/>
                  <a:pt x="81477" y="80467"/>
                </a:cubicBezTo>
                <a:cubicBezTo>
                  <a:pt x="81477" y="68953"/>
                  <a:pt x="85127" y="59538"/>
                  <a:pt x="92435" y="52231"/>
                </a:cubicBezTo>
                <a:cubicBezTo>
                  <a:pt x="99743" y="44901"/>
                  <a:pt x="109157" y="41243"/>
                  <a:pt x="120679" y="41243"/>
                </a:cubicBezTo>
                <a:cubicBezTo>
                  <a:pt x="132193" y="41243"/>
                  <a:pt x="141622" y="44901"/>
                  <a:pt x="148967" y="52231"/>
                </a:cubicBezTo>
                <a:cubicBezTo>
                  <a:pt x="156311" y="59553"/>
                  <a:pt x="159976" y="68968"/>
                  <a:pt x="159976" y="80467"/>
                </a:cubicBezTo>
                <a:cubicBezTo>
                  <a:pt x="159976" y="91981"/>
                  <a:pt x="156311" y="101396"/>
                  <a:pt x="148967" y="108704"/>
                </a:cubicBezTo>
                <a:cubicBezTo>
                  <a:pt x="141622" y="116012"/>
                  <a:pt x="132193" y="119669"/>
                  <a:pt x="120679" y="119669"/>
                </a:cubicBezTo>
                <a:cubicBezTo>
                  <a:pt x="109157" y="119669"/>
                  <a:pt x="99743" y="116012"/>
                  <a:pt x="92435" y="108704"/>
                </a:cubicBezTo>
                <a:close/>
                <a:moveTo>
                  <a:pt x="38727" y="186333"/>
                </a:moveTo>
                <a:lnTo>
                  <a:pt x="38727" y="178213"/>
                </a:lnTo>
                <a:cubicBezTo>
                  <a:pt x="38727" y="171585"/>
                  <a:pt x="40395" y="165887"/>
                  <a:pt x="43730" y="161110"/>
                </a:cubicBezTo>
                <a:cubicBezTo>
                  <a:pt x="47066" y="156333"/>
                  <a:pt x="51375" y="152705"/>
                  <a:pt x="56656" y="150225"/>
                </a:cubicBezTo>
                <a:cubicBezTo>
                  <a:pt x="67973" y="145163"/>
                  <a:pt x="78843" y="141352"/>
                  <a:pt x="89267" y="138806"/>
                </a:cubicBezTo>
                <a:cubicBezTo>
                  <a:pt x="99699" y="136275"/>
                  <a:pt x="110167" y="135009"/>
                  <a:pt x="120679" y="135009"/>
                </a:cubicBezTo>
                <a:cubicBezTo>
                  <a:pt x="131257" y="135009"/>
                  <a:pt x="141717" y="136319"/>
                  <a:pt x="152061" y="138930"/>
                </a:cubicBezTo>
                <a:cubicBezTo>
                  <a:pt x="162405" y="141549"/>
                  <a:pt x="173209" y="145309"/>
                  <a:pt x="184475" y="150225"/>
                </a:cubicBezTo>
                <a:cubicBezTo>
                  <a:pt x="189939" y="152654"/>
                  <a:pt x="194343" y="156260"/>
                  <a:pt x="197701" y="161037"/>
                </a:cubicBezTo>
                <a:cubicBezTo>
                  <a:pt x="201051" y="165828"/>
                  <a:pt x="202726" y="171549"/>
                  <a:pt x="202726" y="178184"/>
                </a:cubicBezTo>
                <a:lnTo>
                  <a:pt x="202726" y="186304"/>
                </a:lnTo>
                <a:cubicBezTo>
                  <a:pt x="202726" y="191051"/>
                  <a:pt x="201066" y="195089"/>
                  <a:pt x="197752" y="198425"/>
                </a:cubicBezTo>
                <a:cubicBezTo>
                  <a:pt x="194431" y="201761"/>
                  <a:pt x="190363" y="203428"/>
                  <a:pt x="185550" y="203428"/>
                </a:cubicBezTo>
                <a:lnTo>
                  <a:pt x="55873" y="203428"/>
                </a:lnTo>
                <a:cubicBezTo>
                  <a:pt x="51082" y="203428"/>
                  <a:pt x="47022" y="201761"/>
                  <a:pt x="43701" y="198425"/>
                </a:cubicBezTo>
                <a:cubicBezTo>
                  <a:pt x="40387" y="195089"/>
                  <a:pt x="38727" y="191051"/>
                  <a:pt x="38727" y="186304"/>
                </a:cubicBezTo>
                <a:close/>
                <a:moveTo>
                  <a:pt x="55852" y="186333"/>
                </a:moveTo>
                <a:lnTo>
                  <a:pt x="185528" y="186333"/>
                </a:lnTo>
                <a:lnTo>
                  <a:pt x="185528" y="178440"/>
                </a:lnTo>
                <a:cubicBezTo>
                  <a:pt x="185528" y="175784"/>
                  <a:pt x="184731" y="173253"/>
                  <a:pt x="183136" y="170839"/>
                </a:cubicBezTo>
                <a:cubicBezTo>
                  <a:pt x="181549" y="168425"/>
                  <a:pt x="179574" y="166640"/>
                  <a:pt x="177233" y="165484"/>
                </a:cubicBezTo>
                <a:cubicBezTo>
                  <a:pt x="166670" y="160408"/>
                  <a:pt x="156984" y="156926"/>
                  <a:pt x="148184" y="155053"/>
                </a:cubicBezTo>
                <a:cubicBezTo>
                  <a:pt x="139398" y="153158"/>
                  <a:pt x="130225" y="152207"/>
                  <a:pt x="120650" y="152207"/>
                </a:cubicBezTo>
                <a:cubicBezTo>
                  <a:pt x="111162" y="152207"/>
                  <a:pt x="101915" y="153158"/>
                  <a:pt x="92918" y="155053"/>
                </a:cubicBezTo>
                <a:cubicBezTo>
                  <a:pt x="83913" y="156948"/>
                  <a:pt x="74249" y="160422"/>
                  <a:pt x="63920" y="165484"/>
                </a:cubicBezTo>
                <a:cubicBezTo>
                  <a:pt x="61557" y="166640"/>
                  <a:pt x="59619" y="168425"/>
                  <a:pt x="58112" y="170839"/>
                </a:cubicBezTo>
                <a:cubicBezTo>
                  <a:pt x="56605" y="173253"/>
                  <a:pt x="55852" y="175799"/>
                  <a:pt x="55852" y="178462"/>
                </a:cubicBezTo>
                <a:lnTo>
                  <a:pt x="55852" y="186355"/>
                </a:lnTo>
                <a:close/>
                <a:moveTo>
                  <a:pt x="136516" y="96283"/>
                </a:moveTo>
                <a:cubicBezTo>
                  <a:pt x="140693" y="92113"/>
                  <a:pt x="142778" y="86824"/>
                  <a:pt x="142778" y="80416"/>
                </a:cubicBezTo>
                <a:cubicBezTo>
                  <a:pt x="142778" y="74015"/>
                  <a:pt x="140693" y="68741"/>
                  <a:pt x="136516" y="64601"/>
                </a:cubicBezTo>
                <a:cubicBezTo>
                  <a:pt x="132347" y="60445"/>
                  <a:pt x="127072" y="58361"/>
                  <a:pt x="120701" y="58361"/>
                </a:cubicBezTo>
                <a:cubicBezTo>
                  <a:pt x="114315" y="58361"/>
                  <a:pt x="109033" y="60445"/>
                  <a:pt x="104856" y="64601"/>
                </a:cubicBezTo>
                <a:cubicBezTo>
                  <a:pt x="100686" y="68756"/>
                  <a:pt x="98594" y="74037"/>
                  <a:pt x="98594" y="80445"/>
                </a:cubicBezTo>
                <a:cubicBezTo>
                  <a:pt x="98594" y="86846"/>
                  <a:pt x="100686" y="92135"/>
                  <a:pt x="104856" y="96312"/>
                </a:cubicBezTo>
                <a:cubicBezTo>
                  <a:pt x="109033" y="100482"/>
                  <a:pt x="114307" y="102574"/>
                  <a:pt x="120679" y="102574"/>
                </a:cubicBezTo>
                <a:cubicBezTo>
                  <a:pt x="127065" y="102574"/>
                  <a:pt x="132347" y="100482"/>
                  <a:pt x="136516" y="96312"/>
                </a:cubicBezTo>
                <a:close/>
                <a:moveTo>
                  <a:pt x="120701" y="80445"/>
                </a:moveTo>
                <a:close/>
                <a:moveTo>
                  <a:pt x="120701" y="18633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8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71" y="178184"/>
                </a:moveTo>
                <a:cubicBezTo>
                  <a:pt x="8171" y="172017"/>
                  <a:pt x="9758" y="166443"/>
                  <a:pt x="12926" y="161461"/>
                </a:cubicBezTo>
                <a:cubicBezTo>
                  <a:pt x="16093" y="156465"/>
                  <a:pt x="20497" y="152712"/>
                  <a:pt x="26130" y="150196"/>
                </a:cubicBezTo>
                <a:cubicBezTo>
                  <a:pt x="38449" y="144834"/>
                  <a:pt x="49568" y="140957"/>
                  <a:pt x="59495" y="138579"/>
                </a:cubicBezTo>
                <a:cubicBezTo>
                  <a:pt x="69421" y="136202"/>
                  <a:pt x="79641" y="135009"/>
                  <a:pt x="90145" y="135009"/>
                </a:cubicBezTo>
                <a:cubicBezTo>
                  <a:pt x="100745" y="135009"/>
                  <a:pt x="110950" y="136194"/>
                  <a:pt x="120774" y="138557"/>
                </a:cubicBezTo>
                <a:cubicBezTo>
                  <a:pt x="130598" y="140920"/>
                  <a:pt x="141673" y="144804"/>
                  <a:pt x="153992" y="150225"/>
                </a:cubicBezTo>
                <a:cubicBezTo>
                  <a:pt x="159610" y="152690"/>
                  <a:pt x="164043" y="156414"/>
                  <a:pt x="167299" y="161410"/>
                </a:cubicBezTo>
                <a:cubicBezTo>
                  <a:pt x="170547" y="166406"/>
                  <a:pt x="172178" y="172010"/>
                  <a:pt x="172178" y="178213"/>
                </a:cubicBezTo>
                <a:lnTo>
                  <a:pt x="172178" y="186333"/>
                </a:lnTo>
                <a:cubicBezTo>
                  <a:pt x="172178" y="191073"/>
                  <a:pt x="170517" y="195118"/>
                  <a:pt x="167196" y="198454"/>
                </a:cubicBezTo>
                <a:cubicBezTo>
                  <a:pt x="163875" y="201790"/>
                  <a:pt x="159808" y="203458"/>
                  <a:pt x="155002" y="203458"/>
                </a:cubicBezTo>
                <a:lnTo>
                  <a:pt x="25325" y="203458"/>
                </a:lnTo>
                <a:cubicBezTo>
                  <a:pt x="20563" y="203458"/>
                  <a:pt x="16518" y="201790"/>
                  <a:pt x="13204" y="198454"/>
                </a:cubicBezTo>
                <a:cubicBezTo>
                  <a:pt x="9868" y="195118"/>
                  <a:pt x="8200" y="191073"/>
                  <a:pt x="8200" y="186333"/>
                </a:cubicBezTo>
                <a:lnTo>
                  <a:pt x="8200" y="178213"/>
                </a:lnTo>
                <a:close/>
                <a:moveTo>
                  <a:pt x="216106" y="203458"/>
                </a:moveTo>
                <a:lnTo>
                  <a:pt x="182785" y="203458"/>
                </a:lnTo>
                <a:cubicBezTo>
                  <a:pt x="183941" y="200656"/>
                  <a:pt x="184979" y="197876"/>
                  <a:pt x="185901" y="195111"/>
                </a:cubicBezTo>
                <a:cubicBezTo>
                  <a:pt x="186823" y="192339"/>
                  <a:pt x="187291" y="189420"/>
                  <a:pt x="187291" y="186333"/>
                </a:cubicBezTo>
                <a:lnTo>
                  <a:pt x="187291" y="178564"/>
                </a:lnTo>
                <a:cubicBezTo>
                  <a:pt x="187291" y="167796"/>
                  <a:pt x="184855" y="158996"/>
                  <a:pt x="179998" y="152156"/>
                </a:cubicBezTo>
                <a:cubicBezTo>
                  <a:pt x="175133" y="145316"/>
                  <a:pt x="167620" y="139559"/>
                  <a:pt x="157467" y="134885"/>
                </a:cubicBezTo>
                <a:cubicBezTo>
                  <a:pt x="168828" y="136260"/>
                  <a:pt x="179661" y="138162"/>
                  <a:pt x="189954" y="140591"/>
                </a:cubicBezTo>
                <a:cubicBezTo>
                  <a:pt x="200246" y="143019"/>
                  <a:pt x="208578" y="145887"/>
                  <a:pt x="214950" y="149194"/>
                </a:cubicBezTo>
                <a:cubicBezTo>
                  <a:pt x="220597" y="152376"/>
                  <a:pt x="225067" y="156472"/>
                  <a:pt x="228351" y="161490"/>
                </a:cubicBezTo>
                <a:cubicBezTo>
                  <a:pt x="231636" y="166501"/>
                  <a:pt x="233282" y="172163"/>
                  <a:pt x="233282" y="178484"/>
                </a:cubicBezTo>
                <a:lnTo>
                  <a:pt x="233282" y="186304"/>
                </a:lnTo>
                <a:cubicBezTo>
                  <a:pt x="233282" y="191051"/>
                  <a:pt x="231614" y="195089"/>
                  <a:pt x="228278" y="198425"/>
                </a:cubicBezTo>
                <a:cubicBezTo>
                  <a:pt x="224942" y="201761"/>
                  <a:pt x="220897" y="203428"/>
                  <a:pt x="216157" y="203428"/>
                </a:cubicBezTo>
                <a:close/>
                <a:moveTo>
                  <a:pt x="62435" y="108931"/>
                </a:moveTo>
                <a:cubicBezTo>
                  <a:pt x="55281" y="101776"/>
                  <a:pt x="51704" y="92530"/>
                  <a:pt x="51704" y="81199"/>
                </a:cubicBezTo>
                <a:cubicBezTo>
                  <a:pt x="51704" y="69882"/>
                  <a:pt x="55281" y="60636"/>
                  <a:pt x="62435" y="53459"/>
                </a:cubicBezTo>
                <a:cubicBezTo>
                  <a:pt x="69597" y="46305"/>
                  <a:pt x="78836" y="42721"/>
                  <a:pt x="90145" y="42721"/>
                </a:cubicBezTo>
                <a:cubicBezTo>
                  <a:pt x="101447" y="42721"/>
                  <a:pt x="110694" y="46305"/>
                  <a:pt x="117884" y="53459"/>
                </a:cubicBezTo>
                <a:cubicBezTo>
                  <a:pt x="125075" y="60621"/>
                  <a:pt x="128667" y="69867"/>
                  <a:pt x="128645" y="81199"/>
                </a:cubicBezTo>
                <a:cubicBezTo>
                  <a:pt x="128645" y="92530"/>
                  <a:pt x="125061" y="101776"/>
                  <a:pt x="117884" y="108931"/>
                </a:cubicBezTo>
                <a:cubicBezTo>
                  <a:pt x="110708" y="116092"/>
                  <a:pt x="101462" y="119669"/>
                  <a:pt x="90145" y="119669"/>
                </a:cubicBezTo>
                <a:cubicBezTo>
                  <a:pt x="78836" y="119669"/>
                  <a:pt x="69597" y="116092"/>
                  <a:pt x="62435" y="108931"/>
                </a:cubicBezTo>
                <a:close/>
                <a:moveTo>
                  <a:pt x="172127" y="108909"/>
                </a:moveTo>
                <a:cubicBezTo>
                  <a:pt x="164950" y="116085"/>
                  <a:pt x="155704" y="119669"/>
                  <a:pt x="144387" y="119669"/>
                </a:cubicBezTo>
                <a:cubicBezTo>
                  <a:pt x="142493" y="119669"/>
                  <a:pt x="140437" y="119538"/>
                  <a:pt x="138228" y="119267"/>
                </a:cubicBezTo>
                <a:cubicBezTo>
                  <a:pt x="136012" y="118996"/>
                  <a:pt x="133927" y="118506"/>
                  <a:pt x="131966" y="117782"/>
                </a:cubicBezTo>
                <a:cubicBezTo>
                  <a:pt x="136070" y="113510"/>
                  <a:pt x="139172" y="108272"/>
                  <a:pt x="141271" y="102069"/>
                </a:cubicBezTo>
                <a:cubicBezTo>
                  <a:pt x="143363" y="95851"/>
                  <a:pt x="144417" y="88902"/>
                  <a:pt x="144417" y="81221"/>
                </a:cubicBezTo>
                <a:cubicBezTo>
                  <a:pt x="144417" y="73525"/>
                  <a:pt x="143363" y="66729"/>
                  <a:pt x="141271" y="60826"/>
                </a:cubicBezTo>
                <a:cubicBezTo>
                  <a:pt x="139172" y="54930"/>
                  <a:pt x="136085" y="49524"/>
                  <a:pt x="131988" y="44608"/>
                </a:cubicBezTo>
                <a:cubicBezTo>
                  <a:pt x="133868" y="44074"/>
                  <a:pt x="135938" y="43628"/>
                  <a:pt x="138206" y="43277"/>
                </a:cubicBezTo>
                <a:cubicBezTo>
                  <a:pt x="140452" y="42926"/>
                  <a:pt x="142522" y="42750"/>
                  <a:pt x="144417" y="42750"/>
                </a:cubicBezTo>
                <a:cubicBezTo>
                  <a:pt x="155711" y="42750"/>
                  <a:pt x="164958" y="46334"/>
                  <a:pt x="172149" y="53511"/>
                </a:cubicBezTo>
                <a:cubicBezTo>
                  <a:pt x="179339" y="60687"/>
                  <a:pt x="182939" y="69926"/>
                  <a:pt x="182939" y="81221"/>
                </a:cubicBezTo>
                <a:cubicBezTo>
                  <a:pt x="182939" y="92501"/>
                  <a:pt x="179347" y="101740"/>
                  <a:pt x="172178" y="108931"/>
                </a:cubicBezTo>
                <a:close/>
                <a:moveTo>
                  <a:pt x="25296" y="186333"/>
                </a:moveTo>
                <a:lnTo>
                  <a:pt x="154973" y="186333"/>
                </a:lnTo>
                <a:lnTo>
                  <a:pt x="154973" y="178440"/>
                </a:lnTo>
                <a:cubicBezTo>
                  <a:pt x="154973" y="175784"/>
                  <a:pt x="154175" y="173217"/>
                  <a:pt x="152588" y="170715"/>
                </a:cubicBezTo>
                <a:cubicBezTo>
                  <a:pt x="150993" y="168220"/>
                  <a:pt x="149025" y="166472"/>
                  <a:pt x="146677" y="165484"/>
                </a:cubicBezTo>
                <a:cubicBezTo>
                  <a:pt x="134775" y="160239"/>
                  <a:pt x="124775" y="156721"/>
                  <a:pt x="116677" y="154921"/>
                </a:cubicBezTo>
                <a:cubicBezTo>
                  <a:pt x="108580" y="153114"/>
                  <a:pt x="99735" y="152207"/>
                  <a:pt x="90145" y="152207"/>
                </a:cubicBezTo>
                <a:cubicBezTo>
                  <a:pt x="80628" y="152207"/>
                  <a:pt x="71747" y="153114"/>
                  <a:pt x="63518" y="154921"/>
                </a:cubicBezTo>
                <a:cubicBezTo>
                  <a:pt x="55288" y="156735"/>
                  <a:pt x="45230" y="160254"/>
                  <a:pt x="33343" y="165484"/>
                </a:cubicBezTo>
                <a:cubicBezTo>
                  <a:pt x="31031" y="166472"/>
                  <a:pt x="29107" y="168220"/>
                  <a:pt x="27586" y="170715"/>
                </a:cubicBezTo>
                <a:cubicBezTo>
                  <a:pt x="26057" y="173217"/>
                  <a:pt x="25296" y="175799"/>
                  <a:pt x="25296" y="178462"/>
                </a:cubicBezTo>
                <a:lnTo>
                  <a:pt x="25296" y="186355"/>
                </a:lnTo>
                <a:close/>
                <a:moveTo>
                  <a:pt x="105939" y="96963"/>
                </a:moveTo>
                <a:cubicBezTo>
                  <a:pt x="110101" y="92808"/>
                  <a:pt x="112179" y="87548"/>
                  <a:pt x="112179" y="81199"/>
                </a:cubicBezTo>
                <a:cubicBezTo>
                  <a:pt x="112179" y="74842"/>
                  <a:pt x="110101" y="69589"/>
                  <a:pt x="105939" y="65427"/>
                </a:cubicBezTo>
                <a:cubicBezTo>
                  <a:pt x="101784" y="61272"/>
                  <a:pt x="96524" y="59195"/>
                  <a:pt x="90174" y="59195"/>
                </a:cubicBezTo>
                <a:cubicBezTo>
                  <a:pt x="83803" y="59195"/>
                  <a:pt x="78551" y="61272"/>
                  <a:pt x="74410" y="65427"/>
                </a:cubicBezTo>
                <a:cubicBezTo>
                  <a:pt x="70248" y="69589"/>
                  <a:pt x="68170" y="74842"/>
                  <a:pt x="68170" y="81199"/>
                </a:cubicBezTo>
                <a:cubicBezTo>
                  <a:pt x="68170" y="87570"/>
                  <a:pt x="70248" y="92823"/>
                  <a:pt x="74410" y="96963"/>
                </a:cubicBezTo>
                <a:cubicBezTo>
                  <a:pt x="78565" y="101118"/>
                  <a:pt x="83818" y="103203"/>
                  <a:pt x="90174" y="103203"/>
                </a:cubicBezTo>
                <a:cubicBezTo>
                  <a:pt x="96524" y="103203"/>
                  <a:pt x="101784" y="101118"/>
                  <a:pt x="105939" y="96963"/>
                </a:cubicBezTo>
                <a:close/>
                <a:moveTo>
                  <a:pt x="90145" y="186304"/>
                </a:moveTo>
                <a:close/>
                <a:moveTo>
                  <a:pt x="90145" y="8114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10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849" y="181783"/>
                </a:moveTo>
                <a:cubicBezTo>
                  <a:pt x="5435" y="181783"/>
                  <a:pt x="3394" y="180956"/>
                  <a:pt x="1734" y="179317"/>
                </a:cubicBezTo>
                <a:cubicBezTo>
                  <a:pt x="73" y="177672"/>
                  <a:pt x="-746" y="175638"/>
                  <a:pt x="-732" y="173209"/>
                </a:cubicBezTo>
                <a:lnTo>
                  <a:pt x="-732" y="167723"/>
                </a:lnTo>
                <a:cubicBezTo>
                  <a:pt x="-732" y="161000"/>
                  <a:pt x="2816" y="155550"/>
                  <a:pt x="9905" y="151381"/>
                </a:cubicBezTo>
                <a:cubicBezTo>
                  <a:pt x="17001" y="147204"/>
                  <a:pt x="26291" y="145119"/>
                  <a:pt x="37798" y="145119"/>
                </a:cubicBezTo>
                <a:cubicBezTo>
                  <a:pt x="39604" y="145119"/>
                  <a:pt x="41331" y="145148"/>
                  <a:pt x="42977" y="145221"/>
                </a:cubicBezTo>
                <a:cubicBezTo>
                  <a:pt x="44601" y="145287"/>
                  <a:pt x="46232" y="145433"/>
                  <a:pt x="47878" y="145668"/>
                </a:cubicBezTo>
                <a:cubicBezTo>
                  <a:pt x="46452" y="148703"/>
                  <a:pt x="45391" y="151783"/>
                  <a:pt x="44681" y="154899"/>
                </a:cubicBezTo>
                <a:cubicBezTo>
                  <a:pt x="43979" y="158038"/>
                  <a:pt x="43628" y="161293"/>
                  <a:pt x="43628" y="164680"/>
                </a:cubicBezTo>
                <a:lnTo>
                  <a:pt x="43628" y="181753"/>
                </a:lnTo>
                <a:lnTo>
                  <a:pt x="7849" y="181753"/>
                </a:lnTo>
                <a:close/>
                <a:moveTo>
                  <a:pt x="68200" y="181783"/>
                </a:moveTo>
                <a:cubicBezTo>
                  <a:pt x="65786" y="181783"/>
                  <a:pt x="63745" y="180956"/>
                  <a:pt x="62084" y="179317"/>
                </a:cubicBezTo>
                <a:cubicBezTo>
                  <a:pt x="60424" y="177672"/>
                  <a:pt x="59604" y="175638"/>
                  <a:pt x="59619" y="173209"/>
                </a:cubicBezTo>
                <a:lnTo>
                  <a:pt x="59619" y="164709"/>
                </a:lnTo>
                <a:cubicBezTo>
                  <a:pt x="59619" y="159223"/>
                  <a:pt x="61097" y="154212"/>
                  <a:pt x="64045" y="149669"/>
                </a:cubicBezTo>
                <a:cubicBezTo>
                  <a:pt x="67000" y="145126"/>
                  <a:pt x="71199" y="141161"/>
                  <a:pt x="76649" y="137774"/>
                </a:cubicBezTo>
                <a:cubicBezTo>
                  <a:pt x="82091" y="134388"/>
                  <a:pt x="88580" y="131835"/>
                  <a:pt x="96107" y="130108"/>
                </a:cubicBezTo>
                <a:cubicBezTo>
                  <a:pt x="103634" y="128396"/>
                  <a:pt x="111827" y="127541"/>
                  <a:pt x="120679" y="127541"/>
                </a:cubicBezTo>
                <a:cubicBezTo>
                  <a:pt x="129691" y="127541"/>
                  <a:pt x="137957" y="128396"/>
                  <a:pt x="145470" y="130108"/>
                </a:cubicBezTo>
                <a:cubicBezTo>
                  <a:pt x="152983" y="131813"/>
                  <a:pt x="159464" y="134373"/>
                  <a:pt x="164936" y="137774"/>
                </a:cubicBezTo>
                <a:cubicBezTo>
                  <a:pt x="170378" y="141161"/>
                  <a:pt x="174548" y="145126"/>
                  <a:pt x="177430" y="149669"/>
                </a:cubicBezTo>
                <a:cubicBezTo>
                  <a:pt x="180312" y="154212"/>
                  <a:pt x="181753" y="159223"/>
                  <a:pt x="181753" y="164709"/>
                </a:cubicBezTo>
                <a:lnTo>
                  <a:pt x="181753" y="173209"/>
                </a:lnTo>
                <a:cubicBezTo>
                  <a:pt x="181753" y="175623"/>
                  <a:pt x="180934" y="177657"/>
                  <a:pt x="179288" y="179317"/>
                </a:cubicBezTo>
                <a:cubicBezTo>
                  <a:pt x="177650" y="180978"/>
                  <a:pt x="175609" y="181797"/>
                  <a:pt x="173180" y="181783"/>
                </a:cubicBezTo>
                <a:lnTo>
                  <a:pt x="68200" y="181783"/>
                </a:lnTo>
                <a:close/>
                <a:moveTo>
                  <a:pt x="197774" y="181783"/>
                </a:moveTo>
                <a:lnTo>
                  <a:pt x="197774" y="164680"/>
                </a:lnTo>
                <a:cubicBezTo>
                  <a:pt x="197774" y="161198"/>
                  <a:pt x="197445" y="157899"/>
                  <a:pt x="196794" y="154797"/>
                </a:cubicBezTo>
                <a:cubicBezTo>
                  <a:pt x="196142" y="151695"/>
                  <a:pt x="195126" y="148652"/>
                  <a:pt x="193750" y="145668"/>
                </a:cubicBezTo>
                <a:cubicBezTo>
                  <a:pt x="195396" y="145419"/>
                  <a:pt x="197035" y="145258"/>
                  <a:pt x="198681" y="145192"/>
                </a:cubicBezTo>
                <a:cubicBezTo>
                  <a:pt x="200319" y="145126"/>
                  <a:pt x="201987" y="145090"/>
                  <a:pt x="203684" y="145090"/>
                </a:cubicBezTo>
                <a:cubicBezTo>
                  <a:pt x="215250" y="145090"/>
                  <a:pt x="224547" y="147153"/>
                  <a:pt x="231570" y="151278"/>
                </a:cubicBezTo>
                <a:cubicBezTo>
                  <a:pt x="238593" y="155404"/>
                  <a:pt x="242104" y="160876"/>
                  <a:pt x="242104" y="167701"/>
                </a:cubicBezTo>
                <a:lnTo>
                  <a:pt x="242104" y="173180"/>
                </a:lnTo>
                <a:cubicBezTo>
                  <a:pt x="242104" y="175594"/>
                  <a:pt x="241285" y="177635"/>
                  <a:pt x="239639" y="179288"/>
                </a:cubicBezTo>
                <a:cubicBezTo>
                  <a:pt x="238000" y="180949"/>
                  <a:pt x="235959" y="181775"/>
                  <a:pt x="233530" y="181753"/>
                </a:cubicBezTo>
                <a:lnTo>
                  <a:pt x="197774" y="181753"/>
                </a:lnTo>
                <a:close/>
                <a:moveTo>
                  <a:pt x="76773" y="165484"/>
                </a:moveTo>
                <a:lnTo>
                  <a:pt x="164658" y="165484"/>
                </a:lnTo>
                <a:lnTo>
                  <a:pt x="164658" y="163978"/>
                </a:lnTo>
                <a:cubicBezTo>
                  <a:pt x="164336" y="157979"/>
                  <a:pt x="160108" y="153107"/>
                  <a:pt x="151959" y="149369"/>
                </a:cubicBezTo>
                <a:cubicBezTo>
                  <a:pt x="143810" y="145631"/>
                  <a:pt x="133400" y="143758"/>
                  <a:pt x="120723" y="143758"/>
                </a:cubicBezTo>
                <a:cubicBezTo>
                  <a:pt x="108038" y="143758"/>
                  <a:pt x="97629" y="145638"/>
                  <a:pt x="89494" y="149391"/>
                </a:cubicBezTo>
                <a:cubicBezTo>
                  <a:pt x="81345" y="153151"/>
                  <a:pt x="77117" y="158096"/>
                  <a:pt x="76795" y="164226"/>
                </a:cubicBezTo>
                <a:lnTo>
                  <a:pt x="76795" y="165484"/>
                </a:lnTo>
                <a:close/>
                <a:moveTo>
                  <a:pt x="37622" y="137774"/>
                </a:moveTo>
                <a:cubicBezTo>
                  <a:pt x="32706" y="137774"/>
                  <a:pt x="28493" y="136004"/>
                  <a:pt x="24967" y="132471"/>
                </a:cubicBezTo>
                <a:cubicBezTo>
                  <a:pt x="21448" y="128930"/>
                  <a:pt x="19693" y="124680"/>
                  <a:pt x="19693" y="119721"/>
                </a:cubicBezTo>
                <a:cubicBezTo>
                  <a:pt x="19693" y="114724"/>
                  <a:pt x="21455" y="110467"/>
                  <a:pt x="24996" y="106948"/>
                </a:cubicBezTo>
                <a:cubicBezTo>
                  <a:pt x="28529" y="103422"/>
                  <a:pt x="32772" y="101667"/>
                  <a:pt x="37717" y="101667"/>
                </a:cubicBezTo>
                <a:cubicBezTo>
                  <a:pt x="42699" y="101667"/>
                  <a:pt x="46956" y="103422"/>
                  <a:pt x="50497" y="106948"/>
                </a:cubicBezTo>
                <a:cubicBezTo>
                  <a:pt x="54030" y="110467"/>
                  <a:pt x="55800" y="114746"/>
                  <a:pt x="55800" y="119794"/>
                </a:cubicBezTo>
                <a:cubicBezTo>
                  <a:pt x="55800" y="124710"/>
                  <a:pt x="54037" y="128930"/>
                  <a:pt x="50519" y="132471"/>
                </a:cubicBezTo>
                <a:cubicBezTo>
                  <a:pt x="47000" y="136004"/>
                  <a:pt x="42699" y="137774"/>
                  <a:pt x="37622" y="137774"/>
                </a:cubicBezTo>
                <a:close/>
                <a:moveTo>
                  <a:pt x="203582" y="137774"/>
                </a:moveTo>
                <a:cubicBezTo>
                  <a:pt x="198674" y="137774"/>
                  <a:pt x="194453" y="136004"/>
                  <a:pt x="190934" y="132471"/>
                </a:cubicBezTo>
                <a:cubicBezTo>
                  <a:pt x="187415" y="128930"/>
                  <a:pt x="185652" y="124680"/>
                  <a:pt x="185652" y="119721"/>
                </a:cubicBezTo>
                <a:cubicBezTo>
                  <a:pt x="185652" y="114724"/>
                  <a:pt x="187423" y="110467"/>
                  <a:pt x="190956" y="106948"/>
                </a:cubicBezTo>
                <a:cubicBezTo>
                  <a:pt x="194497" y="103422"/>
                  <a:pt x="198739" y="101667"/>
                  <a:pt x="203684" y="101667"/>
                </a:cubicBezTo>
                <a:cubicBezTo>
                  <a:pt x="208659" y="101667"/>
                  <a:pt x="212916" y="103422"/>
                  <a:pt x="216457" y="106948"/>
                </a:cubicBezTo>
                <a:cubicBezTo>
                  <a:pt x="219997" y="110467"/>
                  <a:pt x="221760" y="114746"/>
                  <a:pt x="221760" y="119794"/>
                </a:cubicBezTo>
                <a:cubicBezTo>
                  <a:pt x="221760" y="124710"/>
                  <a:pt x="220005" y="128930"/>
                  <a:pt x="216479" y="132471"/>
                </a:cubicBezTo>
                <a:cubicBezTo>
                  <a:pt x="212960" y="136004"/>
                  <a:pt x="208659" y="137774"/>
                  <a:pt x="203582" y="137774"/>
                </a:cubicBezTo>
                <a:close/>
                <a:moveTo>
                  <a:pt x="120723" y="120050"/>
                </a:moveTo>
                <a:cubicBezTo>
                  <a:pt x="112127" y="120050"/>
                  <a:pt x="104827" y="117036"/>
                  <a:pt x="98821" y="111023"/>
                </a:cubicBezTo>
                <a:cubicBezTo>
                  <a:pt x="92808" y="105002"/>
                  <a:pt x="89794" y="97702"/>
                  <a:pt x="89794" y="89121"/>
                </a:cubicBezTo>
                <a:cubicBezTo>
                  <a:pt x="89794" y="80387"/>
                  <a:pt x="92808" y="73057"/>
                  <a:pt x="98821" y="67139"/>
                </a:cubicBezTo>
                <a:cubicBezTo>
                  <a:pt x="104841" y="61221"/>
                  <a:pt x="112142" y="58266"/>
                  <a:pt x="120723" y="58266"/>
                </a:cubicBezTo>
                <a:cubicBezTo>
                  <a:pt x="129457" y="58266"/>
                  <a:pt x="136787" y="61221"/>
                  <a:pt x="142705" y="67139"/>
                </a:cubicBezTo>
                <a:cubicBezTo>
                  <a:pt x="148623" y="73057"/>
                  <a:pt x="151578" y="80387"/>
                  <a:pt x="151578" y="89121"/>
                </a:cubicBezTo>
                <a:cubicBezTo>
                  <a:pt x="151578" y="97716"/>
                  <a:pt x="148623" y="105017"/>
                  <a:pt x="142705" y="111023"/>
                </a:cubicBezTo>
                <a:cubicBezTo>
                  <a:pt x="136787" y="117036"/>
                  <a:pt x="129457" y="120050"/>
                  <a:pt x="120723" y="120050"/>
                </a:cubicBezTo>
                <a:close/>
                <a:moveTo>
                  <a:pt x="120803" y="103751"/>
                </a:moveTo>
                <a:cubicBezTo>
                  <a:pt x="124929" y="103751"/>
                  <a:pt x="128382" y="102332"/>
                  <a:pt x="131162" y="99501"/>
                </a:cubicBezTo>
                <a:cubicBezTo>
                  <a:pt x="133941" y="96670"/>
                  <a:pt x="135339" y="93174"/>
                  <a:pt x="135339" y="89019"/>
                </a:cubicBezTo>
                <a:cubicBezTo>
                  <a:pt x="135339" y="84856"/>
                  <a:pt x="133927" y="81396"/>
                  <a:pt x="131110" y="78631"/>
                </a:cubicBezTo>
                <a:cubicBezTo>
                  <a:pt x="128294" y="75866"/>
                  <a:pt x="124841" y="74483"/>
                  <a:pt x="120752" y="74483"/>
                </a:cubicBezTo>
                <a:cubicBezTo>
                  <a:pt x="116626" y="74483"/>
                  <a:pt x="113152" y="75881"/>
                  <a:pt x="110313" y="78682"/>
                </a:cubicBezTo>
                <a:cubicBezTo>
                  <a:pt x="107482" y="81462"/>
                  <a:pt x="106063" y="84929"/>
                  <a:pt x="106063" y="89070"/>
                </a:cubicBezTo>
                <a:cubicBezTo>
                  <a:pt x="106063" y="93159"/>
                  <a:pt x="107475" y="96634"/>
                  <a:pt x="110291" y="99501"/>
                </a:cubicBezTo>
                <a:cubicBezTo>
                  <a:pt x="113108" y="102354"/>
                  <a:pt x="116612" y="103781"/>
                  <a:pt x="120803" y="103781"/>
                </a:cubicBezTo>
                <a:close/>
                <a:moveTo>
                  <a:pt x="120679" y="165484"/>
                </a:moveTo>
                <a:close/>
                <a:moveTo>
                  <a:pt x="120679" y="8914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2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527" y="196011"/>
                </a:moveTo>
                <a:lnTo>
                  <a:pt x="151527" y="181475"/>
                </a:lnTo>
                <a:lnTo>
                  <a:pt x="129274" y="181475"/>
                </a:lnTo>
                <a:cubicBezTo>
                  <a:pt x="124563" y="181475"/>
                  <a:pt x="120533" y="179808"/>
                  <a:pt x="117182" y="176472"/>
                </a:cubicBezTo>
                <a:cubicBezTo>
                  <a:pt x="113825" y="173136"/>
                  <a:pt x="112149" y="169098"/>
                  <a:pt x="112149" y="164358"/>
                </a:cubicBezTo>
                <a:lnTo>
                  <a:pt x="112149" y="77073"/>
                </a:lnTo>
                <a:lnTo>
                  <a:pt x="90145" y="77073"/>
                </a:lnTo>
                <a:lnTo>
                  <a:pt x="90145" y="92866"/>
                </a:lnTo>
                <a:cubicBezTo>
                  <a:pt x="90145" y="97475"/>
                  <a:pt x="88492" y="101440"/>
                  <a:pt x="85171" y="104761"/>
                </a:cubicBezTo>
                <a:cubicBezTo>
                  <a:pt x="81850" y="108075"/>
                  <a:pt x="77885" y="109735"/>
                  <a:pt x="73276" y="109735"/>
                </a:cubicBezTo>
                <a:lnTo>
                  <a:pt x="34850" y="109735"/>
                </a:lnTo>
                <a:cubicBezTo>
                  <a:pt x="30095" y="109735"/>
                  <a:pt x="26049" y="108060"/>
                  <a:pt x="22736" y="104710"/>
                </a:cubicBezTo>
                <a:cubicBezTo>
                  <a:pt x="19393" y="101352"/>
                  <a:pt x="17725" y="97299"/>
                  <a:pt x="17725" y="92537"/>
                </a:cubicBezTo>
                <a:lnTo>
                  <a:pt x="17725" y="45618"/>
                </a:lnTo>
                <a:cubicBezTo>
                  <a:pt x="17725" y="40855"/>
                  <a:pt x="19393" y="36795"/>
                  <a:pt x="22736" y="33445"/>
                </a:cubicBezTo>
                <a:cubicBezTo>
                  <a:pt x="26071" y="30095"/>
                  <a:pt x="30109" y="28412"/>
                  <a:pt x="34850" y="28412"/>
                </a:cubicBezTo>
                <a:lnTo>
                  <a:pt x="73247" y="28412"/>
                </a:lnTo>
                <a:cubicBezTo>
                  <a:pt x="77863" y="28412"/>
                  <a:pt x="81828" y="30073"/>
                  <a:pt x="85142" y="33394"/>
                </a:cubicBezTo>
                <a:cubicBezTo>
                  <a:pt x="88463" y="36715"/>
                  <a:pt x="90123" y="40680"/>
                  <a:pt x="90123" y="45288"/>
                </a:cubicBezTo>
                <a:lnTo>
                  <a:pt x="90123" y="59824"/>
                </a:lnTo>
                <a:lnTo>
                  <a:pt x="151505" y="59824"/>
                </a:lnTo>
                <a:lnTo>
                  <a:pt x="151505" y="45288"/>
                </a:lnTo>
                <a:cubicBezTo>
                  <a:pt x="151505" y="40680"/>
                  <a:pt x="153166" y="36715"/>
                  <a:pt x="156487" y="33394"/>
                </a:cubicBezTo>
                <a:cubicBezTo>
                  <a:pt x="159801" y="30073"/>
                  <a:pt x="163765" y="28412"/>
                  <a:pt x="168381" y="28412"/>
                </a:cubicBezTo>
                <a:lnTo>
                  <a:pt x="206523" y="28412"/>
                </a:lnTo>
                <a:cubicBezTo>
                  <a:pt x="211285" y="28412"/>
                  <a:pt x="215345" y="30095"/>
                  <a:pt x="218695" y="33445"/>
                </a:cubicBezTo>
                <a:cubicBezTo>
                  <a:pt x="222046" y="36795"/>
                  <a:pt x="223721" y="40855"/>
                  <a:pt x="223721" y="45618"/>
                </a:cubicBezTo>
                <a:lnTo>
                  <a:pt x="223721" y="92537"/>
                </a:lnTo>
                <a:cubicBezTo>
                  <a:pt x="223721" y="97299"/>
                  <a:pt x="222046" y="101352"/>
                  <a:pt x="218695" y="104710"/>
                </a:cubicBezTo>
                <a:cubicBezTo>
                  <a:pt x="215345" y="108060"/>
                  <a:pt x="211285" y="109735"/>
                  <a:pt x="206523" y="109735"/>
                </a:cubicBezTo>
                <a:lnTo>
                  <a:pt x="168403" y="109735"/>
                </a:lnTo>
                <a:cubicBezTo>
                  <a:pt x="163795" y="109735"/>
                  <a:pt x="159830" y="108075"/>
                  <a:pt x="156509" y="104761"/>
                </a:cubicBezTo>
                <a:cubicBezTo>
                  <a:pt x="153188" y="101440"/>
                  <a:pt x="151527" y="97475"/>
                  <a:pt x="151527" y="92866"/>
                </a:cubicBezTo>
                <a:lnTo>
                  <a:pt x="151527" y="77073"/>
                </a:lnTo>
                <a:lnTo>
                  <a:pt x="129274" y="77073"/>
                </a:lnTo>
                <a:lnTo>
                  <a:pt x="129274" y="164358"/>
                </a:lnTo>
                <a:lnTo>
                  <a:pt x="151527" y="164358"/>
                </a:lnTo>
                <a:lnTo>
                  <a:pt x="151527" y="148564"/>
                </a:lnTo>
                <a:cubicBezTo>
                  <a:pt x="151527" y="143956"/>
                  <a:pt x="153188" y="139991"/>
                  <a:pt x="156509" y="136670"/>
                </a:cubicBezTo>
                <a:cubicBezTo>
                  <a:pt x="159830" y="133349"/>
                  <a:pt x="163795" y="131688"/>
                  <a:pt x="168403" y="131688"/>
                </a:cubicBezTo>
                <a:lnTo>
                  <a:pt x="206552" y="131688"/>
                </a:lnTo>
                <a:cubicBezTo>
                  <a:pt x="211307" y="131688"/>
                  <a:pt x="215367" y="133363"/>
                  <a:pt x="218717" y="136721"/>
                </a:cubicBezTo>
                <a:cubicBezTo>
                  <a:pt x="222075" y="140071"/>
                  <a:pt x="223750" y="144102"/>
                  <a:pt x="223750" y="148813"/>
                </a:cubicBezTo>
                <a:lnTo>
                  <a:pt x="223750" y="195813"/>
                </a:lnTo>
                <a:cubicBezTo>
                  <a:pt x="223750" y="200554"/>
                  <a:pt x="222075" y="204599"/>
                  <a:pt x="218717" y="207935"/>
                </a:cubicBezTo>
                <a:cubicBezTo>
                  <a:pt x="215367" y="211270"/>
                  <a:pt x="211307" y="212938"/>
                  <a:pt x="206552" y="212938"/>
                </a:cubicBezTo>
                <a:lnTo>
                  <a:pt x="168403" y="212938"/>
                </a:lnTo>
                <a:cubicBezTo>
                  <a:pt x="163795" y="212938"/>
                  <a:pt x="159830" y="211285"/>
                  <a:pt x="156509" y="207986"/>
                </a:cubicBezTo>
                <a:cubicBezTo>
                  <a:pt x="153188" y="204679"/>
                  <a:pt x="151527" y="200707"/>
                  <a:pt x="151527" y="196062"/>
                </a:cubicBezTo>
                <a:close/>
                <a:moveTo>
                  <a:pt x="34850" y="45618"/>
                </a:moveTo>
                <a:lnTo>
                  <a:pt x="34850" y="92537"/>
                </a:lnTo>
                <a:lnTo>
                  <a:pt x="34850" y="45618"/>
                </a:lnTo>
                <a:close/>
                <a:moveTo>
                  <a:pt x="168703" y="148791"/>
                </a:moveTo>
                <a:lnTo>
                  <a:pt x="168703" y="195784"/>
                </a:lnTo>
                <a:lnTo>
                  <a:pt x="168703" y="148791"/>
                </a:lnTo>
                <a:close/>
                <a:moveTo>
                  <a:pt x="168703" y="45618"/>
                </a:moveTo>
                <a:lnTo>
                  <a:pt x="168703" y="92537"/>
                </a:lnTo>
                <a:lnTo>
                  <a:pt x="168703" y="45618"/>
                </a:lnTo>
                <a:close/>
                <a:moveTo>
                  <a:pt x="168703" y="92537"/>
                </a:moveTo>
                <a:lnTo>
                  <a:pt x="206552" y="92537"/>
                </a:lnTo>
                <a:lnTo>
                  <a:pt x="206552" y="45618"/>
                </a:lnTo>
                <a:lnTo>
                  <a:pt x="168703" y="45618"/>
                </a:lnTo>
                <a:lnTo>
                  <a:pt x="168703" y="92537"/>
                </a:lnTo>
                <a:close/>
                <a:moveTo>
                  <a:pt x="168703" y="195762"/>
                </a:moveTo>
                <a:lnTo>
                  <a:pt x="206552" y="195762"/>
                </a:lnTo>
                <a:lnTo>
                  <a:pt x="206552" y="148791"/>
                </a:lnTo>
                <a:lnTo>
                  <a:pt x="168703" y="148791"/>
                </a:lnTo>
                <a:lnTo>
                  <a:pt x="168703" y="195784"/>
                </a:lnTo>
                <a:close/>
                <a:moveTo>
                  <a:pt x="34828" y="92537"/>
                </a:moveTo>
                <a:lnTo>
                  <a:pt x="72998" y="92537"/>
                </a:lnTo>
                <a:lnTo>
                  <a:pt x="72998" y="45618"/>
                </a:lnTo>
                <a:lnTo>
                  <a:pt x="34850" y="45618"/>
                </a:lnTo>
                <a:lnTo>
                  <a:pt x="34850" y="9253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4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844"/>
                </a:moveTo>
                <a:lnTo>
                  <a:pt x="118440" y="179844"/>
                </a:lnTo>
                <a:lnTo>
                  <a:pt x="118440" y="176326"/>
                </a:lnTo>
                <a:cubicBezTo>
                  <a:pt x="118440" y="173304"/>
                  <a:pt x="117687" y="170627"/>
                  <a:pt x="116173" y="168279"/>
                </a:cubicBezTo>
                <a:cubicBezTo>
                  <a:pt x="114666" y="165931"/>
                  <a:pt x="112735" y="164336"/>
                  <a:pt x="110394" y="163502"/>
                </a:cubicBezTo>
                <a:cubicBezTo>
                  <a:pt x="105024" y="161659"/>
                  <a:pt x="100833" y="160437"/>
                  <a:pt x="97819" y="159852"/>
                </a:cubicBezTo>
                <a:cubicBezTo>
                  <a:pt x="94798" y="159267"/>
                  <a:pt x="91864" y="158974"/>
                  <a:pt x="89019" y="158974"/>
                </a:cubicBezTo>
                <a:cubicBezTo>
                  <a:pt x="85829" y="158974"/>
                  <a:pt x="82435" y="159347"/>
                  <a:pt x="78836" y="160108"/>
                </a:cubicBezTo>
                <a:cubicBezTo>
                  <a:pt x="75230" y="160861"/>
                  <a:pt x="71162" y="161988"/>
                  <a:pt x="66634" y="163502"/>
                </a:cubicBezTo>
                <a:cubicBezTo>
                  <a:pt x="64125" y="164336"/>
                  <a:pt x="62113" y="165931"/>
                  <a:pt x="60599" y="168279"/>
                </a:cubicBezTo>
                <a:cubicBezTo>
                  <a:pt x="59092" y="170627"/>
                  <a:pt x="58339" y="173304"/>
                  <a:pt x="58339" y="176326"/>
                </a:cubicBezTo>
                <a:lnTo>
                  <a:pt x="58339" y="179844"/>
                </a:lnTo>
                <a:close/>
                <a:moveTo>
                  <a:pt x="149113" y="162997"/>
                </a:moveTo>
                <a:lnTo>
                  <a:pt x="179288" y="162997"/>
                </a:lnTo>
                <a:cubicBezTo>
                  <a:pt x="181132" y="162997"/>
                  <a:pt x="182646" y="162412"/>
                  <a:pt x="183816" y="161234"/>
                </a:cubicBezTo>
                <a:cubicBezTo>
                  <a:pt x="184994" y="160064"/>
                  <a:pt x="185579" y="158557"/>
                  <a:pt x="185579" y="156714"/>
                </a:cubicBezTo>
                <a:cubicBezTo>
                  <a:pt x="185579" y="154863"/>
                  <a:pt x="184994" y="153356"/>
                  <a:pt x="183816" y="152185"/>
                </a:cubicBezTo>
                <a:cubicBezTo>
                  <a:pt x="182646" y="151008"/>
                  <a:pt x="181132" y="150422"/>
                  <a:pt x="179288" y="150422"/>
                </a:cubicBezTo>
                <a:lnTo>
                  <a:pt x="149113" y="150422"/>
                </a:lnTo>
                <a:cubicBezTo>
                  <a:pt x="147270" y="150422"/>
                  <a:pt x="145763" y="151008"/>
                  <a:pt x="144592" y="152185"/>
                </a:cubicBezTo>
                <a:cubicBezTo>
                  <a:pt x="143414" y="153356"/>
                  <a:pt x="142829" y="154863"/>
                  <a:pt x="142829" y="156714"/>
                </a:cubicBezTo>
                <a:cubicBezTo>
                  <a:pt x="142829" y="158557"/>
                  <a:pt x="143414" y="160064"/>
                  <a:pt x="144592" y="161234"/>
                </a:cubicBezTo>
                <a:cubicBezTo>
                  <a:pt x="145763" y="162412"/>
                  <a:pt x="147270" y="162997"/>
                  <a:pt x="149113" y="162997"/>
                </a:cubicBezTo>
                <a:close/>
                <a:moveTo>
                  <a:pt x="98697" y="146523"/>
                </a:moveTo>
                <a:cubicBezTo>
                  <a:pt x="101294" y="143927"/>
                  <a:pt x="102596" y="140701"/>
                  <a:pt x="102596" y="136845"/>
                </a:cubicBezTo>
                <a:cubicBezTo>
                  <a:pt x="102596" y="132990"/>
                  <a:pt x="101294" y="129764"/>
                  <a:pt x="98697" y="127160"/>
                </a:cubicBezTo>
                <a:cubicBezTo>
                  <a:pt x="96100" y="124563"/>
                  <a:pt x="92874" y="123268"/>
                  <a:pt x="89019" y="123268"/>
                </a:cubicBezTo>
                <a:cubicBezTo>
                  <a:pt x="85164" y="123268"/>
                  <a:pt x="81938" y="124563"/>
                  <a:pt x="79333" y="127160"/>
                </a:cubicBezTo>
                <a:cubicBezTo>
                  <a:pt x="76736" y="129764"/>
                  <a:pt x="75442" y="132990"/>
                  <a:pt x="75442" y="136845"/>
                </a:cubicBezTo>
                <a:cubicBezTo>
                  <a:pt x="75442" y="140701"/>
                  <a:pt x="76736" y="143927"/>
                  <a:pt x="79333" y="146523"/>
                </a:cubicBezTo>
                <a:cubicBezTo>
                  <a:pt x="81938" y="149128"/>
                  <a:pt x="85164" y="150422"/>
                  <a:pt x="89019" y="150422"/>
                </a:cubicBezTo>
                <a:cubicBezTo>
                  <a:pt x="92874" y="150422"/>
                  <a:pt x="96100" y="149128"/>
                  <a:pt x="98697" y="146523"/>
                </a:cubicBezTo>
                <a:close/>
                <a:moveTo>
                  <a:pt x="149113" y="134585"/>
                </a:moveTo>
                <a:lnTo>
                  <a:pt x="179288" y="134585"/>
                </a:lnTo>
                <a:cubicBezTo>
                  <a:pt x="181132" y="134585"/>
                  <a:pt x="182646" y="133993"/>
                  <a:pt x="183816" y="132822"/>
                </a:cubicBezTo>
                <a:cubicBezTo>
                  <a:pt x="184994" y="131644"/>
                  <a:pt x="185579" y="130137"/>
                  <a:pt x="185579" y="128294"/>
                </a:cubicBezTo>
                <a:cubicBezTo>
                  <a:pt x="185579" y="126451"/>
                  <a:pt x="184994" y="124944"/>
                  <a:pt x="183816" y="123766"/>
                </a:cubicBezTo>
                <a:cubicBezTo>
                  <a:pt x="182646" y="122595"/>
                  <a:pt x="181132" y="122010"/>
                  <a:pt x="179288" y="122010"/>
                </a:cubicBezTo>
                <a:lnTo>
                  <a:pt x="149113" y="122010"/>
                </a:lnTo>
                <a:cubicBezTo>
                  <a:pt x="147270" y="122010"/>
                  <a:pt x="145763" y="122595"/>
                  <a:pt x="144592" y="123766"/>
                </a:cubicBezTo>
                <a:cubicBezTo>
                  <a:pt x="143414" y="124944"/>
                  <a:pt x="142829" y="126451"/>
                  <a:pt x="142829" y="128294"/>
                </a:cubicBezTo>
                <a:cubicBezTo>
                  <a:pt x="142829" y="130137"/>
                  <a:pt x="143414" y="131644"/>
                  <a:pt x="144592" y="132822"/>
                </a:cubicBezTo>
                <a:cubicBezTo>
                  <a:pt x="145763" y="133993"/>
                  <a:pt x="147270" y="134585"/>
                  <a:pt x="149113" y="134585"/>
                </a:cubicBezTo>
                <a:close/>
                <a:moveTo>
                  <a:pt x="35757" y="222792"/>
                </a:moveTo>
                <a:cubicBezTo>
                  <a:pt x="31133" y="222792"/>
                  <a:pt x="27117" y="221095"/>
                  <a:pt x="23716" y="217686"/>
                </a:cubicBezTo>
                <a:cubicBezTo>
                  <a:pt x="20307" y="214284"/>
                  <a:pt x="18610" y="210268"/>
                  <a:pt x="18610" y="205645"/>
                </a:cubicBezTo>
                <a:lnTo>
                  <a:pt x="18610" y="86027"/>
                </a:lnTo>
                <a:cubicBezTo>
                  <a:pt x="18610" y="81382"/>
                  <a:pt x="20307" y="77358"/>
                  <a:pt x="23716" y="73957"/>
                </a:cubicBezTo>
                <a:cubicBezTo>
                  <a:pt x="27117" y="70548"/>
                  <a:pt x="31133" y="68851"/>
                  <a:pt x="35757" y="68851"/>
                </a:cubicBezTo>
                <a:lnTo>
                  <a:pt x="96583" y="68851"/>
                </a:lnTo>
                <a:lnTo>
                  <a:pt x="96583" y="34725"/>
                </a:lnTo>
                <a:cubicBezTo>
                  <a:pt x="96583" y="30300"/>
                  <a:pt x="98163" y="26496"/>
                  <a:pt x="101316" y="23314"/>
                </a:cubicBezTo>
                <a:cubicBezTo>
                  <a:pt x="104468" y="20124"/>
                  <a:pt x="108287" y="18529"/>
                  <a:pt x="112778" y="18529"/>
                </a:cubicBezTo>
                <a:lnTo>
                  <a:pt x="128748" y="18529"/>
                </a:lnTo>
                <a:cubicBezTo>
                  <a:pt x="133173" y="18529"/>
                  <a:pt x="136977" y="20124"/>
                  <a:pt x="140167" y="23314"/>
                </a:cubicBezTo>
                <a:cubicBezTo>
                  <a:pt x="143349" y="26496"/>
                  <a:pt x="144943" y="30300"/>
                  <a:pt x="144943" y="34725"/>
                </a:cubicBezTo>
                <a:lnTo>
                  <a:pt x="144943" y="68851"/>
                </a:lnTo>
                <a:lnTo>
                  <a:pt x="205696" y="68851"/>
                </a:lnTo>
                <a:cubicBezTo>
                  <a:pt x="210341" y="68851"/>
                  <a:pt x="214365" y="70548"/>
                  <a:pt x="217766" y="73957"/>
                </a:cubicBezTo>
                <a:cubicBezTo>
                  <a:pt x="221168" y="77358"/>
                  <a:pt x="222872" y="81382"/>
                  <a:pt x="222872" y="86027"/>
                </a:cubicBezTo>
                <a:lnTo>
                  <a:pt x="222872" y="205645"/>
                </a:lnTo>
                <a:cubicBezTo>
                  <a:pt x="222872" y="210268"/>
                  <a:pt x="221168" y="214284"/>
                  <a:pt x="217766" y="217686"/>
                </a:cubicBezTo>
                <a:cubicBezTo>
                  <a:pt x="214365" y="221095"/>
                  <a:pt x="210341" y="222792"/>
                  <a:pt x="205696" y="222792"/>
                </a:cubicBezTo>
                <a:lnTo>
                  <a:pt x="35786" y="222792"/>
                </a:lnTo>
                <a:close/>
                <a:moveTo>
                  <a:pt x="35757" y="205667"/>
                </a:moveTo>
                <a:lnTo>
                  <a:pt x="205667" y="205667"/>
                </a:lnTo>
                <a:lnTo>
                  <a:pt x="205667" y="86049"/>
                </a:lnTo>
                <a:lnTo>
                  <a:pt x="144768" y="86049"/>
                </a:lnTo>
                <a:lnTo>
                  <a:pt x="144768" y="93591"/>
                </a:lnTo>
                <a:cubicBezTo>
                  <a:pt x="144600" y="98375"/>
                  <a:pt x="142895" y="102076"/>
                  <a:pt x="139662" y="104710"/>
                </a:cubicBezTo>
                <a:cubicBezTo>
                  <a:pt x="136428" y="107358"/>
                  <a:pt x="132771" y="108682"/>
                  <a:pt x="128696" y="108682"/>
                </a:cubicBezTo>
                <a:lnTo>
                  <a:pt x="112705" y="108682"/>
                </a:lnTo>
                <a:cubicBezTo>
                  <a:pt x="108594" y="108682"/>
                  <a:pt x="104915" y="107351"/>
                  <a:pt x="101667" y="104681"/>
                </a:cubicBezTo>
                <a:cubicBezTo>
                  <a:pt x="98411" y="102018"/>
                  <a:pt x="96729" y="98324"/>
                  <a:pt x="96612" y="93591"/>
                </a:cubicBezTo>
                <a:lnTo>
                  <a:pt x="96612" y="86049"/>
                </a:lnTo>
                <a:lnTo>
                  <a:pt x="35757" y="86049"/>
                </a:lnTo>
                <a:lnTo>
                  <a:pt x="35757" y="205667"/>
                </a:lnTo>
                <a:close/>
                <a:moveTo>
                  <a:pt x="113283" y="91959"/>
                </a:moveTo>
                <a:lnTo>
                  <a:pt x="128192" y="91959"/>
                </a:lnTo>
                <a:lnTo>
                  <a:pt x="128192" y="35252"/>
                </a:lnTo>
                <a:lnTo>
                  <a:pt x="113283" y="35252"/>
                </a:lnTo>
                <a:lnTo>
                  <a:pt x="113283" y="91959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6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340" y="206201"/>
                </a:moveTo>
                <a:cubicBezTo>
                  <a:pt x="120167" y="206201"/>
                  <a:pt x="121118" y="205996"/>
                  <a:pt x="122208" y="205594"/>
                </a:cubicBezTo>
                <a:cubicBezTo>
                  <a:pt x="123298" y="205191"/>
                  <a:pt x="124197" y="204635"/>
                  <a:pt x="124900" y="203933"/>
                </a:cubicBezTo>
                <a:lnTo>
                  <a:pt x="209420" y="119194"/>
                </a:lnTo>
                <a:cubicBezTo>
                  <a:pt x="211680" y="116926"/>
                  <a:pt x="213399" y="114337"/>
                  <a:pt x="214569" y="111425"/>
                </a:cubicBezTo>
                <a:cubicBezTo>
                  <a:pt x="215747" y="108506"/>
                  <a:pt x="216332" y="105507"/>
                  <a:pt x="216332" y="102420"/>
                </a:cubicBezTo>
                <a:cubicBezTo>
                  <a:pt x="216332" y="99370"/>
                  <a:pt x="215747" y="96327"/>
                  <a:pt x="214569" y="93291"/>
                </a:cubicBezTo>
                <a:cubicBezTo>
                  <a:pt x="213399" y="90277"/>
                  <a:pt x="211680" y="87614"/>
                  <a:pt x="209420" y="85317"/>
                </a:cubicBezTo>
                <a:lnTo>
                  <a:pt x="165836" y="41741"/>
                </a:lnTo>
                <a:cubicBezTo>
                  <a:pt x="163626" y="39561"/>
                  <a:pt x="161059" y="37929"/>
                  <a:pt x="158140" y="36839"/>
                </a:cubicBezTo>
                <a:cubicBezTo>
                  <a:pt x="155229" y="35749"/>
                  <a:pt x="152310" y="35208"/>
                  <a:pt x="149391" y="35208"/>
                </a:cubicBezTo>
                <a:cubicBezTo>
                  <a:pt x="146472" y="35208"/>
                  <a:pt x="143612" y="35742"/>
                  <a:pt x="140796" y="36817"/>
                </a:cubicBezTo>
                <a:cubicBezTo>
                  <a:pt x="137979" y="37885"/>
                  <a:pt x="135492" y="39473"/>
                  <a:pt x="133349" y="41565"/>
                </a:cubicBezTo>
                <a:lnTo>
                  <a:pt x="129252" y="45742"/>
                </a:lnTo>
                <a:lnTo>
                  <a:pt x="149267" y="65932"/>
                </a:lnTo>
                <a:cubicBezTo>
                  <a:pt x="151564" y="68448"/>
                  <a:pt x="153597" y="71338"/>
                  <a:pt x="155375" y="74608"/>
                </a:cubicBezTo>
                <a:cubicBezTo>
                  <a:pt x="157152" y="77892"/>
                  <a:pt x="158045" y="81499"/>
                  <a:pt x="158045" y="85420"/>
                </a:cubicBezTo>
                <a:cubicBezTo>
                  <a:pt x="158045" y="92113"/>
                  <a:pt x="155426" y="98031"/>
                  <a:pt x="150196" y="103174"/>
                </a:cubicBezTo>
                <a:cubicBezTo>
                  <a:pt x="144965" y="108323"/>
                  <a:pt x="138981" y="110891"/>
                  <a:pt x="132244" y="110891"/>
                </a:cubicBezTo>
                <a:cubicBezTo>
                  <a:pt x="127818" y="110891"/>
                  <a:pt x="124146" y="110225"/>
                  <a:pt x="121227" y="108879"/>
                </a:cubicBezTo>
                <a:cubicBezTo>
                  <a:pt x="118309" y="107541"/>
                  <a:pt x="115595" y="105624"/>
                  <a:pt x="113078" y="103122"/>
                </a:cubicBezTo>
                <a:lnTo>
                  <a:pt x="94849" y="84893"/>
                </a:lnTo>
                <a:lnTo>
                  <a:pt x="50416" y="129325"/>
                </a:lnTo>
                <a:cubicBezTo>
                  <a:pt x="49582" y="130130"/>
                  <a:pt x="48990" y="131001"/>
                  <a:pt x="48661" y="131944"/>
                </a:cubicBezTo>
                <a:cubicBezTo>
                  <a:pt x="48324" y="132881"/>
                  <a:pt x="48156" y="133854"/>
                  <a:pt x="48156" y="134856"/>
                </a:cubicBezTo>
                <a:cubicBezTo>
                  <a:pt x="48156" y="137036"/>
                  <a:pt x="48858" y="138828"/>
                  <a:pt x="50270" y="140240"/>
                </a:cubicBezTo>
                <a:cubicBezTo>
                  <a:pt x="51675" y="141644"/>
                  <a:pt x="53467" y="142354"/>
                  <a:pt x="55647" y="142354"/>
                </a:cubicBezTo>
                <a:cubicBezTo>
                  <a:pt x="56656" y="142354"/>
                  <a:pt x="57629" y="142098"/>
                  <a:pt x="58565" y="141600"/>
                </a:cubicBezTo>
                <a:cubicBezTo>
                  <a:pt x="59502" y="141096"/>
                  <a:pt x="60314" y="140510"/>
                  <a:pt x="61001" y="139837"/>
                </a:cubicBezTo>
                <a:lnTo>
                  <a:pt x="89794" y="111045"/>
                </a:lnTo>
                <a:cubicBezTo>
                  <a:pt x="91323" y="109516"/>
                  <a:pt x="93093" y="108755"/>
                  <a:pt x="95105" y="108755"/>
                </a:cubicBezTo>
                <a:cubicBezTo>
                  <a:pt x="97117" y="108755"/>
                  <a:pt x="98872" y="109516"/>
                  <a:pt x="100386" y="111045"/>
                </a:cubicBezTo>
                <a:cubicBezTo>
                  <a:pt x="101893" y="112574"/>
                  <a:pt x="102647" y="114329"/>
                  <a:pt x="102647" y="116326"/>
                </a:cubicBezTo>
                <a:cubicBezTo>
                  <a:pt x="102647" y="118323"/>
                  <a:pt x="101893" y="120072"/>
                  <a:pt x="100386" y="121579"/>
                </a:cubicBezTo>
                <a:lnTo>
                  <a:pt x="71791" y="150123"/>
                </a:lnTo>
                <a:cubicBezTo>
                  <a:pt x="70950" y="150956"/>
                  <a:pt x="70365" y="151900"/>
                  <a:pt x="70028" y="152939"/>
                </a:cubicBezTo>
                <a:cubicBezTo>
                  <a:pt x="69699" y="153978"/>
                  <a:pt x="69531" y="154994"/>
                  <a:pt x="69531" y="155982"/>
                </a:cubicBezTo>
                <a:cubicBezTo>
                  <a:pt x="69531" y="158008"/>
                  <a:pt x="70270" y="159764"/>
                  <a:pt x="71740" y="161234"/>
                </a:cubicBezTo>
                <a:cubicBezTo>
                  <a:pt x="73203" y="162712"/>
                  <a:pt x="74937" y="163451"/>
                  <a:pt x="76949" y="163451"/>
                </a:cubicBezTo>
                <a:cubicBezTo>
                  <a:pt x="77951" y="163451"/>
                  <a:pt x="78931" y="163239"/>
                  <a:pt x="79889" y="162822"/>
                </a:cubicBezTo>
                <a:cubicBezTo>
                  <a:pt x="80848" y="162405"/>
                  <a:pt x="81674" y="161856"/>
                  <a:pt x="82376" y="161183"/>
                </a:cubicBezTo>
                <a:lnTo>
                  <a:pt x="111045" y="132471"/>
                </a:lnTo>
                <a:cubicBezTo>
                  <a:pt x="112574" y="130942"/>
                  <a:pt x="114337" y="130189"/>
                  <a:pt x="116348" y="130203"/>
                </a:cubicBezTo>
                <a:cubicBezTo>
                  <a:pt x="118360" y="130225"/>
                  <a:pt x="120123" y="130971"/>
                  <a:pt x="121630" y="132442"/>
                </a:cubicBezTo>
                <a:cubicBezTo>
                  <a:pt x="123137" y="133956"/>
                  <a:pt x="123898" y="135712"/>
                  <a:pt x="123898" y="137723"/>
                </a:cubicBezTo>
                <a:cubicBezTo>
                  <a:pt x="123898" y="139735"/>
                  <a:pt x="123137" y="141498"/>
                  <a:pt x="121630" y="143005"/>
                </a:cubicBezTo>
                <a:lnTo>
                  <a:pt x="92991" y="171549"/>
                </a:lnTo>
                <a:cubicBezTo>
                  <a:pt x="92354" y="172214"/>
                  <a:pt x="91813" y="173100"/>
                  <a:pt x="91381" y="174190"/>
                </a:cubicBezTo>
                <a:cubicBezTo>
                  <a:pt x="90943" y="175280"/>
                  <a:pt x="90730" y="176326"/>
                  <a:pt x="90730" y="177328"/>
                </a:cubicBezTo>
                <a:cubicBezTo>
                  <a:pt x="90730" y="179339"/>
                  <a:pt x="91484" y="181102"/>
                  <a:pt x="92991" y="182609"/>
                </a:cubicBezTo>
                <a:cubicBezTo>
                  <a:pt x="94498" y="184116"/>
                  <a:pt x="96261" y="184877"/>
                  <a:pt x="98272" y="184877"/>
                </a:cubicBezTo>
                <a:cubicBezTo>
                  <a:pt x="99275" y="184877"/>
                  <a:pt x="100204" y="184694"/>
                  <a:pt x="101059" y="184343"/>
                </a:cubicBezTo>
                <a:cubicBezTo>
                  <a:pt x="101915" y="183992"/>
                  <a:pt x="102749" y="183414"/>
                  <a:pt x="103554" y="182609"/>
                </a:cubicBezTo>
                <a:lnTo>
                  <a:pt x="132369" y="153744"/>
                </a:lnTo>
                <a:cubicBezTo>
                  <a:pt x="133861" y="152237"/>
                  <a:pt x="135624" y="151490"/>
                  <a:pt x="137650" y="151505"/>
                </a:cubicBezTo>
                <a:cubicBezTo>
                  <a:pt x="139662" y="151520"/>
                  <a:pt x="141425" y="152266"/>
                  <a:pt x="142932" y="153744"/>
                </a:cubicBezTo>
                <a:cubicBezTo>
                  <a:pt x="144439" y="155287"/>
                  <a:pt x="145192" y="157050"/>
                  <a:pt x="145192" y="159047"/>
                </a:cubicBezTo>
                <a:cubicBezTo>
                  <a:pt x="145192" y="161044"/>
                  <a:pt x="144439" y="162792"/>
                  <a:pt x="142932" y="164307"/>
                </a:cubicBezTo>
                <a:lnTo>
                  <a:pt x="114110" y="193121"/>
                </a:lnTo>
                <a:cubicBezTo>
                  <a:pt x="113305" y="193963"/>
                  <a:pt x="112727" y="194899"/>
                  <a:pt x="112376" y="195938"/>
                </a:cubicBezTo>
                <a:cubicBezTo>
                  <a:pt x="112025" y="196976"/>
                  <a:pt x="111849" y="197905"/>
                  <a:pt x="111849" y="198732"/>
                </a:cubicBezTo>
                <a:cubicBezTo>
                  <a:pt x="111849" y="201095"/>
                  <a:pt x="112522" y="202931"/>
                  <a:pt x="113861" y="204233"/>
                </a:cubicBezTo>
                <a:cubicBezTo>
                  <a:pt x="115200" y="205542"/>
                  <a:pt x="117029" y="206201"/>
                  <a:pt x="119340" y="206201"/>
                </a:cubicBezTo>
                <a:close/>
                <a:moveTo>
                  <a:pt x="119391" y="222667"/>
                </a:moveTo>
                <a:cubicBezTo>
                  <a:pt x="113664" y="222667"/>
                  <a:pt x="108521" y="220604"/>
                  <a:pt x="103978" y="216479"/>
                </a:cubicBezTo>
                <a:cubicBezTo>
                  <a:pt x="99436" y="212360"/>
                  <a:pt x="96670" y="207218"/>
                  <a:pt x="95683" y="201066"/>
                </a:cubicBezTo>
                <a:cubicBezTo>
                  <a:pt x="90065" y="200195"/>
                  <a:pt x="85317" y="197810"/>
                  <a:pt x="81447" y="193904"/>
                </a:cubicBezTo>
                <a:cubicBezTo>
                  <a:pt x="77578" y="190012"/>
                  <a:pt x="75193" y="185279"/>
                  <a:pt x="74308" y="179691"/>
                </a:cubicBezTo>
                <a:cubicBezTo>
                  <a:pt x="68778" y="178769"/>
                  <a:pt x="64103" y="176348"/>
                  <a:pt x="60299" y="172427"/>
                </a:cubicBezTo>
                <a:cubicBezTo>
                  <a:pt x="56510" y="168506"/>
                  <a:pt x="54154" y="163831"/>
                  <a:pt x="53233" y="158418"/>
                </a:cubicBezTo>
                <a:cubicBezTo>
                  <a:pt x="47000" y="157416"/>
                  <a:pt x="41836" y="154709"/>
                  <a:pt x="37746" y="150298"/>
                </a:cubicBezTo>
                <a:cubicBezTo>
                  <a:pt x="33657" y="145887"/>
                  <a:pt x="31609" y="140649"/>
                  <a:pt x="31609" y="134585"/>
                </a:cubicBezTo>
                <a:cubicBezTo>
                  <a:pt x="31609" y="131579"/>
                  <a:pt x="32187" y="128572"/>
                  <a:pt x="33343" y="125551"/>
                </a:cubicBezTo>
                <a:cubicBezTo>
                  <a:pt x="34498" y="122552"/>
                  <a:pt x="36218" y="119896"/>
                  <a:pt x="38500" y="117585"/>
                </a:cubicBezTo>
                <a:lnTo>
                  <a:pt x="82830" y="73247"/>
                </a:lnTo>
                <a:cubicBezTo>
                  <a:pt x="86115" y="70014"/>
                  <a:pt x="90131" y="68397"/>
                  <a:pt x="94878" y="68397"/>
                </a:cubicBezTo>
                <a:cubicBezTo>
                  <a:pt x="99618" y="68397"/>
                  <a:pt x="103634" y="70021"/>
                  <a:pt x="106919" y="73276"/>
                </a:cubicBezTo>
                <a:lnTo>
                  <a:pt x="123415" y="89772"/>
                </a:lnTo>
                <a:cubicBezTo>
                  <a:pt x="124761" y="91111"/>
                  <a:pt x="126231" y="92172"/>
                  <a:pt x="127840" y="92940"/>
                </a:cubicBezTo>
                <a:cubicBezTo>
                  <a:pt x="129450" y="93708"/>
                  <a:pt x="131037" y="94095"/>
                  <a:pt x="132595" y="94095"/>
                </a:cubicBezTo>
                <a:cubicBezTo>
                  <a:pt x="134739" y="94095"/>
                  <a:pt x="136772" y="93144"/>
                  <a:pt x="138682" y="91228"/>
                </a:cubicBezTo>
                <a:cubicBezTo>
                  <a:pt x="140591" y="89319"/>
                  <a:pt x="141549" y="87270"/>
                  <a:pt x="141549" y="85098"/>
                </a:cubicBezTo>
                <a:cubicBezTo>
                  <a:pt x="141549" y="84088"/>
                  <a:pt x="141235" y="82940"/>
                  <a:pt x="140620" y="81652"/>
                </a:cubicBezTo>
                <a:cubicBezTo>
                  <a:pt x="139998" y="80357"/>
                  <a:pt x="139033" y="79033"/>
                  <a:pt x="137723" y="77673"/>
                </a:cubicBezTo>
                <a:lnTo>
                  <a:pt x="101593" y="41616"/>
                </a:lnTo>
                <a:cubicBezTo>
                  <a:pt x="99443" y="39487"/>
                  <a:pt x="96897" y="37885"/>
                  <a:pt x="93949" y="36817"/>
                </a:cubicBezTo>
                <a:cubicBezTo>
                  <a:pt x="90994" y="35742"/>
                  <a:pt x="88016" y="35208"/>
                  <a:pt x="85017" y="35208"/>
                </a:cubicBezTo>
                <a:cubicBezTo>
                  <a:pt x="81981" y="35208"/>
                  <a:pt x="79070" y="35742"/>
                  <a:pt x="76268" y="36817"/>
                </a:cubicBezTo>
                <a:cubicBezTo>
                  <a:pt x="73467" y="37885"/>
                  <a:pt x="71023" y="39487"/>
                  <a:pt x="68924" y="41616"/>
                </a:cubicBezTo>
                <a:lnTo>
                  <a:pt x="31331" y="79107"/>
                </a:lnTo>
                <a:cubicBezTo>
                  <a:pt x="28178" y="82311"/>
                  <a:pt x="26247" y="86210"/>
                  <a:pt x="25523" y="90804"/>
                </a:cubicBezTo>
                <a:cubicBezTo>
                  <a:pt x="24806" y="95398"/>
                  <a:pt x="25333" y="99772"/>
                  <a:pt x="27110" y="103927"/>
                </a:cubicBezTo>
                <a:cubicBezTo>
                  <a:pt x="27827" y="105975"/>
                  <a:pt x="27695" y="108002"/>
                  <a:pt x="26708" y="110013"/>
                </a:cubicBezTo>
                <a:cubicBezTo>
                  <a:pt x="25735" y="112025"/>
                  <a:pt x="24206" y="113422"/>
                  <a:pt x="22128" y="114212"/>
                </a:cubicBezTo>
                <a:cubicBezTo>
                  <a:pt x="20066" y="115017"/>
                  <a:pt x="17981" y="114900"/>
                  <a:pt x="15867" y="113861"/>
                </a:cubicBezTo>
                <a:cubicBezTo>
                  <a:pt x="13753" y="112822"/>
                  <a:pt x="12311" y="111264"/>
                  <a:pt x="11543" y="109187"/>
                </a:cubicBezTo>
                <a:cubicBezTo>
                  <a:pt x="8873" y="101754"/>
                  <a:pt x="8149" y="94373"/>
                  <a:pt x="9356" y="87029"/>
                </a:cubicBezTo>
                <a:cubicBezTo>
                  <a:pt x="10563" y="79684"/>
                  <a:pt x="14038" y="73145"/>
                  <a:pt x="19788" y="67395"/>
                </a:cubicBezTo>
                <a:lnTo>
                  <a:pt x="57110" y="30022"/>
                </a:lnTo>
                <a:cubicBezTo>
                  <a:pt x="60877" y="26254"/>
                  <a:pt x="65252" y="23467"/>
                  <a:pt x="70233" y="21675"/>
                </a:cubicBezTo>
                <a:cubicBezTo>
                  <a:pt x="75215" y="19883"/>
                  <a:pt x="80233" y="18983"/>
                  <a:pt x="85295" y="18983"/>
                </a:cubicBezTo>
                <a:cubicBezTo>
                  <a:pt x="90474" y="18983"/>
                  <a:pt x="95485" y="19883"/>
                  <a:pt x="100335" y="21675"/>
                </a:cubicBezTo>
                <a:cubicBezTo>
                  <a:pt x="105163" y="23467"/>
                  <a:pt x="109450" y="26210"/>
                  <a:pt x="113210" y="29897"/>
                </a:cubicBezTo>
                <a:lnTo>
                  <a:pt x="117380" y="34001"/>
                </a:lnTo>
                <a:lnTo>
                  <a:pt x="121484" y="29897"/>
                </a:lnTo>
                <a:cubicBezTo>
                  <a:pt x="125200" y="26247"/>
                  <a:pt x="129552" y="23511"/>
                  <a:pt x="134534" y="21704"/>
                </a:cubicBezTo>
                <a:cubicBezTo>
                  <a:pt x="139494" y="19875"/>
                  <a:pt x="144534" y="18961"/>
                  <a:pt x="149647" y="18961"/>
                </a:cubicBezTo>
                <a:cubicBezTo>
                  <a:pt x="154738" y="18961"/>
                  <a:pt x="159727" y="19890"/>
                  <a:pt x="164607" y="21748"/>
                </a:cubicBezTo>
                <a:cubicBezTo>
                  <a:pt x="169486" y="23613"/>
                  <a:pt x="173802" y="26430"/>
                  <a:pt x="177555" y="30197"/>
                </a:cubicBezTo>
                <a:lnTo>
                  <a:pt x="221307" y="73876"/>
                </a:lnTo>
                <a:cubicBezTo>
                  <a:pt x="225118" y="77665"/>
                  <a:pt x="227971" y="82084"/>
                  <a:pt x="229887" y="87131"/>
                </a:cubicBezTo>
                <a:cubicBezTo>
                  <a:pt x="231797" y="92179"/>
                  <a:pt x="232755" y="97263"/>
                  <a:pt x="232755" y="102398"/>
                </a:cubicBezTo>
                <a:cubicBezTo>
                  <a:pt x="232755" y="107526"/>
                  <a:pt x="231767" y="112596"/>
                  <a:pt x="229807" y="117606"/>
                </a:cubicBezTo>
                <a:cubicBezTo>
                  <a:pt x="227847" y="122617"/>
                  <a:pt x="224964" y="127043"/>
                  <a:pt x="221160" y="130884"/>
                </a:cubicBezTo>
                <a:lnTo>
                  <a:pt x="136443" y="215528"/>
                </a:lnTo>
                <a:cubicBezTo>
                  <a:pt x="134146" y="217825"/>
                  <a:pt x="131527" y="219595"/>
                  <a:pt x="128594" y="220831"/>
                </a:cubicBezTo>
                <a:cubicBezTo>
                  <a:pt x="125682" y="222075"/>
                  <a:pt x="122610" y="222697"/>
                  <a:pt x="119391" y="222697"/>
                </a:cubicBezTo>
                <a:close/>
                <a:moveTo>
                  <a:pt x="93364" y="8290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8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129" y="204109"/>
                </a:moveTo>
                <a:lnTo>
                  <a:pt x="9129" y="187964"/>
                </a:lnTo>
                <a:cubicBezTo>
                  <a:pt x="9129" y="181761"/>
                  <a:pt x="10600" y="176684"/>
                  <a:pt x="13555" y="172727"/>
                </a:cubicBezTo>
                <a:cubicBezTo>
                  <a:pt x="16503" y="168769"/>
                  <a:pt x="20424" y="165623"/>
                  <a:pt x="25325" y="163275"/>
                </a:cubicBezTo>
                <a:cubicBezTo>
                  <a:pt x="34374" y="158915"/>
                  <a:pt x="44162" y="155294"/>
                  <a:pt x="54696" y="152412"/>
                </a:cubicBezTo>
                <a:cubicBezTo>
                  <a:pt x="65222" y="149530"/>
                  <a:pt x="77029" y="148082"/>
                  <a:pt x="90123" y="148082"/>
                </a:cubicBezTo>
                <a:cubicBezTo>
                  <a:pt x="103217" y="148082"/>
                  <a:pt x="115017" y="149508"/>
                  <a:pt x="125529" y="152361"/>
                </a:cubicBezTo>
                <a:cubicBezTo>
                  <a:pt x="136041" y="155207"/>
                  <a:pt x="145836" y="158813"/>
                  <a:pt x="154921" y="163173"/>
                </a:cubicBezTo>
                <a:cubicBezTo>
                  <a:pt x="159786" y="165550"/>
                  <a:pt x="163685" y="168740"/>
                  <a:pt x="166618" y="172727"/>
                </a:cubicBezTo>
                <a:cubicBezTo>
                  <a:pt x="169566" y="176721"/>
                  <a:pt x="171044" y="181805"/>
                  <a:pt x="171044" y="187993"/>
                </a:cubicBezTo>
                <a:lnTo>
                  <a:pt x="171044" y="204138"/>
                </a:lnTo>
                <a:cubicBezTo>
                  <a:pt x="171044" y="206596"/>
                  <a:pt x="170232" y="208644"/>
                  <a:pt x="168601" y="210268"/>
                </a:cubicBezTo>
                <a:cubicBezTo>
                  <a:pt x="166977" y="211899"/>
                  <a:pt x="164936" y="212711"/>
                  <a:pt x="162471" y="212711"/>
                </a:cubicBezTo>
                <a:lnTo>
                  <a:pt x="17681" y="212711"/>
                </a:lnTo>
                <a:cubicBezTo>
                  <a:pt x="15216" y="212711"/>
                  <a:pt x="13167" y="211899"/>
                  <a:pt x="11543" y="210268"/>
                </a:cubicBezTo>
                <a:cubicBezTo>
                  <a:pt x="9919" y="208644"/>
                  <a:pt x="9100" y="206596"/>
                  <a:pt x="9100" y="204138"/>
                </a:cubicBezTo>
                <a:close/>
                <a:moveTo>
                  <a:pt x="26327" y="195484"/>
                </a:moveTo>
                <a:lnTo>
                  <a:pt x="153941" y="195484"/>
                </a:lnTo>
                <a:lnTo>
                  <a:pt x="153941" y="188169"/>
                </a:lnTo>
                <a:cubicBezTo>
                  <a:pt x="153941" y="185652"/>
                  <a:pt x="153231" y="183633"/>
                  <a:pt x="151805" y="182105"/>
                </a:cubicBezTo>
                <a:cubicBezTo>
                  <a:pt x="150379" y="180583"/>
                  <a:pt x="148667" y="179398"/>
                  <a:pt x="146655" y="178564"/>
                </a:cubicBezTo>
                <a:cubicBezTo>
                  <a:pt x="139442" y="175375"/>
                  <a:pt x="131440" y="172361"/>
                  <a:pt x="122639" y="169508"/>
                </a:cubicBezTo>
                <a:cubicBezTo>
                  <a:pt x="113839" y="166662"/>
                  <a:pt x="103005" y="165236"/>
                  <a:pt x="90145" y="165236"/>
                </a:cubicBezTo>
                <a:cubicBezTo>
                  <a:pt x="77292" y="165236"/>
                  <a:pt x="66459" y="166670"/>
                  <a:pt x="57658" y="169537"/>
                </a:cubicBezTo>
                <a:cubicBezTo>
                  <a:pt x="48858" y="172405"/>
                  <a:pt x="40855" y="175418"/>
                  <a:pt x="33643" y="178586"/>
                </a:cubicBezTo>
                <a:cubicBezTo>
                  <a:pt x="31602" y="179427"/>
                  <a:pt x="29875" y="180605"/>
                  <a:pt x="28463" y="182134"/>
                </a:cubicBezTo>
                <a:cubicBezTo>
                  <a:pt x="27059" y="183655"/>
                  <a:pt x="26357" y="185682"/>
                  <a:pt x="26357" y="188191"/>
                </a:cubicBezTo>
                <a:lnTo>
                  <a:pt x="26357" y="195513"/>
                </a:lnTo>
                <a:close/>
                <a:moveTo>
                  <a:pt x="61887" y="121754"/>
                </a:moveTo>
                <a:cubicBezTo>
                  <a:pt x="54542" y="114278"/>
                  <a:pt x="50870" y="105046"/>
                  <a:pt x="50870" y="94044"/>
                </a:cubicBezTo>
                <a:lnTo>
                  <a:pt x="48353" y="94044"/>
                </a:lnTo>
                <a:cubicBezTo>
                  <a:pt x="46883" y="94044"/>
                  <a:pt x="45603" y="93503"/>
                  <a:pt x="44535" y="92413"/>
                </a:cubicBezTo>
                <a:cubicBezTo>
                  <a:pt x="43445" y="91323"/>
                  <a:pt x="42896" y="90050"/>
                  <a:pt x="42896" y="88587"/>
                </a:cubicBezTo>
                <a:cubicBezTo>
                  <a:pt x="42896" y="87131"/>
                  <a:pt x="43445" y="85866"/>
                  <a:pt x="44535" y="84790"/>
                </a:cubicBezTo>
                <a:cubicBezTo>
                  <a:pt x="45625" y="83701"/>
                  <a:pt x="46898" y="83159"/>
                  <a:pt x="48353" y="83159"/>
                </a:cubicBezTo>
                <a:lnTo>
                  <a:pt x="50870" y="83159"/>
                </a:lnTo>
                <a:cubicBezTo>
                  <a:pt x="50870" y="76254"/>
                  <a:pt x="52655" y="70006"/>
                  <a:pt x="56225" y="64425"/>
                </a:cubicBezTo>
                <a:cubicBezTo>
                  <a:pt x="59794" y="58843"/>
                  <a:pt x="64483" y="54389"/>
                  <a:pt x="70284" y="51075"/>
                </a:cubicBezTo>
                <a:lnTo>
                  <a:pt x="70284" y="60906"/>
                </a:lnTo>
                <a:cubicBezTo>
                  <a:pt x="70284" y="61960"/>
                  <a:pt x="70658" y="62860"/>
                  <a:pt x="71418" y="63591"/>
                </a:cubicBezTo>
                <a:cubicBezTo>
                  <a:pt x="72150" y="64330"/>
                  <a:pt x="73057" y="64703"/>
                  <a:pt x="74132" y="64703"/>
                </a:cubicBezTo>
                <a:cubicBezTo>
                  <a:pt x="75273" y="64703"/>
                  <a:pt x="76195" y="64330"/>
                  <a:pt x="76897" y="63591"/>
                </a:cubicBezTo>
                <a:cubicBezTo>
                  <a:pt x="77600" y="62860"/>
                  <a:pt x="77951" y="61967"/>
                  <a:pt x="77951" y="60928"/>
                </a:cubicBezTo>
                <a:lnTo>
                  <a:pt x="77951" y="47900"/>
                </a:lnTo>
                <a:cubicBezTo>
                  <a:pt x="79311" y="47600"/>
                  <a:pt x="81169" y="47315"/>
                  <a:pt x="83532" y="47051"/>
                </a:cubicBezTo>
                <a:cubicBezTo>
                  <a:pt x="85902" y="46781"/>
                  <a:pt x="88177" y="46649"/>
                  <a:pt x="90372" y="46649"/>
                </a:cubicBezTo>
                <a:cubicBezTo>
                  <a:pt x="92537" y="46649"/>
                  <a:pt x="94790" y="46781"/>
                  <a:pt x="97139" y="47051"/>
                </a:cubicBezTo>
                <a:cubicBezTo>
                  <a:pt x="99487" y="47315"/>
                  <a:pt x="101345" y="47600"/>
                  <a:pt x="102720" y="47900"/>
                </a:cubicBezTo>
                <a:lnTo>
                  <a:pt x="102720" y="60928"/>
                </a:lnTo>
                <a:cubicBezTo>
                  <a:pt x="102720" y="61967"/>
                  <a:pt x="103078" y="62860"/>
                  <a:pt x="103803" y="63591"/>
                </a:cubicBezTo>
                <a:cubicBezTo>
                  <a:pt x="104527" y="64330"/>
                  <a:pt x="105471" y="64703"/>
                  <a:pt x="106641" y="64703"/>
                </a:cubicBezTo>
                <a:cubicBezTo>
                  <a:pt x="107687" y="64703"/>
                  <a:pt x="108580" y="64330"/>
                  <a:pt x="109333" y="63591"/>
                </a:cubicBezTo>
                <a:cubicBezTo>
                  <a:pt x="110086" y="62860"/>
                  <a:pt x="110467" y="61967"/>
                  <a:pt x="110467" y="60928"/>
                </a:cubicBezTo>
                <a:lnTo>
                  <a:pt x="110467" y="51075"/>
                </a:lnTo>
                <a:cubicBezTo>
                  <a:pt x="116231" y="54389"/>
                  <a:pt x="120818" y="58843"/>
                  <a:pt x="124219" y="64425"/>
                </a:cubicBezTo>
                <a:cubicBezTo>
                  <a:pt x="127621" y="70006"/>
                  <a:pt x="129325" y="76254"/>
                  <a:pt x="129325" y="83159"/>
                </a:cubicBezTo>
                <a:lnTo>
                  <a:pt x="131842" y="83159"/>
                </a:lnTo>
                <a:cubicBezTo>
                  <a:pt x="133312" y="83159"/>
                  <a:pt x="134592" y="83701"/>
                  <a:pt x="135660" y="84790"/>
                </a:cubicBezTo>
                <a:cubicBezTo>
                  <a:pt x="136750" y="85880"/>
                  <a:pt x="137299" y="87153"/>
                  <a:pt x="137299" y="88616"/>
                </a:cubicBezTo>
                <a:cubicBezTo>
                  <a:pt x="137299" y="90072"/>
                  <a:pt x="136750" y="91345"/>
                  <a:pt x="135660" y="92435"/>
                </a:cubicBezTo>
                <a:cubicBezTo>
                  <a:pt x="134570" y="93525"/>
                  <a:pt x="133290" y="94066"/>
                  <a:pt x="131813" y="94044"/>
                </a:cubicBezTo>
                <a:lnTo>
                  <a:pt x="129303" y="94044"/>
                </a:lnTo>
                <a:cubicBezTo>
                  <a:pt x="129303" y="105061"/>
                  <a:pt x="125639" y="114300"/>
                  <a:pt x="118309" y="121754"/>
                </a:cubicBezTo>
                <a:cubicBezTo>
                  <a:pt x="110986" y="129216"/>
                  <a:pt x="101579" y="132946"/>
                  <a:pt x="90101" y="132946"/>
                </a:cubicBezTo>
                <a:cubicBezTo>
                  <a:pt x="78616" y="132946"/>
                  <a:pt x="69202" y="129208"/>
                  <a:pt x="61857" y="121732"/>
                </a:cubicBezTo>
                <a:close/>
                <a:moveTo>
                  <a:pt x="106290" y="109662"/>
                </a:moveTo>
                <a:cubicBezTo>
                  <a:pt x="110218" y="105573"/>
                  <a:pt x="112179" y="100248"/>
                  <a:pt x="112179" y="93693"/>
                </a:cubicBezTo>
                <a:lnTo>
                  <a:pt x="68046" y="93693"/>
                </a:lnTo>
                <a:cubicBezTo>
                  <a:pt x="68046" y="100233"/>
                  <a:pt x="70006" y="105551"/>
                  <a:pt x="73927" y="109662"/>
                </a:cubicBezTo>
                <a:cubicBezTo>
                  <a:pt x="77856" y="113751"/>
                  <a:pt x="83240" y="115800"/>
                  <a:pt x="90101" y="115800"/>
                </a:cubicBezTo>
                <a:cubicBezTo>
                  <a:pt x="96956" y="115800"/>
                  <a:pt x="102347" y="113751"/>
                  <a:pt x="106268" y="109662"/>
                </a:cubicBezTo>
                <a:close/>
                <a:moveTo>
                  <a:pt x="166867" y="143685"/>
                </a:moveTo>
                <a:lnTo>
                  <a:pt x="166618" y="141169"/>
                </a:lnTo>
                <a:cubicBezTo>
                  <a:pt x="165441" y="140496"/>
                  <a:pt x="164226" y="139742"/>
                  <a:pt x="162968" y="138908"/>
                </a:cubicBezTo>
                <a:cubicBezTo>
                  <a:pt x="161717" y="138082"/>
                  <a:pt x="160583" y="137219"/>
                  <a:pt x="159574" y="136319"/>
                </a:cubicBezTo>
                <a:lnTo>
                  <a:pt x="156757" y="137826"/>
                </a:lnTo>
                <a:cubicBezTo>
                  <a:pt x="155550" y="138499"/>
                  <a:pt x="154402" y="138667"/>
                  <a:pt x="153312" y="138330"/>
                </a:cubicBezTo>
                <a:cubicBezTo>
                  <a:pt x="152222" y="137994"/>
                  <a:pt x="151286" y="137328"/>
                  <a:pt x="150496" y="136341"/>
                </a:cubicBezTo>
                <a:lnTo>
                  <a:pt x="150247" y="135865"/>
                </a:lnTo>
                <a:cubicBezTo>
                  <a:pt x="149406" y="134687"/>
                  <a:pt x="149113" y="133473"/>
                  <a:pt x="149369" y="132215"/>
                </a:cubicBezTo>
                <a:cubicBezTo>
                  <a:pt x="149618" y="130964"/>
                  <a:pt x="150247" y="129911"/>
                  <a:pt x="151256" y="129077"/>
                </a:cubicBezTo>
                <a:lnTo>
                  <a:pt x="154022" y="127065"/>
                </a:lnTo>
                <a:cubicBezTo>
                  <a:pt x="153685" y="126392"/>
                  <a:pt x="153517" y="125763"/>
                  <a:pt x="153517" y="125178"/>
                </a:cubicBezTo>
                <a:lnTo>
                  <a:pt x="153517" y="121403"/>
                </a:lnTo>
                <a:cubicBezTo>
                  <a:pt x="153517" y="120818"/>
                  <a:pt x="153685" y="120189"/>
                  <a:pt x="154022" y="119516"/>
                </a:cubicBezTo>
                <a:lnTo>
                  <a:pt x="151256" y="117504"/>
                </a:lnTo>
                <a:cubicBezTo>
                  <a:pt x="150247" y="116670"/>
                  <a:pt x="149618" y="115661"/>
                  <a:pt x="149369" y="114490"/>
                </a:cubicBezTo>
                <a:cubicBezTo>
                  <a:pt x="149113" y="113320"/>
                  <a:pt x="149406" y="112142"/>
                  <a:pt x="150247" y="110972"/>
                </a:cubicBezTo>
                <a:lnTo>
                  <a:pt x="150496" y="110218"/>
                </a:lnTo>
                <a:cubicBezTo>
                  <a:pt x="151300" y="109209"/>
                  <a:pt x="152251" y="108536"/>
                  <a:pt x="153341" y="108206"/>
                </a:cubicBezTo>
                <a:cubicBezTo>
                  <a:pt x="154431" y="107870"/>
                  <a:pt x="155580" y="108038"/>
                  <a:pt x="156787" y="108704"/>
                </a:cubicBezTo>
                <a:lnTo>
                  <a:pt x="159552" y="110218"/>
                </a:lnTo>
                <a:lnTo>
                  <a:pt x="163070" y="107702"/>
                </a:lnTo>
                <a:cubicBezTo>
                  <a:pt x="164248" y="106860"/>
                  <a:pt x="165419" y="106107"/>
                  <a:pt x="166589" y="105434"/>
                </a:cubicBezTo>
                <a:lnTo>
                  <a:pt x="166845" y="102669"/>
                </a:lnTo>
                <a:cubicBezTo>
                  <a:pt x="167013" y="101330"/>
                  <a:pt x="167555" y="100240"/>
                  <a:pt x="168476" y="99399"/>
                </a:cubicBezTo>
                <a:cubicBezTo>
                  <a:pt x="169398" y="98565"/>
                  <a:pt x="170532" y="98148"/>
                  <a:pt x="171871" y="98148"/>
                </a:cubicBezTo>
                <a:lnTo>
                  <a:pt x="172375" y="98148"/>
                </a:lnTo>
                <a:cubicBezTo>
                  <a:pt x="173685" y="98148"/>
                  <a:pt x="174797" y="98609"/>
                  <a:pt x="175718" y="99531"/>
                </a:cubicBezTo>
                <a:cubicBezTo>
                  <a:pt x="176640" y="100452"/>
                  <a:pt x="177196" y="101579"/>
                  <a:pt x="177379" y="102925"/>
                </a:cubicBezTo>
                <a:lnTo>
                  <a:pt x="177628" y="105434"/>
                </a:lnTo>
                <a:cubicBezTo>
                  <a:pt x="178805" y="106092"/>
                  <a:pt x="179969" y="106846"/>
                  <a:pt x="181124" y="107702"/>
                </a:cubicBezTo>
                <a:cubicBezTo>
                  <a:pt x="182280" y="108536"/>
                  <a:pt x="183465" y="109377"/>
                  <a:pt x="184672" y="110218"/>
                </a:cubicBezTo>
                <a:lnTo>
                  <a:pt x="187437" y="108704"/>
                </a:lnTo>
                <a:cubicBezTo>
                  <a:pt x="188615" y="108038"/>
                  <a:pt x="189742" y="107870"/>
                  <a:pt x="190832" y="108206"/>
                </a:cubicBezTo>
                <a:cubicBezTo>
                  <a:pt x="191922" y="108536"/>
                  <a:pt x="192887" y="109209"/>
                  <a:pt x="193721" y="110218"/>
                </a:cubicBezTo>
                <a:lnTo>
                  <a:pt x="193977" y="110716"/>
                </a:lnTo>
                <a:cubicBezTo>
                  <a:pt x="194782" y="111893"/>
                  <a:pt x="195067" y="113108"/>
                  <a:pt x="194833" y="114366"/>
                </a:cubicBezTo>
                <a:cubicBezTo>
                  <a:pt x="194599" y="115624"/>
                  <a:pt x="193977" y="116670"/>
                  <a:pt x="192968" y="117504"/>
                </a:cubicBezTo>
                <a:lnTo>
                  <a:pt x="190203" y="119516"/>
                </a:lnTo>
                <a:cubicBezTo>
                  <a:pt x="190502" y="120189"/>
                  <a:pt x="190663" y="120818"/>
                  <a:pt x="190685" y="121403"/>
                </a:cubicBezTo>
                <a:cubicBezTo>
                  <a:pt x="190700" y="121988"/>
                  <a:pt x="190707" y="122617"/>
                  <a:pt x="190707" y="123290"/>
                </a:cubicBezTo>
                <a:cubicBezTo>
                  <a:pt x="190707" y="123963"/>
                  <a:pt x="190700" y="124592"/>
                  <a:pt x="190685" y="125178"/>
                </a:cubicBezTo>
                <a:cubicBezTo>
                  <a:pt x="190663" y="125763"/>
                  <a:pt x="190502" y="126392"/>
                  <a:pt x="190203" y="127065"/>
                </a:cubicBezTo>
                <a:lnTo>
                  <a:pt x="192968" y="129077"/>
                </a:lnTo>
                <a:cubicBezTo>
                  <a:pt x="193977" y="129911"/>
                  <a:pt x="194599" y="130920"/>
                  <a:pt x="194833" y="132091"/>
                </a:cubicBezTo>
                <a:cubicBezTo>
                  <a:pt x="195067" y="133268"/>
                  <a:pt x="194775" y="134439"/>
                  <a:pt x="193948" y="135609"/>
                </a:cubicBezTo>
                <a:lnTo>
                  <a:pt x="193721" y="136370"/>
                </a:lnTo>
                <a:cubicBezTo>
                  <a:pt x="192887" y="137372"/>
                  <a:pt x="191922" y="138045"/>
                  <a:pt x="190832" y="138382"/>
                </a:cubicBezTo>
                <a:cubicBezTo>
                  <a:pt x="189742" y="138711"/>
                  <a:pt x="188615" y="138543"/>
                  <a:pt x="187437" y="137877"/>
                </a:cubicBezTo>
                <a:lnTo>
                  <a:pt x="184672" y="136370"/>
                </a:lnTo>
                <a:cubicBezTo>
                  <a:pt x="183670" y="137204"/>
                  <a:pt x="182536" y="138045"/>
                  <a:pt x="181278" y="138879"/>
                </a:cubicBezTo>
                <a:cubicBezTo>
                  <a:pt x="180020" y="139720"/>
                  <a:pt x="178805" y="140474"/>
                  <a:pt x="177628" y="141147"/>
                </a:cubicBezTo>
                <a:lnTo>
                  <a:pt x="177379" y="143912"/>
                </a:lnTo>
                <a:cubicBezTo>
                  <a:pt x="177211" y="145251"/>
                  <a:pt x="176662" y="146341"/>
                  <a:pt x="175718" y="147182"/>
                </a:cubicBezTo>
                <a:cubicBezTo>
                  <a:pt x="174782" y="148016"/>
                  <a:pt x="173670" y="148440"/>
                  <a:pt x="172375" y="148440"/>
                </a:cubicBezTo>
                <a:lnTo>
                  <a:pt x="171871" y="148440"/>
                </a:lnTo>
                <a:cubicBezTo>
                  <a:pt x="170532" y="148440"/>
                  <a:pt x="169398" y="147979"/>
                  <a:pt x="168476" y="147057"/>
                </a:cubicBezTo>
                <a:cubicBezTo>
                  <a:pt x="167555" y="146128"/>
                  <a:pt x="167013" y="145002"/>
                  <a:pt x="166845" y="143656"/>
                </a:cubicBezTo>
                <a:close/>
                <a:moveTo>
                  <a:pt x="178937" y="130108"/>
                </a:moveTo>
                <a:cubicBezTo>
                  <a:pt x="180781" y="128265"/>
                  <a:pt x="181702" y="125997"/>
                  <a:pt x="181702" y="123320"/>
                </a:cubicBezTo>
                <a:cubicBezTo>
                  <a:pt x="181702" y="120635"/>
                  <a:pt x="180781" y="118367"/>
                  <a:pt x="178937" y="116524"/>
                </a:cubicBezTo>
                <a:cubicBezTo>
                  <a:pt x="177094" y="114680"/>
                  <a:pt x="174819" y="113759"/>
                  <a:pt x="172097" y="113759"/>
                </a:cubicBezTo>
                <a:cubicBezTo>
                  <a:pt x="169383" y="113759"/>
                  <a:pt x="167123" y="114680"/>
                  <a:pt x="165309" y="116524"/>
                </a:cubicBezTo>
                <a:cubicBezTo>
                  <a:pt x="163502" y="118367"/>
                  <a:pt x="162595" y="120635"/>
                  <a:pt x="162595" y="123320"/>
                </a:cubicBezTo>
                <a:cubicBezTo>
                  <a:pt x="162595" y="125997"/>
                  <a:pt x="163502" y="128265"/>
                  <a:pt x="165309" y="130108"/>
                </a:cubicBezTo>
                <a:cubicBezTo>
                  <a:pt x="167123" y="131952"/>
                  <a:pt x="169383" y="132873"/>
                  <a:pt x="172097" y="132873"/>
                </a:cubicBezTo>
                <a:cubicBezTo>
                  <a:pt x="174819" y="132873"/>
                  <a:pt x="177094" y="131952"/>
                  <a:pt x="178937" y="130108"/>
                </a:cubicBezTo>
                <a:close/>
                <a:moveTo>
                  <a:pt x="193575" y="89948"/>
                </a:moveTo>
                <a:lnTo>
                  <a:pt x="192317" y="84666"/>
                </a:lnTo>
                <a:cubicBezTo>
                  <a:pt x="190641" y="83993"/>
                  <a:pt x="188922" y="83071"/>
                  <a:pt x="187159" y="81901"/>
                </a:cubicBezTo>
                <a:cubicBezTo>
                  <a:pt x="185404" y="80731"/>
                  <a:pt x="183933" y="79472"/>
                  <a:pt x="182763" y="78126"/>
                </a:cubicBezTo>
                <a:lnTo>
                  <a:pt x="175718" y="80672"/>
                </a:lnTo>
                <a:cubicBezTo>
                  <a:pt x="174548" y="81038"/>
                  <a:pt x="173414" y="81045"/>
                  <a:pt x="172324" y="80694"/>
                </a:cubicBezTo>
                <a:cubicBezTo>
                  <a:pt x="171234" y="80343"/>
                  <a:pt x="170356" y="79663"/>
                  <a:pt x="169683" y="78660"/>
                </a:cubicBezTo>
                <a:lnTo>
                  <a:pt x="168681" y="77146"/>
                </a:lnTo>
                <a:cubicBezTo>
                  <a:pt x="168008" y="75976"/>
                  <a:pt x="167796" y="74798"/>
                  <a:pt x="168052" y="73627"/>
                </a:cubicBezTo>
                <a:cubicBezTo>
                  <a:pt x="168301" y="72457"/>
                  <a:pt x="168930" y="71448"/>
                  <a:pt x="169939" y="70614"/>
                </a:cubicBezTo>
                <a:lnTo>
                  <a:pt x="175470" y="66334"/>
                </a:lnTo>
                <a:cubicBezTo>
                  <a:pt x="175133" y="65500"/>
                  <a:pt x="174841" y="64579"/>
                  <a:pt x="174592" y="63569"/>
                </a:cubicBezTo>
                <a:cubicBezTo>
                  <a:pt x="174336" y="62567"/>
                  <a:pt x="174211" y="61557"/>
                  <a:pt x="174211" y="60555"/>
                </a:cubicBezTo>
                <a:cubicBezTo>
                  <a:pt x="174211" y="59546"/>
                  <a:pt x="174336" y="58551"/>
                  <a:pt x="174592" y="57556"/>
                </a:cubicBezTo>
                <a:cubicBezTo>
                  <a:pt x="174841" y="56568"/>
                  <a:pt x="175133" y="55639"/>
                  <a:pt x="175470" y="54769"/>
                </a:cubicBezTo>
                <a:lnTo>
                  <a:pt x="169939" y="50497"/>
                </a:lnTo>
                <a:cubicBezTo>
                  <a:pt x="168930" y="49692"/>
                  <a:pt x="168301" y="48661"/>
                  <a:pt x="168052" y="47402"/>
                </a:cubicBezTo>
                <a:cubicBezTo>
                  <a:pt x="167796" y="46130"/>
                  <a:pt x="168008" y="44988"/>
                  <a:pt x="168681" y="43979"/>
                </a:cubicBezTo>
                <a:lnTo>
                  <a:pt x="169683" y="42699"/>
                </a:lnTo>
                <a:cubicBezTo>
                  <a:pt x="170356" y="41689"/>
                  <a:pt x="171234" y="40980"/>
                  <a:pt x="172324" y="40563"/>
                </a:cubicBezTo>
                <a:cubicBezTo>
                  <a:pt x="173414" y="40139"/>
                  <a:pt x="174548" y="40102"/>
                  <a:pt x="175718" y="40438"/>
                </a:cubicBezTo>
                <a:lnTo>
                  <a:pt x="182763" y="42948"/>
                </a:lnTo>
                <a:cubicBezTo>
                  <a:pt x="183933" y="41645"/>
                  <a:pt x="185404" y="40358"/>
                  <a:pt x="187159" y="39100"/>
                </a:cubicBezTo>
                <a:cubicBezTo>
                  <a:pt x="188922" y="37842"/>
                  <a:pt x="190641" y="36949"/>
                  <a:pt x="192317" y="36415"/>
                </a:cubicBezTo>
                <a:lnTo>
                  <a:pt x="193575" y="31133"/>
                </a:lnTo>
                <a:cubicBezTo>
                  <a:pt x="193911" y="30124"/>
                  <a:pt x="194497" y="29290"/>
                  <a:pt x="195338" y="28617"/>
                </a:cubicBezTo>
                <a:cubicBezTo>
                  <a:pt x="196172" y="27944"/>
                  <a:pt x="197093" y="27608"/>
                  <a:pt x="198103" y="27608"/>
                </a:cubicBezTo>
                <a:lnTo>
                  <a:pt x="200612" y="27608"/>
                </a:lnTo>
                <a:cubicBezTo>
                  <a:pt x="201622" y="27608"/>
                  <a:pt x="202543" y="27944"/>
                  <a:pt x="203385" y="28617"/>
                </a:cubicBezTo>
                <a:cubicBezTo>
                  <a:pt x="204218" y="29290"/>
                  <a:pt x="204804" y="30124"/>
                  <a:pt x="205140" y="31133"/>
                </a:cubicBezTo>
                <a:lnTo>
                  <a:pt x="206398" y="36415"/>
                </a:lnTo>
                <a:cubicBezTo>
                  <a:pt x="208074" y="36912"/>
                  <a:pt x="209793" y="37805"/>
                  <a:pt x="211556" y="39078"/>
                </a:cubicBezTo>
                <a:cubicBezTo>
                  <a:pt x="213311" y="40351"/>
                  <a:pt x="214782" y="41645"/>
                  <a:pt x="215952" y="42948"/>
                </a:cubicBezTo>
                <a:lnTo>
                  <a:pt x="222997" y="40438"/>
                </a:lnTo>
                <a:cubicBezTo>
                  <a:pt x="224167" y="40102"/>
                  <a:pt x="225301" y="40102"/>
                  <a:pt x="226391" y="40438"/>
                </a:cubicBezTo>
                <a:cubicBezTo>
                  <a:pt x="227481" y="40768"/>
                  <a:pt x="228359" y="41441"/>
                  <a:pt x="229032" y="42450"/>
                </a:cubicBezTo>
                <a:lnTo>
                  <a:pt x="230034" y="43957"/>
                </a:lnTo>
                <a:cubicBezTo>
                  <a:pt x="230707" y="45127"/>
                  <a:pt x="230919" y="46313"/>
                  <a:pt x="230663" y="47498"/>
                </a:cubicBezTo>
                <a:cubicBezTo>
                  <a:pt x="230414" y="48690"/>
                  <a:pt x="229785" y="49692"/>
                  <a:pt x="228776" y="50497"/>
                </a:cubicBezTo>
                <a:lnTo>
                  <a:pt x="223245" y="54769"/>
                </a:lnTo>
                <a:cubicBezTo>
                  <a:pt x="223582" y="55639"/>
                  <a:pt x="223874" y="56568"/>
                  <a:pt x="224123" y="57556"/>
                </a:cubicBezTo>
                <a:cubicBezTo>
                  <a:pt x="224379" y="58551"/>
                  <a:pt x="224503" y="59546"/>
                  <a:pt x="224503" y="60555"/>
                </a:cubicBezTo>
                <a:cubicBezTo>
                  <a:pt x="224503" y="61557"/>
                  <a:pt x="224379" y="62567"/>
                  <a:pt x="224123" y="63569"/>
                </a:cubicBezTo>
                <a:cubicBezTo>
                  <a:pt x="223874" y="64579"/>
                  <a:pt x="223582" y="65500"/>
                  <a:pt x="223245" y="66334"/>
                </a:cubicBezTo>
                <a:lnTo>
                  <a:pt x="228776" y="70614"/>
                </a:lnTo>
                <a:cubicBezTo>
                  <a:pt x="229785" y="71448"/>
                  <a:pt x="230414" y="72494"/>
                  <a:pt x="230663" y="73752"/>
                </a:cubicBezTo>
                <a:cubicBezTo>
                  <a:pt x="230919" y="75010"/>
                  <a:pt x="230707" y="76144"/>
                  <a:pt x="230034" y="77146"/>
                </a:cubicBezTo>
                <a:lnTo>
                  <a:pt x="229032" y="78404"/>
                </a:lnTo>
                <a:cubicBezTo>
                  <a:pt x="228359" y="79414"/>
                  <a:pt x="227481" y="80131"/>
                  <a:pt x="226391" y="80570"/>
                </a:cubicBezTo>
                <a:cubicBezTo>
                  <a:pt x="225301" y="81001"/>
                  <a:pt x="224167" y="81038"/>
                  <a:pt x="222997" y="80672"/>
                </a:cubicBezTo>
                <a:lnTo>
                  <a:pt x="215952" y="78126"/>
                </a:lnTo>
                <a:cubicBezTo>
                  <a:pt x="214782" y="79472"/>
                  <a:pt x="213311" y="80731"/>
                  <a:pt x="211556" y="81901"/>
                </a:cubicBezTo>
                <a:cubicBezTo>
                  <a:pt x="209793" y="83071"/>
                  <a:pt x="208074" y="83993"/>
                  <a:pt x="206398" y="84666"/>
                </a:cubicBezTo>
                <a:lnTo>
                  <a:pt x="205140" y="89948"/>
                </a:lnTo>
                <a:cubicBezTo>
                  <a:pt x="204804" y="90950"/>
                  <a:pt x="204218" y="91791"/>
                  <a:pt x="203385" y="92464"/>
                </a:cubicBezTo>
                <a:cubicBezTo>
                  <a:pt x="202543" y="93130"/>
                  <a:pt x="201622" y="93466"/>
                  <a:pt x="200612" y="93466"/>
                </a:cubicBezTo>
                <a:lnTo>
                  <a:pt x="198103" y="93466"/>
                </a:lnTo>
                <a:cubicBezTo>
                  <a:pt x="197093" y="93466"/>
                  <a:pt x="196172" y="93130"/>
                  <a:pt x="195338" y="92464"/>
                </a:cubicBezTo>
                <a:cubicBezTo>
                  <a:pt x="194497" y="91791"/>
                  <a:pt x="193911" y="90950"/>
                  <a:pt x="193575" y="89948"/>
                </a:cubicBezTo>
                <a:close/>
                <a:moveTo>
                  <a:pt x="209793" y="70965"/>
                </a:moveTo>
                <a:cubicBezTo>
                  <a:pt x="212558" y="68200"/>
                  <a:pt x="213940" y="64718"/>
                  <a:pt x="213940" y="60526"/>
                </a:cubicBezTo>
                <a:cubicBezTo>
                  <a:pt x="213940" y="56334"/>
                  <a:pt x="212558" y="52860"/>
                  <a:pt x="209793" y="50094"/>
                </a:cubicBezTo>
                <a:cubicBezTo>
                  <a:pt x="207027" y="47322"/>
                  <a:pt x="203545" y="45939"/>
                  <a:pt x="199361" y="45939"/>
                </a:cubicBezTo>
                <a:cubicBezTo>
                  <a:pt x="195170" y="45939"/>
                  <a:pt x="191688" y="47322"/>
                  <a:pt x="188922" y="50094"/>
                </a:cubicBezTo>
                <a:cubicBezTo>
                  <a:pt x="186157" y="52860"/>
                  <a:pt x="184775" y="56334"/>
                  <a:pt x="184775" y="60526"/>
                </a:cubicBezTo>
                <a:cubicBezTo>
                  <a:pt x="184775" y="64718"/>
                  <a:pt x="186157" y="68200"/>
                  <a:pt x="188922" y="70965"/>
                </a:cubicBezTo>
                <a:cubicBezTo>
                  <a:pt x="191688" y="73730"/>
                  <a:pt x="195170" y="75112"/>
                  <a:pt x="199361" y="75112"/>
                </a:cubicBezTo>
                <a:cubicBezTo>
                  <a:pt x="203545" y="75112"/>
                  <a:pt x="207027" y="73730"/>
                  <a:pt x="209793" y="70965"/>
                </a:cubicBezTo>
                <a:close/>
                <a:moveTo>
                  <a:pt x="90145" y="1954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20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2733"/>
                </a:moveTo>
                <a:cubicBezTo>
                  <a:pt x="115770" y="212733"/>
                  <a:pt x="113744" y="211907"/>
                  <a:pt x="112098" y="210246"/>
                </a:cubicBezTo>
                <a:cubicBezTo>
                  <a:pt x="110460" y="208586"/>
                  <a:pt x="109640" y="206537"/>
                  <a:pt x="109640" y="204109"/>
                </a:cubicBezTo>
                <a:cubicBezTo>
                  <a:pt x="109640" y="201680"/>
                  <a:pt x="110460" y="199654"/>
                  <a:pt x="112098" y="198022"/>
                </a:cubicBezTo>
                <a:cubicBezTo>
                  <a:pt x="113744" y="196398"/>
                  <a:pt x="115770" y="195587"/>
                  <a:pt x="118184" y="195587"/>
                </a:cubicBezTo>
                <a:lnTo>
                  <a:pt x="195535" y="195587"/>
                </a:lnTo>
                <a:lnTo>
                  <a:pt x="195535" y="119091"/>
                </a:lnTo>
                <a:cubicBezTo>
                  <a:pt x="195535" y="98675"/>
                  <a:pt x="188257" y="81382"/>
                  <a:pt x="173707" y="67212"/>
                </a:cubicBezTo>
                <a:cubicBezTo>
                  <a:pt x="159157" y="53050"/>
                  <a:pt x="141513" y="45969"/>
                  <a:pt x="120774" y="45969"/>
                </a:cubicBezTo>
                <a:cubicBezTo>
                  <a:pt x="100006" y="45969"/>
                  <a:pt x="82325" y="53057"/>
                  <a:pt x="67746" y="67241"/>
                </a:cubicBezTo>
                <a:cubicBezTo>
                  <a:pt x="53160" y="81425"/>
                  <a:pt x="45866" y="98726"/>
                  <a:pt x="45866" y="119143"/>
                </a:cubicBezTo>
                <a:lnTo>
                  <a:pt x="45866" y="175945"/>
                </a:lnTo>
                <a:cubicBezTo>
                  <a:pt x="45866" y="177694"/>
                  <a:pt x="45288" y="179135"/>
                  <a:pt x="44133" y="180268"/>
                </a:cubicBezTo>
                <a:cubicBezTo>
                  <a:pt x="42955" y="181410"/>
                  <a:pt x="41521" y="181980"/>
                  <a:pt x="39831" y="181980"/>
                </a:cubicBezTo>
                <a:lnTo>
                  <a:pt x="39583" y="181980"/>
                </a:lnTo>
                <a:cubicBezTo>
                  <a:pt x="33811" y="181980"/>
                  <a:pt x="28873" y="179954"/>
                  <a:pt x="24769" y="175894"/>
                </a:cubicBezTo>
                <a:cubicBezTo>
                  <a:pt x="20658" y="171841"/>
                  <a:pt x="18610" y="166926"/>
                  <a:pt x="18610" y="161161"/>
                </a:cubicBezTo>
                <a:lnTo>
                  <a:pt x="18610" y="140262"/>
                </a:lnTo>
                <a:cubicBezTo>
                  <a:pt x="18610" y="136714"/>
                  <a:pt x="19495" y="133363"/>
                  <a:pt x="21273" y="130233"/>
                </a:cubicBezTo>
                <a:cubicBezTo>
                  <a:pt x="23050" y="127094"/>
                  <a:pt x="25515" y="124571"/>
                  <a:pt x="28668" y="122661"/>
                </a:cubicBezTo>
                <a:lnTo>
                  <a:pt x="29246" y="111323"/>
                </a:lnTo>
                <a:cubicBezTo>
                  <a:pt x="30351" y="99604"/>
                  <a:pt x="33548" y="88711"/>
                  <a:pt x="38829" y="78660"/>
                </a:cubicBezTo>
                <a:cubicBezTo>
                  <a:pt x="44103" y="68602"/>
                  <a:pt x="50819" y="59838"/>
                  <a:pt x="58968" y="52377"/>
                </a:cubicBezTo>
                <a:cubicBezTo>
                  <a:pt x="67117" y="44937"/>
                  <a:pt x="76495" y="39107"/>
                  <a:pt x="87109" y="34901"/>
                </a:cubicBezTo>
                <a:cubicBezTo>
                  <a:pt x="97716" y="30695"/>
                  <a:pt x="108923" y="28588"/>
                  <a:pt x="120723" y="28588"/>
                </a:cubicBezTo>
                <a:cubicBezTo>
                  <a:pt x="132529" y="28588"/>
                  <a:pt x="143700" y="30695"/>
                  <a:pt x="154248" y="34901"/>
                </a:cubicBezTo>
                <a:cubicBezTo>
                  <a:pt x="164790" y="39107"/>
                  <a:pt x="174168" y="44901"/>
                  <a:pt x="182383" y="52282"/>
                </a:cubicBezTo>
                <a:cubicBezTo>
                  <a:pt x="190598" y="59655"/>
                  <a:pt x="197313" y="68382"/>
                  <a:pt x="202529" y="78456"/>
                </a:cubicBezTo>
                <a:cubicBezTo>
                  <a:pt x="207737" y="88514"/>
                  <a:pt x="210963" y="99428"/>
                  <a:pt x="212207" y="111198"/>
                </a:cubicBezTo>
                <a:lnTo>
                  <a:pt x="212836" y="122288"/>
                </a:lnTo>
                <a:cubicBezTo>
                  <a:pt x="215989" y="123912"/>
                  <a:pt x="218454" y="126260"/>
                  <a:pt x="220231" y="129325"/>
                </a:cubicBezTo>
                <a:cubicBezTo>
                  <a:pt x="222009" y="132376"/>
                  <a:pt x="222894" y="135624"/>
                  <a:pt x="222894" y="139055"/>
                </a:cubicBezTo>
                <a:lnTo>
                  <a:pt x="222894" y="162317"/>
                </a:lnTo>
                <a:cubicBezTo>
                  <a:pt x="222894" y="165872"/>
                  <a:pt x="222024" y="169252"/>
                  <a:pt x="220283" y="172449"/>
                </a:cubicBezTo>
                <a:cubicBezTo>
                  <a:pt x="218534" y="175653"/>
                  <a:pt x="216054" y="178081"/>
                  <a:pt x="212836" y="179742"/>
                </a:cubicBezTo>
                <a:lnTo>
                  <a:pt x="212836" y="195660"/>
                </a:lnTo>
                <a:cubicBezTo>
                  <a:pt x="212836" y="200341"/>
                  <a:pt x="211175" y="204350"/>
                  <a:pt x="207854" y="207708"/>
                </a:cubicBezTo>
                <a:cubicBezTo>
                  <a:pt x="204540" y="211058"/>
                  <a:pt x="200546" y="212733"/>
                  <a:pt x="195886" y="212733"/>
                </a:cubicBezTo>
                <a:lnTo>
                  <a:pt x="118184" y="212733"/>
                </a:lnTo>
                <a:close/>
                <a:moveTo>
                  <a:pt x="85471" y="137270"/>
                </a:moveTo>
                <a:cubicBezTo>
                  <a:pt x="84015" y="135777"/>
                  <a:pt x="83284" y="133927"/>
                  <a:pt x="83284" y="131717"/>
                </a:cubicBezTo>
                <a:cubicBezTo>
                  <a:pt x="83284" y="129501"/>
                  <a:pt x="84030" y="127665"/>
                  <a:pt x="85522" y="126209"/>
                </a:cubicBezTo>
                <a:cubicBezTo>
                  <a:pt x="87014" y="124746"/>
                  <a:pt x="88872" y="124022"/>
                  <a:pt x="91104" y="124022"/>
                </a:cubicBezTo>
                <a:cubicBezTo>
                  <a:pt x="93335" y="124022"/>
                  <a:pt x="95178" y="124768"/>
                  <a:pt x="96634" y="126260"/>
                </a:cubicBezTo>
                <a:cubicBezTo>
                  <a:pt x="98097" y="127753"/>
                  <a:pt x="98821" y="129603"/>
                  <a:pt x="98821" y="131813"/>
                </a:cubicBezTo>
                <a:cubicBezTo>
                  <a:pt x="98821" y="134029"/>
                  <a:pt x="98075" y="135865"/>
                  <a:pt x="96583" y="137321"/>
                </a:cubicBezTo>
                <a:cubicBezTo>
                  <a:pt x="95090" y="138784"/>
                  <a:pt x="93232" y="139508"/>
                  <a:pt x="91001" y="139508"/>
                </a:cubicBezTo>
                <a:cubicBezTo>
                  <a:pt x="88777" y="139508"/>
                  <a:pt x="86919" y="138762"/>
                  <a:pt x="85449" y="137270"/>
                </a:cubicBezTo>
                <a:close/>
                <a:moveTo>
                  <a:pt x="144739" y="137270"/>
                </a:moveTo>
                <a:cubicBezTo>
                  <a:pt x="143283" y="135777"/>
                  <a:pt x="142551" y="133927"/>
                  <a:pt x="142551" y="131717"/>
                </a:cubicBezTo>
                <a:cubicBezTo>
                  <a:pt x="142551" y="129501"/>
                  <a:pt x="143297" y="127665"/>
                  <a:pt x="144790" y="126209"/>
                </a:cubicBezTo>
                <a:cubicBezTo>
                  <a:pt x="146282" y="124746"/>
                  <a:pt x="148140" y="124022"/>
                  <a:pt x="150371" y="124022"/>
                </a:cubicBezTo>
                <a:cubicBezTo>
                  <a:pt x="152602" y="124022"/>
                  <a:pt x="154453" y="124768"/>
                  <a:pt x="155931" y="126260"/>
                </a:cubicBezTo>
                <a:cubicBezTo>
                  <a:pt x="157387" y="127753"/>
                  <a:pt x="158118" y="129603"/>
                  <a:pt x="158118" y="131813"/>
                </a:cubicBezTo>
                <a:cubicBezTo>
                  <a:pt x="158118" y="134029"/>
                  <a:pt x="157372" y="135865"/>
                  <a:pt x="155880" y="137321"/>
                </a:cubicBezTo>
                <a:cubicBezTo>
                  <a:pt x="154387" y="138784"/>
                  <a:pt x="152529" y="139508"/>
                  <a:pt x="150298" y="139508"/>
                </a:cubicBezTo>
                <a:cubicBezTo>
                  <a:pt x="148067" y="139508"/>
                  <a:pt x="146224" y="138762"/>
                  <a:pt x="144768" y="137270"/>
                </a:cubicBezTo>
                <a:close/>
                <a:moveTo>
                  <a:pt x="61133" y="124044"/>
                </a:moveTo>
                <a:cubicBezTo>
                  <a:pt x="60072" y="106678"/>
                  <a:pt x="65456" y="91813"/>
                  <a:pt x="77270" y="79465"/>
                </a:cubicBezTo>
                <a:cubicBezTo>
                  <a:pt x="89092" y="67110"/>
                  <a:pt x="103708" y="60928"/>
                  <a:pt x="121125" y="60928"/>
                </a:cubicBezTo>
                <a:cubicBezTo>
                  <a:pt x="135514" y="60928"/>
                  <a:pt x="148001" y="65661"/>
                  <a:pt x="158594" y="75134"/>
                </a:cubicBezTo>
                <a:cubicBezTo>
                  <a:pt x="169193" y="84608"/>
                  <a:pt x="175660" y="96451"/>
                  <a:pt x="178008" y="110664"/>
                </a:cubicBezTo>
                <a:cubicBezTo>
                  <a:pt x="163487" y="110503"/>
                  <a:pt x="150174" y="106553"/>
                  <a:pt x="138052" y="98821"/>
                </a:cubicBezTo>
                <a:cubicBezTo>
                  <a:pt x="125931" y="91096"/>
                  <a:pt x="116480" y="80760"/>
                  <a:pt x="109684" y="67819"/>
                </a:cubicBezTo>
                <a:cubicBezTo>
                  <a:pt x="106941" y="80796"/>
                  <a:pt x="101250" y="92230"/>
                  <a:pt x="92610" y="102120"/>
                </a:cubicBezTo>
                <a:cubicBezTo>
                  <a:pt x="83978" y="112010"/>
                  <a:pt x="73496" y="119318"/>
                  <a:pt x="61155" y="12404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2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00" y="176472"/>
                </a:moveTo>
                <a:cubicBezTo>
                  <a:pt x="53101" y="174965"/>
                  <a:pt x="50943" y="172873"/>
                  <a:pt x="49334" y="170188"/>
                </a:cubicBezTo>
                <a:cubicBezTo>
                  <a:pt x="47724" y="167503"/>
                  <a:pt x="46920" y="164541"/>
                  <a:pt x="46920" y="161286"/>
                </a:cubicBezTo>
                <a:lnTo>
                  <a:pt x="46920" y="111250"/>
                </a:lnTo>
                <a:lnTo>
                  <a:pt x="22736" y="98016"/>
                </a:lnTo>
                <a:cubicBezTo>
                  <a:pt x="21207" y="97080"/>
                  <a:pt x="20066" y="95983"/>
                  <a:pt x="19312" y="94725"/>
                </a:cubicBezTo>
                <a:cubicBezTo>
                  <a:pt x="18559" y="93466"/>
                  <a:pt x="18178" y="92091"/>
                  <a:pt x="18178" y="90599"/>
                </a:cubicBezTo>
                <a:cubicBezTo>
                  <a:pt x="18178" y="89092"/>
                  <a:pt x="18559" y="87702"/>
                  <a:pt x="19312" y="86429"/>
                </a:cubicBezTo>
                <a:cubicBezTo>
                  <a:pt x="20066" y="85134"/>
                  <a:pt x="21207" y="84030"/>
                  <a:pt x="22736" y="83108"/>
                </a:cubicBezTo>
                <a:lnTo>
                  <a:pt x="112179" y="34045"/>
                </a:lnTo>
                <a:cubicBezTo>
                  <a:pt x="113466" y="33291"/>
                  <a:pt x="114790" y="32772"/>
                  <a:pt x="116151" y="32487"/>
                </a:cubicBezTo>
                <a:cubicBezTo>
                  <a:pt x="117504" y="32202"/>
                  <a:pt x="118931" y="32063"/>
                  <a:pt x="120423" y="32063"/>
                </a:cubicBezTo>
                <a:cubicBezTo>
                  <a:pt x="121915" y="32063"/>
                  <a:pt x="123342" y="32223"/>
                  <a:pt x="124702" y="32538"/>
                </a:cubicBezTo>
                <a:cubicBezTo>
                  <a:pt x="126056" y="32860"/>
                  <a:pt x="127402" y="33372"/>
                  <a:pt x="128726" y="34074"/>
                </a:cubicBezTo>
                <a:lnTo>
                  <a:pt x="228103" y="87958"/>
                </a:lnTo>
                <a:cubicBezTo>
                  <a:pt x="229595" y="88880"/>
                  <a:pt x="230721" y="90014"/>
                  <a:pt x="231497" y="91352"/>
                </a:cubicBezTo>
                <a:cubicBezTo>
                  <a:pt x="232265" y="92698"/>
                  <a:pt x="232653" y="94132"/>
                  <a:pt x="232653" y="95654"/>
                </a:cubicBezTo>
                <a:lnTo>
                  <a:pt x="232653" y="162697"/>
                </a:lnTo>
                <a:cubicBezTo>
                  <a:pt x="232653" y="165024"/>
                  <a:pt x="231855" y="166977"/>
                  <a:pt x="230261" y="168557"/>
                </a:cubicBezTo>
                <a:cubicBezTo>
                  <a:pt x="228666" y="170130"/>
                  <a:pt x="226698" y="170920"/>
                  <a:pt x="224350" y="170920"/>
                </a:cubicBezTo>
                <a:cubicBezTo>
                  <a:pt x="222024" y="170920"/>
                  <a:pt x="220078" y="170130"/>
                  <a:pt x="218520" y="168557"/>
                </a:cubicBezTo>
                <a:cubicBezTo>
                  <a:pt x="216962" y="166977"/>
                  <a:pt x="216179" y="165024"/>
                  <a:pt x="216179" y="162697"/>
                </a:cubicBezTo>
                <a:lnTo>
                  <a:pt x="216179" y="100109"/>
                </a:lnTo>
                <a:lnTo>
                  <a:pt x="194028" y="111250"/>
                </a:lnTo>
                <a:lnTo>
                  <a:pt x="194028" y="161315"/>
                </a:lnTo>
                <a:cubicBezTo>
                  <a:pt x="194028" y="164563"/>
                  <a:pt x="193216" y="167533"/>
                  <a:pt x="191585" y="170210"/>
                </a:cubicBezTo>
                <a:cubicBezTo>
                  <a:pt x="189961" y="172895"/>
                  <a:pt x="187796" y="174994"/>
                  <a:pt x="185097" y="176501"/>
                </a:cubicBezTo>
                <a:lnTo>
                  <a:pt x="128696" y="207254"/>
                </a:lnTo>
                <a:cubicBezTo>
                  <a:pt x="127409" y="208044"/>
                  <a:pt x="126085" y="208571"/>
                  <a:pt x="124724" y="208834"/>
                </a:cubicBezTo>
                <a:cubicBezTo>
                  <a:pt x="123364" y="209105"/>
                  <a:pt x="121944" y="209237"/>
                  <a:pt x="120452" y="209237"/>
                </a:cubicBezTo>
                <a:cubicBezTo>
                  <a:pt x="118960" y="209237"/>
                  <a:pt x="117533" y="209105"/>
                  <a:pt x="116173" y="208834"/>
                </a:cubicBezTo>
                <a:cubicBezTo>
                  <a:pt x="114819" y="208571"/>
                  <a:pt x="113495" y="208044"/>
                  <a:pt x="112201" y="207254"/>
                </a:cubicBezTo>
                <a:lnTo>
                  <a:pt x="55800" y="176472"/>
                </a:lnTo>
                <a:close/>
                <a:moveTo>
                  <a:pt x="120452" y="132873"/>
                </a:moveTo>
                <a:lnTo>
                  <a:pt x="197971" y="90526"/>
                </a:lnTo>
                <a:lnTo>
                  <a:pt x="120452" y="48931"/>
                </a:lnTo>
                <a:lnTo>
                  <a:pt x="43430" y="90526"/>
                </a:lnTo>
                <a:lnTo>
                  <a:pt x="120452" y="132873"/>
                </a:lnTo>
                <a:close/>
                <a:moveTo>
                  <a:pt x="120452" y="193172"/>
                </a:moveTo>
                <a:lnTo>
                  <a:pt x="177503" y="161666"/>
                </a:lnTo>
                <a:lnTo>
                  <a:pt x="177503" y="121103"/>
                </a:lnTo>
                <a:lnTo>
                  <a:pt x="128696" y="147277"/>
                </a:lnTo>
                <a:cubicBezTo>
                  <a:pt x="127409" y="147986"/>
                  <a:pt x="126085" y="148499"/>
                  <a:pt x="124724" y="148813"/>
                </a:cubicBezTo>
                <a:cubicBezTo>
                  <a:pt x="123364" y="149135"/>
                  <a:pt x="121944" y="149289"/>
                  <a:pt x="120452" y="149289"/>
                </a:cubicBezTo>
                <a:cubicBezTo>
                  <a:pt x="118960" y="149289"/>
                  <a:pt x="117577" y="149135"/>
                  <a:pt x="116297" y="148813"/>
                </a:cubicBezTo>
                <a:cubicBezTo>
                  <a:pt x="115024" y="148499"/>
                  <a:pt x="113744" y="147986"/>
                  <a:pt x="112457" y="147277"/>
                </a:cubicBezTo>
                <a:lnTo>
                  <a:pt x="63394" y="120576"/>
                </a:lnTo>
                <a:lnTo>
                  <a:pt x="63394" y="161637"/>
                </a:lnTo>
                <a:lnTo>
                  <a:pt x="120452" y="193172"/>
                </a:lnTo>
                <a:close/>
                <a:moveTo>
                  <a:pt x="120701" y="132873"/>
                </a:moveTo>
                <a:close/>
                <a:moveTo>
                  <a:pt x="120452" y="157540"/>
                </a:moveTo>
                <a:close/>
                <a:moveTo>
                  <a:pt x="120452" y="15754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4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859" y="222667"/>
                </a:moveTo>
                <a:cubicBezTo>
                  <a:pt x="31148" y="222667"/>
                  <a:pt x="27117" y="220992"/>
                  <a:pt x="23760" y="217642"/>
                </a:cubicBezTo>
                <a:cubicBezTo>
                  <a:pt x="20409" y="214284"/>
                  <a:pt x="18734" y="210253"/>
                  <a:pt x="18734" y="205542"/>
                </a:cubicBezTo>
                <a:lnTo>
                  <a:pt x="18734" y="110818"/>
                </a:lnTo>
                <a:cubicBezTo>
                  <a:pt x="18734" y="107329"/>
                  <a:pt x="19693" y="104139"/>
                  <a:pt x="21602" y="101235"/>
                </a:cubicBezTo>
                <a:cubicBezTo>
                  <a:pt x="23511" y="98338"/>
                  <a:pt x="26079" y="96217"/>
                  <a:pt x="29297" y="94878"/>
                </a:cubicBezTo>
                <a:lnTo>
                  <a:pt x="80489" y="73203"/>
                </a:lnTo>
                <a:cubicBezTo>
                  <a:pt x="83240" y="72077"/>
                  <a:pt x="85829" y="72289"/>
                  <a:pt x="88265" y="73832"/>
                </a:cubicBezTo>
                <a:cubicBezTo>
                  <a:pt x="90694" y="75369"/>
                  <a:pt x="91908" y="77629"/>
                  <a:pt x="91908" y="80592"/>
                </a:cubicBezTo>
                <a:lnTo>
                  <a:pt x="91908" y="88492"/>
                </a:lnTo>
                <a:lnTo>
                  <a:pt x="130459" y="72925"/>
                </a:lnTo>
                <a:cubicBezTo>
                  <a:pt x="133327" y="71799"/>
                  <a:pt x="135997" y="72091"/>
                  <a:pt x="138477" y="73803"/>
                </a:cubicBezTo>
                <a:cubicBezTo>
                  <a:pt x="140957" y="75529"/>
                  <a:pt x="142200" y="77900"/>
                  <a:pt x="142200" y="80921"/>
                </a:cubicBezTo>
                <a:lnTo>
                  <a:pt x="142200" y="99201"/>
                </a:lnTo>
                <a:lnTo>
                  <a:pt x="222667" y="99201"/>
                </a:lnTo>
                <a:lnTo>
                  <a:pt x="222667" y="205542"/>
                </a:lnTo>
                <a:cubicBezTo>
                  <a:pt x="222667" y="210253"/>
                  <a:pt x="220992" y="214284"/>
                  <a:pt x="217642" y="217642"/>
                </a:cubicBezTo>
                <a:cubicBezTo>
                  <a:pt x="214284" y="220992"/>
                  <a:pt x="210253" y="222667"/>
                  <a:pt x="205542" y="222667"/>
                </a:cubicBezTo>
                <a:lnTo>
                  <a:pt x="35859" y="222667"/>
                </a:lnTo>
                <a:close/>
                <a:moveTo>
                  <a:pt x="35859" y="205542"/>
                </a:moveTo>
                <a:lnTo>
                  <a:pt x="205521" y="205542"/>
                </a:lnTo>
                <a:lnTo>
                  <a:pt x="205521" y="116399"/>
                </a:lnTo>
                <a:lnTo>
                  <a:pt x="125353" y="116399"/>
                </a:lnTo>
                <a:lnTo>
                  <a:pt x="125353" y="93569"/>
                </a:lnTo>
                <a:lnTo>
                  <a:pt x="75061" y="113686"/>
                </a:lnTo>
                <a:lnTo>
                  <a:pt x="75061" y="93766"/>
                </a:lnTo>
                <a:lnTo>
                  <a:pt x="35859" y="111067"/>
                </a:lnTo>
                <a:lnTo>
                  <a:pt x="35859" y="205542"/>
                </a:lnTo>
                <a:close/>
                <a:moveTo>
                  <a:pt x="112500" y="181051"/>
                </a:moveTo>
                <a:lnTo>
                  <a:pt x="128923" y="181051"/>
                </a:lnTo>
                <a:lnTo>
                  <a:pt x="128923" y="140818"/>
                </a:lnTo>
                <a:lnTo>
                  <a:pt x="112500" y="140818"/>
                </a:lnTo>
                <a:lnTo>
                  <a:pt x="112500" y="181051"/>
                </a:lnTo>
                <a:close/>
                <a:moveTo>
                  <a:pt x="71543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1543" y="140818"/>
                </a:lnTo>
                <a:lnTo>
                  <a:pt x="71543" y="181051"/>
                </a:lnTo>
                <a:close/>
                <a:moveTo>
                  <a:pt x="153392" y="181051"/>
                </a:moveTo>
                <a:lnTo>
                  <a:pt x="169859" y="181051"/>
                </a:lnTo>
                <a:lnTo>
                  <a:pt x="169859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2667" y="99201"/>
                </a:moveTo>
                <a:lnTo>
                  <a:pt x="175843" y="99201"/>
                </a:lnTo>
                <a:lnTo>
                  <a:pt x="185023" y="26532"/>
                </a:lnTo>
                <a:cubicBezTo>
                  <a:pt x="185360" y="24404"/>
                  <a:pt x="186296" y="22633"/>
                  <a:pt x="187840" y="21221"/>
                </a:cubicBezTo>
                <a:cubicBezTo>
                  <a:pt x="189383" y="19795"/>
                  <a:pt x="191212" y="19085"/>
                  <a:pt x="193326" y="19085"/>
                </a:cubicBezTo>
                <a:lnTo>
                  <a:pt x="204965" y="19085"/>
                </a:lnTo>
                <a:cubicBezTo>
                  <a:pt x="207079" y="19085"/>
                  <a:pt x="208915" y="19780"/>
                  <a:pt x="210473" y="21170"/>
                </a:cubicBezTo>
                <a:cubicBezTo>
                  <a:pt x="212031" y="22567"/>
                  <a:pt x="212989" y="24323"/>
                  <a:pt x="213340" y="26452"/>
                </a:cubicBezTo>
                <a:lnTo>
                  <a:pt x="222645" y="9917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6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613" y="212258"/>
                </a:moveTo>
                <a:cubicBezTo>
                  <a:pt x="49970" y="212258"/>
                  <a:pt x="46920" y="211029"/>
                  <a:pt x="44462" y="208564"/>
                </a:cubicBezTo>
                <a:cubicBezTo>
                  <a:pt x="41997" y="206098"/>
                  <a:pt x="40760" y="203048"/>
                  <a:pt x="40760" y="199405"/>
                </a:cubicBezTo>
                <a:cubicBezTo>
                  <a:pt x="40760" y="195769"/>
                  <a:pt x="41997" y="192719"/>
                  <a:pt x="44462" y="190254"/>
                </a:cubicBezTo>
                <a:cubicBezTo>
                  <a:pt x="46920" y="187788"/>
                  <a:pt x="49970" y="186560"/>
                  <a:pt x="53613" y="186560"/>
                </a:cubicBezTo>
                <a:lnTo>
                  <a:pt x="73730" y="186560"/>
                </a:lnTo>
                <a:lnTo>
                  <a:pt x="47856" y="98243"/>
                </a:lnTo>
                <a:cubicBezTo>
                  <a:pt x="41967" y="95763"/>
                  <a:pt x="37351" y="92230"/>
                  <a:pt x="34001" y="87636"/>
                </a:cubicBezTo>
                <a:cubicBezTo>
                  <a:pt x="30643" y="83042"/>
                  <a:pt x="28968" y="76963"/>
                  <a:pt x="28968" y="69407"/>
                </a:cubicBezTo>
                <a:cubicBezTo>
                  <a:pt x="28968" y="61170"/>
                  <a:pt x="31997" y="54023"/>
                  <a:pt x="38046" y="47951"/>
                </a:cubicBezTo>
                <a:cubicBezTo>
                  <a:pt x="44081" y="41887"/>
                  <a:pt x="51221" y="38851"/>
                  <a:pt x="59473" y="38851"/>
                </a:cubicBezTo>
                <a:cubicBezTo>
                  <a:pt x="67212" y="38851"/>
                  <a:pt x="73649" y="40929"/>
                  <a:pt x="78785" y="45084"/>
                </a:cubicBezTo>
                <a:cubicBezTo>
                  <a:pt x="83927" y="49246"/>
                  <a:pt x="87402" y="54835"/>
                  <a:pt x="89194" y="61857"/>
                </a:cubicBezTo>
                <a:lnTo>
                  <a:pt x="123671" y="61857"/>
                </a:lnTo>
                <a:lnTo>
                  <a:pt x="123671" y="47022"/>
                </a:lnTo>
                <a:cubicBezTo>
                  <a:pt x="123671" y="44813"/>
                  <a:pt x="124483" y="42889"/>
                  <a:pt x="126107" y="41265"/>
                </a:cubicBezTo>
                <a:cubicBezTo>
                  <a:pt x="127731" y="39641"/>
                  <a:pt x="129655" y="38822"/>
                  <a:pt x="131864" y="38822"/>
                </a:cubicBezTo>
                <a:cubicBezTo>
                  <a:pt x="133678" y="38822"/>
                  <a:pt x="135207" y="39502"/>
                  <a:pt x="136465" y="40863"/>
                </a:cubicBezTo>
                <a:cubicBezTo>
                  <a:pt x="137723" y="42223"/>
                  <a:pt x="138367" y="43803"/>
                  <a:pt x="138404" y="45618"/>
                </a:cubicBezTo>
                <a:lnTo>
                  <a:pt x="156838" y="27937"/>
                </a:lnTo>
                <a:cubicBezTo>
                  <a:pt x="158294" y="26510"/>
                  <a:pt x="160130" y="25574"/>
                  <a:pt x="162339" y="25120"/>
                </a:cubicBezTo>
                <a:cubicBezTo>
                  <a:pt x="164555" y="24667"/>
                  <a:pt x="166809" y="24959"/>
                  <a:pt x="169105" y="25998"/>
                </a:cubicBezTo>
                <a:lnTo>
                  <a:pt x="208834" y="45113"/>
                </a:lnTo>
                <a:cubicBezTo>
                  <a:pt x="210546" y="46035"/>
                  <a:pt x="211731" y="47351"/>
                  <a:pt x="212382" y="49063"/>
                </a:cubicBezTo>
                <a:cubicBezTo>
                  <a:pt x="213041" y="50767"/>
                  <a:pt x="212880" y="52567"/>
                  <a:pt x="211907" y="54440"/>
                </a:cubicBezTo>
                <a:cubicBezTo>
                  <a:pt x="210985" y="56232"/>
                  <a:pt x="209632" y="57344"/>
                  <a:pt x="207854" y="57761"/>
                </a:cubicBezTo>
                <a:cubicBezTo>
                  <a:pt x="206076" y="58178"/>
                  <a:pt x="204365" y="57914"/>
                  <a:pt x="202704" y="56956"/>
                </a:cubicBezTo>
                <a:lnTo>
                  <a:pt x="164204" y="38273"/>
                </a:lnTo>
                <a:lnTo>
                  <a:pt x="140115" y="62611"/>
                </a:lnTo>
                <a:lnTo>
                  <a:pt x="140115" y="75083"/>
                </a:lnTo>
                <a:lnTo>
                  <a:pt x="164204" y="100511"/>
                </a:lnTo>
                <a:lnTo>
                  <a:pt x="202704" y="81696"/>
                </a:lnTo>
                <a:cubicBezTo>
                  <a:pt x="204577" y="80774"/>
                  <a:pt x="206340" y="80533"/>
                  <a:pt x="207986" y="80972"/>
                </a:cubicBezTo>
                <a:cubicBezTo>
                  <a:pt x="209624" y="81404"/>
                  <a:pt x="210934" y="82523"/>
                  <a:pt x="211907" y="84315"/>
                </a:cubicBezTo>
                <a:cubicBezTo>
                  <a:pt x="212858" y="86195"/>
                  <a:pt x="213019" y="88068"/>
                  <a:pt x="212382" y="89948"/>
                </a:cubicBezTo>
                <a:cubicBezTo>
                  <a:pt x="211731" y="91828"/>
                  <a:pt x="210466" y="93225"/>
                  <a:pt x="208586" y="94147"/>
                </a:cubicBezTo>
                <a:lnTo>
                  <a:pt x="170291" y="112201"/>
                </a:lnTo>
                <a:cubicBezTo>
                  <a:pt x="167738" y="113495"/>
                  <a:pt x="165309" y="114088"/>
                  <a:pt x="162997" y="113985"/>
                </a:cubicBezTo>
                <a:cubicBezTo>
                  <a:pt x="160686" y="113883"/>
                  <a:pt x="158623" y="112939"/>
                  <a:pt x="156809" y="111147"/>
                </a:cubicBezTo>
                <a:lnTo>
                  <a:pt x="138382" y="93466"/>
                </a:lnTo>
                <a:cubicBezTo>
                  <a:pt x="138345" y="95814"/>
                  <a:pt x="137709" y="97534"/>
                  <a:pt x="136465" y="98624"/>
                </a:cubicBezTo>
                <a:cubicBezTo>
                  <a:pt x="135229" y="99713"/>
                  <a:pt x="133685" y="100255"/>
                  <a:pt x="131842" y="100255"/>
                </a:cubicBezTo>
                <a:cubicBezTo>
                  <a:pt x="129625" y="100255"/>
                  <a:pt x="127709" y="99443"/>
                  <a:pt x="126085" y="97819"/>
                </a:cubicBezTo>
                <a:cubicBezTo>
                  <a:pt x="124453" y="96195"/>
                  <a:pt x="123642" y="94271"/>
                  <a:pt x="123642" y="92062"/>
                </a:cubicBezTo>
                <a:lnTo>
                  <a:pt x="123642" y="76971"/>
                </a:lnTo>
                <a:lnTo>
                  <a:pt x="88668" y="76971"/>
                </a:lnTo>
                <a:cubicBezTo>
                  <a:pt x="88580" y="79187"/>
                  <a:pt x="87921" y="81521"/>
                  <a:pt x="86678" y="83986"/>
                </a:cubicBezTo>
                <a:cubicBezTo>
                  <a:pt x="85420" y="86451"/>
                  <a:pt x="83978" y="88346"/>
                  <a:pt x="82355" y="89670"/>
                </a:cubicBezTo>
                <a:lnTo>
                  <a:pt x="132573" y="186581"/>
                </a:lnTo>
                <a:lnTo>
                  <a:pt x="161037" y="186581"/>
                </a:lnTo>
                <a:cubicBezTo>
                  <a:pt x="164672" y="186581"/>
                  <a:pt x="167723" y="187818"/>
                  <a:pt x="170188" y="190283"/>
                </a:cubicBezTo>
                <a:cubicBezTo>
                  <a:pt x="172653" y="192741"/>
                  <a:pt x="173882" y="195799"/>
                  <a:pt x="173882" y="199434"/>
                </a:cubicBezTo>
                <a:cubicBezTo>
                  <a:pt x="173882" y="203070"/>
                  <a:pt x="172653" y="206120"/>
                  <a:pt x="170188" y="208586"/>
                </a:cubicBezTo>
                <a:cubicBezTo>
                  <a:pt x="167723" y="211051"/>
                  <a:pt x="164672" y="212280"/>
                  <a:pt x="161037" y="212280"/>
                </a:cubicBezTo>
                <a:lnTo>
                  <a:pt x="53613" y="212280"/>
                </a:lnTo>
                <a:close/>
                <a:moveTo>
                  <a:pt x="69502" y="79465"/>
                </a:moveTo>
                <a:cubicBezTo>
                  <a:pt x="72186" y="76780"/>
                  <a:pt x="73525" y="73430"/>
                  <a:pt x="73525" y="69407"/>
                </a:cubicBezTo>
                <a:cubicBezTo>
                  <a:pt x="73525" y="65383"/>
                  <a:pt x="72186" y="62026"/>
                  <a:pt x="69502" y="59348"/>
                </a:cubicBezTo>
                <a:cubicBezTo>
                  <a:pt x="66824" y="56664"/>
                  <a:pt x="63467" y="55325"/>
                  <a:pt x="59443" y="55325"/>
                </a:cubicBezTo>
                <a:cubicBezTo>
                  <a:pt x="55420" y="55325"/>
                  <a:pt x="52070" y="56664"/>
                  <a:pt x="49385" y="59348"/>
                </a:cubicBezTo>
                <a:cubicBezTo>
                  <a:pt x="46708" y="62026"/>
                  <a:pt x="45362" y="65383"/>
                  <a:pt x="45362" y="69407"/>
                </a:cubicBezTo>
                <a:cubicBezTo>
                  <a:pt x="45362" y="73430"/>
                  <a:pt x="46708" y="76780"/>
                  <a:pt x="49385" y="79465"/>
                </a:cubicBezTo>
                <a:cubicBezTo>
                  <a:pt x="52070" y="82142"/>
                  <a:pt x="55420" y="83488"/>
                  <a:pt x="59443" y="83488"/>
                </a:cubicBezTo>
                <a:cubicBezTo>
                  <a:pt x="63467" y="83488"/>
                  <a:pt x="66824" y="82142"/>
                  <a:pt x="69502" y="79465"/>
                </a:cubicBezTo>
                <a:close/>
                <a:moveTo>
                  <a:pt x="90372" y="186560"/>
                </a:moveTo>
                <a:lnTo>
                  <a:pt x="115719" y="186560"/>
                </a:lnTo>
                <a:lnTo>
                  <a:pt x="69429" y="96436"/>
                </a:lnTo>
                <a:cubicBezTo>
                  <a:pt x="68843" y="96802"/>
                  <a:pt x="67951" y="97175"/>
                  <a:pt x="66766" y="97541"/>
                </a:cubicBezTo>
                <a:cubicBezTo>
                  <a:pt x="65573" y="97892"/>
                  <a:pt x="64644" y="98155"/>
                  <a:pt x="63971" y="98324"/>
                </a:cubicBezTo>
                <a:lnTo>
                  <a:pt x="90401" y="186560"/>
                </a:lnTo>
                <a:close/>
                <a:moveTo>
                  <a:pt x="115719" y="1865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8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909" y="213816"/>
                </a:moveTo>
                <a:cubicBezTo>
                  <a:pt x="40212" y="213816"/>
                  <a:pt x="32816" y="210773"/>
                  <a:pt x="26730" y="204687"/>
                </a:cubicBezTo>
                <a:cubicBezTo>
                  <a:pt x="20643" y="198600"/>
                  <a:pt x="17600" y="191205"/>
                  <a:pt x="17600" y="182485"/>
                </a:cubicBezTo>
                <a:cubicBezTo>
                  <a:pt x="17600" y="173787"/>
                  <a:pt x="20643" y="166377"/>
                  <a:pt x="26730" y="160254"/>
                </a:cubicBezTo>
                <a:cubicBezTo>
                  <a:pt x="32816" y="154153"/>
                  <a:pt x="40212" y="151103"/>
                  <a:pt x="48909" y="151103"/>
                </a:cubicBezTo>
                <a:lnTo>
                  <a:pt x="192968" y="151103"/>
                </a:lnTo>
                <a:cubicBezTo>
                  <a:pt x="201687" y="151103"/>
                  <a:pt x="209098" y="154153"/>
                  <a:pt x="215199" y="160254"/>
                </a:cubicBezTo>
                <a:cubicBezTo>
                  <a:pt x="221299" y="166355"/>
                  <a:pt x="224350" y="173765"/>
                  <a:pt x="224350" y="182485"/>
                </a:cubicBezTo>
                <a:cubicBezTo>
                  <a:pt x="224350" y="191183"/>
                  <a:pt x="221299" y="198578"/>
                  <a:pt x="215199" y="204665"/>
                </a:cubicBezTo>
                <a:cubicBezTo>
                  <a:pt x="209098" y="210751"/>
                  <a:pt x="201687" y="213794"/>
                  <a:pt x="192968" y="213794"/>
                </a:cubicBezTo>
                <a:lnTo>
                  <a:pt x="48909" y="213794"/>
                </a:lnTo>
                <a:close/>
                <a:moveTo>
                  <a:pt x="48909" y="197093"/>
                </a:moveTo>
                <a:lnTo>
                  <a:pt x="192968" y="197093"/>
                </a:lnTo>
                <a:cubicBezTo>
                  <a:pt x="197130" y="197093"/>
                  <a:pt x="200612" y="195674"/>
                  <a:pt x="203428" y="192843"/>
                </a:cubicBezTo>
                <a:cubicBezTo>
                  <a:pt x="206245" y="190012"/>
                  <a:pt x="207649" y="186560"/>
                  <a:pt x="207627" y="182485"/>
                </a:cubicBezTo>
                <a:cubicBezTo>
                  <a:pt x="207627" y="178410"/>
                  <a:pt x="206230" y="174950"/>
                  <a:pt x="203428" y="172097"/>
                </a:cubicBezTo>
                <a:cubicBezTo>
                  <a:pt x="200634" y="169252"/>
                  <a:pt x="197145" y="167825"/>
                  <a:pt x="192968" y="167825"/>
                </a:cubicBezTo>
                <a:lnTo>
                  <a:pt x="48909" y="167825"/>
                </a:lnTo>
                <a:cubicBezTo>
                  <a:pt x="44769" y="167825"/>
                  <a:pt x="41302" y="169252"/>
                  <a:pt x="38500" y="172097"/>
                </a:cubicBezTo>
                <a:cubicBezTo>
                  <a:pt x="35698" y="174950"/>
                  <a:pt x="34301" y="178410"/>
                  <a:pt x="34301" y="182485"/>
                </a:cubicBezTo>
                <a:cubicBezTo>
                  <a:pt x="34301" y="186560"/>
                  <a:pt x="35698" y="190012"/>
                  <a:pt x="38500" y="192843"/>
                </a:cubicBezTo>
                <a:cubicBezTo>
                  <a:pt x="41302" y="195674"/>
                  <a:pt x="44769" y="197093"/>
                  <a:pt x="48909" y="197093"/>
                </a:cubicBezTo>
                <a:close/>
                <a:moveTo>
                  <a:pt x="98192" y="131893"/>
                </a:moveTo>
                <a:cubicBezTo>
                  <a:pt x="95778" y="131893"/>
                  <a:pt x="93752" y="131066"/>
                  <a:pt x="92113" y="129428"/>
                </a:cubicBezTo>
                <a:cubicBezTo>
                  <a:pt x="90467" y="127782"/>
                  <a:pt x="89648" y="125756"/>
                  <a:pt x="89648" y="123342"/>
                </a:cubicBezTo>
                <a:lnTo>
                  <a:pt x="89648" y="37117"/>
                </a:lnTo>
                <a:cubicBezTo>
                  <a:pt x="89648" y="34703"/>
                  <a:pt x="90467" y="32662"/>
                  <a:pt x="92113" y="31002"/>
                </a:cubicBezTo>
                <a:cubicBezTo>
                  <a:pt x="93752" y="29349"/>
                  <a:pt x="95778" y="28522"/>
                  <a:pt x="98192" y="28544"/>
                </a:cubicBezTo>
                <a:lnTo>
                  <a:pt x="184424" y="28544"/>
                </a:lnTo>
                <a:cubicBezTo>
                  <a:pt x="186838" y="28544"/>
                  <a:pt x="188871" y="29363"/>
                  <a:pt x="190532" y="31002"/>
                </a:cubicBezTo>
                <a:cubicBezTo>
                  <a:pt x="192192" y="32648"/>
                  <a:pt x="193012" y="34681"/>
                  <a:pt x="192997" y="37117"/>
                </a:cubicBezTo>
                <a:lnTo>
                  <a:pt x="192997" y="123342"/>
                </a:lnTo>
                <a:cubicBezTo>
                  <a:pt x="192997" y="125756"/>
                  <a:pt x="192178" y="127782"/>
                  <a:pt x="190532" y="129428"/>
                </a:cubicBezTo>
                <a:cubicBezTo>
                  <a:pt x="188886" y="131066"/>
                  <a:pt x="186852" y="131893"/>
                  <a:pt x="184424" y="131893"/>
                </a:cubicBezTo>
                <a:lnTo>
                  <a:pt x="98192" y="131893"/>
                </a:lnTo>
                <a:close/>
                <a:moveTo>
                  <a:pt x="106341" y="115171"/>
                </a:moveTo>
                <a:lnTo>
                  <a:pt x="176274" y="115171"/>
                </a:lnTo>
                <a:lnTo>
                  <a:pt x="176274" y="45266"/>
                </a:lnTo>
                <a:lnTo>
                  <a:pt x="106341" y="45266"/>
                </a:lnTo>
                <a:lnTo>
                  <a:pt x="106341" y="115192"/>
                </a:lnTo>
                <a:close/>
                <a:moveTo>
                  <a:pt x="25545" y="109135"/>
                </a:moveTo>
                <a:cubicBezTo>
                  <a:pt x="23131" y="109135"/>
                  <a:pt x="21119" y="108338"/>
                  <a:pt x="19510" y="106743"/>
                </a:cubicBezTo>
                <a:cubicBezTo>
                  <a:pt x="17900" y="105171"/>
                  <a:pt x="17103" y="103174"/>
                  <a:pt x="17103" y="100760"/>
                </a:cubicBezTo>
                <a:cubicBezTo>
                  <a:pt x="17103" y="98346"/>
                  <a:pt x="17893" y="96334"/>
                  <a:pt x="19488" y="94725"/>
                </a:cubicBezTo>
                <a:cubicBezTo>
                  <a:pt x="21082" y="93115"/>
                  <a:pt x="23087" y="92311"/>
                  <a:pt x="25501" y="92311"/>
                </a:cubicBezTo>
                <a:lnTo>
                  <a:pt x="66890" y="92311"/>
                </a:lnTo>
                <a:cubicBezTo>
                  <a:pt x="69253" y="92311"/>
                  <a:pt x="71250" y="93115"/>
                  <a:pt x="72874" y="94725"/>
                </a:cubicBezTo>
                <a:cubicBezTo>
                  <a:pt x="74513" y="96334"/>
                  <a:pt x="75339" y="98346"/>
                  <a:pt x="75339" y="100760"/>
                </a:cubicBezTo>
                <a:cubicBezTo>
                  <a:pt x="75339" y="103174"/>
                  <a:pt x="74513" y="105178"/>
                  <a:pt x="72874" y="106773"/>
                </a:cubicBezTo>
                <a:cubicBezTo>
                  <a:pt x="71228" y="108360"/>
                  <a:pt x="69238" y="109157"/>
                  <a:pt x="66890" y="109157"/>
                </a:cubicBezTo>
                <a:lnTo>
                  <a:pt x="25574" y="109157"/>
                </a:lnTo>
                <a:close/>
                <a:moveTo>
                  <a:pt x="129252" y="79085"/>
                </a:moveTo>
                <a:lnTo>
                  <a:pt x="153268" y="79085"/>
                </a:lnTo>
                <a:cubicBezTo>
                  <a:pt x="155580" y="79085"/>
                  <a:pt x="157518" y="78302"/>
                  <a:pt x="159076" y="76744"/>
                </a:cubicBezTo>
                <a:cubicBezTo>
                  <a:pt x="160634" y="75186"/>
                  <a:pt x="161410" y="73262"/>
                  <a:pt x="161410" y="70965"/>
                </a:cubicBezTo>
                <a:cubicBezTo>
                  <a:pt x="161410" y="68668"/>
                  <a:pt x="160634" y="66729"/>
                  <a:pt x="159076" y="65156"/>
                </a:cubicBezTo>
                <a:cubicBezTo>
                  <a:pt x="157518" y="63576"/>
                  <a:pt x="155580" y="62786"/>
                  <a:pt x="153268" y="62786"/>
                </a:cubicBezTo>
                <a:lnTo>
                  <a:pt x="129325" y="62786"/>
                </a:lnTo>
                <a:cubicBezTo>
                  <a:pt x="126977" y="62786"/>
                  <a:pt x="125031" y="63569"/>
                  <a:pt x="123495" y="65127"/>
                </a:cubicBezTo>
                <a:cubicBezTo>
                  <a:pt x="121952" y="66685"/>
                  <a:pt x="121176" y="68639"/>
                  <a:pt x="121176" y="70987"/>
                </a:cubicBezTo>
                <a:cubicBezTo>
                  <a:pt x="121176" y="73335"/>
                  <a:pt x="121952" y="75273"/>
                  <a:pt x="123495" y="76795"/>
                </a:cubicBezTo>
                <a:cubicBezTo>
                  <a:pt x="125031" y="78324"/>
                  <a:pt x="126955" y="79085"/>
                  <a:pt x="129252" y="79085"/>
                </a:cubicBezTo>
                <a:close/>
                <a:moveTo>
                  <a:pt x="46093" y="76371"/>
                </a:moveTo>
                <a:cubicBezTo>
                  <a:pt x="43664" y="76371"/>
                  <a:pt x="41660" y="75566"/>
                  <a:pt x="40080" y="73957"/>
                </a:cubicBezTo>
                <a:cubicBezTo>
                  <a:pt x="38507" y="72347"/>
                  <a:pt x="37717" y="70358"/>
                  <a:pt x="37717" y="67995"/>
                </a:cubicBezTo>
                <a:cubicBezTo>
                  <a:pt x="37717" y="65632"/>
                  <a:pt x="38522" y="63642"/>
                  <a:pt x="40131" y="62033"/>
                </a:cubicBezTo>
                <a:cubicBezTo>
                  <a:pt x="41741" y="60424"/>
                  <a:pt x="43716" y="59619"/>
                  <a:pt x="46042" y="59619"/>
                </a:cubicBezTo>
                <a:lnTo>
                  <a:pt x="68953" y="59619"/>
                </a:lnTo>
                <a:cubicBezTo>
                  <a:pt x="71331" y="59619"/>
                  <a:pt x="73328" y="60416"/>
                  <a:pt x="74937" y="62011"/>
                </a:cubicBezTo>
                <a:cubicBezTo>
                  <a:pt x="76524" y="63606"/>
                  <a:pt x="77322" y="65603"/>
                  <a:pt x="77322" y="68017"/>
                </a:cubicBezTo>
                <a:cubicBezTo>
                  <a:pt x="77322" y="70431"/>
                  <a:pt x="76517" y="72428"/>
                  <a:pt x="74908" y="74008"/>
                </a:cubicBezTo>
                <a:cubicBezTo>
                  <a:pt x="73298" y="75581"/>
                  <a:pt x="71309" y="76371"/>
                  <a:pt x="68924" y="76371"/>
                </a:cubicBezTo>
                <a:lnTo>
                  <a:pt x="46093" y="76371"/>
                </a:lnTo>
                <a:close/>
                <a:moveTo>
                  <a:pt x="106341" y="115171"/>
                </a:moveTo>
                <a:lnTo>
                  <a:pt x="106341" y="45266"/>
                </a:lnTo>
                <a:lnTo>
                  <a:pt x="106341" y="1151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0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043" y="196142"/>
                </a:moveTo>
                <a:cubicBezTo>
                  <a:pt x="189705" y="180378"/>
                  <a:pt x="209456" y="141805"/>
                  <a:pt x="201402" y="103664"/>
                </a:cubicBezTo>
                <a:cubicBezTo>
                  <a:pt x="193348" y="65515"/>
                  <a:pt x="159684" y="38222"/>
                  <a:pt x="120701" y="38222"/>
                </a:cubicBezTo>
                <a:cubicBezTo>
                  <a:pt x="81718" y="38222"/>
                  <a:pt x="48054" y="65515"/>
                  <a:pt x="40000" y="103664"/>
                </a:cubicBezTo>
                <a:cubicBezTo>
                  <a:pt x="31945" y="141805"/>
                  <a:pt x="51697" y="180378"/>
                  <a:pt x="87358" y="196142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2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8023"/>
                </a:moveTo>
                <a:lnTo>
                  <a:pt x="94798" y="103605"/>
                </a:lnTo>
                <a:cubicBezTo>
                  <a:pt x="94798" y="101191"/>
                  <a:pt x="95624" y="99150"/>
                  <a:pt x="97263" y="97490"/>
                </a:cubicBezTo>
                <a:cubicBezTo>
                  <a:pt x="98909" y="95829"/>
                  <a:pt x="100942" y="95010"/>
                  <a:pt x="103378" y="95024"/>
                </a:cubicBezTo>
                <a:lnTo>
                  <a:pt x="137804" y="95024"/>
                </a:lnTo>
                <a:cubicBezTo>
                  <a:pt x="140218" y="95024"/>
                  <a:pt x="142251" y="95851"/>
                  <a:pt x="143912" y="97490"/>
                </a:cubicBezTo>
                <a:cubicBezTo>
                  <a:pt x="145572" y="99136"/>
                  <a:pt x="146392" y="101169"/>
                  <a:pt x="146377" y="103605"/>
                </a:cubicBezTo>
                <a:lnTo>
                  <a:pt x="146377" y="138023"/>
                </a:lnTo>
                <a:cubicBezTo>
                  <a:pt x="146377" y="140437"/>
                  <a:pt x="145551" y="142478"/>
                  <a:pt x="143912" y="144139"/>
                </a:cubicBezTo>
                <a:cubicBezTo>
                  <a:pt x="142266" y="145799"/>
                  <a:pt x="140225" y="146619"/>
                  <a:pt x="137774" y="146604"/>
                </a:cubicBezTo>
                <a:lnTo>
                  <a:pt x="103378" y="146604"/>
                </a:lnTo>
                <a:cubicBezTo>
                  <a:pt x="100964" y="146604"/>
                  <a:pt x="98923" y="145777"/>
                  <a:pt x="97263" y="144139"/>
                </a:cubicBezTo>
                <a:cubicBezTo>
                  <a:pt x="95602" y="142493"/>
                  <a:pt x="94783" y="140459"/>
                  <a:pt x="94798" y="138023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89494" y="205521"/>
                </a:moveTo>
                <a:lnTo>
                  <a:pt x="89494" y="192617"/>
                </a:lnTo>
                <a:lnTo>
                  <a:pt x="65910" y="192617"/>
                </a:lnTo>
                <a:cubicBezTo>
                  <a:pt x="61279" y="192617"/>
                  <a:pt x="57263" y="190919"/>
                  <a:pt x="53862" y="187511"/>
                </a:cubicBezTo>
                <a:cubicBezTo>
                  <a:pt x="50460" y="184109"/>
                  <a:pt x="48756" y="180093"/>
                  <a:pt x="48756" y="175470"/>
                </a:cubicBezTo>
                <a:lnTo>
                  <a:pt x="48756" y="151885"/>
                </a:lnTo>
                <a:lnTo>
                  <a:pt x="35830" y="151885"/>
                </a:lnTo>
                <a:cubicBezTo>
                  <a:pt x="33584" y="151885"/>
                  <a:pt x="31704" y="151117"/>
                  <a:pt x="30175" y="149596"/>
                </a:cubicBezTo>
                <a:cubicBezTo>
                  <a:pt x="28668" y="148067"/>
                  <a:pt x="27915" y="146180"/>
                  <a:pt x="27915" y="143934"/>
                </a:cubicBezTo>
                <a:cubicBezTo>
                  <a:pt x="27915" y="141703"/>
                  <a:pt x="28676" y="139845"/>
                  <a:pt x="30197" y="138352"/>
                </a:cubicBezTo>
                <a:cubicBezTo>
                  <a:pt x="31726" y="136860"/>
                  <a:pt x="33613" y="136114"/>
                  <a:pt x="35859" y="136114"/>
                </a:cubicBezTo>
                <a:lnTo>
                  <a:pt x="48756" y="136114"/>
                </a:lnTo>
                <a:lnTo>
                  <a:pt x="48756" y="104205"/>
                </a:lnTo>
                <a:lnTo>
                  <a:pt x="35859" y="104205"/>
                </a:lnTo>
                <a:cubicBezTo>
                  <a:pt x="33613" y="104205"/>
                  <a:pt x="31726" y="103444"/>
                  <a:pt x="30197" y="101915"/>
                </a:cubicBezTo>
                <a:cubicBezTo>
                  <a:pt x="28676" y="100394"/>
                  <a:pt x="27915" y="98506"/>
                  <a:pt x="27915" y="96261"/>
                </a:cubicBezTo>
                <a:cubicBezTo>
                  <a:pt x="27915" y="94030"/>
                  <a:pt x="28676" y="92172"/>
                  <a:pt x="30197" y="90679"/>
                </a:cubicBezTo>
                <a:cubicBezTo>
                  <a:pt x="31726" y="89187"/>
                  <a:pt x="33613" y="88441"/>
                  <a:pt x="35859" y="88441"/>
                </a:cubicBezTo>
                <a:lnTo>
                  <a:pt x="48756" y="88441"/>
                </a:lnTo>
                <a:lnTo>
                  <a:pt x="48756" y="64849"/>
                </a:lnTo>
                <a:cubicBezTo>
                  <a:pt x="48756" y="60211"/>
                  <a:pt x="50460" y="56188"/>
                  <a:pt x="53862" y="52779"/>
                </a:cubicBezTo>
                <a:cubicBezTo>
                  <a:pt x="57263" y="49378"/>
                  <a:pt x="61279" y="47680"/>
                  <a:pt x="65910" y="47680"/>
                </a:cubicBezTo>
                <a:lnTo>
                  <a:pt x="89494" y="47680"/>
                </a:lnTo>
                <a:lnTo>
                  <a:pt x="89494" y="35786"/>
                </a:lnTo>
                <a:cubicBezTo>
                  <a:pt x="89494" y="33555"/>
                  <a:pt x="90255" y="31682"/>
                  <a:pt x="91784" y="30175"/>
                </a:cubicBezTo>
                <a:cubicBezTo>
                  <a:pt x="93305" y="28668"/>
                  <a:pt x="95193" y="27915"/>
                  <a:pt x="97438" y="27915"/>
                </a:cubicBezTo>
                <a:cubicBezTo>
                  <a:pt x="99670" y="27915"/>
                  <a:pt x="101528" y="28668"/>
                  <a:pt x="103020" y="30175"/>
                </a:cubicBezTo>
                <a:cubicBezTo>
                  <a:pt x="104498" y="31682"/>
                  <a:pt x="105236" y="33555"/>
                  <a:pt x="105236" y="35786"/>
                </a:cubicBezTo>
                <a:lnTo>
                  <a:pt x="105236" y="47680"/>
                </a:lnTo>
                <a:lnTo>
                  <a:pt x="137145" y="47680"/>
                </a:lnTo>
                <a:lnTo>
                  <a:pt x="137145" y="35757"/>
                </a:lnTo>
                <a:cubicBezTo>
                  <a:pt x="137145" y="33526"/>
                  <a:pt x="137906" y="31660"/>
                  <a:pt x="139435" y="30153"/>
                </a:cubicBezTo>
                <a:cubicBezTo>
                  <a:pt x="140957" y="28639"/>
                  <a:pt x="142844" y="27886"/>
                  <a:pt x="145090" y="27886"/>
                </a:cubicBezTo>
                <a:cubicBezTo>
                  <a:pt x="147321" y="27886"/>
                  <a:pt x="149186" y="28639"/>
                  <a:pt x="150678" y="30153"/>
                </a:cubicBezTo>
                <a:cubicBezTo>
                  <a:pt x="152163" y="31660"/>
                  <a:pt x="152910" y="33526"/>
                  <a:pt x="152910" y="35757"/>
                </a:cubicBezTo>
                <a:lnTo>
                  <a:pt x="152910" y="47651"/>
                </a:lnTo>
                <a:lnTo>
                  <a:pt x="176501" y="47651"/>
                </a:lnTo>
                <a:cubicBezTo>
                  <a:pt x="181146" y="47651"/>
                  <a:pt x="185170" y="49356"/>
                  <a:pt x="188571" y="52757"/>
                </a:cubicBezTo>
                <a:cubicBezTo>
                  <a:pt x="191973" y="56159"/>
                  <a:pt x="193677" y="60182"/>
                  <a:pt x="193677" y="64827"/>
                </a:cubicBezTo>
                <a:lnTo>
                  <a:pt x="193677" y="88412"/>
                </a:lnTo>
                <a:lnTo>
                  <a:pt x="205572" y="88412"/>
                </a:lnTo>
                <a:cubicBezTo>
                  <a:pt x="207796" y="88412"/>
                  <a:pt x="209668" y="89165"/>
                  <a:pt x="211175" y="90679"/>
                </a:cubicBezTo>
                <a:cubicBezTo>
                  <a:pt x="212682" y="92186"/>
                  <a:pt x="213443" y="94052"/>
                  <a:pt x="213443" y="96283"/>
                </a:cubicBezTo>
                <a:cubicBezTo>
                  <a:pt x="213443" y="98514"/>
                  <a:pt x="212682" y="100379"/>
                  <a:pt x="211175" y="101893"/>
                </a:cubicBezTo>
                <a:cubicBezTo>
                  <a:pt x="209668" y="103400"/>
                  <a:pt x="207796" y="104154"/>
                  <a:pt x="205572" y="104154"/>
                </a:cubicBezTo>
                <a:lnTo>
                  <a:pt x="193677" y="104154"/>
                </a:lnTo>
                <a:lnTo>
                  <a:pt x="193677" y="136063"/>
                </a:lnTo>
                <a:lnTo>
                  <a:pt x="205594" y="136063"/>
                </a:lnTo>
                <a:cubicBezTo>
                  <a:pt x="207825" y="136063"/>
                  <a:pt x="209690" y="136816"/>
                  <a:pt x="211204" y="138330"/>
                </a:cubicBezTo>
                <a:cubicBezTo>
                  <a:pt x="212711" y="139837"/>
                  <a:pt x="213465" y="141703"/>
                  <a:pt x="213465" y="143934"/>
                </a:cubicBezTo>
                <a:cubicBezTo>
                  <a:pt x="213465" y="146165"/>
                  <a:pt x="212711" y="148038"/>
                  <a:pt x="211204" y="149545"/>
                </a:cubicBezTo>
                <a:cubicBezTo>
                  <a:pt x="209690" y="151052"/>
                  <a:pt x="207825" y="151805"/>
                  <a:pt x="205594" y="151805"/>
                </a:cubicBezTo>
                <a:lnTo>
                  <a:pt x="193699" y="151805"/>
                </a:lnTo>
                <a:lnTo>
                  <a:pt x="193699" y="175397"/>
                </a:lnTo>
                <a:cubicBezTo>
                  <a:pt x="193699" y="180020"/>
                  <a:pt x="191995" y="184036"/>
                  <a:pt x="188593" y="187437"/>
                </a:cubicBezTo>
                <a:cubicBezTo>
                  <a:pt x="185192" y="190839"/>
                  <a:pt x="181168" y="192543"/>
                  <a:pt x="176523" y="192543"/>
                </a:cubicBezTo>
                <a:lnTo>
                  <a:pt x="152939" y="192543"/>
                </a:lnTo>
                <a:lnTo>
                  <a:pt x="152939" y="205469"/>
                </a:lnTo>
                <a:cubicBezTo>
                  <a:pt x="152939" y="207715"/>
                  <a:pt x="152185" y="209602"/>
                  <a:pt x="150678" y="211124"/>
                </a:cubicBezTo>
                <a:cubicBezTo>
                  <a:pt x="149164" y="212638"/>
                  <a:pt x="147299" y="213392"/>
                  <a:pt x="145068" y="213392"/>
                </a:cubicBezTo>
                <a:cubicBezTo>
                  <a:pt x="142837" y="213392"/>
                  <a:pt x="140971" y="212624"/>
                  <a:pt x="139457" y="211102"/>
                </a:cubicBezTo>
                <a:cubicBezTo>
                  <a:pt x="137950" y="209573"/>
                  <a:pt x="137197" y="207686"/>
                  <a:pt x="137197" y="205440"/>
                </a:cubicBezTo>
                <a:lnTo>
                  <a:pt x="137197" y="192543"/>
                </a:lnTo>
                <a:lnTo>
                  <a:pt x="105258" y="192543"/>
                </a:lnTo>
                <a:lnTo>
                  <a:pt x="105258" y="205440"/>
                </a:lnTo>
                <a:cubicBezTo>
                  <a:pt x="105258" y="207686"/>
                  <a:pt x="104505" y="209573"/>
                  <a:pt x="102998" y="211102"/>
                </a:cubicBezTo>
                <a:cubicBezTo>
                  <a:pt x="101491" y="212624"/>
                  <a:pt x="99618" y="213392"/>
                  <a:pt x="97387" y="213392"/>
                </a:cubicBezTo>
                <a:cubicBezTo>
                  <a:pt x="95163" y="213392"/>
                  <a:pt x="93291" y="212624"/>
                  <a:pt x="91784" y="211102"/>
                </a:cubicBezTo>
                <a:cubicBezTo>
                  <a:pt x="90277" y="209573"/>
                  <a:pt x="89523" y="207686"/>
                  <a:pt x="89523" y="205440"/>
                </a:cubicBezTo>
                <a:close/>
                <a:moveTo>
                  <a:pt x="176472" y="175492"/>
                </a:moveTo>
                <a:lnTo>
                  <a:pt x="176472" y="64930"/>
                </a:lnTo>
                <a:lnTo>
                  <a:pt x="65910" y="64930"/>
                </a:lnTo>
                <a:lnTo>
                  <a:pt x="65910" y="175492"/>
                </a:lnTo>
                <a:lnTo>
                  <a:pt x="176472" y="175492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4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973" y="212733"/>
                </a:moveTo>
                <a:cubicBezTo>
                  <a:pt x="33328" y="212733"/>
                  <a:pt x="29305" y="211036"/>
                  <a:pt x="25903" y="207627"/>
                </a:cubicBezTo>
                <a:cubicBezTo>
                  <a:pt x="22494" y="204226"/>
                  <a:pt x="20797" y="200210"/>
                  <a:pt x="20797" y="195587"/>
                </a:cubicBezTo>
                <a:lnTo>
                  <a:pt x="20797" y="45793"/>
                </a:lnTo>
                <a:cubicBezTo>
                  <a:pt x="20797" y="41148"/>
                  <a:pt x="22494" y="37125"/>
                  <a:pt x="25903" y="33723"/>
                </a:cubicBezTo>
                <a:cubicBezTo>
                  <a:pt x="29305" y="30314"/>
                  <a:pt x="33328" y="28617"/>
                  <a:pt x="37973" y="28617"/>
                </a:cubicBezTo>
                <a:lnTo>
                  <a:pt x="187715" y="28617"/>
                </a:lnTo>
                <a:cubicBezTo>
                  <a:pt x="192360" y="28617"/>
                  <a:pt x="196384" y="30314"/>
                  <a:pt x="199785" y="33723"/>
                </a:cubicBezTo>
                <a:cubicBezTo>
                  <a:pt x="203187" y="37125"/>
                  <a:pt x="204891" y="41148"/>
                  <a:pt x="204891" y="45793"/>
                </a:cubicBezTo>
                <a:lnTo>
                  <a:pt x="204891" y="60372"/>
                </a:lnTo>
                <a:lnTo>
                  <a:pt x="212785" y="60372"/>
                </a:lnTo>
                <a:cubicBezTo>
                  <a:pt x="215016" y="60372"/>
                  <a:pt x="216874" y="61133"/>
                  <a:pt x="218366" y="62640"/>
                </a:cubicBezTo>
                <a:cubicBezTo>
                  <a:pt x="219873" y="64147"/>
                  <a:pt x="220634" y="66020"/>
                  <a:pt x="220634" y="68244"/>
                </a:cubicBezTo>
                <a:cubicBezTo>
                  <a:pt x="220634" y="70475"/>
                  <a:pt x="219873" y="72347"/>
                  <a:pt x="218366" y="73854"/>
                </a:cubicBezTo>
                <a:cubicBezTo>
                  <a:pt x="216859" y="75361"/>
                  <a:pt x="215001" y="76115"/>
                  <a:pt x="212785" y="76115"/>
                </a:cubicBezTo>
                <a:lnTo>
                  <a:pt x="204891" y="76115"/>
                </a:lnTo>
                <a:lnTo>
                  <a:pt x="204891" y="112808"/>
                </a:lnTo>
                <a:lnTo>
                  <a:pt x="212785" y="112808"/>
                </a:lnTo>
                <a:cubicBezTo>
                  <a:pt x="215016" y="112808"/>
                  <a:pt x="216881" y="113561"/>
                  <a:pt x="218395" y="115068"/>
                </a:cubicBezTo>
                <a:cubicBezTo>
                  <a:pt x="219902" y="116575"/>
                  <a:pt x="220656" y="118470"/>
                  <a:pt x="220656" y="120752"/>
                </a:cubicBezTo>
                <a:cubicBezTo>
                  <a:pt x="220656" y="123012"/>
                  <a:pt x="219895" y="124892"/>
                  <a:pt x="218366" y="126385"/>
                </a:cubicBezTo>
                <a:cubicBezTo>
                  <a:pt x="216844" y="127862"/>
                  <a:pt x="214964" y="128594"/>
                  <a:pt x="212733" y="128594"/>
                </a:cubicBezTo>
                <a:lnTo>
                  <a:pt x="204891" y="128594"/>
                </a:lnTo>
                <a:lnTo>
                  <a:pt x="204891" y="165287"/>
                </a:lnTo>
                <a:lnTo>
                  <a:pt x="212836" y="165287"/>
                </a:lnTo>
                <a:cubicBezTo>
                  <a:pt x="215067" y="165287"/>
                  <a:pt x="216925" y="166040"/>
                  <a:pt x="218417" y="167547"/>
                </a:cubicBezTo>
                <a:cubicBezTo>
                  <a:pt x="219910" y="169054"/>
                  <a:pt x="220656" y="170927"/>
                  <a:pt x="220656" y="173158"/>
                </a:cubicBezTo>
                <a:cubicBezTo>
                  <a:pt x="220656" y="175382"/>
                  <a:pt x="219902" y="177262"/>
                  <a:pt x="218395" y="178791"/>
                </a:cubicBezTo>
                <a:cubicBezTo>
                  <a:pt x="216881" y="180312"/>
                  <a:pt x="215023" y="181073"/>
                  <a:pt x="212814" y="181073"/>
                </a:cubicBezTo>
                <a:lnTo>
                  <a:pt x="204913" y="181073"/>
                </a:lnTo>
                <a:lnTo>
                  <a:pt x="204913" y="195587"/>
                </a:lnTo>
                <a:cubicBezTo>
                  <a:pt x="204913" y="200210"/>
                  <a:pt x="203216" y="204226"/>
                  <a:pt x="199807" y="207627"/>
                </a:cubicBezTo>
                <a:cubicBezTo>
                  <a:pt x="196406" y="211036"/>
                  <a:pt x="192382" y="212733"/>
                  <a:pt x="187737" y="212733"/>
                </a:cubicBezTo>
                <a:lnTo>
                  <a:pt x="37973" y="212733"/>
                </a:lnTo>
                <a:close/>
                <a:moveTo>
                  <a:pt x="37973" y="195608"/>
                </a:moveTo>
                <a:lnTo>
                  <a:pt x="187715" y="195608"/>
                </a:lnTo>
                <a:lnTo>
                  <a:pt x="187715" y="45815"/>
                </a:lnTo>
                <a:lnTo>
                  <a:pt x="37973" y="45815"/>
                </a:lnTo>
                <a:lnTo>
                  <a:pt x="37973" y="195608"/>
                </a:lnTo>
                <a:close/>
                <a:moveTo>
                  <a:pt x="61001" y="181051"/>
                </a:moveTo>
                <a:lnTo>
                  <a:pt x="107497" y="181051"/>
                </a:lnTo>
                <a:cubicBezTo>
                  <a:pt x="109911" y="181051"/>
                  <a:pt x="111945" y="180232"/>
                  <a:pt x="113583" y="178586"/>
                </a:cubicBezTo>
                <a:cubicBezTo>
                  <a:pt x="115229" y="176947"/>
                  <a:pt x="116048" y="174906"/>
                  <a:pt x="116048" y="172478"/>
                </a:cubicBezTo>
                <a:lnTo>
                  <a:pt x="116048" y="139311"/>
                </a:lnTo>
                <a:cubicBezTo>
                  <a:pt x="116048" y="136897"/>
                  <a:pt x="115229" y="134856"/>
                  <a:pt x="113583" y="133195"/>
                </a:cubicBezTo>
                <a:cubicBezTo>
                  <a:pt x="111945" y="131557"/>
                  <a:pt x="109911" y="130737"/>
                  <a:pt x="107497" y="130737"/>
                </a:cubicBezTo>
                <a:lnTo>
                  <a:pt x="61001" y="130737"/>
                </a:lnTo>
                <a:cubicBezTo>
                  <a:pt x="58587" y="130737"/>
                  <a:pt x="56561" y="131557"/>
                  <a:pt x="54923" y="133195"/>
                </a:cubicBezTo>
                <a:cubicBezTo>
                  <a:pt x="53277" y="134841"/>
                  <a:pt x="52457" y="136875"/>
                  <a:pt x="52457" y="139311"/>
                </a:cubicBezTo>
                <a:lnTo>
                  <a:pt x="52457" y="172478"/>
                </a:lnTo>
                <a:cubicBezTo>
                  <a:pt x="52457" y="174892"/>
                  <a:pt x="53277" y="176925"/>
                  <a:pt x="54923" y="178586"/>
                </a:cubicBezTo>
                <a:cubicBezTo>
                  <a:pt x="56561" y="180247"/>
                  <a:pt x="58587" y="181066"/>
                  <a:pt x="61001" y="181051"/>
                </a:cubicBezTo>
                <a:close/>
                <a:moveTo>
                  <a:pt x="131915" y="96561"/>
                </a:moveTo>
                <a:lnTo>
                  <a:pt x="164804" y="96561"/>
                </a:lnTo>
                <a:cubicBezTo>
                  <a:pt x="167138" y="96561"/>
                  <a:pt x="169105" y="95756"/>
                  <a:pt x="170715" y="94147"/>
                </a:cubicBezTo>
                <a:cubicBezTo>
                  <a:pt x="172324" y="92537"/>
                  <a:pt x="173129" y="90569"/>
                  <a:pt x="173129" y="88236"/>
                </a:cubicBezTo>
                <a:lnTo>
                  <a:pt x="173129" y="68924"/>
                </a:lnTo>
                <a:cubicBezTo>
                  <a:pt x="173129" y="66510"/>
                  <a:pt x="172310" y="64476"/>
                  <a:pt x="170664" y="62816"/>
                </a:cubicBezTo>
                <a:cubicBezTo>
                  <a:pt x="169025" y="61170"/>
                  <a:pt x="166991" y="60350"/>
                  <a:pt x="164577" y="60350"/>
                </a:cubicBezTo>
                <a:lnTo>
                  <a:pt x="132171" y="60350"/>
                </a:lnTo>
                <a:cubicBezTo>
                  <a:pt x="129757" y="60350"/>
                  <a:pt x="127723" y="61170"/>
                  <a:pt x="126085" y="62816"/>
                </a:cubicBezTo>
                <a:cubicBezTo>
                  <a:pt x="124439" y="64454"/>
                  <a:pt x="123620" y="66495"/>
                  <a:pt x="123620" y="68924"/>
                </a:cubicBezTo>
                <a:lnTo>
                  <a:pt x="123620" y="88236"/>
                </a:lnTo>
                <a:cubicBezTo>
                  <a:pt x="123620" y="90569"/>
                  <a:pt x="124424" y="92537"/>
                  <a:pt x="126034" y="94147"/>
                </a:cubicBezTo>
                <a:cubicBezTo>
                  <a:pt x="127643" y="95756"/>
                  <a:pt x="129611" y="96561"/>
                  <a:pt x="131944" y="96561"/>
                </a:cubicBezTo>
                <a:close/>
                <a:moveTo>
                  <a:pt x="61001" y="123217"/>
                </a:moveTo>
                <a:lnTo>
                  <a:pt x="107497" y="123217"/>
                </a:lnTo>
                <a:cubicBezTo>
                  <a:pt x="109911" y="123217"/>
                  <a:pt x="111945" y="122391"/>
                  <a:pt x="113583" y="120752"/>
                </a:cubicBezTo>
                <a:cubicBezTo>
                  <a:pt x="115229" y="119106"/>
                  <a:pt x="116048" y="117072"/>
                  <a:pt x="116048" y="114644"/>
                </a:cubicBezTo>
                <a:lnTo>
                  <a:pt x="116048" y="68902"/>
                </a:lnTo>
                <a:cubicBezTo>
                  <a:pt x="116048" y="66488"/>
                  <a:pt x="115229" y="64447"/>
                  <a:pt x="113583" y="62786"/>
                </a:cubicBezTo>
                <a:cubicBezTo>
                  <a:pt x="111945" y="61148"/>
                  <a:pt x="109911" y="60328"/>
                  <a:pt x="107497" y="60328"/>
                </a:cubicBezTo>
                <a:lnTo>
                  <a:pt x="61001" y="60328"/>
                </a:lnTo>
                <a:cubicBezTo>
                  <a:pt x="58587" y="60328"/>
                  <a:pt x="56561" y="61148"/>
                  <a:pt x="54923" y="62786"/>
                </a:cubicBezTo>
                <a:cubicBezTo>
                  <a:pt x="53277" y="64432"/>
                  <a:pt x="52457" y="66466"/>
                  <a:pt x="52457" y="68902"/>
                </a:cubicBezTo>
                <a:lnTo>
                  <a:pt x="52457" y="114644"/>
                </a:lnTo>
                <a:cubicBezTo>
                  <a:pt x="52457" y="117058"/>
                  <a:pt x="53277" y="119091"/>
                  <a:pt x="54923" y="120752"/>
                </a:cubicBezTo>
                <a:cubicBezTo>
                  <a:pt x="56561" y="122413"/>
                  <a:pt x="58587" y="123232"/>
                  <a:pt x="61001" y="123217"/>
                </a:cubicBezTo>
                <a:close/>
                <a:moveTo>
                  <a:pt x="132171" y="181051"/>
                </a:moveTo>
                <a:lnTo>
                  <a:pt x="164577" y="181051"/>
                </a:lnTo>
                <a:cubicBezTo>
                  <a:pt x="166991" y="181051"/>
                  <a:pt x="169025" y="180232"/>
                  <a:pt x="170664" y="178586"/>
                </a:cubicBezTo>
                <a:cubicBezTo>
                  <a:pt x="172310" y="176947"/>
                  <a:pt x="173129" y="174906"/>
                  <a:pt x="173129" y="172478"/>
                </a:cubicBezTo>
                <a:lnTo>
                  <a:pt x="173129" y="112654"/>
                </a:lnTo>
                <a:cubicBezTo>
                  <a:pt x="173129" y="110240"/>
                  <a:pt x="172310" y="108206"/>
                  <a:pt x="170664" y="106546"/>
                </a:cubicBezTo>
                <a:cubicBezTo>
                  <a:pt x="169025" y="104900"/>
                  <a:pt x="166991" y="104081"/>
                  <a:pt x="164577" y="104081"/>
                </a:cubicBezTo>
                <a:lnTo>
                  <a:pt x="132171" y="104081"/>
                </a:lnTo>
                <a:cubicBezTo>
                  <a:pt x="129757" y="104081"/>
                  <a:pt x="127723" y="104900"/>
                  <a:pt x="126085" y="106546"/>
                </a:cubicBezTo>
                <a:cubicBezTo>
                  <a:pt x="124439" y="108184"/>
                  <a:pt x="123620" y="110225"/>
                  <a:pt x="123620" y="112654"/>
                </a:cubicBezTo>
                <a:lnTo>
                  <a:pt x="123620" y="172478"/>
                </a:lnTo>
                <a:cubicBezTo>
                  <a:pt x="123620" y="174892"/>
                  <a:pt x="124439" y="176925"/>
                  <a:pt x="126085" y="178586"/>
                </a:cubicBezTo>
                <a:cubicBezTo>
                  <a:pt x="127723" y="180247"/>
                  <a:pt x="129757" y="181066"/>
                  <a:pt x="132171" y="181051"/>
                </a:cubicBezTo>
                <a:close/>
                <a:moveTo>
                  <a:pt x="37973" y="45793"/>
                </a:moveTo>
                <a:lnTo>
                  <a:pt x="37973" y="195587"/>
                </a:lnTo>
                <a:lnTo>
                  <a:pt x="37973" y="4579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6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0006" y="129955"/>
                </a:moveTo>
                <a:cubicBezTo>
                  <a:pt x="134768" y="125192"/>
                  <a:pt x="137145" y="119384"/>
                  <a:pt x="137145" y="112530"/>
                </a:cubicBezTo>
                <a:cubicBezTo>
                  <a:pt x="137145" y="105675"/>
                  <a:pt x="134768" y="99874"/>
                  <a:pt x="130006" y="95127"/>
                </a:cubicBezTo>
                <a:cubicBezTo>
                  <a:pt x="125258" y="90387"/>
                  <a:pt x="119450" y="88009"/>
                  <a:pt x="112581" y="88009"/>
                </a:cubicBezTo>
                <a:cubicBezTo>
                  <a:pt x="105705" y="88009"/>
                  <a:pt x="99889" y="90365"/>
                  <a:pt x="95127" y="95076"/>
                </a:cubicBezTo>
                <a:cubicBezTo>
                  <a:pt x="90387" y="99787"/>
                  <a:pt x="88009" y="105580"/>
                  <a:pt x="88009" y="112457"/>
                </a:cubicBezTo>
                <a:cubicBezTo>
                  <a:pt x="88009" y="119311"/>
                  <a:pt x="90387" y="125134"/>
                  <a:pt x="95127" y="129933"/>
                </a:cubicBezTo>
                <a:cubicBezTo>
                  <a:pt x="99874" y="134724"/>
                  <a:pt x="105683" y="137123"/>
                  <a:pt x="112552" y="137123"/>
                </a:cubicBezTo>
                <a:cubicBezTo>
                  <a:pt x="119443" y="137123"/>
                  <a:pt x="125265" y="134739"/>
                  <a:pt x="130028" y="129976"/>
                </a:cubicBezTo>
                <a:close/>
                <a:moveTo>
                  <a:pt x="112705" y="153392"/>
                </a:moveTo>
                <a:cubicBezTo>
                  <a:pt x="101337" y="153392"/>
                  <a:pt x="91674" y="149391"/>
                  <a:pt x="83708" y="141396"/>
                </a:cubicBezTo>
                <a:cubicBezTo>
                  <a:pt x="75749" y="133400"/>
                  <a:pt x="71769" y="123759"/>
                  <a:pt x="71769" y="112479"/>
                </a:cubicBezTo>
                <a:cubicBezTo>
                  <a:pt x="71769" y="101279"/>
                  <a:pt x="75756" y="91689"/>
                  <a:pt x="83737" y="83708"/>
                </a:cubicBezTo>
                <a:cubicBezTo>
                  <a:pt x="91718" y="75734"/>
                  <a:pt x="101330" y="71740"/>
                  <a:pt x="112581" y="71740"/>
                </a:cubicBezTo>
                <a:cubicBezTo>
                  <a:pt x="123824" y="71740"/>
                  <a:pt x="133444" y="75734"/>
                  <a:pt x="141425" y="83708"/>
                </a:cubicBezTo>
                <a:cubicBezTo>
                  <a:pt x="149398" y="91674"/>
                  <a:pt x="153392" y="101308"/>
                  <a:pt x="153392" y="112603"/>
                </a:cubicBezTo>
                <a:cubicBezTo>
                  <a:pt x="153392" y="116209"/>
                  <a:pt x="152778" y="119896"/>
                  <a:pt x="151556" y="123671"/>
                </a:cubicBezTo>
                <a:cubicBezTo>
                  <a:pt x="150335" y="127438"/>
                  <a:pt x="148572" y="131183"/>
                  <a:pt x="146275" y="134907"/>
                </a:cubicBezTo>
                <a:lnTo>
                  <a:pt x="166743" y="155375"/>
                </a:lnTo>
                <a:cubicBezTo>
                  <a:pt x="168367" y="157006"/>
                  <a:pt x="169142" y="158908"/>
                  <a:pt x="169054" y="161088"/>
                </a:cubicBezTo>
                <a:cubicBezTo>
                  <a:pt x="168974" y="163268"/>
                  <a:pt x="168133" y="165177"/>
                  <a:pt x="166545" y="166816"/>
                </a:cubicBezTo>
                <a:cubicBezTo>
                  <a:pt x="164899" y="168425"/>
                  <a:pt x="162990" y="169215"/>
                  <a:pt x="160810" y="169186"/>
                </a:cubicBezTo>
                <a:cubicBezTo>
                  <a:pt x="158615" y="169164"/>
                  <a:pt x="156699" y="168345"/>
                  <a:pt x="155075" y="166721"/>
                </a:cubicBezTo>
                <a:lnTo>
                  <a:pt x="134856" y="146575"/>
                </a:lnTo>
                <a:cubicBezTo>
                  <a:pt x="131140" y="148806"/>
                  <a:pt x="127409" y="150496"/>
                  <a:pt x="123671" y="151659"/>
                </a:cubicBezTo>
                <a:cubicBezTo>
                  <a:pt x="119947" y="152815"/>
                  <a:pt x="116282" y="153392"/>
                  <a:pt x="112676" y="153392"/>
                </a:cubicBezTo>
                <a:close/>
                <a:moveTo>
                  <a:pt x="45815" y="212733"/>
                </a:moveTo>
                <a:cubicBezTo>
                  <a:pt x="41192" y="212733"/>
                  <a:pt x="37176" y="211036"/>
                  <a:pt x="33774" y="207627"/>
                </a:cubicBezTo>
                <a:cubicBezTo>
                  <a:pt x="30365" y="204226"/>
                  <a:pt x="28668" y="200210"/>
                  <a:pt x="28668" y="195587"/>
                </a:cubicBezTo>
                <a:lnTo>
                  <a:pt x="28668" y="161439"/>
                </a:lnTo>
                <a:cubicBezTo>
                  <a:pt x="28668" y="159025"/>
                  <a:pt x="29495" y="156984"/>
                  <a:pt x="31155" y="155324"/>
                </a:cubicBezTo>
                <a:cubicBezTo>
                  <a:pt x="32816" y="153670"/>
                  <a:pt x="34864" y="152844"/>
                  <a:pt x="37293" y="152866"/>
                </a:cubicBezTo>
                <a:cubicBezTo>
                  <a:pt x="39722" y="152866"/>
                  <a:pt x="41748" y="153685"/>
                  <a:pt x="43379" y="155324"/>
                </a:cubicBezTo>
                <a:cubicBezTo>
                  <a:pt x="45003" y="156970"/>
                  <a:pt x="45815" y="159003"/>
                  <a:pt x="45815" y="161439"/>
                </a:cubicBezTo>
                <a:lnTo>
                  <a:pt x="45815" y="195587"/>
                </a:lnTo>
                <a:lnTo>
                  <a:pt x="79962" y="195587"/>
                </a:lnTo>
                <a:cubicBezTo>
                  <a:pt x="82376" y="195587"/>
                  <a:pt x="84417" y="196413"/>
                  <a:pt x="86078" y="198074"/>
                </a:cubicBezTo>
                <a:cubicBezTo>
                  <a:pt x="87731" y="199734"/>
                  <a:pt x="88558" y="201782"/>
                  <a:pt x="88536" y="204211"/>
                </a:cubicBezTo>
                <a:cubicBezTo>
                  <a:pt x="88536" y="206640"/>
                  <a:pt x="87717" y="208673"/>
                  <a:pt x="86078" y="210297"/>
                </a:cubicBezTo>
                <a:cubicBezTo>
                  <a:pt x="84432" y="211921"/>
                  <a:pt x="82398" y="212733"/>
                  <a:pt x="79962" y="212733"/>
                </a:cubicBezTo>
                <a:lnTo>
                  <a:pt x="45815" y="212733"/>
                </a:lnTo>
                <a:close/>
                <a:moveTo>
                  <a:pt x="195608" y="212733"/>
                </a:moveTo>
                <a:lnTo>
                  <a:pt x="161461" y="212733"/>
                </a:lnTo>
                <a:cubicBezTo>
                  <a:pt x="159047" y="212733"/>
                  <a:pt x="157013" y="211907"/>
                  <a:pt x="155353" y="210246"/>
                </a:cubicBezTo>
                <a:cubicBezTo>
                  <a:pt x="153692" y="208586"/>
                  <a:pt x="152873" y="206537"/>
                  <a:pt x="152888" y="204109"/>
                </a:cubicBezTo>
                <a:cubicBezTo>
                  <a:pt x="152888" y="201680"/>
                  <a:pt x="153707" y="199654"/>
                  <a:pt x="155353" y="198022"/>
                </a:cubicBezTo>
                <a:cubicBezTo>
                  <a:pt x="156992" y="196398"/>
                  <a:pt x="159032" y="195587"/>
                  <a:pt x="161461" y="195587"/>
                </a:cubicBezTo>
                <a:lnTo>
                  <a:pt x="195608" y="195587"/>
                </a:lnTo>
                <a:lnTo>
                  <a:pt x="195608" y="161439"/>
                </a:lnTo>
                <a:cubicBezTo>
                  <a:pt x="195608" y="159025"/>
                  <a:pt x="196442" y="156984"/>
                  <a:pt x="198103" y="155324"/>
                </a:cubicBezTo>
                <a:cubicBezTo>
                  <a:pt x="199763" y="153670"/>
                  <a:pt x="201804" y="152844"/>
                  <a:pt x="204233" y="152866"/>
                </a:cubicBezTo>
                <a:cubicBezTo>
                  <a:pt x="206669" y="152866"/>
                  <a:pt x="208703" y="153685"/>
                  <a:pt x="210349" y="155324"/>
                </a:cubicBezTo>
                <a:cubicBezTo>
                  <a:pt x="211987" y="156970"/>
                  <a:pt x="212814" y="159003"/>
                  <a:pt x="212814" y="161439"/>
                </a:cubicBezTo>
                <a:lnTo>
                  <a:pt x="212814" y="195587"/>
                </a:lnTo>
                <a:cubicBezTo>
                  <a:pt x="212814" y="200210"/>
                  <a:pt x="211109" y="204226"/>
                  <a:pt x="207708" y="207627"/>
                </a:cubicBezTo>
                <a:cubicBezTo>
                  <a:pt x="204306" y="211036"/>
                  <a:pt x="200283" y="212733"/>
                  <a:pt x="195638" y="212733"/>
                </a:cubicBezTo>
                <a:close/>
                <a:moveTo>
                  <a:pt x="28668" y="79941"/>
                </a:moveTo>
                <a:lnTo>
                  <a:pt x="28668" y="45793"/>
                </a:lnTo>
                <a:cubicBezTo>
                  <a:pt x="28668" y="41148"/>
                  <a:pt x="30365" y="37125"/>
                  <a:pt x="33774" y="33723"/>
                </a:cubicBezTo>
                <a:cubicBezTo>
                  <a:pt x="37176" y="30314"/>
                  <a:pt x="41192" y="28617"/>
                  <a:pt x="45815" y="28617"/>
                </a:cubicBezTo>
                <a:lnTo>
                  <a:pt x="79962" y="28617"/>
                </a:lnTo>
                <a:cubicBezTo>
                  <a:pt x="82376" y="28617"/>
                  <a:pt x="84417" y="29451"/>
                  <a:pt x="86078" y="31133"/>
                </a:cubicBezTo>
                <a:cubicBezTo>
                  <a:pt x="87717" y="32809"/>
                  <a:pt x="88536" y="34864"/>
                  <a:pt x="88536" y="37293"/>
                </a:cubicBezTo>
                <a:cubicBezTo>
                  <a:pt x="88536" y="39722"/>
                  <a:pt x="87717" y="41748"/>
                  <a:pt x="86078" y="43379"/>
                </a:cubicBezTo>
                <a:cubicBezTo>
                  <a:pt x="84432" y="45003"/>
                  <a:pt x="82398" y="45815"/>
                  <a:pt x="79962" y="45815"/>
                </a:cubicBezTo>
                <a:lnTo>
                  <a:pt x="45815" y="45815"/>
                </a:lnTo>
                <a:lnTo>
                  <a:pt x="45815" y="79962"/>
                </a:lnTo>
                <a:cubicBezTo>
                  <a:pt x="45815" y="82376"/>
                  <a:pt x="44988" y="84417"/>
                  <a:pt x="43328" y="86078"/>
                </a:cubicBezTo>
                <a:cubicBezTo>
                  <a:pt x="41667" y="87731"/>
                  <a:pt x="39619" y="88550"/>
                  <a:pt x="37190" y="88514"/>
                </a:cubicBezTo>
                <a:cubicBezTo>
                  <a:pt x="34762" y="88514"/>
                  <a:pt x="32728" y="87695"/>
                  <a:pt x="31104" y="86049"/>
                </a:cubicBezTo>
                <a:cubicBezTo>
                  <a:pt x="29480" y="84410"/>
                  <a:pt x="28668" y="82369"/>
                  <a:pt x="28668" y="79941"/>
                </a:cubicBezTo>
                <a:close/>
                <a:moveTo>
                  <a:pt x="195587" y="79941"/>
                </a:moveTo>
                <a:lnTo>
                  <a:pt x="195587" y="45793"/>
                </a:lnTo>
                <a:lnTo>
                  <a:pt x="161461" y="45793"/>
                </a:lnTo>
                <a:cubicBezTo>
                  <a:pt x="159047" y="45793"/>
                  <a:pt x="157013" y="44959"/>
                  <a:pt x="155353" y="43299"/>
                </a:cubicBezTo>
                <a:cubicBezTo>
                  <a:pt x="153692" y="41638"/>
                  <a:pt x="152873" y="39604"/>
                  <a:pt x="152888" y="37190"/>
                </a:cubicBezTo>
                <a:cubicBezTo>
                  <a:pt x="152888" y="34762"/>
                  <a:pt x="153707" y="32721"/>
                  <a:pt x="155353" y="31082"/>
                </a:cubicBezTo>
                <a:cubicBezTo>
                  <a:pt x="156992" y="29436"/>
                  <a:pt x="159032" y="28617"/>
                  <a:pt x="161461" y="28617"/>
                </a:cubicBezTo>
                <a:lnTo>
                  <a:pt x="195608" y="28617"/>
                </a:lnTo>
                <a:cubicBezTo>
                  <a:pt x="200254" y="28617"/>
                  <a:pt x="204277" y="30314"/>
                  <a:pt x="207679" y="33723"/>
                </a:cubicBezTo>
                <a:cubicBezTo>
                  <a:pt x="211087" y="37125"/>
                  <a:pt x="212785" y="41148"/>
                  <a:pt x="212785" y="45793"/>
                </a:cubicBezTo>
                <a:lnTo>
                  <a:pt x="212785" y="79941"/>
                </a:lnTo>
                <a:cubicBezTo>
                  <a:pt x="212785" y="82355"/>
                  <a:pt x="211951" y="84388"/>
                  <a:pt x="210268" y="86049"/>
                </a:cubicBezTo>
                <a:cubicBezTo>
                  <a:pt x="208593" y="87695"/>
                  <a:pt x="206537" y="88514"/>
                  <a:pt x="204109" y="88514"/>
                </a:cubicBezTo>
                <a:cubicBezTo>
                  <a:pt x="201680" y="88514"/>
                  <a:pt x="199654" y="87695"/>
                  <a:pt x="198022" y="86049"/>
                </a:cubicBezTo>
                <a:cubicBezTo>
                  <a:pt x="196398" y="84410"/>
                  <a:pt x="195587" y="82369"/>
                  <a:pt x="195587" y="7994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8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1945" y="195484"/>
                </a:moveTo>
                <a:lnTo>
                  <a:pt x="101945" y="170664"/>
                </a:lnTo>
                <a:lnTo>
                  <a:pt x="98170" y="170664"/>
                </a:lnTo>
                <a:cubicBezTo>
                  <a:pt x="84505" y="170495"/>
                  <a:pt x="73006" y="165667"/>
                  <a:pt x="63672" y="156180"/>
                </a:cubicBezTo>
                <a:cubicBezTo>
                  <a:pt x="54315" y="146677"/>
                  <a:pt x="49641" y="135112"/>
                  <a:pt x="49641" y="121484"/>
                </a:cubicBezTo>
                <a:cubicBezTo>
                  <a:pt x="49641" y="111389"/>
                  <a:pt x="52487" y="102186"/>
                  <a:pt x="58185" y="93869"/>
                </a:cubicBezTo>
                <a:cubicBezTo>
                  <a:pt x="63891" y="85573"/>
                  <a:pt x="71418" y="79648"/>
                  <a:pt x="80767" y="76093"/>
                </a:cubicBezTo>
                <a:cubicBezTo>
                  <a:pt x="81352" y="69355"/>
                  <a:pt x="84205" y="63789"/>
                  <a:pt x="89319" y="59392"/>
                </a:cubicBezTo>
                <a:cubicBezTo>
                  <a:pt x="94432" y="55003"/>
                  <a:pt x="100408" y="52896"/>
                  <a:pt x="107248" y="53086"/>
                </a:cubicBezTo>
                <a:lnTo>
                  <a:pt x="104834" y="46195"/>
                </a:lnTo>
                <a:cubicBezTo>
                  <a:pt x="103912" y="44030"/>
                  <a:pt x="104008" y="41953"/>
                  <a:pt x="105112" y="39956"/>
                </a:cubicBezTo>
                <a:cubicBezTo>
                  <a:pt x="106202" y="37981"/>
                  <a:pt x="107760" y="36517"/>
                  <a:pt x="109787" y="35581"/>
                </a:cubicBezTo>
                <a:lnTo>
                  <a:pt x="113005" y="34323"/>
                </a:lnTo>
                <a:lnTo>
                  <a:pt x="112756" y="33321"/>
                </a:lnTo>
                <a:cubicBezTo>
                  <a:pt x="111915" y="31038"/>
                  <a:pt x="112018" y="28800"/>
                  <a:pt x="113056" y="26605"/>
                </a:cubicBezTo>
                <a:cubicBezTo>
                  <a:pt x="114095" y="24411"/>
                  <a:pt x="116107" y="22750"/>
                  <a:pt x="119091" y="21624"/>
                </a:cubicBezTo>
                <a:cubicBezTo>
                  <a:pt x="121374" y="20753"/>
                  <a:pt x="123627" y="20790"/>
                  <a:pt x="125858" y="21726"/>
                </a:cubicBezTo>
                <a:cubicBezTo>
                  <a:pt x="128082" y="22662"/>
                  <a:pt x="129633" y="24308"/>
                  <a:pt x="130510" y="26657"/>
                </a:cubicBezTo>
                <a:lnTo>
                  <a:pt x="131008" y="27915"/>
                </a:lnTo>
                <a:lnTo>
                  <a:pt x="134029" y="26905"/>
                </a:lnTo>
                <a:cubicBezTo>
                  <a:pt x="135990" y="26203"/>
                  <a:pt x="137979" y="26284"/>
                  <a:pt x="139991" y="27161"/>
                </a:cubicBezTo>
                <a:cubicBezTo>
                  <a:pt x="142003" y="28032"/>
                  <a:pt x="143444" y="29473"/>
                  <a:pt x="144314" y="31485"/>
                </a:cubicBezTo>
                <a:lnTo>
                  <a:pt x="168001" y="92962"/>
                </a:lnTo>
                <a:cubicBezTo>
                  <a:pt x="168871" y="95178"/>
                  <a:pt x="168813" y="97307"/>
                  <a:pt x="167825" y="99355"/>
                </a:cubicBezTo>
                <a:cubicBezTo>
                  <a:pt x="166816" y="101396"/>
                  <a:pt x="165228" y="102837"/>
                  <a:pt x="163048" y="103678"/>
                </a:cubicBezTo>
                <a:lnTo>
                  <a:pt x="159603" y="104937"/>
                </a:lnTo>
                <a:lnTo>
                  <a:pt x="160108" y="106195"/>
                </a:lnTo>
                <a:cubicBezTo>
                  <a:pt x="160942" y="108536"/>
                  <a:pt x="160810" y="110796"/>
                  <a:pt x="159705" y="112954"/>
                </a:cubicBezTo>
                <a:cubicBezTo>
                  <a:pt x="158594" y="115119"/>
                  <a:pt x="156553" y="116721"/>
                  <a:pt x="153568" y="117760"/>
                </a:cubicBezTo>
                <a:cubicBezTo>
                  <a:pt x="151351" y="118631"/>
                  <a:pt x="149194" y="118557"/>
                  <a:pt x="147079" y="117533"/>
                </a:cubicBezTo>
                <a:cubicBezTo>
                  <a:pt x="144965" y="116509"/>
                  <a:pt x="143466" y="114907"/>
                  <a:pt x="142581" y="112727"/>
                </a:cubicBezTo>
                <a:lnTo>
                  <a:pt x="142076" y="111220"/>
                </a:lnTo>
                <a:lnTo>
                  <a:pt x="138301" y="112479"/>
                </a:lnTo>
                <a:cubicBezTo>
                  <a:pt x="136143" y="113400"/>
                  <a:pt x="134088" y="113408"/>
                  <a:pt x="132142" y="112500"/>
                </a:cubicBezTo>
                <a:cubicBezTo>
                  <a:pt x="130196" y="111601"/>
                  <a:pt x="128806" y="110064"/>
                  <a:pt x="127965" y="107899"/>
                </a:cubicBezTo>
                <a:lnTo>
                  <a:pt x="124446" y="98624"/>
                </a:lnTo>
                <a:cubicBezTo>
                  <a:pt x="122003" y="101235"/>
                  <a:pt x="119157" y="103122"/>
                  <a:pt x="115924" y="104278"/>
                </a:cubicBezTo>
                <a:cubicBezTo>
                  <a:pt x="112691" y="105434"/>
                  <a:pt x="109238" y="105968"/>
                  <a:pt x="105566" y="105866"/>
                </a:cubicBezTo>
                <a:cubicBezTo>
                  <a:pt x="101103" y="105763"/>
                  <a:pt x="96948" y="104476"/>
                  <a:pt x="93093" y="101996"/>
                </a:cubicBezTo>
                <a:cubicBezTo>
                  <a:pt x="89253" y="99509"/>
                  <a:pt x="86202" y="96283"/>
                  <a:pt x="83935" y="92311"/>
                </a:cubicBezTo>
                <a:cubicBezTo>
                  <a:pt x="78470" y="95076"/>
                  <a:pt x="74125" y="99092"/>
                  <a:pt x="70884" y="104359"/>
                </a:cubicBezTo>
                <a:cubicBezTo>
                  <a:pt x="67651" y="109618"/>
                  <a:pt x="66034" y="115346"/>
                  <a:pt x="66034" y="121527"/>
                </a:cubicBezTo>
                <a:cubicBezTo>
                  <a:pt x="66034" y="130649"/>
                  <a:pt x="69216" y="138396"/>
                  <a:pt x="75588" y="144768"/>
                </a:cubicBezTo>
                <a:cubicBezTo>
                  <a:pt x="81960" y="151139"/>
                  <a:pt x="89706" y="154321"/>
                  <a:pt x="98821" y="154321"/>
                </a:cubicBezTo>
                <a:lnTo>
                  <a:pt x="178535" y="154321"/>
                </a:lnTo>
                <a:cubicBezTo>
                  <a:pt x="180854" y="154321"/>
                  <a:pt x="182792" y="155119"/>
                  <a:pt x="184372" y="156714"/>
                </a:cubicBezTo>
                <a:cubicBezTo>
                  <a:pt x="185945" y="158301"/>
                  <a:pt x="186735" y="160254"/>
                  <a:pt x="186735" y="162566"/>
                </a:cubicBezTo>
                <a:cubicBezTo>
                  <a:pt x="186735" y="164885"/>
                  <a:pt x="185945" y="166830"/>
                  <a:pt x="184372" y="168403"/>
                </a:cubicBezTo>
                <a:cubicBezTo>
                  <a:pt x="182792" y="169961"/>
                  <a:pt x="180854" y="170744"/>
                  <a:pt x="178535" y="170744"/>
                </a:cubicBezTo>
                <a:lnTo>
                  <a:pt x="128396" y="170744"/>
                </a:lnTo>
                <a:lnTo>
                  <a:pt x="128396" y="195557"/>
                </a:lnTo>
                <a:lnTo>
                  <a:pt x="183568" y="195557"/>
                </a:lnTo>
                <a:cubicBezTo>
                  <a:pt x="185879" y="195557"/>
                  <a:pt x="187825" y="196355"/>
                  <a:pt x="189398" y="197949"/>
                </a:cubicBezTo>
                <a:cubicBezTo>
                  <a:pt x="190978" y="199544"/>
                  <a:pt x="191761" y="201497"/>
                  <a:pt x="191761" y="203809"/>
                </a:cubicBezTo>
                <a:cubicBezTo>
                  <a:pt x="191761" y="206120"/>
                  <a:pt x="190978" y="208066"/>
                  <a:pt x="189398" y="209639"/>
                </a:cubicBezTo>
                <a:cubicBezTo>
                  <a:pt x="187825" y="211204"/>
                  <a:pt x="185879" y="211980"/>
                  <a:pt x="183568" y="211980"/>
                </a:cubicBezTo>
                <a:lnTo>
                  <a:pt x="57834" y="211980"/>
                </a:lnTo>
                <a:cubicBezTo>
                  <a:pt x="55522" y="211980"/>
                  <a:pt x="53577" y="211183"/>
                  <a:pt x="52004" y="209595"/>
                </a:cubicBezTo>
                <a:cubicBezTo>
                  <a:pt x="50424" y="208000"/>
                  <a:pt x="49641" y="206047"/>
                  <a:pt x="49641" y="203736"/>
                </a:cubicBezTo>
                <a:cubicBezTo>
                  <a:pt x="49641" y="201417"/>
                  <a:pt x="50424" y="199478"/>
                  <a:pt x="52004" y="197898"/>
                </a:cubicBezTo>
                <a:cubicBezTo>
                  <a:pt x="53577" y="196340"/>
                  <a:pt x="55522" y="195557"/>
                  <a:pt x="57834" y="195557"/>
                </a:cubicBezTo>
                <a:lnTo>
                  <a:pt x="101945" y="195557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048" y="88185"/>
                </a:moveTo>
                <a:cubicBezTo>
                  <a:pt x="118477" y="85793"/>
                  <a:pt x="119699" y="82815"/>
                  <a:pt x="119699" y="79260"/>
                </a:cubicBezTo>
                <a:cubicBezTo>
                  <a:pt x="119699" y="75705"/>
                  <a:pt x="118499" y="72713"/>
                  <a:pt x="116100" y="70284"/>
                </a:cubicBezTo>
                <a:cubicBezTo>
                  <a:pt x="113700" y="67856"/>
                  <a:pt x="110723" y="66634"/>
                  <a:pt x="107175" y="66634"/>
                </a:cubicBezTo>
                <a:cubicBezTo>
                  <a:pt x="103620" y="66634"/>
                  <a:pt x="100628" y="67834"/>
                  <a:pt x="98192" y="70233"/>
                </a:cubicBezTo>
                <a:cubicBezTo>
                  <a:pt x="95763" y="72633"/>
                  <a:pt x="94549" y="75603"/>
                  <a:pt x="94549" y="79158"/>
                </a:cubicBezTo>
                <a:cubicBezTo>
                  <a:pt x="94549" y="82713"/>
                  <a:pt x="95749" y="85705"/>
                  <a:pt x="98148" y="88134"/>
                </a:cubicBezTo>
                <a:cubicBezTo>
                  <a:pt x="100540" y="90569"/>
                  <a:pt x="103517" y="91784"/>
                  <a:pt x="107073" y="91784"/>
                </a:cubicBezTo>
                <a:cubicBezTo>
                  <a:pt x="110628" y="91784"/>
                  <a:pt x="113620" y="90584"/>
                  <a:pt x="116048" y="8818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40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2733"/>
                </a:moveTo>
                <a:cubicBezTo>
                  <a:pt x="35574" y="212733"/>
                  <a:pt x="30124" y="209178"/>
                  <a:pt x="26905" y="202075"/>
                </a:cubicBezTo>
                <a:cubicBezTo>
                  <a:pt x="23687" y="194965"/>
                  <a:pt x="24733" y="188469"/>
                  <a:pt x="30051" y="182587"/>
                </a:cubicBezTo>
                <a:lnTo>
                  <a:pt x="92062" y="112603"/>
                </a:lnTo>
                <a:lnTo>
                  <a:pt x="92062" y="46269"/>
                </a:lnTo>
                <a:lnTo>
                  <a:pt x="80365" y="46269"/>
                </a:lnTo>
                <a:cubicBezTo>
                  <a:pt x="77951" y="46269"/>
                  <a:pt x="75924" y="45442"/>
                  <a:pt x="74279" y="43781"/>
                </a:cubicBezTo>
                <a:cubicBezTo>
                  <a:pt x="72640" y="42121"/>
                  <a:pt x="71821" y="40073"/>
                  <a:pt x="71821" y="37644"/>
                </a:cubicBezTo>
                <a:cubicBezTo>
                  <a:pt x="71821" y="35215"/>
                  <a:pt x="72640" y="33182"/>
                  <a:pt x="74279" y="31558"/>
                </a:cubicBezTo>
                <a:cubicBezTo>
                  <a:pt x="75924" y="29934"/>
                  <a:pt x="77951" y="29122"/>
                  <a:pt x="80365" y="29122"/>
                </a:cubicBezTo>
                <a:lnTo>
                  <a:pt x="161088" y="29122"/>
                </a:lnTo>
                <a:cubicBezTo>
                  <a:pt x="163502" y="29122"/>
                  <a:pt x="165543" y="29948"/>
                  <a:pt x="167218" y="31609"/>
                </a:cubicBezTo>
                <a:cubicBezTo>
                  <a:pt x="168879" y="33270"/>
                  <a:pt x="169713" y="35310"/>
                  <a:pt x="169713" y="37746"/>
                </a:cubicBezTo>
                <a:cubicBezTo>
                  <a:pt x="169713" y="40175"/>
                  <a:pt x="168879" y="42201"/>
                  <a:pt x="167218" y="43833"/>
                </a:cubicBezTo>
                <a:cubicBezTo>
                  <a:pt x="165565" y="45457"/>
                  <a:pt x="163517" y="46269"/>
                  <a:pt x="161088" y="46269"/>
                </a:cubicBezTo>
                <a:lnTo>
                  <a:pt x="149442" y="46269"/>
                </a:lnTo>
                <a:lnTo>
                  <a:pt x="149442" y="112603"/>
                </a:lnTo>
                <a:lnTo>
                  <a:pt x="211453" y="182587"/>
                </a:lnTo>
                <a:cubicBezTo>
                  <a:pt x="216720" y="188469"/>
                  <a:pt x="217737" y="194965"/>
                  <a:pt x="214518" y="202075"/>
                </a:cubicBezTo>
                <a:cubicBezTo>
                  <a:pt x="211300" y="209178"/>
                  <a:pt x="205857" y="212733"/>
                  <a:pt x="198176" y="212733"/>
                </a:cubicBezTo>
                <a:lnTo>
                  <a:pt x="43255" y="212733"/>
                </a:lnTo>
                <a:close/>
                <a:moveTo>
                  <a:pt x="41441" y="195608"/>
                </a:moveTo>
                <a:lnTo>
                  <a:pt x="200034" y="195608"/>
                </a:lnTo>
                <a:lnTo>
                  <a:pt x="132244" y="118938"/>
                </a:lnTo>
                <a:lnTo>
                  <a:pt x="132244" y="46291"/>
                </a:lnTo>
                <a:lnTo>
                  <a:pt x="109187" y="46291"/>
                </a:lnTo>
                <a:lnTo>
                  <a:pt x="109187" y="118938"/>
                </a:lnTo>
                <a:lnTo>
                  <a:pt x="41441" y="195587"/>
                </a:lnTo>
                <a:close/>
                <a:moveTo>
                  <a:pt x="120196" y="12095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2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360" y="149391"/>
                </a:moveTo>
                <a:cubicBezTo>
                  <a:pt x="71682" y="149391"/>
                  <a:pt x="57519" y="143575"/>
                  <a:pt x="45866" y="131944"/>
                </a:cubicBezTo>
                <a:cubicBezTo>
                  <a:pt x="34213" y="120306"/>
                  <a:pt x="28390" y="106217"/>
                  <a:pt x="28390" y="89670"/>
                </a:cubicBezTo>
                <a:cubicBezTo>
                  <a:pt x="28390" y="86319"/>
                  <a:pt x="28661" y="83174"/>
                  <a:pt x="29195" y="80240"/>
                </a:cubicBezTo>
                <a:cubicBezTo>
                  <a:pt x="29729" y="77307"/>
                  <a:pt x="30636" y="74205"/>
                  <a:pt x="31909" y="70935"/>
                </a:cubicBezTo>
                <a:cubicBezTo>
                  <a:pt x="32450" y="69560"/>
                  <a:pt x="33262" y="68478"/>
                  <a:pt x="34352" y="67695"/>
                </a:cubicBezTo>
                <a:cubicBezTo>
                  <a:pt x="35442" y="66919"/>
                  <a:pt x="36605" y="66371"/>
                  <a:pt x="37842" y="66034"/>
                </a:cubicBezTo>
                <a:cubicBezTo>
                  <a:pt x="39085" y="65698"/>
                  <a:pt x="40358" y="65705"/>
                  <a:pt x="41667" y="66056"/>
                </a:cubicBezTo>
                <a:cubicBezTo>
                  <a:pt x="42977" y="66407"/>
                  <a:pt x="44176" y="67132"/>
                  <a:pt x="45259" y="68222"/>
                </a:cubicBezTo>
                <a:lnTo>
                  <a:pt x="73298" y="96283"/>
                </a:lnTo>
                <a:lnTo>
                  <a:pt x="96436" y="74659"/>
                </a:lnTo>
                <a:lnTo>
                  <a:pt x="67139" y="45362"/>
                </a:lnTo>
                <a:cubicBezTo>
                  <a:pt x="66020" y="44294"/>
                  <a:pt x="65288" y="43116"/>
                  <a:pt x="64952" y="41843"/>
                </a:cubicBezTo>
                <a:cubicBezTo>
                  <a:pt x="64615" y="40570"/>
                  <a:pt x="64615" y="39305"/>
                  <a:pt x="64952" y="38046"/>
                </a:cubicBezTo>
                <a:cubicBezTo>
                  <a:pt x="65288" y="36788"/>
                  <a:pt x="65829" y="35669"/>
                  <a:pt x="66590" y="34674"/>
                </a:cubicBezTo>
                <a:cubicBezTo>
                  <a:pt x="67344" y="33686"/>
                  <a:pt x="68419" y="32882"/>
                  <a:pt x="69831" y="32260"/>
                </a:cubicBezTo>
                <a:cubicBezTo>
                  <a:pt x="73050" y="31002"/>
                  <a:pt x="76107" y="30051"/>
                  <a:pt x="79011" y="29392"/>
                </a:cubicBezTo>
                <a:cubicBezTo>
                  <a:pt x="81894" y="28741"/>
                  <a:pt x="85003" y="28412"/>
                  <a:pt x="88338" y="28412"/>
                </a:cubicBezTo>
                <a:cubicBezTo>
                  <a:pt x="105339" y="28412"/>
                  <a:pt x="119786" y="34367"/>
                  <a:pt x="131688" y="46269"/>
                </a:cubicBezTo>
                <a:cubicBezTo>
                  <a:pt x="143590" y="58170"/>
                  <a:pt x="149545" y="72633"/>
                  <a:pt x="149545" y="89648"/>
                </a:cubicBezTo>
                <a:cubicBezTo>
                  <a:pt x="149545" y="93605"/>
                  <a:pt x="149157" y="97475"/>
                  <a:pt x="148389" y="101264"/>
                </a:cubicBezTo>
                <a:cubicBezTo>
                  <a:pt x="147613" y="105054"/>
                  <a:pt x="146575" y="108872"/>
                  <a:pt x="145265" y="112727"/>
                </a:cubicBezTo>
                <a:lnTo>
                  <a:pt x="201592" y="169032"/>
                </a:lnTo>
                <a:cubicBezTo>
                  <a:pt x="206406" y="173707"/>
                  <a:pt x="208761" y="179376"/>
                  <a:pt x="208659" y="186033"/>
                </a:cubicBezTo>
                <a:cubicBezTo>
                  <a:pt x="208564" y="192682"/>
                  <a:pt x="206047" y="198308"/>
                  <a:pt x="201117" y="202902"/>
                </a:cubicBezTo>
                <a:cubicBezTo>
                  <a:pt x="196494" y="207210"/>
                  <a:pt x="191007" y="209324"/>
                  <a:pt x="184672" y="209237"/>
                </a:cubicBezTo>
                <a:cubicBezTo>
                  <a:pt x="178337" y="209156"/>
                  <a:pt x="172865" y="206815"/>
                  <a:pt x="168250" y="202221"/>
                </a:cubicBezTo>
                <a:lnTo>
                  <a:pt x="111374" y="145090"/>
                </a:lnTo>
                <a:cubicBezTo>
                  <a:pt x="107599" y="146399"/>
                  <a:pt x="103847" y="147438"/>
                  <a:pt x="100109" y="148213"/>
                </a:cubicBezTo>
                <a:cubicBezTo>
                  <a:pt x="96385" y="148996"/>
                  <a:pt x="92464" y="149391"/>
                  <a:pt x="88338" y="149391"/>
                </a:cubicBezTo>
                <a:close/>
                <a:moveTo>
                  <a:pt x="88360" y="132924"/>
                </a:moveTo>
                <a:cubicBezTo>
                  <a:pt x="92552" y="132924"/>
                  <a:pt x="97000" y="132252"/>
                  <a:pt x="101689" y="130913"/>
                </a:cubicBezTo>
                <a:cubicBezTo>
                  <a:pt x="106385" y="129567"/>
                  <a:pt x="110489" y="127555"/>
                  <a:pt x="114015" y="124878"/>
                </a:cubicBezTo>
                <a:lnTo>
                  <a:pt x="180020" y="190883"/>
                </a:lnTo>
                <a:cubicBezTo>
                  <a:pt x="181358" y="192258"/>
                  <a:pt x="183041" y="192946"/>
                  <a:pt x="185053" y="192946"/>
                </a:cubicBezTo>
                <a:cubicBezTo>
                  <a:pt x="187064" y="192946"/>
                  <a:pt x="188739" y="192265"/>
                  <a:pt x="190078" y="190912"/>
                </a:cubicBezTo>
                <a:cubicBezTo>
                  <a:pt x="191417" y="189551"/>
                  <a:pt x="192090" y="187876"/>
                  <a:pt x="192090" y="185879"/>
                </a:cubicBezTo>
                <a:cubicBezTo>
                  <a:pt x="192090" y="183882"/>
                  <a:pt x="191417" y="182200"/>
                  <a:pt x="190078" y="180824"/>
                </a:cubicBezTo>
                <a:lnTo>
                  <a:pt x="125075" y="115822"/>
                </a:lnTo>
                <a:cubicBezTo>
                  <a:pt x="127760" y="112303"/>
                  <a:pt x="129772" y="108155"/>
                  <a:pt x="131110" y="103378"/>
                </a:cubicBezTo>
                <a:cubicBezTo>
                  <a:pt x="132449" y="98594"/>
                  <a:pt x="133122" y="94030"/>
                  <a:pt x="133122" y="89670"/>
                </a:cubicBezTo>
                <a:cubicBezTo>
                  <a:pt x="133122" y="77095"/>
                  <a:pt x="128470" y="66451"/>
                  <a:pt x="119165" y="57739"/>
                </a:cubicBezTo>
                <a:cubicBezTo>
                  <a:pt x="109860" y="49019"/>
                  <a:pt x="99260" y="44579"/>
                  <a:pt x="87358" y="44411"/>
                </a:cubicBezTo>
                <a:lnTo>
                  <a:pt x="112230" y="69780"/>
                </a:lnTo>
                <a:cubicBezTo>
                  <a:pt x="113934" y="71521"/>
                  <a:pt x="114746" y="73591"/>
                  <a:pt x="114666" y="75990"/>
                </a:cubicBezTo>
                <a:cubicBezTo>
                  <a:pt x="114585" y="78390"/>
                  <a:pt x="113686" y="80445"/>
                  <a:pt x="111974" y="82150"/>
                </a:cubicBezTo>
                <a:lnTo>
                  <a:pt x="80087" y="112025"/>
                </a:lnTo>
                <a:cubicBezTo>
                  <a:pt x="78280" y="113598"/>
                  <a:pt x="76195" y="114388"/>
                  <a:pt x="73832" y="114388"/>
                </a:cubicBezTo>
                <a:cubicBezTo>
                  <a:pt x="71462" y="114388"/>
                  <a:pt x="69509" y="113598"/>
                  <a:pt x="67973" y="112025"/>
                </a:cubicBezTo>
                <a:lnTo>
                  <a:pt x="44103" y="88412"/>
                </a:lnTo>
                <a:cubicBezTo>
                  <a:pt x="44608" y="101323"/>
                  <a:pt x="49195" y="111966"/>
                  <a:pt x="57863" y="120350"/>
                </a:cubicBezTo>
                <a:cubicBezTo>
                  <a:pt x="66524" y="128733"/>
                  <a:pt x="76693" y="132924"/>
                  <a:pt x="88360" y="132924"/>
                </a:cubicBezTo>
                <a:close/>
                <a:moveTo>
                  <a:pt x="118440" y="11904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4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815" y="222792"/>
                </a:moveTo>
                <a:cubicBezTo>
                  <a:pt x="41053" y="222792"/>
                  <a:pt x="37015" y="221124"/>
                  <a:pt x="33694" y="217788"/>
                </a:cubicBezTo>
                <a:cubicBezTo>
                  <a:pt x="30380" y="214452"/>
                  <a:pt x="28705" y="210414"/>
                  <a:pt x="28690" y="205667"/>
                </a:cubicBezTo>
                <a:lnTo>
                  <a:pt x="28690" y="84513"/>
                </a:lnTo>
                <a:cubicBezTo>
                  <a:pt x="25808" y="83305"/>
                  <a:pt x="23409" y="81330"/>
                  <a:pt x="21499" y="78580"/>
                </a:cubicBezTo>
                <a:cubicBezTo>
                  <a:pt x="19590" y="75815"/>
                  <a:pt x="18632" y="72684"/>
                  <a:pt x="18632" y="69180"/>
                </a:cubicBezTo>
                <a:lnTo>
                  <a:pt x="18632" y="35786"/>
                </a:lnTo>
                <a:cubicBezTo>
                  <a:pt x="18632" y="31024"/>
                  <a:pt x="20300" y="26964"/>
                  <a:pt x="23635" y="23613"/>
                </a:cubicBezTo>
                <a:cubicBezTo>
                  <a:pt x="26971" y="20256"/>
                  <a:pt x="31016" y="18581"/>
                  <a:pt x="35757" y="18581"/>
                </a:cubicBezTo>
                <a:lnTo>
                  <a:pt x="205667" y="18581"/>
                </a:lnTo>
                <a:cubicBezTo>
                  <a:pt x="210429" y="18581"/>
                  <a:pt x="214489" y="20256"/>
                  <a:pt x="217839" y="23613"/>
                </a:cubicBezTo>
                <a:cubicBezTo>
                  <a:pt x="221190" y="26964"/>
                  <a:pt x="222872" y="31024"/>
                  <a:pt x="222872" y="35786"/>
                </a:cubicBezTo>
                <a:lnTo>
                  <a:pt x="222872" y="69180"/>
                </a:lnTo>
                <a:cubicBezTo>
                  <a:pt x="222872" y="72684"/>
                  <a:pt x="221907" y="75815"/>
                  <a:pt x="219975" y="78580"/>
                </a:cubicBezTo>
                <a:cubicBezTo>
                  <a:pt x="218051" y="81345"/>
                  <a:pt x="215659" y="83335"/>
                  <a:pt x="212814" y="84542"/>
                </a:cubicBezTo>
                <a:lnTo>
                  <a:pt x="212814" y="205696"/>
                </a:lnTo>
                <a:cubicBezTo>
                  <a:pt x="212814" y="210458"/>
                  <a:pt x="211131" y="214496"/>
                  <a:pt x="207781" y="217817"/>
                </a:cubicBezTo>
                <a:cubicBezTo>
                  <a:pt x="204431" y="221131"/>
                  <a:pt x="200371" y="222799"/>
                  <a:pt x="195608" y="222821"/>
                </a:cubicBezTo>
                <a:lnTo>
                  <a:pt x="45815" y="222821"/>
                </a:lnTo>
                <a:close/>
                <a:moveTo>
                  <a:pt x="45815" y="86275"/>
                </a:moveTo>
                <a:lnTo>
                  <a:pt x="45815" y="205718"/>
                </a:lnTo>
                <a:lnTo>
                  <a:pt x="195660" y="205718"/>
                </a:lnTo>
                <a:lnTo>
                  <a:pt x="195660" y="86275"/>
                </a:lnTo>
                <a:lnTo>
                  <a:pt x="45815" y="86275"/>
                </a:lnTo>
                <a:close/>
                <a:moveTo>
                  <a:pt x="35757" y="69151"/>
                </a:moveTo>
                <a:lnTo>
                  <a:pt x="205718" y="69151"/>
                </a:lnTo>
                <a:lnTo>
                  <a:pt x="205718" y="35757"/>
                </a:lnTo>
                <a:lnTo>
                  <a:pt x="35757" y="35757"/>
                </a:lnTo>
                <a:lnTo>
                  <a:pt x="35757" y="69151"/>
                </a:lnTo>
                <a:close/>
                <a:moveTo>
                  <a:pt x="97892" y="136867"/>
                </a:moveTo>
                <a:lnTo>
                  <a:pt x="143583" y="136867"/>
                </a:lnTo>
                <a:cubicBezTo>
                  <a:pt x="145865" y="136867"/>
                  <a:pt x="147789" y="136085"/>
                  <a:pt x="149369" y="134505"/>
                </a:cubicBezTo>
                <a:cubicBezTo>
                  <a:pt x="150942" y="132932"/>
                  <a:pt x="151732" y="130986"/>
                  <a:pt x="151732" y="128674"/>
                </a:cubicBezTo>
                <a:cubicBezTo>
                  <a:pt x="151732" y="126377"/>
                  <a:pt x="150942" y="124453"/>
                  <a:pt x="149369" y="122917"/>
                </a:cubicBezTo>
                <a:cubicBezTo>
                  <a:pt x="147789" y="121374"/>
                  <a:pt x="145865" y="120598"/>
                  <a:pt x="143583" y="120598"/>
                </a:cubicBezTo>
                <a:lnTo>
                  <a:pt x="97892" y="120598"/>
                </a:lnTo>
                <a:cubicBezTo>
                  <a:pt x="95617" y="120598"/>
                  <a:pt x="93686" y="121388"/>
                  <a:pt x="92113" y="122961"/>
                </a:cubicBezTo>
                <a:cubicBezTo>
                  <a:pt x="90533" y="124541"/>
                  <a:pt x="89743" y="126487"/>
                  <a:pt x="89743" y="128799"/>
                </a:cubicBezTo>
                <a:cubicBezTo>
                  <a:pt x="89743" y="131096"/>
                  <a:pt x="90533" y="133020"/>
                  <a:pt x="92113" y="134585"/>
                </a:cubicBezTo>
                <a:cubicBezTo>
                  <a:pt x="93686" y="136121"/>
                  <a:pt x="95617" y="136897"/>
                  <a:pt x="97892" y="136897"/>
                </a:cubicBezTo>
                <a:close/>
                <a:moveTo>
                  <a:pt x="120774" y="14597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6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7051"/>
                </a:moveTo>
                <a:lnTo>
                  <a:pt x="35859" y="80943"/>
                </a:lnTo>
                <a:lnTo>
                  <a:pt x="35859" y="195484"/>
                </a:lnTo>
                <a:lnTo>
                  <a:pt x="64703" y="195484"/>
                </a:lnTo>
                <a:lnTo>
                  <a:pt x="64703" y="134256"/>
                </a:lnTo>
                <a:cubicBezTo>
                  <a:pt x="64703" y="129494"/>
                  <a:pt x="66378" y="125434"/>
                  <a:pt x="69728" y="122083"/>
                </a:cubicBezTo>
                <a:cubicBezTo>
                  <a:pt x="73086" y="118733"/>
                  <a:pt x="77117" y="117058"/>
                  <a:pt x="81828" y="117058"/>
                </a:cubicBezTo>
                <a:lnTo>
                  <a:pt x="159530" y="117058"/>
                </a:lnTo>
                <a:cubicBezTo>
                  <a:pt x="164234" y="117058"/>
                  <a:pt x="168272" y="118733"/>
                  <a:pt x="171622" y="122083"/>
                </a:cubicBezTo>
                <a:cubicBezTo>
                  <a:pt x="174972" y="125434"/>
                  <a:pt x="176647" y="129494"/>
                  <a:pt x="176647" y="134256"/>
                </a:cubicBezTo>
                <a:lnTo>
                  <a:pt x="176647" y="195484"/>
                </a:lnTo>
                <a:lnTo>
                  <a:pt x="205491" y="195484"/>
                </a:lnTo>
                <a:lnTo>
                  <a:pt x="205491" y="80943"/>
                </a:lnTo>
                <a:lnTo>
                  <a:pt x="120701" y="47051"/>
                </a:lnTo>
                <a:close/>
                <a:moveTo>
                  <a:pt x="18734" y="195484"/>
                </a:moveTo>
                <a:lnTo>
                  <a:pt x="18734" y="81148"/>
                </a:lnTo>
                <a:cubicBezTo>
                  <a:pt x="18734" y="77578"/>
                  <a:pt x="19722" y="74359"/>
                  <a:pt x="21704" y="71491"/>
                </a:cubicBezTo>
                <a:cubicBezTo>
                  <a:pt x="23679" y="68609"/>
                  <a:pt x="26320" y="66495"/>
                  <a:pt x="29619" y="65156"/>
                </a:cubicBezTo>
                <a:lnTo>
                  <a:pt x="114388" y="31258"/>
                </a:lnTo>
                <a:cubicBezTo>
                  <a:pt x="116465" y="30387"/>
                  <a:pt x="118572" y="29948"/>
                  <a:pt x="120701" y="29948"/>
                </a:cubicBezTo>
                <a:cubicBezTo>
                  <a:pt x="122830" y="29948"/>
                  <a:pt x="124936" y="30387"/>
                  <a:pt x="127014" y="31258"/>
                </a:cubicBezTo>
                <a:lnTo>
                  <a:pt x="211856" y="65156"/>
                </a:lnTo>
                <a:cubicBezTo>
                  <a:pt x="215125" y="66495"/>
                  <a:pt x="217744" y="68609"/>
                  <a:pt x="219727" y="71491"/>
                </a:cubicBezTo>
                <a:cubicBezTo>
                  <a:pt x="221702" y="74374"/>
                  <a:pt x="222697" y="77592"/>
                  <a:pt x="222697" y="81148"/>
                </a:cubicBezTo>
                <a:lnTo>
                  <a:pt x="222697" y="195484"/>
                </a:lnTo>
                <a:cubicBezTo>
                  <a:pt x="222697" y="200195"/>
                  <a:pt x="221014" y="204226"/>
                  <a:pt x="217664" y="207583"/>
                </a:cubicBezTo>
                <a:cubicBezTo>
                  <a:pt x="214313" y="210934"/>
                  <a:pt x="210283" y="212609"/>
                  <a:pt x="205572" y="212609"/>
                </a:cubicBezTo>
                <a:lnTo>
                  <a:pt x="160305" y="212609"/>
                </a:lnTo>
                <a:lnTo>
                  <a:pt x="160305" y="133524"/>
                </a:lnTo>
                <a:lnTo>
                  <a:pt x="81118" y="133524"/>
                </a:lnTo>
                <a:lnTo>
                  <a:pt x="81118" y="212609"/>
                </a:lnTo>
                <a:lnTo>
                  <a:pt x="35859" y="212609"/>
                </a:lnTo>
                <a:cubicBezTo>
                  <a:pt x="31148" y="212609"/>
                  <a:pt x="27117" y="210934"/>
                  <a:pt x="23760" y="207583"/>
                </a:cubicBezTo>
                <a:cubicBezTo>
                  <a:pt x="20409" y="204226"/>
                  <a:pt x="18734" y="200195"/>
                  <a:pt x="18734" y="195484"/>
                </a:cubicBezTo>
                <a:close/>
                <a:moveTo>
                  <a:pt x="93693" y="212609"/>
                </a:moveTo>
                <a:lnTo>
                  <a:pt x="93693" y="197525"/>
                </a:lnTo>
                <a:lnTo>
                  <a:pt x="108784" y="197525"/>
                </a:lnTo>
                <a:lnTo>
                  <a:pt x="108784" y="212609"/>
                </a:lnTo>
                <a:lnTo>
                  <a:pt x="93693" y="212609"/>
                </a:lnTo>
                <a:close/>
                <a:moveTo>
                  <a:pt x="113159" y="182434"/>
                </a:moveTo>
                <a:lnTo>
                  <a:pt x="113159" y="167350"/>
                </a:lnTo>
                <a:lnTo>
                  <a:pt x="128243" y="167350"/>
                </a:lnTo>
                <a:lnTo>
                  <a:pt x="128243" y="182434"/>
                </a:lnTo>
                <a:lnTo>
                  <a:pt x="113159" y="182434"/>
                </a:lnTo>
                <a:close/>
                <a:moveTo>
                  <a:pt x="132617" y="212609"/>
                </a:moveTo>
                <a:lnTo>
                  <a:pt x="132617" y="197525"/>
                </a:lnTo>
                <a:lnTo>
                  <a:pt x="147709" y="197525"/>
                </a:lnTo>
                <a:lnTo>
                  <a:pt x="147709" y="212609"/>
                </a:lnTo>
                <a:lnTo>
                  <a:pt x="132617" y="212609"/>
                </a:lnTo>
                <a:close/>
                <a:moveTo>
                  <a:pt x="81850" y="117058"/>
                </a:moveTo>
                <a:lnTo>
                  <a:pt x="159552" y="117058"/>
                </a:lnTo>
                <a:lnTo>
                  <a:pt x="81850" y="11705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8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384" y="193699"/>
                </a:moveTo>
                <a:cubicBezTo>
                  <a:pt x="29480" y="187964"/>
                  <a:pt x="26488" y="180941"/>
                  <a:pt x="26401" y="172624"/>
                </a:cubicBezTo>
                <a:lnTo>
                  <a:pt x="17249" y="172624"/>
                </a:lnTo>
                <a:cubicBezTo>
                  <a:pt x="14835" y="172624"/>
                  <a:pt x="12802" y="171805"/>
                  <a:pt x="11141" y="170166"/>
                </a:cubicBezTo>
                <a:cubicBezTo>
                  <a:pt x="9480" y="168520"/>
                  <a:pt x="8661" y="166487"/>
                  <a:pt x="8676" y="164051"/>
                </a:cubicBezTo>
                <a:lnTo>
                  <a:pt x="8676" y="55976"/>
                </a:lnTo>
                <a:cubicBezTo>
                  <a:pt x="8676" y="51345"/>
                  <a:pt x="10380" y="47337"/>
                  <a:pt x="13782" y="43928"/>
                </a:cubicBezTo>
                <a:cubicBezTo>
                  <a:pt x="17183" y="40526"/>
                  <a:pt x="21199" y="38822"/>
                  <a:pt x="25823" y="38822"/>
                </a:cubicBezTo>
                <a:lnTo>
                  <a:pt x="154270" y="38822"/>
                </a:lnTo>
                <a:cubicBezTo>
                  <a:pt x="158981" y="38822"/>
                  <a:pt x="163012" y="40504"/>
                  <a:pt x="166370" y="43855"/>
                </a:cubicBezTo>
                <a:cubicBezTo>
                  <a:pt x="169720" y="47205"/>
                  <a:pt x="171395" y="51236"/>
                  <a:pt x="171395" y="55947"/>
                </a:cubicBezTo>
                <a:lnTo>
                  <a:pt x="171395" y="80087"/>
                </a:lnTo>
                <a:lnTo>
                  <a:pt x="188820" y="80087"/>
                </a:lnTo>
                <a:cubicBezTo>
                  <a:pt x="191519" y="80087"/>
                  <a:pt x="194080" y="80694"/>
                  <a:pt x="196494" y="81901"/>
                </a:cubicBezTo>
                <a:cubicBezTo>
                  <a:pt x="198908" y="83108"/>
                  <a:pt x="200905" y="84790"/>
                  <a:pt x="202499" y="86956"/>
                </a:cubicBezTo>
                <a:lnTo>
                  <a:pt x="231014" y="124900"/>
                </a:lnTo>
                <a:cubicBezTo>
                  <a:pt x="231555" y="125624"/>
                  <a:pt x="231972" y="126414"/>
                  <a:pt x="232272" y="127292"/>
                </a:cubicBezTo>
                <a:cubicBezTo>
                  <a:pt x="232558" y="128162"/>
                  <a:pt x="232704" y="129099"/>
                  <a:pt x="232704" y="130108"/>
                </a:cubicBezTo>
                <a:lnTo>
                  <a:pt x="232704" y="164029"/>
                </a:lnTo>
                <a:cubicBezTo>
                  <a:pt x="232704" y="166443"/>
                  <a:pt x="231877" y="168476"/>
                  <a:pt x="230239" y="170137"/>
                </a:cubicBezTo>
                <a:cubicBezTo>
                  <a:pt x="228593" y="171797"/>
                  <a:pt x="226559" y="172617"/>
                  <a:pt x="224123" y="172602"/>
                </a:cubicBezTo>
                <a:lnTo>
                  <a:pt x="214116" y="172602"/>
                </a:lnTo>
                <a:cubicBezTo>
                  <a:pt x="213999" y="180898"/>
                  <a:pt x="211000" y="187913"/>
                  <a:pt x="205118" y="193648"/>
                </a:cubicBezTo>
                <a:cubicBezTo>
                  <a:pt x="199229" y="199383"/>
                  <a:pt x="192134" y="202258"/>
                  <a:pt x="183816" y="202273"/>
                </a:cubicBezTo>
                <a:cubicBezTo>
                  <a:pt x="175499" y="202273"/>
                  <a:pt x="168396" y="199405"/>
                  <a:pt x="162493" y="193677"/>
                </a:cubicBezTo>
                <a:cubicBezTo>
                  <a:pt x="156589" y="187942"/>
                  <a:pt x="153597" y="180920"/>
                  <a:pt x="153517" y="172602"/>
                </a:cubicBezTo>
                <a:lnTo>
                  <a:pt x="86956" y="172602"/>
                </a:lnTo>
                <a:cubicBezTo>
                  <a:pt x="86839" y="180854"/>
                  <a:pt x="83847" y="187854"/>
                  <a:pt x="77980" y="193626"/>
                </a:cubicBezTo>
                <a:cubicBezTo>
                  <a:pt x="72113" y="199390"/>
                  <a:pt x="65017" y="202273"/>
                  <a:pt x="56707" y="202273"/>
                </a:cubicBezTo>
                <a:cubicBezTo>
                  <a:pt x="48390" y="202273"/>
                  <a:pt x="41280" y="199405"/>
                  <a:pt x="35384" y="193677"/>
                </a:cubicBezTo>
                <a:close/>
                <a:moveTo>
                  <a:pt x="66993" y="182207"/>
                </a:moveTo>
                <a:cubicBezTo>
                  <a:pt x="69838" y="179361"/>
                  <a:pt x="71265" y="175923"/>
                  <a:pt x="71265" y="171900"/>
                </a:cubicBezTo>
                <a:cubicBezTo>
                  <a:pt x="71265" y="167877"/>
                  <a:pt x="69838" y="164438"/>
                  <a:pt x="66993" y="161585"/>
                </a:cubicBezTo>
                <a:cubicBezTo>
                  <a:pt x="64140" y="158740"/>
                  <a:pt x="60702" y="157313"/>
                  <a:pt x="56678" y="157313"/>
                </a:cubicBezTo>
                <a:cubicBezTo>
                  <a:pt x="52655" y="157313"/>
                  <a:pt x="49217" y="158740"/>
                  <a:pt x="46371" y="161585"/>
                </a:cubicBezTo>
                <a:cubicBezTo>
                  <a:pt x="43518" y="164438"/>
                  <a:pt x="42092" y="167877"/>
                  <a:pt x="42092" y="171900"/>
                </a:cubicBezTo>
                <a:cubicBezTo>
                  <a:pt x="42092" y="175923"/>
                  <a:pt x="43518" y="179361"/>
                  <a:pt x="46371" y="182207"/>
                </a:cubicBezTo>
                <a:cubicBezTo>
                  <a:pt x="49217" y="185060"/>
                  <a:pt x="52655" y="186486"/>
                  <a:pt x="56678" y="186486"/>
                </a:cubicBezTo>
                <a:cubicBezTo>
                  <a:pt x="60702" y="186486"/>
                  <a:pt x="64140" y="185060"/>
                  <a:pt x="66993" y="182207"/>
                </a:cubicBezTo>
                <a:close/>
                <a:moveTo>
                  <a:pt x="25801" y="155477"/>
                </a:moveTo>
                <a:lnTo>
                  <a:pt x="31580" y="155477"/>
                </a:lnTo>
                <a:cubicBezTo>
                  <a:pt x="34418" y="151154"/>
                  <a:pt x="37981" y="147709"/>
                  <a:pt x="42267" y="145141"/>
                </a:cubicBezTo>
                <a:cubicBezTo>
                  <a:pt x="46561" y="142595"/>
                  <a:pt x="51280" y="141322"/>
                  <a:pt x="56429" y="141322"/>
                </a:cubicBezTo>
                <a:cubicBezTo>
                  <a:pt x="61572" y="141322"/>
                  <a:pt x="66334" y="142632"/>
                  <a:pt x="70709" y="145243"/>
                </a:cubicBezTo>
                <a:cubicBezTo>
                  <a:pt x="75069" y="147862"/>
                  <a:pt x="78660" y="151271"/>
                  <a:pt x="81477" y="155477"/>
                </a:cubicBezTo>
                <a:lnTo>
                  <a:pt x="154270" y="155477"/>
                </a:lnTo>
                <a:lnTo>
                  <a:pt x="154270" y="55976"/>
                </a:lnTo>
                <a:lnTo>
                  <a:pt x="25801" y="55976"/>
                </a:lnTo>
                <a:lnTo>
                  <a:pt x="25801" y="155477"/>
                </a:lnTo>
                <a:close/>
                <a:moveTo>
                  <a:pt x="194131" y="182207"/>
                </a:moveTo>
                <a:cubicBezTo>
                  <a:pt x="196976" y="179361"/>
                  <a:pt x="198403" y="175923"/>
                  <a:pt x="198403" y="171900"/>
                </a:cubicBezTo>
                <a:cubicBezTo>
                  <a:pt x="198403" y="167877"/>
                  <a:pt x="196976" y="164438"/>
                  <a:pt x="194131" y="161585"/>
                </a:cubicBezTo>
                <a:cubicBezTo>
                  <a:pt x="191278" y="158740"/>
                  <a:pt x="187840" y="157313"/>
                  <a:pt x="183816" y="157313"/>
                </a:cubicBezTo>
                <a:cubicBezTo>
                  <a:pt x="179793" y="157313"/>
                  <a:pt x="176355" y="158740"/>
                  <a:pt x="173509" y="161585"/>
                </a:cubicBezTo>
                <a:cubicBezTo>
                  <a:pt x="170656" y="164438"/>
                  <a:pt x="169230" y="167877"/>
                  <a:pt x="169230" y="171900"/>
                </a:cubicBezTo>
                <a:cubicBezTo>
                  <a:pt x="169230" y="175923"/>
                  <a:pt x="170656" y="179361"/>
                  <a:pt x="173509" y="182207"/>
                </a:cubicBezTo>
                <a:cubicBezTo>
                  <a:pt x="176355" y="185060"/>
                  <a:pt x="179793" y="186486"/>
                  <a:pt x="183816" y="186486"/>
                </a:cubicBezTo>
                <a:cubicBezTo>
                  <a:pt x="187840" y="186486"/>
                  <a:pt x="191278" y="185060"/>
                  <a:pt x="194131" y="182207"/>
                </a:cubicBezTo>
                <a:close/>
                <a:moveTo>
                  <a:pt x="171395" y="134534"/>
                </a:moveTo>
                <a:lnTo>
                  <a:pt x="216735" y="134534"/>
                </a:lnTo>
                <a:lnTo>
                  <a:pt x="188820" y="97314"/>
                </a:lnTo>
                <a:lnTo>
                  <a:pt x="171395" y="97314"/>
                </a:lnTo>
                <a:lnTo>
                  <a:pt x="171395" y="134534"/>
                </a:lnTo>
                <a:close/>
                <a:moveTo>
                  <a:pt x="90174" y="10561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50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376" y="201592"/>
                </a:moveTo>
                <a:lnTo>
                  <a:pt x="112376" y="125426"/>
                </a:lnTo>
                <a:lnTo>
                  <a:pt x="45815" y="86956"/>
                </a:lnTo>
                <a:lnTo>
                  <a:pt x="45815" y="163122"/>
                </a:lnTo>
                <a:lnTo>
                  <a:pt x="112376" y="201592"/>
                </a:lnTo>
                <a:close/>
                <a:moveTo>
                  <a:pt x="129099" y="201592"/>
                </a:moveTo>
                <a:lnTo>
                  <a:pt x="195608" y="163122"/>
                </a:lnTo>
                <a:lnTo>
                  <a:pt x="195608" y="86707"/>
                </a:lnTo>
                <a:lnTo>
                  <a:pt x="129099" y="125426"/>
                </a:lnTo>
                <a:lnTo>
                  <a:pt x="129099" y="201592"/>
                </a:lnTo>
                <a:close/>
                <a:moveTo>
                  <a:pt x="112149" y="221160"/>
                </a:moveTo>
                <a:lnTo>
                  <a:pt x="37242" y="178037"/>
                </a:lnTo>
                <a:cubicBezTo>
                  <a:pt x="34528" y="176494"/>
                  <a:pt x="32421" y="174380"/>
                  <a:pt x="30929" y="171695"/>
                </a:cubicBezTo>
                <a:cubicBezTo>
                  <a:pt x="29422" y="169018"/>
                  <a:pt x="28668" y="166165"/>
                  <a:pt x="28668" y="163151"/>
                </a:cubicBezTo>
                <a:lnTo>
                  <a:pt x="28668" y="78258"/>
                </a:lnTo>
                <a:cubicBezTo>
                  <a:pt x="28668" y="75222"/>
                  <a:pt x="29422" y="72369"/>
                  <a:pt x="30929" y="69707"/>
                </a:cubicBezTo>
                <a:cubicBezTo>
                  <a:pt x="32421" y="67022"/>
                  <a:pt x="34528" y="64908"/>
                  <a:pt x="37242" y="63372"/>
                </a:cubicBezTo>
                <a:lnTo>
                  <a:pt x="112127" y="20168"/>
                </a:lnTo>
                <a:cubicBezTo>
                  <a:pt x="114790" y="18661"/>
                  <a:pt x="117650" y="17908"/>
                  <a:pt x="120701" y="17908"/>
                </a:cubicBezTo>
                <a:cubicBezTo>
                  <a:pt x="123751" y="17908"/>
                  <a:pt x="126611" y="18661"/>
                  <a:pt x="129274" y="20168"/>
                </a:cubicBezTo>
                <a:lnTo>
                  <a:pt x="204160" y="63372"/>
                </a:lnTo>
                <a:cubicBezTo>
                  <a:pt x="206874" y="64908"/>
                  <a:pt x="208988" y="67022"/>
                  <a:pt x="210495" y="69707"/>
                </a:cubicBezTo>
                <a:cubicBezTo>
                  <a:pt x="212024" y="72384"/>
                  <a:pt x="212785" y="75237"/>
                  <a:pt x="212785" y="78258"/>
                </a:cubicBezTo>
                <a:lnTo>
                  <a:pt x="212785" y="163151"/>
                </a:lnTo>
                <a:cubicBezTo>
                  <a:pt x="212785" y="166179"/>
                  <a:pt x="212024" y="169032"/>
                  <a:pt x="210495" y="171695"/>
                </a:cubicBezTo>
                <a:cubicBezTo>
                  <a:pt x="208973" y="174380"/>
                  <a:pt x="206859" y="176494"/>
                  <a:pt x="204160" y="178037"/>
                </a:cubicBezTo>
                <a:lnTo>
                  <a:pt x="129274" y="221160"/>
                </a:lnTo>
                <a:cubicBezTo>
                  <a:pt x="126611" y="222704"/>
                  <a:pt x="123751" y="223472"/>
                  <a:pt x="120701" y="223472"/>
                </a:cubicBezTo>
                <a:cubicBezTo>
                  <a:pt x="117650" y="223472"/>
                  <a:pt x="114790" y="222704"/>
                  <a:pt x="112127" y="221160"/>
                </a:cubicBezTo>
                <a:close/>
                <a:moveTo>
                  <a:pt x="161841" y="87153"/>
                </a:moveTo>
                <a:lnTo>
                  <a:pt x="186282" y="72976"/>
                </a:lnTo>
                <a:lnTo>
                  <a:pt x="120701" y="35054"/>
                </a:lnTo>
                <a:lnTo>
                  <a:pt x="96312" y="49158"/>
                </a:lnTo>
                <a:lnTo>
                  <a:pt x="161812" y="87153"/>
                </a:lnTo>
                <a:close/>
                <a:moveTo>
                  <a:pt x="120701" y="111198"/>
                </a:moveTo>
                <a:lnTo>
                  <a:pt x="145646" y="96583"/>
                </a:lnTo>
                <a:lnTo>
                  <a:pt x="79838" y="58690"/>
                </a:lnTo>
                <a:lnTo>
                  <a:pt x="54944" y="72998"/>
                </a:lnTo>
                <a:lnTo>
                  <a:pt x="120701" y="11119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2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23" y="212733"/>
                </a:moveTo>
                <a:cubicBezTo>
                  <a:pt x="94959" y="212733"/>
                  <a:pt x="73174" y="208695"/>
                  <a:pt x="55369" y="200612"/>
                </a:cubicBezTo>
                <a:cubicBezTo>
                  <a:pt x="37571" y="192536"/>
                  <a:pt x="28668" y="182661"/>
                  <a:pt x="28668" y="170993"/>
                </a:cubicBezTo>
                <a:lnTo>
                  <a:pt x="28668" y="70409"/>
                </a:lnTo>
                <a:cubicBezTo>
                  <a:pt x="28668" y="58909"/>
                  <a:pt x="37651" y="49070"/>
                  <a:pt x="55625" y="40885"/>
                </a:cubicBezTo>
                <a:cubicBezTo>
                  <a:pt x="73591" y="32706"/>
                  <a:pt x="95288" y="28617"/>
                  <a:pt x="120701" y="28617"/>
                </a:cubicBezTo>
                <a:cubicBezTo>
                  <a:pt x="146063" y="28617"/>
                  <a:pt x="167759" y="32706"/>
                  <a:pt x="185777" y="40885"/>
                </a:cubicBezTo>
                <a:cubicBezTo>
                  <a:pt x="203787" y="49070"/>
                  <a:pt x="212785" y="58909"/>
                  <a:pt x="212785" y="70409"/>
                </a:cubicBezTo>
                <a:lnTo>
                  <a:pt x="212785" y="170993"/>
                </a:lnTo>
                <a:cubicBezTo>
                  <a:pt x="212785" y="182661"/>
                  <a:pt x="203875" y="192536"/>
                  <a:pt x="186055" y="200612"/>
                </a:cubicBezTo>
                <a:cubicBezTo>
                  <a:pt x="168235" y="208695"/>
                  <a:pt x="146458" y="212733"/>
                  <a:pt x="120723" y="212733"/>
                </a:cubicBezTo>
                <a:close/>
                <a:moveTo>
                  <a:pt x="120701" y="88463"/>
                </a:moveTo>
                <a:cubicBezTo>
                  <a:pt x="135082" y="88463"/>
                  <a:pt x="149830" y="86254"/>
                  <a:pt x="164936" y="81828"/>
                </a:cubicBezTo>
                <a:cubicBezTo>
                  <a:pt x="180034" y="77402"/>
                  <a:pt x="189837" y="72420"/>
                  <a:pt x="194328" y="66890"/>
                </a:cubicBezTo>
                <a:cubicBezTo>
                  <a:pt x="189683" y="61521"/>
                  <a:pt x="179786" y="56590"/>
                  <a:pt x="164629" y="52077"/>
                </a:cubicBezTo>
                <a:cubicBezTo>
                  <a:pt x="149479" y="47571"/>
                  <a:pt x="134826" y="45310"/>
                  <a:pt x="120679" y="45310"/>
                </a:cubicBezTo>
                <a:cubicBezTo>
                  <a:pt x="106027" y="45310"/>
                  <a:pt x="91250" y="47490"/>
                  <a:pt x="76341" y="51850"/>
                </a:cubicBezTo>
                <a:cubicBezTo>
                  <a:pt x="61440" y="56210"/>
                  <a:pt x="51623" y="61221"/>
                  <a:pt x="46898" y="66890"/>
                </a:cubicBezTo>
                <a:cubicBezTo>
                  <a:pt x="51623" y="72757"/>
                  <a:pt x="61345" y="77819"/>
                  <a:pt x="76063" y="82077"/>
                </a:cubicBezTo>
                <a:cubicBezTo>
                  <a:pt x="90767" y="86334"/>
                  <a:pt x="105653" y="88463"/>
                  <a:pt x="120723" y="88463"/>
                </a:cubicBezTo>
                <a:close/>
                <a:moveTo>
                  <a:pt x="120452" y="142229"/>
                </a:moveTo>
                <a:cubicBezTo>
                  <a:pt x="127460" y="142229"/>
                  <a:pt x="134446" y="141842"/>
                  <a:pt x="141425" y="141066"/>
                </a:cubicBezTo>
                <a:cubicBezTo>
                  <a:pt x="148411" y="140298"/>
                  <a:pt x="155119" y="139150"/>
                  <a:pt x="161534" y="137621"/>
                </a:cubicBezTo>
                <a:cubicBezTo>
                  <a:pt x="167957" y="136099"/>
                  <a:pt x="174116" y="134219"/>
                  <a:pt x="180020" y="131988"/>
                </a:cubicBezTo>
                <a:cubicBezTo>
                  <a:pt x="185923" y="129779"/>
                  <a:pt x="191278" y="127306"/>
                  <a:pt x="196091" y="124571"/>
                </a:cubicBezTo>
                <a:lnTo>
                  <a:pt x="196091" y="87585"/>
                </a:lnTo>
                <a:cubicBezTo>
                  <a:pt x="191146" y="90262"/>
                  <a:pt x="185726" y="92698"/>
                  <a:pt x="179844" y="94878"/>
                </a:cubicBezTo>
                <a:cubicBezTo>
                  <a:pt x="173963" y="97058"/>
                  <a:pt x="167767" y="98894"/>
                  <a:pt x="161264" y="100379"/>
                </a:cubicBezTo>
                <a:cubicBezTo>
                  <a:pt x="154760" y="101871"/>
                  <a:pt x="148096" y="103035"/>
                  <a:pt x="141271" y="103854"/>
                </a:cubicBezTo>
                <a:cubicBezTo>
                  <a:pt x="134431" y="104673"/>
                  <a:pt x="127489" y="105083"/>
                  <a:pt x="120452" y="105083"/>
                </a:cubicBezTo>
                <a:cubicBezTo>
                  <a:pt x="113473" y="105083"/>
                  <a:pt x="106495" y="104673"/>
                  <a:pt x="99501" y="103854"/>
                </a:cubicBezTo>
                <a:cubicBezTo>
                  <a:pt x="92515" y="103035"/>
                  <a:pt x="85793" y="101864"/>
                  <a:pt x="79333" y="100357"/>
                </a:cubicBezTo>
                <a:cubicBezTo>
                  <a:pt x="72881" y="98850"/>
                  <a:pt x="66751" y="97014"/>
                  <a:pt x="60950" y="94849"/>
                </a:cubicBezTo>
                <a:cubicBezTo>
                  <a:pt x="55157" y="92691"/>
                  <a:pt x="49963" y="90262"/>
                  <a:pt x="45391" y="87585"/>
                </a:cubicBezTo>
                <a:lnTo>
                  <a:pt x="45391" y="124571"/>
                </a:lnTo>
                <a:cubicBezTo>
                  <a:pt x="49912" y="127292"/>
                  <a:pt x="55047" y="129757"/>
                  <a:pt x="60775" y="131966"/>
                </a:cubicBezTo>
                <a:cubicBezTo>
                  <a:pt x="66510" y="134161"/>
                  <a:pt x="72603" y="136041"/>
                  <a:pt x="79055" y="137599"/>
                </a:cubicBezTo>
                <a:cubicBezTo>
                  <a:pt x="85515" y="139142"/>
                  <a:pt x="92245" y="140306"/>
                  <a:pt x="99253" y="141096"/>
                </a:cubicBezTo>
                <a:cubicBezTo>
                  <a:pt x="106261" y="141864"/>
                  <a:pt x="113327" y="142251"/>
                  <a:pt x="120452" y="142251"/>
                </a:cubicBezTo>
                <a:close/>
                <a:moveTo>
                  <a:pt x="120701" y="196040"/>
                </a:moveTo>
                <a:cubicBezTo>
                  <a:pt x="128667" y="196069"/>
                  <a:pt x="136875" y="195396"/>
                  <a:pt x="145346" y="193999"/>
                </a:cubicBezTo>
                <a:cubicBezTo>
                  <a:pt x="153809" y="192595"/>
                  <a:pt x="161607" y="190722"/>
                  <a:pt x="168732" y="188396"/>
                </a:cubicBezTo>
                <a:cubicBezTo>
                  <a:pt x="175857" y="186062"/>
                  <a:pt x="181907" y="183465"/>
                  <a:pt x="186889" y="180598"/>
                </a:cubicBezTo>
                <a:cubicBezTo>
                  <a:pt x="191878" y="177715"/>
                  <a:pt x="194950" y="174767"/>
                  <a:pt x="196091" y="171746"/>
                </a:cubicBezTo>
                <a:lnTo>
                  <a:pt x="196091" y="141644"/>
                </a:lnTo>
                <a:cubicBezTo>
                  <a:pt x="191314" y="144365"/>
                  <a:pt x="185996" y="146794"/>
                  <a:pt x="180144" y="148937"/>
                </a:cubicBezTo>
                <a:cubicBezTo>
                  <a:pt x="174292" y="151066"/>
                  <a:pt x="168140" y="152888"/>
                  <a:pt x="161688" y="154395"/>
                </a:cubicBezTo>
                <a:cubicBezTo>
                  <a:pt x="155236" y="155909"/>
                  <a:pt x="148535" y="157035"/>
                  <a:pt x="141600" y="157789"/>
                </a:cubicBezTo>
                <a:cubicBezTo>
                  <a:pt x="134658" y="158542"/>
                  <a:pt x="127606" y="158923"/>
                  <a:pt x="120452" y="158923"/>
                </a:cubicBezTo>
                <a:cubicBezTo>
                  <a:pt x="113291" y="158923"/>
                  <a:pt x="106209" y="158535"/>
                  <a:pt x="99201" y="157767"/>
                </a:cubicBezTo>
                <a:cubicBezTo>
                  <a:pt x="92193" y="156992"/>
                  <a:pt x="85471" y="155858"/>
                  <a:pt x="79033" y="154343"/>
                </a:cubicBezTo>
                <a:cubicBezTo>
                  <a:pt x="72596" y="152836"/>
                  <a:pt x="66517" y="151015"/>
                  <a:pt x="60804" y="148886"/>
                </a:cubicBezTo>
                <a:cubicBezTo>
                  <a:pt x="55083" y="146758"/>
                  <a:pt x="49941" y="144358"/>
                  <a:pt x="45362" y="141673"/>
                </a:cubicBezTo>
                <a:lnTo>
                  <a:pt x="45362" y="172024"/>
                </a:lnTo>
                <a:cubicBezTo>
                  <a:pt x="46320" y="174877"/>
                  <a:pt x="49253" y="177759"/>
                  <a:pt x="54162" y="180671"/>
                </a:cubicBezTo>
                <a:cubicBezTo>
                  <a:pt x="59063" y="183590"/>
                  <a:pt x="65105" y="186179"/>
                  <a:pt x="72296" y="188447"/>
                </a:cubicBezTo>
                <a:cubicBezTo>
                  <a:pt x="79487" y="190707"/>
                  <a:pt x="87314" y="192543"/>
                  <a:pt x="95778" y="193948"/>
                </a:cubicBezTo>
                <a:cubicBezTo>
                  <a:pt x="104249" y="195360"/>
                  <a:pt x="112544" y="196062"/>
                  <a:pt x="120679" y="19606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4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240" y="202675"/>
                </a:moveTo>
                <a:cubicBezTo>
                  <a:pt x="48119" y="202675"/>
                  <a:pt x="35245" y="197386"/>
                  <a:pt x="24616" y="186808"/>
                </a:cubicBezTo>
                <a:cubicBezTo>
                  <a:pt x="13987" y="176230"/>
                  <a:pt x="8676" y="163370"/>
                  <a:pt x="8676" y="148235"/>
                </a:cubicBezTo>
                <a:cubicBezTo>
                  <a:pt x="8676" y="134922"/>
                  <a:pt x="12882" y="123173"/>
                  <a:pt x="21302" y="112983"/>
                </a:cubicBezTo>
                <a:cubicBezTo>
                  <a:pt x="29714" y="102786"/>
                  <a:pt x="40475" y="96641"/>
                  <a:pt x="53584" y="94549"/>
                </a:cubicBezTo>
                <a:cubicBezTo>
                  <a:pt x="57110" y="78170"/>
                  <a:pt x="65156" y="64798"/>
                  <a:pt x="77724" y="54440"/>
                </a:cubicBezTo>
                <a:cubicBezTo>
                  <a:pt x="90299" y="44096"/>
                  <a:pt x="104790" y="38924"/>
                  <a:pt x="121206" y="38924"/>
                </a:cubicBezTo>
                <a:cubicBezTo>
                  <a:pt x="140130" y="38924"/>
                  <a:pt x="156150" y="45771"/>
                  <a:pt x="169259" y="59473"/>
                </a:cubicBezTo>
                <a:cubicBezTo>
                  <a:pt x="182368" y="73167"/>
                  <a:pt x="189083" y="89640"/>
                  <a:pt x="189398" y="108879"/>
                </a:cubicBezTo>
                <a:lnTo>
                  <a:pt x="189398" y="114914"/>
                </a:lnTo>
                <a:cubicBezTo>
                  <a:pt x="201585" y="114936"/>
                  <a:pt x="211856" y="119113"/>
                  <a:pt x="220202" y="127467"/>
                </a:cubicBezTo>
                <a:cubicBezTo>
                  <a:pt x="228549" y="135814"/>
                  <a:pt x="232726" y="146260"/>
                  <a:pt x="232726" y="158798"/>
                </a:cubicBezTo>
                <a:cubicBezTo>
                  <a:pt x="232726" y="170803"/>
                  <a:pt x="228417" y="181110"/>
                  <a:pt x="219800" y="189727"/>
                </a:cubicBezTo>
                <a:cubicBezTo>
                  <a:pt x="211168" y="198359"/>
                  <a:pt x="200846" y="202675"/>
                  <a:pt x="188849" y="202675"/>
                </a:cubicBezTo>
                <a:lnTo>
                  <a:pt x="63240" y="202675"/>
                </a:lnTo>
                <a:close/>
                <a:moveTo>
                  <a:pt x="63240" y="185550"/>
                </a:moveTo>
                <a:lnTo>
                  <a:pt x="188718" y="185550"/>
                </a:lnTo>
                <a:cubicBezTo>
                  <a:pt x="196077" y="185550"/>
                  <a:pt x="202397" y="182924"/>
                  <a:pt x="207679" y="177657"/>
                </a:cubicBezTo>
                <a:cubicBezTo>
                  <a:pt x="212960" y="172390"/>
                  <a:pt x="215601" y="166062"/>
                  <a:pt x="215601" y="158674"/>
                </a:cubicBezTo>
                <a:cubicBezTo>
                  <a:pt x="215601" y="151293"/>
                  <a:pt x="212960" y="144965"/>
                  <a:pt x="207679" y="139684"/>
                </a:cubicBezTo>
                <a:cubicBezTo>
                  <a:pt x="202397" y="134424"/>
                  <a:pt x="196077" y="131791"/>
                  <a:pt x="188718" y="131791"/>
                </a:cubicBezTo>
                <a:lnTo>
                  <a:pt x="172324" y="131791"/>
                </a:lnTo>
                <a:lnTo>
                  <a:pt x="172324" y="110013"/>
                </a:lnTo>
                <a:cubicBezTo>
                  <a:pt x="172324" y="94944"/>
                  <a:pt x="167277" y="82194"/>
                  <a:pt x="157189" y="71769"/>
                </a:cubicBezTo>
                <a:cubicBezTo>
                  <a:pt x="147094" y="61338"/>
                  <a:pt x="134768" y="56122"/>
                  <a:pt x="120196" y="56122"/>
                </a:cubicBezTo>
                <a:cubicBezTo>
                  <a:pt x="105544" y="56122"/>
                  <a:pt x="93152" y="61418"/>
                  <a:pt x="83006" y="71996"/>
                </a:cubicBezTo>
                <a:cubicBezTo>
                  <a:pt x="72867" y="82574"/>
                  <a:pt x="67797" y="95471"/>
                  <a:pt x="67797" y="110694"/>
                </a:cubicBezTo>
                <a:lnTo>
                  <a:pt x="62486" y="110694"/>
                </a:lnTo>
                <a:cubicBezTo>
                  <a:pt x="52245" y="110694"/>
                  <a:pt x="43569" y="114285"/>
                  <a:pt x="36459" y="121484"/>
                </a:cubicBezTo>
                <a:cubicBezTo>
                  <a:pt x="29356" y="128674"/>
                  <a:pt x="25801" y="137548"/>
                  <a:pt x="25801" y="148111"/>
                </a:cubicBezTo>
                <a:cubicBezTo>
                  <a:pt x="25801" y="158520"/>
                  <a:pt x="29436" y="167364"/>
                  <a:pt x="36715" y="174636"/>
                </a:cubicBezTo>
                <a:cubicBezTo>
                  <a:pt x="43986" y="181914"/>
                  <a:pt x="52830" y="185550"/>
                  <a:pt x="63240" y="18555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6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43" y="59297"/>
                </a:moveTo>
                <a:cubicBezTo>
                  <a:pt x="68639" y="59297"/>
                  <a:pt x="65676" y="60519"/>
                  <a:pt x="63240" y="62969"/>
                </a:cubicBezTo>
                <a:cubicBezTo>
                  <a:pt x="60811" y="65413"/>
                  <a:pt x="59597" y="68390"/>
                  <a:pt x="59597" y="71894"/>
                </a:cubicBezTo>
                <a:cubicBezTo>
                  <a:pt x="59597" y="75398"/>
                  <a:pt x="60819" y="78360"/>
                  <a:pt x="63269" y="80796"/>
                </a:cubicBezTo>
                <a:cubicBezTo>
                  <a:pt x="65712" y="83225"/>
                  <a:pt x="68690" y="84439"/>
                  <a:pt x="72194" y="84439"/>
                </a:cubicBezTo>
                <a:cubicBezTo>
                  <a:pt x="75698" y="84439"/>
                  <a:pt x="78668" y="83218"/>
                  <a:pt x="81096" y="80767"/>
                </a:cubicBezTo>
                <a:cubicBezTo>
                  <a:pt x="83525" y="78324"/>
                  <a:pt x="84739" y="75347"/>
                  <a:pt x="84739" y="71843"/>
                </a:cubicBezTo>
                <a:cubicBezTo>
                  <a:pt x="84739" y="68339"/>
                  <a:pt x="83518" y="65369"/>
                  <a:pt x="81074" y="62940"/>
                </a:cubicBezTo>
                <a:cubicBezTo>
                  <a:pt x="78624" y="60511"/>
                  <a:pt x="75646" y="59297"/>
                  <a:pt x="72143" y="59297"/>
                </a:cubicBezTo>
                <a:close/>
                <a:moveTo>
                  <a:pt x="72143" y="166465"/>
                </a:moveTo>
                <a:cubicBezTo>
                  <a:pt x="68639" y="166465"/>
                  <a:pt x="65676" y="167694"/>
                  <a:pt x="63240" y="170137"/>
                </a:cubicBezTo>
                <a:cubicBezTo>
                  <a:pt x="60811" y="172588"/>
                  <a:pt x="59597" y="175557"/>
                  <a:pt x="59597" y="179061"/>
                </a:cubicBezTo>
                <a:cubicBezTo>
                  <a:pt x="59597" y="182565"/>
                  <a:pt x="60819" y="185535"/>
                  <a:pt x="63269" y="187964"/>
                </a:cubicBezTo>
                <a:cubicBezTo>
                  <a:pt x="65712" y="190400"/>
                  <a:pt x="68690" y="191614"/>
                  <a:pt x="72194" y="191614"/>
                </a:cubicBezTo>
                <a:cubicBezTo>
                  <a:pt x="75698" y="191614"/>
                  <a:pt x="78668" y="190385"/>
                  <a:pt x="81096" y="187942"/>
                </a:cubicBezTo>
                <a:cubicBezTo>
                  <a:pt x="83525" y="185492"/>
                  <a:pt x="84739" y="182522"/>
                  <a:pt x="84739" y="179018"/>
                </a:cubicBezTo>
                <a:cubicBezTo>
                  <a:pt x="84739" y="175514"/>
                  <a:pt x="83518" y="172544"/>
                  <a:pt x="81074" y="170115"/>
                </a:cubicBezTo>
                <a:cubicBezTo>
                  <a:pt x="78624" y="167679"/>
                  <a:pt x="75646" y="166465"/>
                  <a:pt x="72143" y="166465"/>
                </a:cubicBezTo>
                <a:close/>
                <a:moveTo>
                  <a:pt x="38244" y="27059"/>
                </a:moveTo>
                <a:lnTo>
                  <a:pt x="202902" y="27059"/>
                </a:lnTo>
                <a:cubicBezTo>
                  <a:pt x="205886" y="27059"/>
                  <a:pt x="208286" y="27966"/>
                  <a:pt x="210093" y="29773"/>
                </a:cubicBezTo>
                <a:cubicBezTo>
                  <a:pt x="211892" y="31580"/>
                  <a:pt x="212785" y="34023"/>
                  <a:pt x="212785" y="37088"/>
                </a:cubicBezTo>
                <a:lnTo>
                  <a:pt x="212785" y="105310"/>
                </a:lnTo>
                <a:cubicBezTo>
                  <a:pt x="212785" y="108594"/>
                  <a:pt x="211892" y="111345"/>
                  <a:pt x="210093" y="113561"/>
                </a:cubicBezTo>
                <a:cubicBezTo>
                  <a:pt x="208300" y="115770"/>
                  <a:pt x="205901" y="116882"/>
                  <a:pt x="202902" y="116882"/>
                </a:cubicBezTo>
                <a:lnTo>
                  <a:pt x="38244" y="116882"/>
                </a:lnTo>
                <a:cubicBezTo>
                  <a:pt x="35413" y="116882"/>
                  <a:pt x="33109" y="115770"/>
                  <a:pt x="31331" y="113561"/>
                </a:cubicBezTo>
                <a:cubicBezTo>
                  <a:pt x="29553" y="111345"/>
                  <a:pt x="28668" y="108594"/>
                  <a:pt x="28668" y="105310"/>
                </a:cubicBezTo>
                <a:lnTo>
                  <a:pt x="28668" y="37088"/>
                </a:lnTo>
                <a:cubicBezTo>
                  <a:pt x="28668" y="34038"/>
                  <a:pt x="29553" y="31602"/>
                  <a:pt x="31331" y="29773"/>
                </a:cubicBezTo>
                <a:cubicBezTo>
                  <a:pt x="33109" y="27966"/>
                  <a:pt x="35413" y="27059"/>
                  <a:pt x="38244" y="27059"/>
                </a:cubicBezTo>
                <a:close/>
                <a:moveTo>
                  <a:pt x="45815" y="44257"/>
                </a:moveTo>
                <a:lnTo>
                  <a:pt x="45815" y="99757"/>
                </a:lnTo>
                <a:lnTo>
                  <a:pt x="195608" y="99757"/>
                </a:lnTo>
                <a:lnTo>
                  <a:pt x="195608" y="44257"/>
                </a:lnTo>
                <a:lnTo>
                  <a:pt x="45815" y="44257"/>
                </a:lnTo>
                <a:close/>
                <a:moveTo>
                  <a:pt x="38244" y="133978"/>
                </a:moveTo>
                <a:lnTo>
                  <a:pt x="201900" y="133978"/>
                </a:lnTo>
                <a:cubicBezTo>
                  <a:pt x="204716" y="133978"/>
                  <a:pt x="207240" y="135148"/>
                  <a:pt x="209463" y="137496"/>
                </a:cubicBezTo>
                <a:cubicBezTo>
                  <a:pt x="211680" y="139845"/>
                  <a:pt x="212785" y="142551"/>
                  <a:pt x="212785" y="145624"/>
                </a:cubicBezTo>
                <a:lnTo>
                  <a:pt x="212785" y="212660"/>
                </a:lnTo>
                <a:cubicBezTo>
                  <a:pt x="212785" y="216347"/>
                  <a:pt x="211680" y="219163"/>
                  <a:pt x="209463" y="221109"/>
                </a:cubicBezTo>
                <a:cubicBezTo>
                  <a:pt x="207240" y="223070"/>
                  <a:pt x="204716" y="224050"/>
                  <a:pt x="201900" y="224050"/>
                </a:cubicBezTo>
                <a:lnTo>
                  <a:pt x="39502" y="224050"/>
                </a:lnTo>
                <a:cubicBezTo>
                  <a:pt x="36503" y="224050"/>
                  <a:pt x="33950" y="223070"/>
                  <a:pt x="31836" y="221109"/>
                </a:cubicBezTo>
                <a:cubicBezTo>
                  <a:pt x="29722" y="219149"/>
                  <a:pt x="28668" y="216332"/>
                  <a:pt x="28668" y="212660"/>
                </a:cubicBezTo>
                <a:lnTo>
                  <a:pt x="28668" y="145624"/>
                </a:lnTo>
                <a:cubicBezTo>
                  <a:pt x="28668" y="142551"/>
                  <a:pt x="29553" y="139845"/>
                  <a:pt x="31331" y="137496"/>
                </a:cubicBezTo>
                <a:cubicBezTo>
                  <a:pt x="33109" y="135148"/>
                  <a:pt x="35413" y="133978"/>
                  <a:pt x="38244" y="133978"/>
                </a:cubicBezTo>
                <a:close/>
                <a:moveTo>
                  <a:pt x="45815" y="151176"/>
                </a:moveTo>
                <a:lnTo>
                  <a:pt x="45815" y="206874"/>
                </a:lnTo>
                <a:lnTo>
                  <a:pt x="195608" y="206874"/>
                </a:lnTo>
                <a:lnTo>
                  <a:pt x="195608" y="151176"/>
                </a:lnTo>
                <a:lnTo>
                  <a:pt x="45815" y="151176"/>
                </a:lnTo>
                <a:close/>
                <a:moveTo>
                  <a:pt x="45815" y="44257"/>
                </a:moveTo>
                <a:lnTo>
                  <a:pt x="45815" y="99757"/>
                </a:lnTo>
                <a:lnTo>
                  <a:pt x="45815" y="44257"/>
                </a:lnTo>
                <a:close/>
                <a:moveTo>
                  <a:pt x="45815" y="151176"/>
                </a:moveTo>
                <a:lnTo>
                  <a:pt x="45815" y="206874"/>
                </a:lnTo>
                <a:lnTo>
                  <a:pt x="45815" y="15117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8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8793" y="205542"/>
                </a:moveTo>
                <a:lnTo>
                  <a:pt x="28793" y="170166"/>
                </a:lnTo>
                <a:cubicBezTo>
                  <a:pt x="28793" y="165455"/>
                  <a:pt x="30468" y="161417"/>
                  <a:pt x="33818" y="158067"/>
                </a:cubicBezTo>
                <a:cubicBezTo>
                  <a:pt x="37176" y="154716"/>
                  <a:pt x="41207" y="153041"/>
                  <a:pt x="45918" y="153041"/>
                </a:cubicBezTo>
                <a:lnTo>
                  <a:pt x="59319" y="153041"/>
                </a:lnTo>
                <a:lnTo>
                  <a:pt x="59319" y="129625"/>
                </a:lnTo>
                <a:cubicBezTo>
                  <a:pt x="59319" y="124914"/>
                  <a:pt x="60994" y="120884"/>
                  <a:pt x="64352" y="117533"/>
                </a:cubicBezTo>
                <a:cubicBezTo>
                  <a:pt x="67702" y="114183"/>
                  <a:pt x="71733" y="112500"/>
                  <a:pt x="76444" y="112500"/>
                </a:cubicBezTo>
                <a:lnTo>
                  <a:pt x="112479" y="112500"/>
                </a:lnTo>
                <a:lnTo>
                  <a:pt x="112479" y="88390"/>
                </a:lnTo>
                <a:lnTo>
                  <a:pt x="99077" y="88390"/>
                </a:lnTo>
                <a:cubicBezTo>
                  <a:pt x="94366" y="88390"/>
                  <a:pt x="90335" y="86714"/>
                  <a:pt x="86978" y="83357"/>
                </a:cubicBezTo>
                <a:cubicBezTo>
                  <a:pt x="83627" y="80006"/>
                  <a:pt x="81952" y="75946"/>
                  <a:pt x="81952" y="71192"/>
                </a:cubicBezTo>
                <a:lnTo>
                  <a:pt x="81952" y="35881"/>
                </a:lnTo>
                <a:cubicBezTo>
                  <a:pt x="81952" y="31170"/>
                  <a:pt x="83627" y="27139"/>
                  <a:pt x="86978" y="23789"/>
                </a:cubicBezTo>
                <a:cubicBezTo>
                  <a:pt x="90335" y="20439"/>
                  <a:pt x="94366" y="18756"/>
                  <a:pt x="99077" y="18756"/>
                </a:cubicBezTo>
                <a:lnTo>
                  <a:pt x="142303" y="18756"/>
                </a:lnTo>
                <a:cubicBezTo>
                  <a:pt x="147014" y="18756"/>
                  <a:pt x="151044" y="20439"/>
                  <a:pt x="154395" y="23789"/>
                </a:cubicBezTo>
                <a:cubicBezTo>
                  <a:pt x="157752" y="27139"/>
                  <a:pt x="159427" y="31170"/>
                  <a:pt x="159427" y="35881"/>
                </a:cubicBezTo>
                <a:lnTo>
                  <a:pt x="159427" y="71192"/>
                </a:lnTo>
                <a:cubicBezTo>
                  <a:pt x="159427" y="75932"/>
                  <a:pt x="157752" y="79992"/>
                  <a:pt x="154395" y="83357"/>
                </a:cubicBezTo>
                <a:cubicBezTo>
                  <a:pt x="151044" y="86714"/>
                  <a:pt x="147014" y="88390"/>
                  <a:pt x="142303" y="88390"/>
                </a:cubicBezTo>
                <a:lnTo>
                  <a:pt x="128901" y="88390"/>
                </a:lnTo>
                <a:lnTo>
                  <a:pt x="128901" y="112500"/>
                </a:lnTo>
                <a:lnTo>
                  <a:pt x="164936" y="112500"/>
                </a:lnTo>
                <a:cubicBezTo>
                  <a:pt x="169647" y="112500"/>
                  <a:pt x="173677" y="114183"/>
                  <a:pt x="177028" y="117533"/>
                </a:cubicBezTo>
                <a:cubicBezTo>
                  <a:pt x="180378" y="120884"/>
                  <a:pt x="182061" y="124914"/>
                  <a:pt x="182061" y="129625"/>
                </a:cubicBezTo>
                <a:lnTo>
                  <a:pt x="182061" y="153041"/>
                </a:lnTo>
                <a:lnTo>
                  <a:pt x="195462" y="153041"/>
                </a:lnTo>
                <a:cubicBezTo>
                  <a:pt x="200173" y="153041"/>
                  <a:pt x="204204" y="154716"/>
                  <a:pt x="207554" y="158067"/>
                </a:cubicBezTo>
                <a:cubicBezTo>
                  <a:pt x="210905" y="161417"/>
                  <a:pt x="212587" y="165455"/>
                  <a:pt x="212587" y="170166"/>
                </a:cubicBezTo>
                <a:lnTo>
                  <a:pt x="212587" y="205542"/>
                </a:lnTo>
                <a:cubicBezTo>
                  <a:pt x="212587" y="210253"/>
                  <a:pt x="210905" y="214284"/>
                  <a:pt x="207554" y="217642"/>
                </a:cubicBezTo>
                <a:cubicBezTo>
                  <a:pt x="204204" y="220992"/>
                  <a:pt x="200173" y="222667"/>
                  <a:pt x="195462" y="222667"/>
                </a:cubicBezTo>
                <a:lnTo>
                  <a:pt x="152610" y="222667"/>
                </a:lnTo>
                <a:cubicBezTo>
                  <a:pt x="147869" y="222667"/>
                  <a:pt x="143810" y="220992"/>
                  <a:pt x="140437" y="217642"/>
                </a:cubicBezTo>
                <a:cubicBezTo>
                  <a:pt x="137087" y="214284"/>
                  <a:pt x="135412" y="210253"/>
                  <a:pt x="135412" y="205542"/>
                </a:cubicBezTo>
                <a:lnTo>
                  <a:pt x="135412" y="169939"/>
                </a:lnTo>
                <a:cubicBezTo>
                  <a:pt x="135412" y="165309"/>
                  <a:pt x="137072" y="161337"/>
                  <a:pt x="140393" y="158016"/>
                </a:cubicBezTo>
                <a:cubicBezTo>
                  <a:pt x="143707" y="154702"/>
                  <a:pt x="147679" y="153041"/>
                  <a:pt x="152310" y="153041"/>
                </a:cubicBezTo>
                <a:lnTo>
                  <a:pt x="165587" y="153041"/>
                </a:lnTo>
                <a:lnTo>
                  <a:pt x="165587" y="128923"/>
                </a:lnTo>
                <a:lnTo>
                  <a:pt x="75793" y="128923"/>
                </a:lnTo>
                <a:lnTo>
                  <a:pt x="75793" y="153041"/>
                </a:lnTo>
                <a:lnTo>
                  <a:pt x="89070" y="153041"/>
                </a:lnTo>
                <a:cubicBezTo>
                  <a:pt x="93693" y="153041"/>
                  <a:pt x="97665" y="154702"/>
                  <a:pt x="100986" y="158016"/>
                </a:cubicBezTo>
                <a:cubicBezTo>
                  <a:pt x="104307" y="161337"/>
                  <a:pt x="105968" y="165309"/>
                  <a:pt x="105968" y="169939"/>
                </a:cubicBezTo>
                <a:lnTo>
                  <a:pt x="105968" y="205542"/>
                </a:lnTo>
                <a:cubicBezTo>
                  <a:pt x="105968" y="210253"/>
                  <a:pt x="104285" y="214284"/>
                  <a:pt x="100935" y="217642"/>
                </a:cubicBezTo>
                <a:cubicBezTo>
                  <a:pt x="97585" y="220992"/>
                  <a:pt x="93554" y="222667"/>
                  <a:pt x="88843" y="222667"/>
                </a:cubicBezTo>
                <a:lnTo>
                  <a:pt x="45918" y="222667"/>
                </a:lnTo>
                <a:cubicBezTo>
                  <a:pt x="41207" y="222667"/>
                  <a:pt x="37176" y="220992"/>
                  <a:pt x="33818" y="217642"/>
                </a:cubicBezTo>
                <a:cubicBezTo>
                  <a:pt x="30468" y="214284"/>
                  <a:pt x="28793" y="210253"/>
                  <a:pt x="28793" y="205542"/>
                </a:cubicBezTo>
                <a:close/>
                <a:moveTo>
                  <a:pt x="98419" y="71916"/>
                </a:moveTo>
                <a:lnTo>
                  <a:pt x="142954" y="71916"/>
                </a:lnTo>
                <a:lnTo>
                  <a:pt x="142954" y="35208"/>
                </a:lnTo>
                <a:lnTo>
                  <a:pt x="98419" y="35208"/>
                </a:lnTo>
                <a:lnTo>
                  <a:pt x="98419" y="71894"/>
                </a:lnTo>
                <a:close/>
                <a:moveTo>
                  <a:pt x="45266" y="206201"/>
                </a:moveTo>
                <a:lnTo>
                  <a:pt x="89494" y="206201"/>
                </a:lnTo>
                <a:lnTo>
                  <a:pt x="89494" y="169508"/>
                </a:lnTo>
                <a:lnTo>
                  <a:pt x="45266" y="169508"/>
                </a:lnTo>
                <a:lnTo>
                  <a:pt x="45266" y="206201"/>
                </a:lnTo>
                <a:close/>
                <a:moveTo>
                  <a:pt x="151907" y="206201"/>
                </a:moveTo>
                <a:lnTo>
                  <a:pt x="196142" y="206201"/>
                </a:lnTo>
                <a:lnTo>
                  <a:pt x="196142" y="169508"/>
                </a:lnTo>
                <a:lnTo>
                  <a:pt x="151907" y="169508"/>
                </a:lnTo>
                <a:lnTo>
                  <a:pt x="151907" y="206201"/>
                </a:lnTo>
                <a:close/>
                <a:moveTo>
                  <a:pt x="120701" y="71894"/>
                </a:moveTo>
                <a:close/>
                <a:moveTo>
                  <a:pt x="89494" y="169508"/>
                </a:moveTo>
                <a:close/>
                <a:moveTo>
                  <a:pt x="151885" y="16950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60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6569" y="213443"/>
                </a:moveTo>
                <a:cubicBezTo>
                  <a:pt x="14309" y="213443"/>
                  <a:pt x="12429" y="212675"/>
                  <a:pt x="10936" y="211153"/>
                </a:cubicBezTo>
                <a:cubicBezTo>
                  <a:pt x="9444" y="209624"/>
                  <a:pt x="8698" y="207737"/>
                  <a:pt x="8698" y="205491"/>
                </a:cubicBezTo>
                <a:cubicBezTo>
                  <a:pt x="8698" y="203246"/>
                  <a:pt x="9444" y="201373"/>
                  <a:pt x="10936" y="199859"/>
                </a:cubicBezTo>
                <a:cubicBezTo>
                  <a:pt x="12429" y="198366"/>
                  <a:pt x="14309" y="197620"/>
                  <a:pt x="16569" y="197620"/>
                </a:cubicBezTo>
                <a:lnTo>
                  <a:pt x="224833" y="197620"/>
                </a:lnTo>
                <a:cubicBezTo>
                  <a:pt x="227093" y="197620"/>
                  <a:pt x="228973" y="198388"/>
                  <a:pt x="230465" y="199910"/>
                </a:cubicBezTo>
                <a:cubicBezTo>
                  <a:pt x="231958" y="201439"/>
                  <a:pt x="232704" y="203319"/>
                  <a:pt x="232704" y="205572"/>
                </a:cubicBezTo>
                <a:cubicBezTo>
                  <a:pt x="232704" y="207818"/>
                  <a:pt x="231958" y="209690"/>
                  <a:pt x="230465" y="211204"/>
                </a:cubicBezTo>
                <a:cubicBezTo>
                  <a:pt x="228973" y="212711"/>
                  <a:pt x="227093" y="213465"/>
                  <a:pt x="224833" y="213465"/>
                </a:cubicBezTo>
                <a:lnTo>
                  <a:pt x="16569" y="213465"/>
                </a:lnTo>
                <a:close/>
                <a:moveTo>
                  <a:pt x="35757" y="182536"/>
                </a:moveTo>
                <a:cubicBezTo>
                  <a:pt x="31133" y="182536"/>
                  <a:pt x="27117" y="180832"/>
                  <a:pt x="23716" y="177430"/>
                </a:cubicBezTo>
                <a:cubicBezTo>
                  <a:pt x="20307" y="174029"/>
                  <a:pt x="18610" y="170013"/>
                  <a:pt x="18610" y="165382"/>
                </a:cubicBezTo>
                <a:lnTo>
                  <a:pt x="18610" y="45764"/>
                </a:lnTo>
                <a:cubicBezTo>
                  <a:pt x="18610" y="41119"/>
                  <a:pt x="20307" y="37095"/>
                  <a:pt x="23716" y="33694"/>
                </a:cubicBezTo>
                <a:cubicBezTo>
                  <a:pt x="27117" y="30292"/>
                  <a:pt x="31133" y="28588"/>
                  <a:pt x="35757" y="28588"/>
                </a:cubicBezTo>
                <a:lnTo>
                  <a:pt x="205667" y="28588"/>
                </a:lnTo>
                <a:cubicBezTo>
                  <a:pt x="210312" y="28588"/>
                  <a:pt x="214335" y="30292"/>
                  <a:pt x="217737" y="33694"/>
                </a:cubicBezTo>
                <a:cubicBezTo>
                  <a:pt x="221146" y="37095"/>
                  <a:pt x="222843" y="41119"/>
                  <a:pt x="222843" y="45764"/>
                </a:cubicBezTo>
                <a:lnTo>
                  <a:pt x="222843" y="165382"/>
                </a:lnTo>
                <a:cubicBezTo>
                  <a:pt x="222843" y="170013"/>
                  <a:pt x="221146" y="174029"/>
                  <a:pt x="217737" y="177430"/>
                </a:cubicBezTo>
                <a:cubicBezTo>
                  <a:pt x="214335" y="180832"/>
                  <a:pt x="210312" y="182536"/>
                  <a:pt x="205667" y="182536"/>
                </a:cubicBezTo>
                <a:lnTo>
                  <a:pt x="35757" y="182536"/>
                </a:lnTo>
                <a:close/>
                <a:moveTo>
                  <a:pt x="35757" y="165411"/>
                </a:moveTo>
                <a:lnTo>
                  <a:pt x="205667" y="165411"/>
                </a:lnTo>
                <a:lnTo>
                  <a:pt x="205667" y="45793"/>
                </a:lnTo>
                <a:lnTo>
                  <a:pt x="35757" y="45793"/>
                </a:lnTo>
                <a:lnTo>
                  <a:pt x="35757" y="165411"/>
                </a:lnTo>
                <a:close/>
                <a:moveTo>
                  <a:pt x="35757" y="165411"/>
                </a:moveTo>
                <a:lnTo>
                  <a:pt x="35757" y="45793"/>
                </a:lnTo>
                <a:lnTo>
                  <a:pt x="35757" y="16541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2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574" y="120145"/>
                </a:moveTo>
                <a:lnTo>
                  <a:pt x="86100" y="163678"/>
                </a:lnTo>
                <a:cubicBezTo>
                  <a:pt x="87812" y="165419"/>
                  <a:pt x="88616" y="167430"/>
                  <a:pt x="88514" y="169713"/>
                </a:cubicBezTo>
                <a:cubicBezTo>
                  <a:pt x="88412" y="171988"/>
                  <a:pt x="87497" y="173999"/>
                  <a:pt x="85771" y="175748"/>
                </a:cubicBezTo>
                <a:cubicBezTo>
                  <a:pt x="84044" y="177489"/>
                  <a:pt x="82003" y="178352"/>
                  <a:pt x="79641" y="178337"/>
                </a:cubicBezTo>
                <a:cubicBezTo>
                  <a:pt x="77270" y="178315"/>
                  <a:pt x="75237" y="177452"/>
                  <a:pt x="73525" y="175748"/>
                </a:cubicBezTo>
                <a:lnTo>
                  <a:pt x="23987" y="126260"/>
                </a:lnTo>
                <a:cubicBezTo>
                  <a:pt x="23065" y="125339"/>
                  <a:pt x="22399" y="124380"/>
                  <a:pt x="21975" y="123393"/>
                </a:cubicBezTo>
                <a:cubicBezTo>
                  <a:pt x="21558" y="122383"/>
                  <a:pt x="21346" y="121323"/>
                  <a:pt x="21346" y="120196"/>
                </a:cubicBezTo>
                <a:cubicBezTo>
                  <a:pt x="21346" y="119077"/>
                  <a:pt x="21558" y="118009"/>
                  <a:pt x="21975" y="117007"/>
                </a:cubicBezTo>
                <a:cubicBezTo>
                  <a:pt x="22399" y="115997"/>
                  <a:pt x="23065" y="115046"/>
                  <a:pt x="23987" y="114139"/>
                </a:cubicBezTo>
                <a:lnTo>
                  <a:pt x="74279" y="63847"/>
                </a:lnTo>
                <a:cubicBezTo>
                  <a:pt x="75990" y="62135"/>
                  <a:pt x="78039" y="61279"/>
                  <a:pt x="80416" y="61279"/>
                </a:cubicBezTo>
                <a:cubicBezTo>
                  <a:pt x="82801" y="61279"/>
                  <a:pt x="84842" y="62135"/>
                  <a:pt x="86553" y="63847"/>
                </a:cubicBezTo>
                <a:cubicBezTo>
                  <a:pt x="88265" y="65559"/>
                  <a:pt x="89121" y="67607"/>
                  <a:pt x="89121" y="70006"/>
                </a:cubicBezTo>
                <a:cubicBezTo>
                  <a:pt x="89121" y="72406"/>
                  <a:pt x="88265" y="74454"/>
                  <a:pt x="86553" y="76166"/>
                </a:cubicBezTo>
                <a:lnTo>
                  <a:pt x="42574" y="120145"/>
                </a:lnTo>
                <a:close/>
                <a:moveTo>
                  <a:pt x="198856" y="120277"/>
                </a:moveTo>
                <a:lnTo>
                  <a:pt x="155353" y="76722"/>
                </a:lnTo>
                <a:cubicBezTo>
                  <a:pt x="153612" y="74973"/>
                  <a:pt x="152785" y="72962"/>
                  <a:pt x="152888" y="70687"/>
                </a:cubicBezTo>
                <a:cubicBezTo>
                  <a:pt x="152990" y="68404"/>
                  <a:pt x="153904" y="66393"/>
                  <a:pt x="155631" y="64652"/>
                </a:cubicBezTo>
                <a:cubicBezTo>
                  <a:pt x="157357" y="62903"/>
                  <a:pt x="159398" y="62040"/>
                  <a:pt x="161761" y="62062"/>
                </a:cubicBezTo>
                <a:cubicBezTo>
                  <a:pt x="164131" y="62077"/>
                  <a:pt x="166165" y="62940"/>
                  <a:pt x="167877" y="64652"/>
                </a:cubicBezTo>
                <a:lnTo>
                  <a:pt x="217415" y="114139"/>
                </a:lnTo>
                <a:cubicBezTo>
                  <a:pt x="218337" y="115061"/>
                  <a:pt x="219002" y="116012"/>
                  <a:pt x="219427" y="117007"/>
                </a:cubicBezTo>
                <a:cubicBezTo>
                  <a:pt x="219844" y="118009"/>
                  <a:pt x="220056" y="119077"/>
                  <a:pt x="220056" y="120196"/>
                </a:cubicBezTo>
                <a:cubicBezTo>
                  <a:pt x="220056" y="121323"/>
                  <a:pt x="219844" y="122383"/>
                  <a:pt x="219427" y="123393"/>
                </a:cubicBezTo>
                <a:cubicBezTo>
                  <a:pt x="219002" y="124395"/>
                  <a:pt x="218337" y="125353"/>
                  <a:pt x="217415" y="126260"/>
                </a:cubicBezTo>
                <a:lnTo>
                  <a:pt x="167123" y="176552"/>
                </a:lnTo>
                <a:cubicBezTo>
                  <a:pt x="165411" y="178257"/>
                  <a:pt x="163407" y="179083"/>
                  <a:pt x="161110" y="179018"/>
                </a:cubicBezTo>
                <a:cubicBezTo>
                  <a:pt x="158813" y="178944"/>
                  <a:pt x="156801" y="178052"/>
                  <a:pt x="155075" y="176326"/>
                </a:cubicBezTo>
                <a:cubicBezTo>
                  <a:pt x="153349" y="174599"/>
                  <a:pt x="152485" y="172544"/>
                  <a:pt x="152485" y="170166"/>
                </a:cubicBezTo>
                <a:cubicBezTo>
                  <a:pt x="152485" y="167781"/>
                  <a:pt x="153356" y="165740"/>
                  <a:pt x="155104" y="164029"/>
                </a:cubicBezTo>
                <a:lnTo>
                  <a:pt x="198878" y="1202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4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8535"/>
                </a:moveTo>
                <a:lnTo>
                  <a:pt x="92866" y="120701"/>
                </a:lnTo>
                <a:lnTo>
                  <a:pt x="120701" y="92866"/>
                </a:lnTo>
                <a:lnTo>
                  <a:pt x="148535" y="120701"/>
                </a:lnTo>
                <a:lnTo>
                  <a:pt x="120701" y="148535"/>
                </a:lnTo>
                <a:close/>
                <a:moveTo>
                  <a:pt x="99326" y="72018"/>
                </a:moveTo>
                <a:lnTo>
                  <a:pt x="77497" y="50190"/>
                </a:lnTo>
                <a:lnTo>
                  <a:pt x="108704" y="19063"/>
                </a:lnTo>
                <a:cubicBezTo>
                  <a:pt x="110416" y="17352"/>
                  <a:pt x="112310" y="16108"/>
                  <a:pt x="114388" y="15340"/>
                </a:cubicBezTo>
                <a:cubicBezTo>
                  <a:pt x="116465" y="14565"/>
                  <a:pt x="118572" y="14184"/>
                  <a:pt x="120701" y="14184"/>
                </a:cubicBezTo>
                <a:cubicBezTo>
                  <a:pt x="122830" y="14184"/>
                  <a:pt x="124936" y="14565"/>
                  <a:pt x="127014" y="15340"/>
                </a:cubicBezTo>
                <a:cubicBezTo>
                  <a:pt x="129091" y="16108"/>
                  <a:pt x="130986" y="17352"/>
                  <a:pt x="132698" y="19063"/>
                </a:cubicBezTo>
                <a:lnTo>
                  <a:pt x="163904" y="50190"/>
                </a:lnTo>
                <a:lnTo>
                  <a:pt x="142076" y="72040"/>
                </a:lnTo>
                <a:lnTo>
                  <a:pt x="120701" y="50672"/>
                </a:lnTo>
                <a:lnTo>
                  <a:pt x="99326" y="72040"/>
                </a:lnTo>
                <a:close/>
                <a:moveTo>
                  <a:pt x="50270" y="163904"/>
                </a:moveTo>
                <a:lnTo>
                  <a:pt x="19063" y="132698"/>
                </a:lnTo>
                <a:cubicBezTo>
                  <a:pt x="17352" y="130986"/>
                  <a:pt x="16108" y="129091"/>
                  <a:pt x="15340" y="127014"/>
                </a:cubicBezTo>
                <a:cubicBezTo>
                  <a:pt x="14565" y="124936"/>
                  <a:pt x="14184" y="122830"/>
                  <a:pt x="14184" y="120701"/>
                </a:cubicBezTo>
                <a:cubicBezTo>
                  <a:pt x="14184" y="118572"/>
                  <a:pt x="14565" y="116465"/>
                  <a:pt x="15340" y="114388"/>
                </a:cubicBezTo>
                <a:cubicBezTo>
                  <a:pt x="16108" y="112310"/>
                  <a:pt x="17352" y="110416"/>
                  <a:pt x="19063" y="108704"/>
                </a:cubicBezTo>
                <a:lnTo>
                  <a:pt x="50270" y="77497"/>
                </a:lnTo>
                <a:lnTo>
                  <a:pt x="72040" y="99326"/>
                </a:lnTo>
                <a:lnTo>
                  <a:pt x="50672" y="120701"/>
                </a:lnTo>
                <a:lnTo>
                  <a:pt x="72040" y="142076"/>
                </a:lnTo>
                <a:lnTo>
                  <a:pt x="50270" y="163904"/>
                </a:lnTo>
                <a:close/>
                <a:moveTo>
                  <a:pt x="191212" y="163904"/>
                </a:moveTo>
                <a:lnTo>
                  <a:pt x="169362" y="142076"/>
                </a:lnTo>
                <a:lnTo>
                  <a:pt x="190729" y="120701"/>
                </a:lnTo>
                <a:lnTo>
                  <a:pt x="169362" y="99326"/>
                </a:lnTo>
                <a:lnTo>
                  <a:pt x="191183" y="77497"/>
                </a:lnTo>
                <a:lnTo>
                  <a:pt x="222316" y="108704"/>
                </a:lnTo>
                <a:cubicBezTo>
                  <a:pt x="224028" y="110416"/>
                  <a:pt x="225264" y="112310"/>
                  <a:pt x="226040" y="114388"/>
                </a:cubicBezTo>
                <a:cubicBezTo>
                  <a:pt x="226808" y="116465"/>
                  <a:pt x="227195" y="118572"/>
                  <a:pt x="227195" y="120701"/>
                </a:cubicBezTo>
                <a:cubicBezTo>
                  <a:pt x="227195" y="122830"/>
                  <a:pt x="226808" y="124936"/>
                  <a:pt x="226040" y="127014"/>
                </a:cubicBezTo>
                <a:cubicBezTo>
                  <a:pt x="225264" y="129091"/>
                  <a:pt x="224028" y="130986"/>
                  <a:pt x="222316" y="132698"/>
                </a:cubicBezTo>
                <a:lnTo>
                  <a:pt x="191212" y="163904"/>
                </a:lnTo>
                <a:close/>
                <a:moveTo>
                  <a:pt x="108704" y="222338"/>
                </a:moveTo>
                <a:lnTo>
                  <a:pt x="77497" y="191132"/>
                </a:lnTo>
                <a:lnTo>
                  <a:pt x="99326" y="169362"/>
                </a:lnTo>
                <a:lnTo>
                  <a:pt x="120701" y="190729"/>
                </a:lnTo>
                <a:lnTo>
                  <a:pt x="142076" y="169362"/>
                </a:lnTo>
                <a:lnTo>
                  <a:pt x="163904" y="191132"/>
                </a:lnTo>
                <a:lnTo>
                  <a:pt x="132698" y="222338"/>
                </a:lnTo>
                <a:cubicBezTo>
                  <a:pt x="130986" y="224050"/>
                  <a:pt x="129091" y="225294"/>
                  <a:pt x="127014" y="226062"/>
                </a:cubicBezTo>
                <a:cubicBezTo>
                  <a:pt x="124936" y="226837"/>
                  <a:pt x="122830" y="227217"/>
                  <a:pt x="120701" y="227217"/>
                </a:cubicBezTo>
                <a:cubicBezTo>
                  <a:pt x="118572" y="227217"/>
                  <a:pt x="116465" y="226837"/>
                  <a:pt x="114388" y="226062"/>
                </a:cubicBezTo>
                <a:cubicBezTo>
                  <a:pt x="112310" y="225294"/>
                  <a:pt x="110416" y="224050"/>
                  <a:pt x="108704" y="22233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6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581" y="146853"/>
                </a:moveTo>
                <a:cubicBezTo>
                  <a:pt x="28039" y="146853"/>
                  <a:pt x="21668" y="144241"/>
                  <a:pt x="16474" y="139011"/>
                </a:cubicBezTo>
                <a:cubicBezTo>
                  <a:pt x="11273" y="133780"/>
                  <a:pt x="8676" y="127423"/>
                  <a:pt x="8676" y="119947"/>
                </a:cubicBezTo>
                <a:cubicBezTo>
                  <a:pt x="8676" y="112471"/>
                  <a:pt x="11287" y="106114"/>
                  <a:pt x="16518" y="100884"/>
                </a:cubicBezTo>
                <a:cubicBezTo>
                  <a:pt x="21748" y="95654"/>
                  <a:pt x="28105" y="93042"/>
                  <a:pt x="35581" y="93042"/>
                </a:cubicBezTo>
                <a:lnTo>
                  <a:pt x="35581" y="60731"/>
                </a:lnTo>
                <a:cubicBezTo>
                  <a:pt x="35581" y="56707"/>
                  <a:pt x="37088" y="53182"/>
                  <a:pt x="40109" y="50168"/>
                </a:cubicBezTo>
                <a:cubicBezTo>
                  <a:pt x="43123" y="47146"/>
                  <a:pt x="46649" y="45640"/>
                  <a:pt x="50672" y="45640"/>
                </a:cubicBezTo>
                <a:lnTo>
                  <a:pt x="93795" y="45640"/>
                </a:lnTo>
                <a:cubicBezTo>
                  <a:pt x="93795" y="38098"/>
                  <a:pt x="96392" y="31726"/>
                  <a:pt x="101593" y="26532"/>
                </a:cubicBezTo>
                <a:cubicBezTo>
                  <a:pt x="106787" y="21331"/>
                  <a:pt x="113159" y="18734"/>
                  <a:pt x="120701" y="18734"/>
                </a:cubicBezTo>
                <a:cubicBezTo>
                  <a:pt x="128243" y="18734"/>
                  <a:pt x="134614" y="21346"/>
                  <a:pt x="139815" y="26576"/>
                </a:cubicBezTo>
                <a:cubicBezTo>
                  <a:pt x="145009" y="31806"/>
                  <a:pt x="147606" y="38163"/>
                  <a:pt x="147606" y="45640"/>
                </a:cubicBezTo>
                <a:lnTo>
                  <a:pt x="190729" y="45640"/>
                </a:lnTo>
                <a:cubicBezTo>
                  <a:pt x="194753" y="45640"/>
                  <a:pt x="198278" y="47146"/>
                  <a:pt x="201292" y="50168"/>
                </a:cubicBezTo>
                <a:cubicBezTo>
                  <a:pt x="204314" y="53182"/>
                  <a:pt x="205820" y="56707"/>
                  <a:pt x="205820" y="60731"/>
                </a:cubicBezTo>
                <a:lnTo>
                  <a:pt x="205820" y="93042"/>
                </a:lnTo>
                <a:cubicBezTo>
                  <a:pt x="213362" y="93042"/>
                  <a:pt x="219734" y="95654"/>
                  <a:pt x="224928" y="100884"/>
                </a:cubicBezTo>
                <a:cubicBezTo>
                  <a:pt x="230129" y="106114"/>
                  <a:pt x="232726" y="112471"/>
                  <a:pt x="232726" y="119947"/>
                </a:cubicBezTo>
                <a:cubicBezTo>
                  <a:pt x="232726" y="127423"/>
                  <a:pt x="230114" y="133780"/>
                  <a:pt x="224884" y="139011"/>
                </a:cubicBezTo>
                <a:cubicBezTo>
                  <a:pt x="219654" y="144241"/>
                  <a:pt x="213297" y="146853"/>
                  <a:pt x="205820" y="146853"/>
                </a:cubicBezTo>
                <a:lnTo>
                  <a:pt x="205820" y="197525"/>
                </a:lnTo>
                <a:cubicBezTo>
                  <a:pt x="205820" y="201548"/>
                  <a:pt x="204314" y="205067"/>
                  <a:pt x="201292" y="208081"/>
                </a:cubicBezTo>
                <a:cubicBezTo>
                  <a:pt x="198278" y="211102"/>
                  <a:pt x="194753" y="212609"/>
                  <a:pt x="190729" y="212609"/>
                </a:cubicBezTo>
                <a:lnTo>
                  <a:pt x="50672" y="212609"/>
                </a:lnTo>
                <a:cubicBezTo>
                  <a:pt x="46649" y="212609"/>
                  <a:pt x="43123" y="211102"/>
                  <a:pt x="40109" y="208081"/>
                </a:cubicBezTo>
                <a:cubicBezTo>
                  <a:pt x="37088" y="205067"/>
                  <a:pt x="35581" y="201548"/>
                  <a:pt x="35581" y="197525"/>
                </a:cubicBezTo>
                <a:lnTo>
                  <a:pt x="35581" y="146853"/>
                </a:lnTo>
                <a:close/>
                <a:moveTo>
                  <a:pt x="93993" y="118309"/>
                </a:moveTo>
                <a:cubicBezTo>
                  <a:pt x="95990" y="116282"/>
                  <a:pt x="96985" y="113810"/>
                  <a:pt x="96985" y="110891"/>
                </a:cubicBezTo>
                <a:cubicBezTo>
                  <a:pt x="96985" y="107980"/>
                  <a:pt x="95975" y="105529"/>
                  <a:pt x="93949" y="103554"/>
                </a:cubicBezTo>
                <a:cubicBezTo>
                  <a:pt x="91915" y="101557"/>
                  <a:pt x="89458" y="100562"/>
                  <a:pt x="86575" y="100562"/>
                </a:cubicBezTo>
                <a:cubicBezTo>
                  <a:pt x="83693" y="100562"/>
                  <a:pt x="81250" y="101572"/>
                  <a:pt x="79238" y="103605"/>
                </a:cubicBezTo>
                <a:cubicBezTo>
                  <a:pt x="77205" y="105631"/>
                  <a:pt x="76195" y="108104"/>
                  <a:pt x="76195" y="111023"/>
                </a:cubicBezTo>
                <a:cubicBezTo>
                  <a:pt x="76195" y="113934"/>
                  <a:pt x="77212" y="116385"/>
                  <a:pt x="79260" y="118360"/>
                </a:cubicBezTo>
                <a:cubicBezTo>
                  <a:pt x="81308" y="120357"/>
                  <a:pt x="83781" y="121352"/>
                  <a:pt x="86678" y="121352"/>
                </a:cubicBezTo>
                <a:cubicBezTo>
                  <a:pt x="89560" y="121352"/>
                  <a:pt x="92003" y="120342"/>
                  <a:pt x="93993" y="118309"/>
                </a:cubicBezTo>
                <a:close/>
                <a:moveTo>
                  <a:pt x="162215" y="118309"/>
                </a:moveTo>
                <a:cubicBezTo>
                  <a:pt x="164212" y="116282"/>
                  <a:pt x="165206" y="113810"/>
                  <a:pt x="165206" y="110891"/>
                </a:cubicBezTo>
                <a:cubicBezTo>
                  <a:pt x="165206" y="107980"/>
                  <a:pt x="164190" y="105529"/>
                  <a:pt x="162141" y="103554"/>
                </a:cubicBezTo>
                <a:cubicBezTo>
                  <a:pt x="160093" y="101557"/>
                  <a:pt x="157621" y="100562"/>
                  <a:pt x="154724" y="100562"/>
                </a:cubicBezTo>
                <a:cubicBezTo>
                  <a:pt x="151842" y="100562"/>
                  <a:pt x="149398" y="101572"/>
                  <a:pt x="147409" y="103605"/>
                </a:cubicBezTo>
                <a:cubicBezTo>
                  <a:pt x="145412" y="105631"/>
                  <a:pt x="144417" y="108104"/>
                  <a:pt x="144417" y="111023"/>
                </a:cubicBezTo>
                <a:cubicBezTo>
                  <a:pt x="144417" y="113934"/>
                  <a:pt x="145426" y="116385"/>
                  <a:pt x="147460" y="118360"/>
                </a:cubicBezTo>
                <a:cubicBezTo>
                  <a:pt x="149486" y="120357"/>
                  <a:pt x="151944" y="121352"/>
                  <a:pt x="154826" y="121352"/>
                </a:cubicBezTo>
                <a:cubicBezTo>
                  <a:pt x="157708" y="121352"/>
                  <a:pt x="160152" y="120342"/>
                  <a:pt x="162163" y="118309"/>
                </a:cubicBezTo>
                <a:close/>
                <a:moveTo>
                  <a:pt x="87029" y="169735"/>
                </a:moveTo>
                <a:lnTo>
                  <a:pt x="154446" y="169735"/>
                </a:lnTo>
                <a:cubicBezTo>
                  <a:pt x="156677" y="169735"/>
                  <a:pt x="158535" y="168974"/>
                  <a:pt x="160027" y="167445"/>
                </a:cubicBezTo>
                <a:cubicBezTo>
                  <a:pt x="161520" y="165923"/>
                  <a:pt x="162273" y="164043"/>
                  <a:pt x="162295" y="161812"/>
                </a:cubicBezTo>
                <a:cubicBezTo>
                  <a:pt x="162295" y="159588"/>
                  <a:pt x="161542" y="157723"/>
                  <a:pt x="160027" y="156231"/>
                </a:cubicBezTo>
                <a:cubicBezTo>
                  <a:pt x="158520" y="154738"/>
                  <a:pt x="156662" y="153992"/>
                  <a:pt x="154446" y="153992"/>
                </a:cubicBezTo>
                <a:lnTo>
                  <a:pt x="87029" y="153992"/>
                </a:lnTo>
                <a:cubicBezTo>
                  <a:pt x="84783" y="153992"/>
                  <a:pt x="82903" y="154746"/>
                  <a:pt x="81396" y="156260"/>
                </a:cubicBezTo>
                <a:cubicBezTo>
                  <a:pt x="79889" y="157767"/>
                  <a:pt x="79136" y="159632"/>
                  <a:pt x="79136" y="161863"/>
                </a:cubicBezTo>
                <a:cubicBezTo>
                  <a:pt x="79136" y="164095"/>
                  <a:pt x="79889" y="165967"/>
                  <a:pt x="81396" y="167474"/>
                </a:cubicBezTo>
                <a:cubicBezTo>
                  <a:pt x="82903" y="168981"/>
                  <a:pt x="84783" y="169735"/>
                  <a:pt x="87029" y="169735"/>
                </a:cubicBezTo>
                <a:close/>
                <a:moveTo>
                  <a:pt x="52706" y="195484"/>
                </a:moveTo>
                <a:lnTo>
                  <a:pt x="188674" y="195484"/>
                </a:lnTo>
                <a:lnTo>
                  <a:pt x="188674" y="62786"/>
                </a:lnTo>
                <a:lnTo>
                  <a:pt x="52706" y="62786"/>
                </a:lnTo>
                <a:lnTo>
                  <a:pt x="52706" y="195484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8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2485"/>
                </a:moveTo>
                <a:cubicBezTo>
                  <a:pt x="88346" y="212485"/>
                  <a:pt x="81104" y="209405"/>
                  <a:pt x="75083" y="203253"/>
                </a:cubicBezTo>
                <a:cubicBezTo>
                  <a:pt x="69070" y="197101"/>
                  <a:pt x="65508" y="190107"/>
                  <a:pt x="64396" y="182258"/>
                </a:cubicBezTo>
                <a:cubicBezTo>
                  <a:pt x="53935" y="181819"/>
                  <a:pt x="45164" y="177767"/>
                  <a:pt x="38068" y="170086"/>
                </a:cubicBezTo>
                <a:cubicBezTo>
                  <a:pt x="30965" y="162412"/>
                  <a:pt x="27410" y="152939"/>
                  <a:pt x="27410" y="141673"/>
                </a:cubicBezTo>
                <a:cubicBezTo>
                  <a:pt x="27410" y="137804"/>
                  <a:pt x="27900" y="134073"/>
                  <a:pt x="28895" y="130481"/>
                </a:cubicBezTo>
                <a:cubicBezTo>
                  <a:pt x="29883" y="126897"/>
                  <a:pt x="31360" y="123451"/>
                  <a:pt x="33321" y="120145"/>
                </a:cubicBezTo>
                <a:cubicBezTo>
                  <a:pt x="31360" y="117043"/>
                  <a:pt x="29883" y="113737"/>
                  <a:pt x="28895" y="110218"/>
                </a:cubicBezTo>
                <a:cubicBezTo>
                  <a:pt x="27900" y="106692"/>
                  <a:pt x="27410" y="102918"/>
                  <a:pt x="27410" y="98872"/>
                </a:cubicBezTo>
                <a:cubicBezTo>
                  <a:pt x="27410" y="88616"/>
                  <a:pt x="30980" y="79780"/>
                  <a:pt x="38120" y="72369"/>
                </a:cubicBezTo>
                <a:cubicBezTo>
                  <a:pt x="45266" y="64959"/>
                  <a:pt x="53752" y="60694"/>
                  <a:pt x="63591" y="59568"/>
                </a:cubicBezTo>
                <a:cubicBezTo>
                  <a:pt x="64213" y="50987"/>
                  <a:pt x="67629" y="43738"/>
                  <a:pt x="73832" y="37820"/>
                </a:cubicBezTo>
                <a:cubicBezTo>
                  <a:pt x="80028" y="31902"/>
                  <a:pt x="87475" y="28946"/>
                  <a:pt x="96158" y="28946"/>
                </a:cubicBezTo>
                <a:cubicBezTo>
                  <a:pt x="101235" y="28946"/>
                  <a:pt x="105734" y="29875"/>
                  <a:pt x="109640" y="31733"/>
                </a:cubicBezTo>
                <a:cubicBezTo>
                  <a:pt x="113539" y="33599"/>
                  <a:pt x="117233" y="36305"/>
                  <a:pt x="120701" y="39853"/>
                </a:cubicBezTo>
                <a:cubicBezTo>
                  <a:pt x="124168" y="36349"/>
                  <a:pt x="127826" y="33657"/>
                  <a:pt x="131666" y="31763"/>
                </a:cubicBezTo>
                <a:cubicBezTo>
                  <a:pt x="135507" y="29883"/>
                  <a:pt x="139947" y="28946"/>
                  <a:pt x="144995" y="28946"/>
                </a:cubicBezTo>
                <a:cubicBezTo>
                  <a:pt x="153495" y="28946"/>
                  <a:pt x="160817" y="31909"/>
                  <a:pt x="166969" y="37842"/>
                </a:cubicBezTo>
                <a:cubicBezTo>
                  <a:pt x="173136" y="43781"/>
                  <a:pt x="176611" y="51038"/>
                  <a:pt x="177379" y="59619"/>
                </a:cubicBezTo>
                <a:cubicBezTo>
                  <a:pt x="187372" y="60445"/>
                  <a:pt x="195982" y="64571"/>
                  <a:pt x="203202" y="72018"/>
                </a:cubicBezTo>
                <a:cubicBezTo>
                  <a:pt x="210429" y="79443"/>
                  <a:pt x="214043" y="88397"/>
                  <a:pt x="214043" y="98872"/>
                </a:cubicBezTo>
                <a:cubicBezTo>
                  <a:pt x="214043" y="102983"/>
                  <a:pt x="213487" y="106853"/>
                  <a:pt x="212382" y="110489"/>
                </a:cubicBezTo>
                <a:cubicBezTo>
                  <a:pt x="211278" y="114110"/>
                  <a:pt x="209719" y="117482"/>
                  <a:pt x="207708" y="120598"/>
                </a:cubicBezTo>
                <a:cubicBezTo>
                  <a:pt x="209551" y="123985"/>
                  <a:pt x="210978" y="127555"/>
                  <a:pt x="211980" y="131315"/>
                </a:cubicBezTo>
                <a:cubicBezTo>
                  <a:pt x="212989" y="135068"/>
                  <a:pt x="213487" y="138725"/>
                  <a:pt x="213487" y="142273"/>
                </a:cubicBezTo>
                <a:cubicBezTo>
                  <a:pt x="213487" y="153370"/>
                  <a:pt x="210012" y="162595"/>
                  <a:pt x="203055" y="169939"/>
                </a:cubicBezTo>
                <a:cubicBezTo>
                  <a:pt x="196099" y="177277"/>
                  <a:pt x="187474" y="181256"/>
                  <a:pt x="177181" y="181856"/>
                </a:cubicBezTo>
                <a:cubicBezTo>
                  <a:pt x="176106" y="189822"/>
                  <a:pt x="172492" y="196925"/>
                  <a:pt x="166340" y="203180"/>
                </a:cubicBezTo>
                <a:cubicBezTo>
                  <a:pt x="160188" y="209434"/>
                  <a:pt x="152939" y="212536"/>
                  <a:pt x="144592" y="212485"/>
                </a:cubicBezTo>
                <a:cubicBezTo>
                  <a:pt x="139545" y="212485"/>
                  <a:pt x="135192" y="211665"/>
                  <a:pt x="131542" y="210019"/>
                </a:cubicBezTo>
                <a:cubicBezTo>
                  <a:pt x="127884" y="208373"/>
                  <a:pt x="124271" y="205923"/>
                  <a:pt x="120701" y="202653"/>
                </a:cubicBezTo>
                <a:cubicBezTo>
                  <a:pt x="117146" y="205938"/>
                  <a:pt x="113525" y="208395"/>
                  <a:pt x="109838" y="210019"/>
                </a:cubicBezTo>
                <a:cubicBezTo>
                  <a:pt x="106165" y="211643"/>
                  <a:pt x="101828" y="212455"/>
                  <a:pt x="96809" y="212455"/>
                </a:cubicBezTo>
                <a:close/>
                <a:moveTo>
                  <a:pt x="129099" y="60350"/>
                </a:moveTo>
                <a:lnTo>
                  <a:pt x="129099" y="181475"/>
                </a:lnTo>
                <a:cubicBezTo>
                  <a:pt x="129099" y="185470"/>
                  <a:pt x="130642" y="188857"/>
                  <a:pt x="133729" y="191636"/>
                </a:cubicBezTo>
                <a:cubicBezTo>
                  <a:pt x="136809" y="194401"/>
                  <a:pt x="140518" y="195784"/>
                  <a:pt x="144841" y="195784"/>
                </a:cubicBezTo>
                <a:cubicBezTo>
                  <a:pt x="148996" y="195784"/>
                  <a:pt x="152602" y="193963"/>
                  <a:pt x="155653" y="190305"/>
                </a:cubicBezTo>
                <a:cubicBezTo>
                  <a:pt x="158703" y="186647"/>
                  <a:pt x="160371" y="182909"/>
                  <a:pt x="160656" y="179091"/>
                </a:cubicBezTo>
                <a:cubicBezTo>
                  <a:pt x="157123" y="177781"/>
                  <a:pt x="153817" y="176062"/>
                  <a:pt x="150752" y="173934"/>
                </a:cubicBezTo>
                <a:cubicBezTo>
                  <a:pt x="147679" y="171790"/>
                  <a:pt x="145075" y="169157"/>
                  <a:pt x="142932" y="166040"/>
                </a:cubicBezTo>
                <a:cubicBezTo>
                  <a:pt x="141469" y="164029"/>
                  <a:pt x="140927" y="161951"/>
                  <a:pt x="141293" y="159801"/>
                </a:cubicBezTo>
                <a:cubicBezTo>
                  <a:pt x="141681" y="157657"/>
                  <a:pt x="142873" y="155858"/>
                  <a:pt x="144863" y="154395"/>
                </a:cubicBezTo>
                <a:cubicBezTo>
                  <a:pt x="146860" y="152939"/>
                  <a:pt x="148945" y="152405"/>
                  <a:pt x="151125" y="152785"/>
                </a:cubicBezTo>
                <a:cubicBezTo>
                  <a:pt x="153290" y="153158"/>
                  <a:pt x="155104" y="154343"/>
                  <a:pt x="156560" y="156355"/>
                </a:cubicBezTo>
                <a:cubicBezTo>
                  <a:pt x="158652" y="159259"/>
                  <a:pt x="161234" y="161468"/>
                  <a:pt x="164307" y="162997"/>
                </a:cubicBezTo>
                <a:cubicBezTo>
                  <a:pt x="167372" y="164519"/>
                  <a:pt x="170766" y="165287"/>
                  <a:pt x="174489" y="165287"/>
                </a:cubicBezTo>
                <a:cubicBezTo>
                  <a:pt x="180627" y="165287"/>
                  <a:pt x="185872" y="163180"/>
                  <a:pt x="190232" y="158974"/>
                </a:cubicBezTo>
                <a:cubicBezTo>
                  <a:pt x="194592" y="154768"/>
                  <a:pt x="196764" y="149194"/>
                  <a:pt x="196764" y="142251"/>
                </a:cubicBezTo>
                <a:cubicBezTo>
                  <a:pt x="196764" y="140796"/>
                  <a:pt x="196611" y="139252"/>
                  <a:pt x="196289" y="137621"/>
                </a:cubicBezTo>
                <a:cubicBezTo>
                  <a:pt x="195974" y="135997"/>
                  <a:pt x="195630" y="134373"/>
                  <a:pt x="195257" y="132749"/>
                </a:cubicBezTo>
                <a:cubicBezTo>
                  <a:pt x="192441" y="134687"/>
                  <a:pt x="189339" y="136165"/>
                  <a:pt x="185952" y="137175"/>
                </a:cubicBezTo>
                <a:cubicBezTo>
                  <a:pt x="182565" y="138177"/>
                  <a:pt x="179061" y="138682"/>
                  <a:pt x="175440" y="138682"/>
                </a:cubicBezTo>
                <a:cubicBezTo>
                  <a:pt x="173063" y="138682"/>
                  <a:pt x="171088" y="137892"/>
                  <a:pt x="169508" y="136319"/>
                </a:cubicBezTo>
                <a:cubicBezTo>
                  <a:pt x="167913" y="134724"/>
                  <a:pt x="167123" y="132727"/>
                  <a:pt x="167123" y="130335"/>
                </a:cubicBezTo>
                <a:cubicBezTo>
                  <a:pt x="167123" y="127936"/>
                  <a:pt x="167913" y="125938"/>
                  <a:pt x="169508" y="124344"/>
                </a:cubicBezTo>
                <a:cubicBezTo>
                  <a:pt x="171103" y="122771"/>
                  <a:pt x="173078" y="121981"/>
                  <a:pt x="175440" y="121981"/>
                </a:cubicBezTo>
                <a:cubicBezTo>
                  <a:pt x="181563" y="121981"/>
                  <a:pt x="186735" y="119713"/>
                  <a:pt x="190956" y="115171"/>
                </a:cubicBezTo>
                <a:cubicBezTo>
                  <a:pt x="195184" y="110628"/>
                  <a:pt x="197298" y="105200"/>
                  <a:pt x="197298" y="98902"/>
                </a:cubicBezTo>
                <a:cubicBezTo>
                  <a:pt x="197298" y="92749"/>
                  <a:pt x="195031" y="87490"/>
                  <a:pt x="190510" y="83130"/>
                </a:cubicBezTo>
                <a:cubicBezTo>
                  <a:pt x="185982" y="78755"/>
                  <a:pt x="180817" y="76400"/>
                  <a:pt x="175016" y="76063"/>
                </a:cubicBezTo>
                <a:cubicBezTo>
                  <a:pt x="173253" y="80292"/>
                  <a:pt x="170773" y="84022"/>
                  <a:pt x="167577" y="87256"/>
                </a:cubicBezTo>
                <a:cubicBezTo>
                  <a:pt x="164373" y="90489"/>
                  <a:pt x="160656" y="92903"/>
                  <a:pt x="156436" y="94498"/>
                </a:cubicBezTo>
                <a:cubicBezTo>
                  <a:pt x="154190" y="95368"/>
                  <a:pt x="152017" y="95317"/>
                  <a:pt x="149918" y="94344"/>
                </a:cubicBezTo>
                <a:cubicBezTo>
                  <a:pt x="147826" y="93357"/>
                  <a:pt x="146406" y="91740"/>
                  <a:pt x="145668" y="89494"/>
                </a:cubicBezTo>
                <a:cubicBezTo>
                  <a:pt x="144965" y="87285"/>
                  <a:pt x="145090" y="85120"/>
                  <a:pt x="146048" y="83006"/>
                </a:cubicBezTo>
                <a:cubicBezTo>
                  <a:pt x="147006" y="80891"/>
                  <a:pt x="148572" y="79443"/>
                  <a:pt x="150752" y="78660"/>
                </a:cubicBezTo>
                <a:cubicBezTo>
                  <a:pt x="153700" y="77651"/>
                  <a:pt x="156099" y="75654"/>
                  <a:pt x="157942" y="72669"/>
                </a:cubicBezTo>
                <a:cubicBezTo>
                  <a:pt x="159801" y="69685"/>
                  <a:pt x="160737" y="66334"/>
                  <a:pt x="160737" y="62611"/>
                </a:cubicBezTo>
                <a:cubicBezTo>
                  <a:pt x="160737" y="57885"/>
                  <a:pt x="159157" y="53869"/>
                  <a:pt x="156004" y="50570"/>
                </a:cubicBezTo>
                <a:cubicBezTo>
                  <a:pt x="152851" y="47264"/>
                  <a:pt x="149128" y="45618"/>
                  <a:pt x="144819" y="45618"/>
                </a:cubicBezTo>
                <a:cubicBezTo>
                  <a:pt x="140540" y="45618"/>
                  <a:pt x="136853" y="47059"/>
                  <a:pt x="133751" y="49941"/>
                </a:cubicBezTo>
                <a:cubicBezTo>
                  <a:pt x="130649" y="52823"/>
                  <a:pt x="129099" y="56290"/>
                  <a:pt x="129099" y="60350"/>
                </a:cubicBezTo>
                <a:close/>
                <a:moveTo>
                  <a:pt x="112376" y="181475"/>
                </a:moveTo>
                <a:lnTo>
                  <a:pt x="112376" y="60350"/>
                </a:lnTo>
                <a:cubicBezTo>
                  <a:pt x="112376" y="56290"/>
                  <a:pt x="110855" y="52823"/>
                  <a:pt x="107804" y="49941"/>
                </a:cubicBezTo>
                <a:cubicBezTo>
                  <a:pt x="104746" y="47059"/>
                  <a:pt x="101030" y="45618"/>
                  <a:pt x="96634" y="45618"/>
                </a:cubicBezTo>
                <a:cubicBezTo>
                  <a:pt x="92311" y="45618"/>
                  <a:pt x="88536" y="47264"/>
                  <a:pt x="85317" y="50570"/>
                </a:cubicBezTo>
                <a:cubicBezTo>
                  <a:pt x="82098" y="53869"/>
                  <a:pt x="80489" y="57878"/>
                  <a:pt x="80489" y="62589"/>
                </a:cubicBezTo>
                <a:cubicBezTo>
                  <a:pt x="80489" y="66342"/>
                  <a:pt x="81374" y="69663"/>
                  <a:pt x="83130" y="72545"/>
                </a:cubicBezTo>
                <a:cubicBezTo>
                  <a:pt x="84893" y="75427"/>
                  <a:pt x="87241" y="77380"/>
                  <a:pt x="90174" y="78404"/>
                </a:cubicBezTo>
                <a:cubicBezTo>
                  <a:pt x="92354" y="79194"/>
                  <a:pt x="93956" y="80643"/>
                  <a:pt x="94973" y="82757"/>
                </a:cubicBezTo>
                <a:cubicBezTo>
                  <a:pt x="95997" y="84871"/>
                  <a:pt x="96158" y="86948"/>
                  <a:pt x="95456" y="88989"/>
                </a:cubicBezTo>
                <a:cubicBezTo>
                  <a:pt x="94586" y="91235"/>
                  <a:pt x="93057" y="92896"/>
                  <a:pt x="90877" y="93971"/>
                </a:cubicBezTo>
                <a:cubicBezTo>
                  <a:pt x="88719" y="95046"/>
                  <a:pt x="86502" y="95134"/>
                  <a:pt x="84242" y="94249"/>
                </a:cubicBezTo>
                <a:cubicBezTo>
                  <a:pt x="80014" y="92823"/>
                  <a:pt x="76341" y="90489"/>
                  <a:pt x="73225" y="87256"/>
                </a:cubicBezTo>
                <a:cubicBezTo>
                  <a:pt x="70109" y="84022"/>
                  <a:pt x="67666" y="80292"/>
                  <a:pt x="65910" y="76063"/>
                </a:cubicBezTo>
                <a:cubicBezTo>
                  <a:pt x="60241" y="76605"/>
                  <a:pt x="55193" y="79011"/>
                  <a:pt x="50767" y="83284"/>
                </a:cubicBezTo>
                <a:cubicBezTo>
                  <a:pt x="46342" y="87541"/>
                  <a:pt x="44133" y="92727"/>
                  <a:pt x="44133" y="98850"/>
                </a:cubicBezTo>
                <a:cubicBezTo>
                  <a:pt x="44133" y="105200"/>
                  <a:pt x="46232" y="110650"/>
                  <a:pt x="50446" y="115192"/>
                </a:cubicBezTo>
                <a:cubicBezTo>
                  <a:pt x="54652" y="119721"/>
                  <a:pt x="59816" y="121981"/>
                  <a:pt x="65932" y="121981"/>
                </a:cubicBezTo>
                <a:cubicBezTo>
                  <a:pt x="68331" y="121981"/>
                  <a:pt x="70328" y="122771"/>
                  <a:pt x="71916" y="124344"/>
                </a:cubicBezTo>
                <a:cubicBezTo>
                  <a:pt x="73510" y="125938"/>
                  <a:pt x="74308" y="127936"/>
                  <a:pt x="74308" y="130335"/>
                </a:cubicBezTo>
                <a:cubicBezTo>
                  <a:pt x="74308" y="132727"/>
                  <a:pt x="73510" y="134724"/>
                  <a:pt x="71916" y="136319"/>
                </a:cubicBezTo>
                <a:cubicBezTo>
                  <a:pt x="70328" y="137892"/>
                  <a:pt x="68331" y="138682"/>
                  <a:pt x="65932" y="138682"/>
                </a:cubicBezTo>
                <a:cubicBezTo>
                  <a:pt x="62282" y="138682"/>
                  <a:pt x="58741" y="138140"/>
                  <a:pt x="55325" y="137072"/>
                </a:cubicBezTo>
                <a:cubicBezTo>
                  <a:pt x="51901" y="135997"/>
                  <a:pt x="48741" y="134541"/>
                  <a:pt x="45844" y="132698"/>
                </a:cubicBezTo>
                <a:cubicBezTo>
                  <a:pt x="45303" y="134153"/>
                  <a:pt x="44886" y="135653"/>
                  <a:pt x="44586" y="137197"/>
                </a:cubicBezTo>
                <a:cubicBezTo>
                  <a:pt x="44301" y="138740"/>
                  <a:pt x="44155" y="140306"/>
                  <a:pt x="44155" y="141900"/>
                </a:cubicBezTo>
                <a:cubicBezTo>
                  <a:pt x="44155" y="148886"/>
                  <a:pt x="46291" y="154614"/>
                  <a:pt x="50570" y="159076"/>
                </a:cubicBezTo>
                <a:cubicBezTo>
                  <a:pt x="54842" y="163531"/>
                  <a:pt x="60050" y="165762"/>
                  <a:pt x="66188" y="165762"/>
                </a:cubicBezTo>
                <a:cubicBezTo>
                  <a:pt x="69721" y="165762"/>
                  <a:pt x="73072" y="164958"/>
                  <a:pt x="76246" y="163348"/>
                </a:cubicBezTo>
                <a:cubicBezTo>
                  <a:pt x="79414" y="161739"/>
                  <a:pt x="82040" y="159545"/>
                  <a:pt x="84139" y="156757"/>
                </a:cubicBezTo>
                <a:cubicBezTo>
                  <a:pt x="85595" y="154914"/>
                  <a:pt x="87446" y="153766"/>
                  <a:pt x="89699" y="153312"/>
                </a:cubicBezTo>
                <a:cubicBezTo>
                  <a:pt x="91923" y="152866"/>
                  <a:pt x="93971" y="153370"/>
                  <a:pt x="95829" y="154848"/>
                </a:cubicBezTo>
                <a:cubicBezTo>
                  <a:pt x="97694" y="156289"/>
                  <a:pt x="98850" y="158140"/>
                  <a:pt x="99304" y="160408"/>
                </a:cubicBezTo>
                <a:cubicBezTo>
                  <a:pt x="99757" y="162653"/>
                  <a:pt x="99253" y="164694"/>
                  <a:pt x="97790" y="166545"/>
                </a:cubicBezTo>
                <a:cubicBezTo>
                  <a:pt x="95683" y="169544"/>
                  <a:pt x="93174" y="172075"/>
                  <a:pt x="90277" y="174138"/>
                </a:cubicBezTo>
                <a:cubicBezTo>
                  <a:pt x="87358" y="176201"/>
                  <a:pt x="84213" y="177854"/>
                  <a:pt x="80848" y="179113"/>
                </a:cubicBezTo>
                <a:cubicBezTo>
                  <a:pt x="81148" y="182953"/>
                  <a:pt x="82808" y="186699"/>
                  <a:pt x="85822" y="190356"/>
                </a:cubicBezTo>
                <a:cubicBezTo>
                  <a:pt x="88858" y="194006"/>
                  <a:pt x="92537" y="195835"/>
                  <a:pt x="96861" y="195835"/>
                </a:cubicBezTo>
                <a:cubicBezTo>
                  <a:pt x="101191" y="195835"/>
                  <a:pt x="104856" y="194453"/>
                  <a:pt x="107877" y="191688"/>
                </a:cubicBezTo>
                <a:cubicBezTo>
                  <a:pt x="110891" y="188922"/>
                  <a:pt x="112405" y="185535"/>
                  <a:pt x="112405" y="181527"/>
                </a:cubicBezTo>
                <a:close/>
                <a:moveTo>
                  <a:pt x="120701" y="12112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70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376" y="201592"/>
                </a:moveTo>
                <a:lnTo>
                  <a:pt x="112376" y="125426"/>
                </a:lnTo>
                <a:lnTo>
                  <a:pt x="45815" y="86956"/>
                </a:lnTo>
                <a:lnTo>
                  <a:pt x="45815" y="163122"/>
                </a:lnTo>
                <a:lnTo>
                  <a:pt x="112376" y="201592"/>
                </a:lnTo>
                <a:close/>
                <a:moveTo>
                  <a:pt x="129099" y="201592"/>
                </a:moveTo>
                <a:lnTo>
                  <a:pt x="195608" y="163122"/>
                </a:lnTo>
                <a:lnTo>
                  <a:pt x="195608" y="86707"/>
                </a:lnTo>
                <a:lnTo>
                  <a:pt x="129099" y="125375"/>
                </a:lnTo>
                <a:lnTo>
                  <a:pt x="129099" y="201592"/>
                </a:lnTo>
                <a:close/>
                <a:moveTo>
                  <a:pt x="120701" y="111198"/>
                </a:moveTo>
                <a:lnTo>
                  <a:pt x="186260" y="72998"/>
                </a:lnTo>
                <a:lnTo>
                  <a:pt x="120701" y="35054"/>
                </a:lnTo>
                <a:lnTo>
                  <a:pt x="54944" y="72998"/>
                </a:lnTo>
                <a:lnTo>
                  <a:pt x="120701" y="111198"/>
                </a:lnTo>
                <a:close/>
                <a:moveTo>
                  <a:pt x="37242" y="178037"/>
                </a:moveTo>
                <a:cubicBezTo>
                  <a:pt x="34491" y="176428"/>
                  <a:pt x="32377" y="174292"/>
                  <a:pt x="30907" y="171644"/>
                </a:cubicBezTo>
                <a:cubicBezTo>
                  <a:pt x="29429" y="168996"/>
                  <a:pt x="28690" y="166165"/>
                  <a:pt x="28690" y="163151"/>
                </a:cubicBezTo>
                <a:lnTo>
                  <a:pt x="28690" y="78258"/>
                </a:lnTo>
                <a:cubicBezTo>
                  <a:pt x="28690" y="75222"/>
                  <a:pt x="29429" y="72384"/>
                  <a:pt x="30907" y="69758"/>
                </a:cubicBezTo>
                <a:cubicBezTo>
                  <a:pt x="32377" y="67110"/>
                  <a:pt x="34491" y="64981"/>
                  <a:pt x="37242" y="63372"/>
                </a:cubicBezTo>
                <a:lnTo>
                  <a:pt x="112127" y="20168"/>
                </a:lnTo>
                <a:cubicBezTo>
                  <a:pt x="114856" y="18661"/>
                  <a:pt x="117724" y="17908"/>
                  <a:pt x="120723" y="17908"/>
                </a:cubicBezTo>
                <a:cubicBezTo>
                  <a:pt x="123744" y="17908"/>
                  <a:pt x="126582" y="18661"/>
                  <a:pt x="129252" y="20168"/>
                </a:cubicBezTo>
                <a:lnTo>
                  <a:pt x="204138" y="63372"/>
                </a:lnTo>
                <a:cubicBezTo>
                  <a:pt x="206881" y="64981"/>
                  <a:pt x="209017" y="67110"/>
                  <a:pt x="210524" y="69758"/>
                </a:cubicBezTo>
                <a:cubicBezTo>
                  <a:pt x="212016" y="72406"/>
                  <a:pt x="212763" y="75237"/>
                  <a:pt x="212763" y="78251"/>
                </a:cubicBezTo>
                <a:lnTo>
                  <a:pt x="212763" y="163151"/>
                </a:lnTo>
                <a:cubicBezTo>
                  <a:pt x="212763" y="166179"/>
                  <a:pt x="212016" y="169018"/>
                  <a:pt x="210524" y="171644"/>
                </a:cubicBezTo>
                <a:cubicBezTo>
                  <a:pt x="209032" y="174292"/>
                  <a:pt x="206903" y="176428"/>
                  <a:pt x="204138" y="178037"/>
                </a:cubicBezTo>
                <a:lnTo>
                  <a:pt x="129274" y="221160"/>
                </a:lnTo>
                <a:cubicBezTo>
                  <a:pt x="126546" y="222704"/>
                  <a:pt x="123678" y="223472"/>
                  <a:pt x="120679" y="223472"/>
                </a:cubicBezTo>
                <a:cubicBezTo>
                  <a:pt x="117658" y="223472"/>
                  <a:pt x="114819" y="222704"/>
                  <a:pt x="112149" y="221160"/>
                </a:cubicBezTo>
                <a:lnTo>
                  <a:pt x="37242" y="178037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2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854" y="122361"/>
                </a:moveTo>
                <a:cubicBezTo>
                  <a:pt x="72428" y="123802"/>
                  <a:pt x="71718" y="125595"/>
                  <a:pt x="71718" y="127745"/>
                </a:cubicBezTo>
                <a:lnTo>
                  <a:pt x="71718" y="164204"/>
                </a:lnTo>
                <a:cubicBezTo>
                  <a:pt x="71718" y="166348"/>
                  <a:pt x="72442" y="168140"/>
                  <a:pt x="73905" y="169581"/>
                </a:cubicBezTo>
                <a:cubicBezTo>
                  <a:pt x="75361" y="171029"/>
                  <a:pt x="77153" y="171746"/>
                  <a:pt x="79282" y="171746"/>
                </a:cubicBezTo>
                <a:cubicBezTo>
                  <a:pt x="81411" y="171746"/>
                  <a:pt x="83203" y="171029"/>
                  <a:pt x="84644" y="169581"/>
                </a:cubicBezTo>
                <a:cubicBezTo>
                  <a:pt x="86085" y="168140"/>
                  <a:pt x="86802" y="166348"/>
                  <a:pt x="86802" y="164204"/>
                </a:cubicBezTo>
                <a:lnTo>
                  <a:pt x="86802" y="127745"/>
                </a:lnTo>
                <a:cubicBezTo>
                  <a:pt x="86802" y="125595"/>
                  <a:pt x="86063" y="123802"/>
                  <a:pt x="84593" y="122361"/>
                </a:cubicBezTo>
                <a:cubicBezTo>
                  <a:pt x="83115" y="120920"/>
                  <a:pt x="81316" y="120196"/>
                  <a:pt x="79187" y="120196"/>
                </a:cubicBezTo>
                <a:cubicBezTo>
                  <a:pt x="77058" y="120196"/>
                  <a:pt x="75281" y="120920"/>
                  <a:pt x="73854" y="122361"/>
                </a:cubicBezTo>
                <a:close/>
                <a:moveTo>
                  <a:pt x="156787" y="68295"/>
                </a:moveTo>
                <a:cubicBezTo>
                  <a:pt x="155360" y="69736"/>
                  <a:pt x="154651" y="71535"/>
                  <a:pt x="154651" y="73679"/>
                </a:cubicBezTo>
                <a:lnTo>
                  <a:pt x="154651" y="164204"/>
                </a:lnTo>
                <a:cubicBezTo>
                  <a:pt x="154651" y="166348"/>
                  <a:pt x="155375" y="168140"/>
                  <a:pt x="156838" y="169581"/>
                </a:cubicBezTo>
                <a:cubicBezTo>
                  <a:pt x="158294" y="171029"/>
                  <a:pt x="160086" y="171746"/>
                  <a:pt x="162215" y="171746"/>
                </a:cubicBezTo>
                <a:cubicBezTo>
                  <a:pt x="164343" y="171746"/>
                  <a:pt x="166128" y="171029"/>
                  <a:pt x="167577" y="169581"/>
                </a:cubicBezTo>
                <a:cubicBezTo>
                  <a:pt x="169018" y="168140"/>
                  <a:pt x="169735" y="166348"/>
                  <a:pt x="169735" y="164204"/>
                </a:cubicBezTo>
                <a:lnTo>
                  <a:pt x="169735" y="73679"/>
                </a:lnTo>
                <a:cubicBezTo>
                  <a:pt x="169735" y="71535"/>
                  <a:pt x="168996" y="69736"/>
                  <a:pt x="167525" y="68295"/>
                </a:cubicBezTo>
                <a:cubicBezTo>
                  <a:pt x="166048" y="66854"/>
                  <a:pt x="164248" y="66137"/>
                  <a:pt x="162119" y="66137"/>
                </a:cubicBezTo>
                <a:cubicBezTo>
                  <a:pt x="159991" y="66137"/>
                  <a:pt x="158213" y="66854"/>
                  <a:pt x="156787" y="68295"/>
                </a:cubicBezTo>
                <a:close/>
                <a:moveTo>
                  <a:pt x="115295" y="144241"/>
                </a:moveTo>
                <a:cubicBezTo>
                  <a:pt x="113868" y="145682"/>
                  <a:pt x="113159" y="147474"/>
                  <a:pt x="113159" y="149618"/>
                </a:cubicBezTo>
                <a:lnTo>
                  <a:pt x="113159" y="164204"/>
                </a:lnTo>
                <a:cubicBezTo>
                  <a:pt x="113159" y="166348"/>
                  <a:pt x="113883" y="168140"/>
                  <a:pt x="115346" y="169581"/>
                </a:cubicBezTo>
                <a:cubicBezTo>
                  <a:pt x="116802" y="171029"/>
                  <a:pt x="118609" y="171746"/>
                  <a:pt x="120752" y="171746"/>
                </a:cubicBezTo>
                <a:cubicBezTo>
                  <a:pt x="122895" y="171746"/>
                  <a:pt x="124680" y="171029"/>
                  <a:pt x="126107" y="169581"/>
                </a:cubicBezTo>
                <a:cubicBezTo>
                  <a:pt x="127533" y="168140"/>
                  <a:pt x="128243" y="166348"/>
                  <a:pt x="128243" y="164204"/>
                </a:cubicBezTo>
                <a:lnTo>
                  <a:pt x="128243" y="149618"/>
                </a:lnTo>
                <a:cubicBezTo>
                  <a:pt x="128243" y="147474"/>
                  <a:pt x="127519" y="145682"/>
                  <a:pt x="126056" y="144241"/>
                </a:cubicBezTo>
                <a:cubicBezTo>
                  <a:pt x="124600" y="142793"/>
                  <a:pt x="122793" y="142076"/>
                  <a:pt x="120650" y="142076"/>
                </a:cubicBezTo>
                <a:cubicBezTo>
                  <a:pt x="118506" y="142076"/>
                  <a:pt x="116721" y="142793"/>
                  <a:pt x="115295" y="144241"/>
                </a:cubicBezTo>
                <a:close/>
                <a:moveTo>
                  <a:pt x="45815" y="212733"/>
                </a:moveTo>
                <a:cubicBezTo>
                  <a:pt x="41192" y="212733"/>
                  <a:pt x="37176" y="211036"/>
                  <a:pt x="33774" y="207627"/>
                </a:cubicBezTo>
                <a:cubicBezTo>
                  <a:pt x="30365" y="204226"/>
                  <a:pt x="28668" y="200210"/>
                  <a:pt x="28668" y="195587"/>
                </a:cubicBezTo>
                <a:lnTo>
                  <a:pt x="28668" y="45793"/>
                </a:lnTo>
                <a:cubicBezTo>
                  <a:pt x="28668" y="41148"/>
                  <a:pt x="30365" y="37125"/>
                  <a:pt x="33774" y="33723"/>
                </a:cubicBezTo>
                <a:cubicBezTo>
                  <a:pt x="37176" y="30314"/>
                  <a:pt x="41192" y="28617"/>
                  <a:pt x="45815" y="28617"/>
                </a:cubicBezTo>
                <a:lnTo>
                  <a:pt x="195608" y="28617"/>
                </a:lnTo>
                <a:cubicBezTo>
                  <a:pt x="200254" y="28617"/>
                  <a:pt x="204277" y="30314"/>
                  <a:pt x="207679" y="33723"/>
                </a:cubicBezTo>
                <a:cubicBezTo>
                  <a:pt x="211087" y="37125"/>
                  <a:pt x="212785" y="41148"/>
                  <a:pt x="212785" y="45793"/>
                </a:cubicBezTo>
                <a:lnTo>
                  <a:pt x="212785" y="195587"/>
                </a:lnTo>
                <a:cubicBezTo>
                  <a:pt x="212785" y="200210"/>
                  <a:pt x="211087" y="204226"/>
                  <a:pt x="207679" y="207627"/>
                </a:cubicBezTo>
                <a:cubicBezTo>
                  <a:pt x="204277" y="211036"/>
                  <a:pt x="200254" y="212733"/>
                  <a:pt x="195608" y="212733"/>
                </a:cubicBezTo>
                <a:lnTo>
                  <a:pt x="45815" y="212733"/>
                </a:lnTo>
                <a:close/>
                <a:moveTo>
                  <a:pt x="45815" y="195608"/>
                </a:moveTo>
                <a:lnTo>
                  <a:pt x="195608" y="195608"/>
                </a:lnTo>
                <a:lnTo>
                  <a:pt x="195608" y="45815"/>
                </a:lnTo>
                <a:lnTo>
                  <a:pt x="45815" y="45815"/>
                </a:lnTo>
                <a:lnTo>
                  <a:pt x="45815" y="195608"/>
                </a:lnTo>
                <a:close/>
                <a:moveTo>
                  <a:pt x="45815" y="45815"/>
                </a:moveTo>
                <a:lnTo>
                  <a:pt x="45815" y="195608"/>
                </a:lnTo>
                <a:lnTo>
                  <a:pt x="45815" y="45815"/>
                </a:lnTo>
                <a:close/>
                <a:moveTo>
                  <a:pt x="126107" y="118009"/>
                </a:moveTo>
                <a:cubicBezTo>
                  <a:pt x="127533" y="116553"/>
                  <a:pt x="128243" y="114746"/>
                  <a:pt x="128243" y="112603"/>
                </a:cubicBezTo>
                <a:cubicBezTo>
                  <a:pt x="128243" y="110460"/>
                  <a:pt x="127519" y="108675"/>
                  <a:pt x="126056" y="107248"/>
                </a:cubicBezTo>
                <a:cubicBezTo>
                  <a:pt x="124600" y="105822"/>
                  <a:pt x="122793" y="105112"/>
                  <a:pt x="120650" y="105112"/>
                </a:cubicBezTo>
                <a:cubicBezTo>
                  <a:pt x="118506" y="105112"/>
                  <a:pt x="116721" y="105836"/>
                  <a:pt x="115295" y="107299"/>
                </a:cubicBezTo>
                <a:cubicBezTo>
                  <a:pt x="113868" y="108755"/>
                  <a:pt x="113159" y="110562"/>
                  <a:pt x="113159" y="112705"/>
                </a:cubicBezTo>
                <a:cubicBezTo>
                  <a:pt x="113159" y="114849"/>
                  <a:pt x="113883" y="116634"/>
                  <a:pt x="115346" y="118060"/>
                </a:cubicBezTo>
                <a:cubicBezTo>
                  <a:pt x="116802" y="119486"/>
                  <a:pt x="118609" y="120196"/>
                  <a:pt x="120752" y="120196"/>
                </a:cubicBezTo>
                <a:cubicBezTo>
                  <a:pt x="122895" y="120196"/>
                  <a:pt x="124680" y="119472"/>
                  <a:pt x="126107" y="11800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4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4716" y="202675"/>
                </a:moveTo>
                <a:cubicBezTo>
                  <a:pt x="172251" y="202675"/>
                  <a:pt x="170195" y="201856"/>
                  <a:pt x="168557" y="200210"/>
                </a:cubicBezTo>
                <a:cubicBezTo>
                  <a:pt x="166911" y="198571"/>
                  <a:pt x="166092" y="196530"/>
                  <a:pt x="166092" y="194102"/>
                </a:cubicBezTo>
                <a:lnTo>
                  <a:pt x="166092" y="138733"/>
                </a:lnTo>
                <a:cubicBezTo>
                  <a:pt x="166092" y="136319"/>
                  <a:pt x="166911" y="134270"/>
                  <a:pt x="168557" y="132595"/>
                </a:cubicBezTo>
                <a:cubicBezTo>
                  <a:pt x="170195" y="130920"/>
                  <a:pt x="172251" y="130086"/>
                  <a:pt x="174716" y="130108"/>
                </a:cubicBezTo>
                <a:lnTo>
                  <a:pt x="194102" y="130108"/>
                </a:lnTo>
                <a:cubicBezTo>
                  <a:pt x="196516" y="130108"/>
                  <a:pt x="198564" y="130935"/>
                  <a:pt x="200239" y="132595"/>
                </a:cubicBezTo>
                <a:cubicBezTo>
                  <a:pt x="201900" y="134256"/>
                  <a:pt x="202726" y="136297"/>
                  <a:pt x="202726" y="138733"/>
                </a:cubicBezTo>
                <a:lnTo>
                  <a:pt x="202726" y="194102"/>
                </a:lnTo>
                <a:cubicBezTo>
                  <a:pt x="202726" y="196516"/>
                  <a:pt x="201900" y="198556"/>
                  <a:pt x="200239" y="200210"/>
                </a:cubicBezTo>
                <a:cubicBezTo>
                  <a:pt x="198578" y="201870"/>
                  <a:pt x="196530" y="202697"/>
                  <a:pt x="194102" y="202675"/>
                </a:cubicBezTo>
                <a:lnTo>
                  <a:pt x="174716" y="202675"/>
                </a:lnTo>
                <a:close/>
                <a:moveTo>
                  <a:pt x="111023" y="202675"/>
                </a:moveTo>
                <a:cubicBezTo>
                  <a:pt x="108609" y="202675"/>
                  <a:pt x="106575" y="201856"/>
                  <a:pt x="104937" y="200210"/>
                </a:cubicBezTo>
                <a:cubicBezTo>
                  <a:pt x="103291" y="198571"/>
                  <a:pt x="102471" y="196530"/>
                  <a:pt x="102471" y="194102"/>
                </a:cubicBezTo>
                <a:lnTo>
                  <a:pt x="102471" y="47300"/>
                </a:lnTo>
                <a:cubicBezTo>
                  <a:pt x="102471" y="44886"/>
                  <a:pt x="103291" y="42838"/>
                  <a:pt x="104937" y="41163"/>
                </a:cubicBezTo>
                <a:cubicBezTo>
                  <a:pt x="106575" y="39502"/>
                  <a:pt x="108609" y="38675"/>
                  <a:pt x="111023" y="38675"/>
                </a:cubicBezTo>
                <a:lnTo>
                  <a:pt x="130408" y="38675"/>
                </a:lnTo>
                <a:cubicBezTo>
                  <a:pt x="132822" y="38675"/>
                  <a:pt x="134848" y="39502"/>
                  <a:pt x="136494" y="41163"/>
                </a:cubicBezTo>
                <a:cubicBezTo>
                  <a:pt x="138133" y="42823"/>
                  <a:pt x="138960" y="44871"/>
                  <a:pt x="138960" y="47300"/>
                </a:cubicBezTo>
                <a:lnTo>
                  <a:pt x="138960" y="194102"/>
                </a:lnTo>
                <a:cubicBezTo>
                  <a:pt x="138960" y="196516"/>
                  <a:pt x="138133" y="198556"/>
                  <a:pt x="136494" y="200210"/>
                </a:cubicBezTo>
                <a:cubicBezTo>
                  <a:pt x="134848" y="201870"/>
                  <a:pt x="132822" y="202697"/>
                  <a:pt x="130408" y="202675"/>
                </a:cubicBezTo>
                <a:lnTo>
                  <a:pt x="111023" y="202675"/>
                </a:lnTo>
                <a:close/>
                <a:moveTo>
                  <a:pt x="47322" y="202675"/>
                </a:moveTo>
                <a:cubicBezTo>
                  <a:pt x="44908" y="202675"/>
                  <a:pt x="42874" y="201856"/>
                  <a:pt x="41214" y="200210"/>
                </a:cubicBezTo>
                <a:cubicBezTo>
                  <a:pt x="39553" y="198571"/>
                  <a:pt x="38734" y="196530"/>
                  <a:pt x="38749" y="194102"/>
                </a:cubicBezTo>
                <a:lnTo>
                  <a:pt x="38749" y="97592"/>
                </a:lnTo>
                <a:cubicBezTo>
                  <a:pt x="38749" y="95178"/>
                  <a:pt x="39568" y="93130"/>
                  <a:pt x="41214" y="91455"/>
                </a:cubicBezTo>
                <a:cubicBezTo>
                  <a:pt x="42860" y="89794"/>
                  <a:pt x="44893" y="88967"/>
                  <a:pt x="47322" y="88967"/>
                </a:cubicBezTo>
                <a:lnTo>
                  <a:pt x="66788" y="88967"/>
                </a:lnTo>
                <a:cubicBezTo>
                  <a:pt x="69202" y="88967"/>
                  <a:pt x="71228" y="89794"/>
                  <a:pt x="72874" y="91455"/>
                </a:cubicBezTo>
                <a:cubicBezTo>
                  <a:pt x="74513" y="93115"/>
                  <a:pt x="75339" y="95163"/>
                  <a:pt x="75339" y="97592"/>
                </a:cubicBezTo>
                <a:lnTo>
                  <a:pt x="75339" y="194102"/>
                </a:lnTo>
                <a:cubicBezTo>
                  <a:pt x="75339" y="196516"/>
                  <a:pt x="74513" y="198549"/>
                  <a:pt x="72874" y="200210"/>
                </a:cubicBezTo>
                <a:cubicBezTo>
                  <a:pt x="71228" y="201870"/>
                  <a:pt x="69202" y="202697"/>
                  <a:pt x="66788" y="202675"/>
                </a:cubicBezTo>
                <a:lnTo>
                  <a:pt x="47322" y="20267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6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757" y="195587"/>
                </a:moveTo>
                <a:lnTo>
                  <a:pt x="81045" y="195587"/>
                </a:lnTo>
                <a:lnTo>
                  <a:pt x="81045" y="106144"/>
                </a:lnTo>
                <a:lnTo>
                  <a:pt x="35757" y="106144"/>
                </a:lnTo>
                <a:lnTo>
                  <a:pt x="35757" y="195587"/>
                </a:lnTo>
                <a:close/>
                <a:moveTo>
                  <a:pt x="98170" y="195587"/>
                </a:moveTo>
                <a:lnTo>
                  <a:pt x="143254" y="195587"/>
                </a:lnTo>
                <a:lnTo>
                  <a:pt x="143254" y="45793"/>
                </a:lnTo>
                <a:lnTo>
                  <a:pt x="98170" y="45793"/>
                </a:lnTo>
                <a:lnTo>
                  <a:pt x="98170" y="195587"/>
                </a:lnTo>
                <a:close/>
                <a:moveTo>
                  <a:pt x="160378" y="195587"/>
                </a:moveTo>
                <a:lnTo>
                  <a:pt x="205667" y="195587"/>
                </a:lnTo>
                <a:lnTo>
                  <a:pt x="205667" y="126260"/>
                </a:lnTo>
                <a:lnTo>
                  <a:pt x="160378" y="126260"/>
                </a:lnTo>
                <a:lnTo>
                  <a:pt x="160378" y="195587"/>
                </a:lnTo>
                <a:close/>
                <a:moveTo>
                  <a:pt x="18610" y="195587"/>
                </a:moveTo>
                <a:lnTo>
                  <a:pt x="18610" y="106144"/>
                </a:lnTo>
                <a:cubicBezTo>
                  <a:pt x="18610" y="101381"/>
                  <a:pt x="20278" y="97321"/>
                  <a:pt x="23613" y="93971"/>
                </a:cubicBezTo>
                <a:cubicBezTo>
                  <a:pt x="26949" y="90621"/>
                  <a:pt x="30987" y="88938"/>
                  <a:pt x="35735" y="88938"/>
                </a:cubicBezTo>
                <a:lnTo>
                  <a:pt x="81023" y="88938"/>
                </a:lnTo>
                <a:lnTo>
                  <a:pt x="81023" y="45793"/>
                </a:lnTo>
                <a:cubicBezTo>
                  <a:pt x="81023" y="41031"/>
                  <a:pt x="82698" y="36971"/>
                  <a:pt x="86049" y="33621"/>
                </a:cubicBezTo>
                <a:cubicBezTo>
                  <a:pt x="89399" y="30270"/>
                  <a:pt x="93437" y="28588"/>
                  <a:pt x="98148" y="28588"/>
                </a:cubicBezTo>
                <a:lnTo>
                  <a:pt x="143232" y="28588"/>
                </a:lnTo>
                <a:cubicBezTo>
                  <a:pt x="147943" y="28588"/>
                  <a:pt x="151973" y="30270"/>
                  <a:pt x="155324" y="33621"/>
                </a:cubicBezTo>
                <a:cubicBezTo>
                  <a:pt x="158681" y="36971"/>
                  <a:pt x="160356" y="41031"/>
                  <a:pt x="160356" y="45793"/>
                </a:cubicBezTo>
                <a:lnTo>
                  <a:pt x="160356" y="109055"/>
                </a:lnTo>
                <a:lnTo>
                  <a:pt x="205645" y="109055"/>
                </a:lnTo>
                <a:cubicBezTo>
                  <a:pt x="210407" y="109055"/>
                  <a:pt x="214460" y="110737"/>
                  <a:pt x="217817" y="114088"/>
                </a:cubicBezTo>
                <a:cubicBezTo>
                  <a:pt x="221168" y="117438"/>
                  <a:pt x="222843" y="121498"/>
                  <a:pt x="222843" y="126260"/>
                </a:cubicBezTo>
                <a:lnTo>
                  <a:pt x="222843" y="195587"/>
                </a:lnTo>
                <a:cubicBezTo>
                  <a:pt x="222843" y="200349"/>
                  <a:pt x="221168" y="204387"/>
                  <a:pt x="217817" y="207708"/>
                </a:cubicBezTo>
                <a:cubicBezTo>
                  <a:pt x="214460" y="211029"/>
                  <a:pt x="210407" y="212697"/>
                  <a:pt x="205645" y="212711"/>
                </a:cubicBezTo>
                <a:lnTo>
                  <a:pt x="35735" y="212711"/>
                </a:lnTo>
                <a:cubicBezTo>
                  <a:pt x="30973" y="212711"/>
                  <a:pt x="26935" y="211044"/>
                  <a:pt x="23613" y="207708"/>
                </a:cubicBezTo>
                <a:cubicBezTo>
                  <a:pt x="20292" y="204372"/>
                  <a:pt x="18624" y="200327"/>
                  <a:pt x="18610" y="19558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8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1558" y="209822"/>
                </a:moveTo>
                <a:cubicBezTo>
                  <a:pt x="29948" y="208191"/>
                  <a:pt x="29144" y="206172"/>
                  <a:pt x="29144" y="203758"/>
                </a:cubicBezTo>
                <a:lnTo>
                  <a:pt x="29144" y="191688"/>
                </a:lnTo>
                <a:cubicBezTo>
                  <a:pt x="29144" y="189310"/>
                  <a:pt x="29963" y="187298"/>
                  <a:pt x="31609" y="185652"/>
                </a:cubicBezTo>
                <a:cubicBezTo>
                  <a:pt x="33255" y="184007"/>
                  <a:pt x="35274" y="183187"/>
                  <a:pt x="37666" y="183187"/>
                </a:cubicBezTo>
                <a:cubicBezTo>
                  <a:pt x="40080" y="183187"/>
                  <a:pt x="42084" y="184007"/>
                  <a:pt x="43679" y="185652"/>
                </a:cubicBezTo>
                <a:cubicBezTo>
                  <a:pt x="45288" y="187298"/>
                  <a:pt x="46093" y="189317"/>
                  <a:pt x="46093" y="191717"/>
                </a:cubicBezTo>
                <a:lnTo>
                  <a:pt x="46093" y="203787"/>
                </a:lnTo>
                <a:cubicBezTo>
                  <a:pt x="46093" y="206179"/>
                  <a:pt x="45274" y="208191"/>
                  <a:pt x="43628" y="209822"/>
                </a:cubicBezTo>
                <a:cubicBezTo>
                  <a:pt x="41982" y="211446"/>
                  <a:pt x="39963" y="212258"/>
                  <a:pt x="37571" y="212258"/>
                </a:cubicBezTo>
                <a:cubicBezTo>
                  <a:pt x="35157" y="212258"/>
                  <a:pt x="33145" y="211446"/>
                  <a:pt x="31536" y="209822"/>
                </a:cubicBezTo>
                <a:close/>
                <a:moveTo>
                  <a:pt x="73101" y="209822"/>
                </a:moveTo>
                <a:cubicBezTo>
                  <a:pt x="71491" y="208191"/>
                  <a:pt x="70687" y="206172"/>
                  <a:pt x="70687" y="203758"/>
                </a:cubicBezTo>
                <a:lnTo>
                  <a:pt x="70687" y="153217"/>
                </a:lnTo>
                <a:cubicBezTo>
                  <a:pt x="70687" y="150817"/>
                  <a:pt x="71499" y="148813"/>
                  <a:pt x="73123" y="147204"/>
                </a:cubicBezTo>
                <a:cubicBezTo>
                  <a:pt x="74754" y="145580"/>
                  <a:pt x="76773" y="144768"/>
                  <a:pt x="79187" y="144768"/>
                </a:cubicBezTo>
                <a:cubicBezTo>
                  <a:pt x="81601" y="144768"/>
                  <a:pt x="83613" y="145580"/>
                  <a:pt x="85222" y="147204"/>
                </a:cubicBezTo>
                <a:cubicBezTo>
                  <a:pt x="86831" y="148828"/>
                  <a:pt x="87636" y="150832"/>
                  <a:pt x="87636" y="153217"/>
                </a:cubicBezTo>
                <a:lnTo>
                  <a:pt x="87636" y="203758"/>
                </a:lnTo>
                <a:cubicBezTo>
                  <a:pt x="87636" y="206172"/>
                  <a:pt x="86824" y="208191"/>
                  <a:pt x="85193" y="209822"/>
                </a:cubicBezTo>
                <a:cubicBezTo>
                  <a:pt x="83569" y="211446"/>
                  <a:pt x="81550" y="212258"/>
                  <a:pt x="79136" y="212258"/>
                </a:cubicBezTo>
                <a:cubicBezTo>
                  <a:pt x="76722" y="212258"/>
                  <a:pt x="74710" y="211446"/>
                  <a:pt x="73101" y="209822"/>
                </a:cubicBezTo>
                <a:close/>
                <a:moveTo>
                  <a:pt x="114688" y="209822"/>
                </a:moveTo>
                <a:cubicBezTo>
                  <a:pt x="113064" y="208191"/>
                  <a:pt x="112252" y="206172"/>
                  <a:pt x="112252" y="203758"/>
                </a:cubicBezTo>
                <a:lnTo>
                  <a:pt x="112252" y="168301"/>
                </a:lnTo>
                <a:cubicBezTo>
                  <a:pt x="112252" y="165923"/>
                  <a:pt x="113078" y="163912"/>
                  <a:pt x="114739" y="162266"/>
                </a:cubicBezTo>
                <a:cubicBezTo>
                  <a:pt x="116399" y="160627"/>
                  <a:pt x="118418" y="159801"/>
                  <a:pt x="120803" y="159801"/>
                </a:cubicBezTo>
                <a:cubicBezTo>
                  <a:pt x="123181" y="159801"/>
                  <a:pt x="125178" y="160627"/>
                  <a:pt x="126787" y="162266"/>
                </a:cubicBezTo>
                <a:cubicBezTo>
                  <a:pt x="128396" y="163912"/>
                  <a:pt x="129201" y="165923"/>
                  <a:pt x="129201" y="168301"/>
                </a:cubicBezTo>
                <a:lnTo>
                  <a:pt x="129201" y="203809"/>
                </a:lnTo>
                <a:cubicBezTo>
                  <a:pt x="129201" y="206186"/>
                  <a:pt x="128382" y="208191"/>
                  <a:pt x="126736" y="209822"/>
                </a:cubicBezTo>
                <a:cubicBezTo>
                  <a:pt x="125090" y="211446"/>
                  <a:pt x="123078" y="212258"/>
                  <a:pt x="120701" y="212258"/>
                </a:cubicBezTo>
                <a:cubicBezTo>
                  <a:pt x="118323" y="212258"/>
                  <a:pt x="116319" y="211446"/>
                  <a:pt x="114688" y="209822"/>
                </a:cubicBezTo>
                <a:close/>
                <a:moveTo>
                  <a:pt x="156209" y="209822"/>
                </a:moveTo>
                <a:cubicBezTo>
                  <a:pt x="154599" y="208191"/>
                  <a:pt x="153795" y="206172"/>
                  <a:pt x="153795" y="203758"/>
                </a:cubicBezTo>
                <a:lnTo>
                  <a:pt x="153795" y="142076"/>
                </a:lnTo>
                <a:cubicBezTo>
                  <a:pt x="153795" y="139691"/>
                  <a:pt x="154614" y="137694"/>
                  <a:pt x="156260" y="136063"/>
                </a:cubicBezTo>
                <a:cubicBezTo>
                  <a:pt x="157899" y="134439"/>
                  <a:pt x="159918" y="133627"/>
                  <a:pt x="162317" y="133627"/>
                </a:cubicBezTo>
                <a:cubicBezTo>
                  <a:pt x="164731" y="133627"/>
                  <a:pt x="166743" y="134439"/>
                  <a:pt x="168352" y="136063"/>
                </a:cubicBezTo>
                <a:cubicBezTo>
                  <a:pt x="169961" y="137694"/>
                  <a:pt x="170766" y="139691"/>
                  <a:pt x="170766" y="142076"/>
                </a:cubicBezTo>
                <a:lnTo>
                  <a:pt x="170766" y="203809"/>
                </a:lnTo>
                <a:cubicBezTo>
                  <a:pt x="170766" y="206186"/>
                  <a:pt x="169947" y="208191"/>
                  <a:pt x="168301" y="209822"/>
                </a:cubicBezTo>
                <a:cubicBezTo>
                  <a:pt x="166662" y="211446"/>
                  <a:pt x="164636" y="212258"/>
                  <a:pt x="162244" y="212258"/>
                </a:cubicBezTo>
                <a:cubicBezTo>
                  <a:pt x="159830" y="212258"/>
                  <a:pt x="157825" y="211446"/>
                  <a:pt x="156231" y="209822"/>
                </a:cubicBezTo>
                <a:close/>
                <a:moveTo>
                  <a:pt x="197752" y="209822"/>
                </a:moveTo>
                <a:cubicBezTo>
                  <a:pt x="196142" y="208191"/>
                  <a:pt x="195338" y="206172"/>
                  <a:pt x="195338" y="203758"/>
                </a:cubicBezTo>
                <a:lnTo>
                  <a:pt x="195338" y="111901"/>
                </a:lnTo>
                <a:cubicBezTo>
                  <a:pt x="195338" y="109516"/>
                  <a:pt x="196157" y="107519"/>
                  <a:pt x="197796" y="105888"/>
                </a:cubicBezTo>
                <a:cubicBezTo>
                  <a:pt x="199442" y="104264"/>
                  <a:pt x="201453" y="103452"/>
                  <a:pt x="203831" y="103452"/>
                </a:cubicBezTo>
                <a:cubicBezTo>
                  <a:pt x="206215" y="103452"/>
                  <a:pt x="208213" y="104264"/>
                  <a:pt x="209822" y="105888"/>
                </a:cubicBezTo>
                <a:cubicBezTo>
                  <a:pt x="211431" y="107519"/>
                  <a:pt x="212229" y="109516"/>
                  <a:pt x="212236" y="111901"/>
                </a:cubicBezTo>
                <a:lnTo>
                  <a:pt x="212236" y="203809"/>
                </a:lnTo>
                <a:cubicBezTo>
                  <a:pt x="212236" y="206186"/>
                  <a:pt x="211409" y="208191"/>
                  <a:pt x="209771" y="209822"/>
                </a:cubicBezTo>
                <a:cubicBezTo>
                  <a:pt x="208125" y="211446"/>
                  <a:pt x="206113" y="212258"/>
                  <a:pt x="203736" y="212258"/>
                </a:cubicBezTo>
                <a:cubicBezTo>
                  <a:pt x="201351" y="212258"/>
                  <a:pt x="199361" y="211446"/>
                  <a:pt x="197752" y="209822"/>
                </a:cubicBezTo>
                <a:close/>
                <a:moveTo>
                  <a:pt x="140715" y="116224"/>
                </a:moveTo>
                <a:cubicBezTo>
                  <a:pt x="138521" y="116224"/>
                  <a:pt x="136385" y="115778"/>
                  <a:pt x="134307" y="114893"/>
                </a:cubicBezTo>
                <a:cubicBezTo>
                  <a:pt x="132208" y="114000"/>
                  <a:pt x="130298" y="112735"/>
                  <a:pt x="128572" y="111096"/>
                </a:cubicBezTo>
                <a:lnTo>
                  <a:pt x="100584" y="83108"/>
                </a:lnTo>
                <a:lnTo>
                  <a:pt x="44030" y="139413"/>
                </a:lnTo>
                <a:cubicBezTo>
                  <a:pt x="42304" y="141118"/>
                  <a:pt x="40241" y="141930"/>
                  <a:pt x="37842" y="141849"/>
                </a:cubicBezTo>
                <a:cubicBezTo>
                  <a:pt x="35449" y="141761"/>
                  <a:pt x="33416" y="140869"/>
                  <a:pt x="31763" y="139157"/>
                </a:cubicBezTo>
                <a:cubicBezTo>
                  <a:pt x="30183" y="137445"/>
                  <a:pt x="29356" y="135448"/>
                  <a:pt x="29268" y="133151"/>
                </a:cubicBezTo>
                <a:cubicBezTo>
                  <a:pt x="29188" y="130854"/>
                  <a:pt x="30000" y="128850"/>
                  <a:pt x="31711" y="127138"/>
                </a:cubicBezTo>
                <a:lnTo>
                  <a:pt x="88565" y="70789"/>
                </a:lnTo>
                <a:cubicBezTo>
                  <a:pt x="90292" y="69077"/>
                  <a:pt x="92193" y="67827"/>
                  <a:pt x="94271" y="67036"/>
                </a:cubicBezTo>
                <a:cubicBezTo>
                  <a:pt x="96348" y="66254"/>
                  <a:pt x="98455" y="65859"/>
                  <a:pt x="100584" y="65859"/>
                </a:cubicBezTo>
                <a:cubicBezTo>
                  <a:pt x="102713" y="65859"/>
                  <a:pt x="104841" y="66254"/>
                  <a:pt x="106970" y="67036"/>
                </a:cubicBezTo>
                <a:cubicBezTo>
                  <a:pt x="109114" y="67827"/>
                  <a:pt x="110986" y="69077"/>
                  <a:pt x="112581" y="70789"/>
                </a:cubicBezTo>
                <a:lnTo>
                  <a:pt x="140818" y="99026"/>
                </a:lnTo>
                <a:lnTo>
                  <a:pt x="197620" y="42223"/>
                </a:lnTo>
                <a:cubicBezTo>
                  <a:pt x="199332" y="40512"/>
                  <a:pt x="201344" y="39656"/>
                  <a:pt x="203655" y="39656"/>
                </a:cubicBezTo>
                <a:cubicBezTo>
                  <a:pt x="205974" y="39656"/>
                  <a:pt x="207957" y="40512"/>
                  <a:pt x="209617" y="42223"/>
                </a:cubicBezTo>
                <a:cubicBezTo>
                  <a:pt x="211190" y="43928"/>
                  <a:pt x="212024" y="45932"/>
                  <a:pt x="212104" y="48229"/>
                </a:cubicBezTo>
                <a:cubicBezTo>
                  <a:pt x="212192" y="50526"/>
                  <a:pt x="211380" y="52530"/>
                  <a:pt x="209668" y="54242"/>
                </a:cubicBezTo>
                <a:lnTo>
                  <a:pt x="152815" y="111096"/>
                </a:lnTo>
                <a:cubicBezTo>
                  <a:pt x="151271" y="112808"/>
                  <a:pt x="149420" y="114088"/>
                  <a:pt x="147255" y="114944"/>
                </a:cubicBezTo>
                <a:cubicBezTo>
                  <a:pt x="145090" y="115800"/>
                  <a:pt x="142910" y="116224"/>
                  <a:pt x="140715" y="11622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80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4886" y="132142"/>
                </a:moveTo>
                <a:cubicBezTo>
                  <a:pt x="12941" y="130832"/>
                  <a:pt x="11792" y="129033"/>
                  <a:pt x="11441" y="126736"/>
                </a:cubicBezTo>
                <a:cubicBezTo>
                  <a:pt x="11090" y="124453"/>
                  <a:pt x="11514" y="122376"/>
                  <a:pt x="12721" y="120503"/>
                </a:cubicBezTo>
                <a:lnTo>
                  <a:pt x="47373" y="66188"/>
                </a:lnTo>
                <a:cubicBezTo>
                  <a:pt x="50190" y="61828"/>
                  <a:pt x="54125" y="59443"/>
                  <a:pt x="59165" y="59041"/>
                </a:cubicBezTo>
                <a:cubicBezTo>
                  <a:pt x="64213" y="58639"/>
                  <a:pt x="68500" y="60336"/>
                  <a:pt x="72018" y="64125"/>
                </a:cubicBezTo>
                <a:lnTo>
                  <a:pt x="89472" y="84110"/>
                </a:lnTo>
                <a:lnTo>
                  <a:pt x="118762" y="37220"/>
                </a:lnTo>
                <a:cubicBezTo>
                  <a:pt x="121747" y="32523"/>
                  <a:pt x="126012" y="30102"/>
                  <a:pt x="131564" y="29948"/>
                </a:cubicBezTo>
                <a:cubicBezTo>
                  <a:pt x="137116" y="29817"/>
                  <a:pt x="141498" y="31945"/>
                  <a:pt x="144717" y="36335"/>
                </a:cubicBezTo>
                <a:lnTo>
                  <a:pt x="163122" y="62838"/>
                </a:lnTo>
                <a:lnTo>
                  <a:pt x="193502" y="15764"/>
                </a:lnTo>
                <a:cubicBezTo>
                  <a:pt x="194789" y="13738"/>
                  <a:pt x="196640" y="12494"/>
                  <a:pt x="199054" y="12048"/>
                </a:cubicBezTo>
                <a:cubicBezTo>
                  <a:pt x="201468" y="11595"/>
                  <a:pt x="203692" y="12136"/>
                  <a:pt x="205718" y="13679"/>
                </a:cubicBezTo>
                <a:cubicBezTo>
                  <a:pt x="207649" y="15018"/>
                  <a:pt x="208761" y="16818"/>
                  <a:pt x="209061" y="19063"/>
                </a:cubicBezTo>
                <a:cubicBezTo>
                  <a:pt x="209368" y="21309"/>
                  <a:pt x="208915" y="23387"/>
                  <a:pt x="207708" y="25296"/>
                </a:cubicBezTo>
                <a:lnTo>
                  <a:pt x="176245" y="73803"/>
                </a:lnTo>
                <a:cubicBezTo>
                  <a:pt x="173282" y="78499"/>
                  <a:pt x="169062" y="80928"/>
                  <a:pt x="163597" y="81096"/>
                </a:cubicBezTo>
                <a:cubicBezTo>
                  <a:pt x="158133" y="81265"/>
                  <a:pt x="153809" y="79129"/>
                  <a:pt x="150627" y="74681"/>
                </a:cubicBezTo>
                <a:lnTo>
                  <a:pt x="132266" y="48478"/>
                </a:lnTo>
                <a:lnTo>
                  <a:pt x="103049" y="94929"/>
                </a:lnTo>
                <a:cubicBezTo>
                  <a:pt x="100313" y="99267"/>
                  <a:pt x="96348" y="101652"/>
                  <a:pt x="91155" y="102069"/>
                </a:cubicBezTo>
                <a:cubicBezTo>
                  <a:pt x="85976" y="102501"/>
                  <a:pt x="81623" y="100825"/>
                  <a:pt x="78104" y="97036"/>
                </a:cubicBezTo>
                <a:lnTo>
                  <a:pt x="60731" y="77249"/>
                </a:lnTo>
                <a:lnTo>
                  <a:pt x="27008" y="129933"/>
                </a:lnTo>
                <a:cubicBezTo>
                  <a:pt x="25669" y="131974"/>
                  <a:pt x="23811" y="133246"/>
                  <a:pt x="21448" y="133751"/>
                </a:cubicBezTo>
                <a:cubicBezTo>
                  <a:pt x="19071" y="134256"/>
                  <a:pt x="16883" y="133715"/>
                  <a:pt x="14886" y="132142"/>
                </a:cubicBezTo>
                <a:close/>
                <a:moveTo>
                  <a:pt x="147957" y="186508"/>
                </a:moveTo>
                <a:cubicBezTo>
                  <a:pt x="155784" y="186508"/>
                  <a:pt x="162493" y="183802"/>
                  <a:pt x="168074" y="178388"/>
                </a:cubicBezTo>
                <a:cubicBezTo>
                  <a:pt x="173656" y="172968"/>
                  <a:pt x="176450" y="166326"/>
                  <a:pt x="176450" y="158447"/>
                </a:cubicBezTo>
                <a:cubicBezTo>
                  <a:pt x="176450" y="150569"/>
                  <a:pt x="173707" y="143875"/>
                  <a:pt x="168228" y="138382"/>
                </a:cubicBezTo>
                <a:cubicBezTo>
                  <a:pt x="162749" y="132881"/>
                  <a:pt x="156011" y="130130"/>
                  <a:pt x="148038" y="130130"/>
                </a:cubicBezTo>
                <a:cubicBezTo>
                  <a:pt x="140188" y="130130"/>
                  <a:pt x="133576" y="132924"/>
                  <a:pt x="128192" y="138506"/>
                </a:cubicBezTo>
                <a:cubicBezTo>
                  <a:pt x="122815" y="144087"/>
                  <a:pt x="120123" y="150796"/>
                  <a:pt x="120123" y="158623"/>
                </a:cubicBezTo>
                <a:cubicBezTo>
                  <a:pt x="120123" y="166450"/>
                  <a:pt x="122815" y="173056"/>
                  <a:pt x="128192" y="178432"/>
                </a:cubicBezTo>
                <a:cubicBezTo>
                  <a:pt x="133576" y="183816"/>
                  <a:pt x="140181" y="186508"/>
                  <a:pt x="148008" y="186508"/>
                </a:cubicBezTo>
                <a:close/>
                <a:moveTo>
                  <a:pt x="147986" y="203633"/>
                </a:moveTo>
                <a:cubicBezTo>
                  <a:pt x="135463" y="203633"/>
                  <a:pt x="124819" y="199251"/>
                  <a:pt x="116048" y="190480"/>
                </a:cubicBezTo>
                <a:cubicBezTo>
                  <a:pt x="107285" y="181717"/>
                  <a:pt x="102896" y="171066"/>
                  <a:pt x="102896" y="158542"/>
                </a:cubicBezTo>
                <a:cubicBezTo>
                  <a:pt x="102896" y="146026"/>
                  <a:pt x="107285" y="135295"/>
                  <a:pt x="116048" y="126355"/>
                </a:cubicBezTo>
                <a:cubicBezTo>
                  <a:pt x="124819" y="117424"/>
                  <a:pt x="135463" y="112954"/>
                  <a:pt x="147986" y="112954"/>
                </a:cubicBezTo>
                <a:cubicBezTo>
                  <a:pt x="160642" y="112954"/>
                  <a:pt x="171402" y="117387"/>
                  <a:pt x="180268" y="126260"/>
                </a:cubicBezTo>
                <a:cubicBezTo>
                  <a:pt x="189142" y="135126"/>
                  <a:pt x="193575" y="145887"/>
                  <a:pt x="193575" y="158542"/>
                </a:cubicBezTo>
                <a:cubicBezTo>
                  <a:pt x="193575" y="163370"/>
                  <a:pt x="192880" y="167906"/>
                  <a:pt x="191490" y="172149"/>
                </a:cubicBezTo>
                <a:cubicBezTo>
                  <a:pt x="190093" y="176377"/>
                  <a:pt x="188125" y="180327"/>
                  <a:pt x="185579" y="184021"/>
                </a:cubicBezTo>
                <a:lnTo>
                  <a:pt x="206523" y="204789"/>
                </a:lnTo>
                <a:cubicBezTo>
                  <a:pt x="208234" y="206501"/>
                  <a:pt x="209090" y="208491"/>
                  <a:pt x="209090" y="210773"/>
                </a:cubicBezTo>
                <a:cubicBezTo>
                  <a:pt x="209090" y="213055"/>
                  <a:pt x="208234" y="215060"/>
                  <a:pt x="206523" y="216786"/>
                </a:cubicBezTo>
                <a:cubicBezTo>
                  <a:pt x="204811" y="218512"/>
                  <a:pt x="202814" y="219383"/>
                  <a:pt x="200517" y="219397"/>
                </a:cubicBezTo>
                <a:cubicBezTo>
                  <a:pt x="198220" y="219412"/>
                  <a:pt x="196216" y="218549"/>
                  <a:pt x="194504" y="216808"/>
                </a:cubicBezTo>
                <a:lnTo>
                  <a:pt x="173560" y="195864"/>
                </a:lnTo>
                <a:cubicBezTo>
                  <a:pt x="169866" y="198293"/>
                  <a:pt x="165887" y="200202"/>
                  <a:pt x="161615" y="201592"/>
                </a:cubicBezTo>
                <a:cubicBezTo>
                  <a:pt x="157335" y="202989"/>
                  <a:pt x="152785" y="203684"/>
                  <a:pt x="147957" y="2036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2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4872" y="178988"/>
                </a:moveTo>
                <a:cubicBezTo>
                  <a:pt x="23160" y="177277"/>
                  <a:pt x="22297" y="175236"/>
                  <a:pt x="22282" y="172851"/>
                </a:cubicBezTo>
                <a:cubicBezTo>
                  <a:pt x="22260" y="170473"/>
                  <a:pt x="23123" y="168411"/>
                  <a:pt x="24872" y="166670"/>
                </a:cubicBezTo>
                <a:lnTo>
                  <a:pt x="81777" y="110138"/>
                </a:lnTo>
                <a:cubicBezTo>
                  <a:pt x="85010" y="106853"/>
                  <a:pt x="88997" y="105215"/>
                  <a:pt x="93744" y="105215"/>
                </a:cubicBezTo>
                <a:cubicBezTo>
                  <a:pt x="98492" y="105215"/>
                  <a:pt x="102501" y="106853"/>
                  <a:pt x="105792" y="110138"/>
                </a:cubicBezTo>
                <a:lnTo>
                  <a:pt x="135792" y="140064"/>
                </a:lnTo>
                <a:lnTo>
                  <a:pt x="194102" y="81623"/>
                </a:lnTo>
                <a:lnTo>
                  <a:pt x="171271" y="81623"/>
                </a:lnTo>
                <a:cubicBezTo>
                  <a:pt x="168857" y="81623"/>
                  <a:pt x="166816" y="80796"/>
                  <a:pt x="165163" y="79136"/>
                </a:cubicBezTo>
                <a:cubicBezTo>
                  <a:pt x="163502" y="77475"/>
                  <a:pt x="162675" y="75427"/>
                  <a:pt x="162697" y="72998"/>
                </a:cubicBezTo>
                <a:cubicBezTo>
                  <a:pt x="162697" y="70570"/>
                  <a:pt x="163517" y="68536"/>
                  <a:pt x="165163" y="66912"/>
                </a:cubicBezTo>
                <a:cubicBezTo>
                  <a:pt x="166801" y="65288"/>
                  <a:pt x="168842" y="64476"/>
                  <a:pt x="171271" y="64476"/>
                </a:cubicBezTo>
                <a:lnTo>
                  <a:pt x="214218" y="64476"/>
                </a:lnTo>
                <a:cubicBezTo>
                  <a:pt x="216632" y="64476"/>
                  <a:pt x="218681" y="65295"/>
                  <a:pt x="220356" y="66941"/>
                </a:cubicBezTo>
                <a:cubicBezTo>
                  <a:pt x="222016" y="68580"/>
                  <a:pt x="222843" y="70621"/>
                  <a:pt x="222843" y="73050"/>
                </a:cubicBezTo>
                <a:lnTo>
                  <a:pt x="222843" y="115997"/>
                </a:lnTo>
                <a:cubicBezTo>
                  <a:pt x="222843" y="118294"/>
                  <a:pt x="222046" y="120298"/>
                  <a:pt x="220458" y="122010"/>
                </a:cubicBezTo>
                <a:cubicBezTo>
                  <a:pt x="218863" y="123715"/>
                  <a:pt x="216896" y="124571"/>
                  <a:pt x="214548" y="124571"/>
                </a:cubicBezTo>
                <a:cubicBezTo>
                  <a:pt x="212199" y="124571"/>
                  <a:pt x="210173" y="123715"/>
                  <a:pt x="208461" y="122010"/>
                </a:cubicBezTo>
                <a:cubicBezTo>
                  <a:pt x="206749" y="120298"/>
                  <a:pt x="205894" y="118294"/>
                  <a:pt x="205894" y="115997"/>
                </a:cubicBezTo>
                <a:lnTo>
                  <a:pt x="205894" y="94125"/>
                </a:lnTo>
                <a:lnTo>
                  <a:pt x="147533" y="152259"/>
                </a:lnTo>
                <a:cubicBezTo>
                  <a:pt x="144248" y="155543"/>
                  <a:pt x="140240" y="157189"/>
                  <a:pt x="135514" y="157189"/>
                </a:cubicBezTo>
                <a:cubicBezTo>
                  <a:pt x="130767" y="157189"/>
                  <a:pt x="126780" y="155543"/>
                  <a:pt x="123539" y="152259"/>
                </a:cubicBezTo>
                <a:lnTo>
                  <a:pt x="93547" y="122588"/>
                </a:lnTo>
                <a:lnTo>
                  <a:pt x="37117" y="178988"/>
                </a:lnTo>
                <a:cubicBezTo>
                  <a:pt x="35406" y="180700"/>
                  <a:pt x="33357" y="181556"/>
                  <a:pt x="30980" y="181556"/>
                </a:cubicBezTo>
                <a:cubicBezTo>
                  <a:pt x="28602" y="181556"/>
                  <a:pt x="26554" y="180700"/>
                  <a:pt x="24842" y="17898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4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4102" y="165236"/>
                </a:moveTo>
                <a:lnTo>
                  <a:pt x="135792" y="106795"/>
                </a:lnTo>
                <a:lnTo>
                  <a:pt x="105792" y="136794"/>
                </a:lnTo>
                <a:cubicBezTo>
                  <a:pt x="102501" y="140079"/>
                  <a:pt x="98499" y="141725"/>
                  <a:pt x="93766" y="141725"/>
                </a:cubicBezTo>
                <a:cubicBezTo>
                  <a:pt x="89026" y="141725"/>
                  <a:pt x="85032" y="140079"/>
                  <a:pt x="81799" y="136794"/>
                </a:cubicBezTo>
                <a:lnTo>
                  <a:pt x="24872" y="79889"/>
                </a:lnTo>
                <a:cubicBezTo>
                  <a:pt x="23123" y="78178"/>
                  <a:pt x="22260" y="76137"/>
                  <a:pt x="22282" y="73752"/>
                </a:cubicBezTo>
                <a:cubicBezTo>
                  <a:pt x="22297" y="71374"/>
                  <a:pt x="23160" y="69326"/>
                  <a:pt x="24872" y="67614"/>
                </a:cubicBezTo>
                <a:cubicBezTo>
                  <a:pt x="26576" y="65910"/>
                  <a:pt x="28624" y="65054"/>
                  <a:pt x="31002" y="65054"/>
                </a:cubicBezTo>
                <a:cubicBezTo>
                  <a:pt x="33387" y="65054"/>
                  <a:pt x="35428" y="65910"/>
                  <a:pt x="37139" y="67614"/>
                </a:cubicBezTo>
                <a:lnTo>
                  <a:pt x="93547" y="124271"/>
                </a:lnTo>
                <a:lnTo>
                  <a:pt x="123517" y="94300"/>
                </a:lnTo>
                <a:cubicBezTo>
                  <a:pt x="126750" y="91008"/>
                  <a:pt x="130745" y="89370"/>
                  <a:pt x="135485" y="89370"/>
                </a:cubicBezTo>
                <a:cubicBezTo>
                  <a:pt x="140232" y="89370"/>
                  <a:pt x="144248" y="91008"/>
                  <a:pt x="147533" y="94300"/>
                </a:cubicBezTo>
                <a:lnTo>
                  <a:pt x="205923" y="152734"/>
                </a:lnTo>
                <a:lnTo>
                  <a:pt x="205923" y="130606"/>
                </a:lnTo>
                <a:cubicBezTo>
                  <a:pt x="205923" y="128265"/>
                  <a:pt x="206779" y="126290"/>
                  <a:pt x="208483" y="124702"/>
                </a:cubicBezTo>
                <a:cubicBezTo>
                  <a:pt x="210195" y="123108"/>
                  <a:pt x="212221" y="122310"/>
                  <a:pt x="214569" y="122310"/>
                </a:cubicBezTo>
                <a:cubicBezTo>
                  <a:pt x="216918" y="122310"/>
                  <a:pt x="218885" y="123108"/>
                  <a:pt x="220480" y="124702"/>
                </a:cubicBezTo>
                <a:cubicBezTo>
                  <a:pt x="222075" y="126290"/>
                  <a:pt x="222872" y="128265"/>
                  <a:pt x="222872" y="130606"/>
                </a:cubicBezTo>
                <a:lnTo>
                  <a:pt x="222872" y="173809"/>
                </a:lnTo>
                <a:cubicBezTo>
                  <a:pt x="222872" y="176223"/>
                  <a:pt x="222038" y="178249"/>
                  <a:pt x="220378" y="179895"/>
                </a:cubicBezTo>
                <a:cubicBezTo>
                  <a:pt x="218717" y="181534"/>
                  <a:pt x="216676" y="182361"/>
                  <a:pt x="214248" y="182361"/>
                </a:cubicBezTo>
                <a:lnTo>
                  <a:pt x="171271" y="182361"/>
                </a:lnTo>
                <a:cubicBezTo>
                  <a:pt x="168857" y="182361"/>
                  <a:pt x="166816" y="181527"/>
                  <a:pt x="165163" y="179866"/>
                </a:cubicBezTo>
                <a:cubicBezTo>
                  <a:pt x="163502" y="178213"/>
                  <a:pt x="162675" y="176165"/>
                  <a:pt x="162697" y="173736"/>
                </a:cubicBezTo>
                <a:cubicBezTo>
                  <a:pt x="162697" y="171300"/>
                  <a:pt x="163517" y="169274"/>
                  <a:pt x="165163" y="167650"/>
                </a:cubicBezTo>
                <a:cubicBezTo>
                  <a:pt x="166801" y="166026"/>
                  <a:pt x="168842" y="165206"/>
                  <a:pt x="171271" y="165206"/>
                </a:cubicBezTo>
                <a:lnTo>
                  <a:pt x="194102" y="16520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6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9274" y="112127"/>
                </a:moveTo>
                <a:lnTo>
                  <a:pt x="205169" y="112127"/>
                </a:lnTo>
                <a:cubicBezTo>
                  <a:pt x="203289" y="92230"/>
                  <a:pt x="195184" y="74952"/>
                  <a:pt x="180854" y="60299"/>
                </a:cubicBezTo>
                <a:cubicBezTo>
                  <a:pt x="166516" y="45632"/>
                  <a:pt x="149325" y="37607"/>
                  <a:pt x="129274" y="36232"/>
                </a:cubicBezTo>
                <a:lnTo>
                  <a:pt x="129274" y="112127"/>
                </a:lnTo>
                <a:close/>
                <a:moveTo>
                  <a:pt x="112149" y="205169"/>
                </a:moveTo>
                <a:lnTo>
                  <a:pt x="112149" y="36232"/>
                </a:lnTo>
                <a:cubicBezTo>
                  <a:pt x="90591" y="38280"/>
                  <a:pt x="72472" y="47417"/>
                  <a:pt x="57783" y="63642"/>
                </a:cubicBezTo>
                <a:cubicBezTo>
                  <a:pt x="43101" y="79875"/>
                  <a:pt x="35757" y="98894"/>
                  <a:pt x="35757" y="120701"/>
                </a:cubicBezTo>
                <a:cubicBezTo>
                  <a:pt x="35757" y="142507"/>
                  <a:pt x="43101" y="161527"/>
                  <a:pt x="57783" y="177759"/>
                </a:cubicBezTo>
                <a:cubicBezTo>
                  <a:pt x="72472" y="193984"/>
                  <a:pt x="90591" y="203121"/>
                  <a:pt x="112149" y="205169"/>
                </a:cubicBezTo>
                <a:close/>
                <a:moveTo>
                  <a:pt x="129274" y="205169"/>
                </a:moveTo>
                <a:cubicBezTo>
                  <a:pt x="149340" y="203743"/>
                  <a:pt x="166523" y="195711"/>
                  <a:pt x="180824" y="181073"/>
                </a:cubicBezTo>
                <a:cubicBezTo>
                  <a:pt x="195126" y="166443"/>
                  <a:pt x="203238" y="149172"/>
                  <a:pt x="205169" y="129274"/>
                </a:cubicBezTo>
                <a:lnTo>
                  <a:pt x="129274" y="129274"/>
                </a:lnTo>
                <a:lnTo>
                  <a:pt x="129274" y="205169"/>
                </a:lnTo>
                <a:close/>
                <a:moveTo>
                  <a:pt x="120701" y="120701"/>
                </a:moveTo>
                <a:close/>
                <a:moveTo>
                  <a:pt x="120701" y="222792"/>
                </a:moveTo>
                <a:cubicBezTo>
                  <a:pt x="106582" y="222792"/>
                  <a:pt x="93320" y="220122"/>
                  <a:pt x="80891" y="214774"/>
                </a:cubicBezTo>
                <a:cubicBezTo>
                  <a:pt x="68470" y="209427"/>
                  <a:pt x="57658" y="202148"/>
                  <a:pt x="48456" y="192946"/>
                </a:cubicBezTo>
                <a:cubicBezTo>
                  <a:pt x="39239" y="183729"/>
                  <a:pt x="31960" y="172909"/>
                  <a:pt x="26627" y="160510"/>
                </a:cubicBezTo>
                <a:cubicBezTo>
                  <a:pt x="21280" y="148082"/>
                  <a:pt x="18610" y="134819"/>
                  <a:pt x="18610" y="120701"/>
                </a:cubicBezTo>
                <a:cubicBezTo>
                  <a:pt x="18610" y="106582"/>
                  <a:pt x="21280" y="93320"/>
                  <a:pt x="26627" y="80891"/>
                </a:cubicBezTo>
                <a:cubicBezTo>
                  <a:pt x="31975" y="68470"/>
                  <a:pt x="39253" y="57651"/>
                  <a:pt x="48456" y="48434"/>
                </a:cubicBezTo>
                <a:cubicBezTo>
                  <a:pt x="57658" y="39209"/>
                  <a:pt x="68470" y="31924"/>
                  <a:pt x="80891" y="26576"/>
                </a:cubicBezTo>
                <a:cubicBezTo>
                  <a:pt x="93320" y="21214"/>
                  <a:pt x="106582" y="18529"/>
                  <a:pt x="120701" y="18529"/>
                </a:cubicBezTo>
                <a:cubicBezTo>
                  <a:pt x="134848" y="18529"/>
                  <a:pt x="148125" y="21214"/>
                  <a:pt x="160532" y="26576"/>
                </a:cubicBezTo>
                <a:cubicBezTo>
                  <a:pt x="172939" y="31945"/>
                  <a:pt x="183743" y="39217"/>
                  <a:pt x="192946" y="48405"/>
                </a:cubicBezTo>
                <a:cubicBezTo>
                  <a:pt x="202148" y="57593"/>
                  <a:pt x="209434" y="68397"/>
                  <a:pt x="214796" y="80818"/>
                </a:cubicBezTo>
                <a:cubicBezTo>
                  <a:pt x="220158" y="93240"/>
                  <a:pt x="222843" y="106539"/>
                  <a:pt x="222843" y="120701"/>
                </a:cubicBezTo>
                <a:cubicBezTo>
                  <a:pt x="222843" y="134863"/>
                  <a:pt x="220158" y="148162"/>
                  <a:pt x="214796" y="160583"/>
                </a:cubicBezTo>
                <a:cubicBezTo>
                  <a:pt x="209434" y="173004"/>
                  <a:pt x="202148" y="183809"/>
                  <a:pt x="192946" y="192997"/>
                </a:cubicBezTo>
                <a:cubicBezTo>
                  <a:pt x="183743" y="202185"/>
                  <a:pt x="172931" y="209449"/>
                  <a:pt x="160510" y="214796"/>
                </a:cubicBezTo>
                <a:cubicBezTo>
                  <a:pt x="148082" y="220144"/>
                  <a:pt x="134819" y="222821"/>
                  <a:pt x="120701" y="22282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8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5608" y="212485"/>
                </a:moveTo>
                <a:lnTo>
                  <a:pt x="45815" y="212485"/>
                </a:lnTo>
                <a:cubicBezTo>
                  <a:pt x="41192" y="212485"/>
                  <a:pt x="37176" y="210780"/>
                  <a:pt x="33774" y="207379"/>
                </a:cubicBezTo>
                <a:cubicBezTo>
                  <a:pt x="30365" y="203977"/>
                  <a:pt x="28668" y="199961"/>
                  <a:pt x="28668" y="195338"/>
                </a:cubicBezTo>
                <a:lnTo>
                  <a:pt x="28668" y="45793"/>
                </a:lnTo>
                <a:cubicBezTo>
                  <a:pt x="28668" y="41148"/>
                  <a:pt x="30365" y="37125"/>
                  <a:pt x="33774" y="33723"/>
                </a:cubicBezTo>
                <a:cubicBezTo>
                  <a:pt x="37176" y="30314"/>
                  <a:pt x="41192" y="28617"/>
                  <a:pt x="45815" y="28617"/>
                </a:cubicBezTo>
                <a:lnTo>
                  <a:pt x="195608" y="28617"/>
                </a:lnTo>
                <a:cubicBezTo>
                  <a:pt x="200254" y="28617"/>
                  <a:pt x="204277" y="30314"/>
                  <a:pt x="207679" y="33723"/>
                </a:cubicBezTo>
                <a:cubicBezTo>
                  <a:pt x="211087" y="37125"/>
                  <a:pt x="212785" y="41148"/>
                  <a:pt x="212785" y="45793"/>
                </a:cubicBezTo>
                <a:lnTo>
                  <a:pt x="212785" y="195338"/>
                </a:lnTo>
                <a:cubicBezTo>
                  <a:pt x="212785" y="199961"/>
                  <a:pt x="211087" y="203977"/>
                  <a:pt x="207679" y="207379"/>
                </a:cubicBezTo>
                <a:cubicBezTo>
                  <a:pt x="204277" y="210780"/>
                  <a:pt x="200254" y="212485"/>
                  <a:pt x="195608" y="212485"/>
                </a:cubicBezTo>
                <a:close/>
                <a:moveTo>
                  <a:pt x="45815" y="80848"/>
                </a:moveTo>
                <a:lnTo>
                  <a:pt x="195608" y="80848"/>
                </a:lnTo>
                <a:lnTo>
                  <a:pt x="195608" y="45815"/>
                </a:lnTo>
                <a:lnTo>
                  <a:pt x="45815" y="45815"/>
                </a:lnTo>
                <a:lnTo>
                  <a:pt x="45815" y="80848"/>
                </a:lnTo>
                <a:close/>
                <a:moveTo>
                  <a:pt x="78207" y="95932"/>
                </a:moveTo>
                <a:lnTo>
                  <a:pt x="45815" y="95932"/>
                </a:lnTo>
                <a:lnTo>
                  <a:pt x="45815" y="195360"/>
                </a:lnTo>
                <a:lnTo>
                  <a:pt x="78207" y="195360"/>
                </a:lnTo>
                <a:lnTo>
                  <a:pt x="78207" y="95932"/>
                </a:lnTo>
                <a:close/>
                <a:moveTo>
                  <a:pt x="163224" y="95932"/>
                </a:moveTo>
                <a:lnTo>
                  <a:pt x="163224" y="195360"/>
                </a:lnTo>
                <a:lnTo>
                  <a:pt x="195608" y="195360"/>
                </a:lnTo>
                <a:lnTo>
                  <a:pt x="195608" y="95932"/>
                </a:lnTo>
                <a:lnTo>
                  <a:pt x="163195" y="95932"/>
                </a:lnTo>
                <a:close/>
                <a:moveTo>
                  <a:pt x="148133" y="95932"/>
                </a:moveTo>
                <a:lnTo>
                  <a:pt x="93291" y="95932"/>
                </a:lnTo>
                <a:lnTo>
                  <a:pt x="93291" y="195360"/>
                </a:lnTo>
                <a:lnTo>
                  <a:pt x="148133" y="195360"/>
                </a:lnTo>
                <a:lnTo>
                  <a:pt x="148133" y="959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90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7892" y="88843"/>
                </a:moveTo>
                <a:lnTo>
                  <a:pt x="127892" y="36035"/>
                </a:lnTo>
                <a:cubicBezTo>
                  <a:pt x="127892" y="33621"/>
                  <a:pt x="128711" y="31594"/>
                  <a:pt x="130357" y="29948"/>
                </a:cubicBezTo>
                <a:cubicBezTo>
                  <a:pt x="132003" y="28303"/>
                  <a:pt x="134029" y="27483"/>
                  <a:pt x="136443" y="27483"/>
                </a:cubicBezTo>
                <a:lnTo>
                  <a:pt x="205367" y="27483"/>
                </a:lnTo>
                <a:cubicBezTo>
                  <a:pt x="207781" y="27483"/>
                  <a:pt x="209807" y="28303"/>
                  <a:pt x="211453" y="29948"/>
                </a:cubicBezTo>
                <a:cubicBezTo>
                  <a:pt x="213099" y="31594"/>
                  <a:pt x="213918" y="33621"/>
                  <a:pt x="213918" y="36035"/>
                </a:cubicBezTo>
                <a:lnTo>
                  <a:pt x="213918" y="88843"/>
                </a:lnTo>
                <a:cubicBezTo>
                  <a:pt x="213918" y="91257"/>
                  <a:pt x="213099" y="93291"/>
                  <a:pt x="211453" y="94951"/>
                </a:cubicBezTo>
                <a:cubicBezTo>
                  <a:pt x="209807" y="96612"/>
                  <a:pt x="207781" y="97431"/>
                  <a:pt x="205367" y="97417"/>
                </a:cubicBezTo>
                <a:lnTo>
                  <a:pt x="136443" y="97417"/>
                </a:lnTo>
                <a:cubicBezTo>
                  <a:pt x="134029" y="97417"/>
                  <a:pt x="132003" y="96597"/>
                  <a:pt x="130357" y="94951"/>
                </a:cubicBezTo>
                <a:cubicBezTo>
                  <a:pt x="128711" y="93305"/>
                  <a:pt x="127892" y="91272"/>
                  <a:pt x="127892" y="88843"/>
                </a:cubicBezTo>
                <a:close/>
                <a:moveTo>
                  <a:pt x="27461" y="120825"/>
                </a:moveTo>
                <a:lnTo>
                  <a:pt x="27461" y="36035"/>
                </a:lnTo>
                <a:cubicBezTo>
                  <a:pt x="27461" y="33621"/>
                  <a:pt x="28281" y="31594"/>
                  <a:pt x="29926" y="29948"/>
                </a:cubicBezTo>
                <a:cubicBezTo>
                  <a:pt x="31565" y="28303"/>
                  <a:pt x="33599" y="27483"/>
                  <a:pt x="36013" y="27483"/>
                </a:cubicBezTo>
                <a:lnTo>
                  <a:pt x="104937" y="27483"/>
                </a:lnTo>
                <a:cubicBezTo>
                  <a:pt x="107351" y="27483"/>
                  <a:pt x="109377" y="28303"/>
                  <a:pt x="111023" y="29948"/>
                </a:cubicBezTo>
                <a:cubicBezTo>
                  <a:pt x="112661" y="31594"/>
                  <a:pt x="113481" y="33621"/>
                  <a:pt x="113481" y="36035"/>
                </a:cubicBezTo>
                <a:lnTo>
                  <a:pt x="113481" y="120825"/>
                </a:lnTo>
                <a:cubicBezTo>
                  <a:pt x="113481" y="123239"/>
                  <a:pt x="112661" y="125265"/>
                  <a:pt x="111023" y="126911"/>
                </a:cubicBezTo>
                <a:cubicBezTo>
                  <a:pt x="109377" y="128557"/>
                  <a:pt x="107351" y="129377"/>
                  <a:pt x="104937" y="129377"/>
                </a:cubicBezTo>
                <a:lnTo>
                  <a:pt x="36035" y="129377"/>
                </a:lnTo>
                <a:cubicBezTo>
                  <a:pt x="33621" y="129377"/>
                  <a:pt x="31594" y="128557"/>
                  <a:pt x="29948" y="126911"/>
                </a:cubicBezTo>
                <a:cubicBezTo>
                  <a:pt x="28303" y="125265"/>
                  <a:pt x="27483" y="123239"/>
                  <a:pt x="27483" y="120825"/>
                </a:cubicBezTo>
                <a:close/>
                <a:moveTo>
                  <a:pt x="127870" y="205191"/>
                </a:moveTo>
                <a:lnTo>
                  <a:pt x="127870" y="120401"/>
                </a:lnTo>
                <a:cubicBezTo>
                  <a:pt x="127870" y="117987"/>
                  <a:pt x="128689" y="115953"/>
                  <a:pt x="130335" y="114315"/>
                </a:cubicBezTo>
                <a:cubicBezTo>
                  <a:pt x="131974" y="112669"/>
                  <a:pt x="134000" y="111849"/>
                  <a:pt x="136414" y="111849"/>
                </a:cubicBezTo>
                <a:lnTo>
                  <a:pt x="205367" y="111849"/>
                </a:lnTo>
                <a:cubicBezTo>
                  <a:pt x="207781" y="111849"/>
                  <a:pt x="209807" y="112669"/>
                  <a:pt x="211453" y="114315"/>
                </a:cubicBezTo>
                <a:cubicBezTo>
                  <a:pt x="213099" y="115953"/>
                  <a:pt x="213918" y="117987"/>
                  <a:pt x="213918" y="120401"/>
                </a:cubicBezTo>
                <a:lnTo>
                  <a:pt x="213918" y="205191"/>
                </a:lnTo>
                <a:cubicBezTo>
                  <a:pt x="213918" y="207657"/>
                  <a:pt x="213099" y="209712"/>
                  <a:pt x="211453" y="211351"/>
                </a:cubicBezTo>
                <a:cubicBezTo>
                  <a:pt x="209807" y="212997"/>
                  <a:pt x="207781" y="213816"/>
                  <a:pt x="205367" y="213816"/>
                </a:cubicBezTo>
                <a:lnTo>
                  <a:pt x="136443" y="213816"/>
                </a:lnTo>
                <a:cubicBezTo>
                  <a:pt x="134029" y="213816"/>
                  <a:pt x="132003" y="212997"/>
                  <a:pt x="130357" y="211351"/>
                </a:cubicBezTo>
                <a:cubicBezTo>
                  <a:pt x="128711" y="209712"/>
                  <a:pt x="127892" y="207657"/>
                  <a:pt x="127892" y="205191"/>
                </a:cubicBezTo>
                <a:close/>
                <a:moveTo>
                  <a:pt x="27461" y="205191"/>
                </a:moveTo>
                <a:lnTo>
                  <a:pt x="27461" y="152383"/>
                </a:lnTo>
                <a:cubicBezTo>
                  <a:pt x="27461" y="149969"/>
                  <a:pt x="28281" y="147935"/>
                  <a:pt x="29926" y="146275"/>
                </a:cubicBezTo>
                <a:cubicBezTo>
                  <a:pt x="31565" y="144614"/>
                  <a:pt x="33599" y="143795"/>
                  <a:pt x="36013" y="143810"/>
                </a:cubicBezTo>
                <a:lnTo>
                  <a:pt x="104937" y="143810"/>
                </a:lnTo>
                <a:cubicBezTo>
                  <a:pt x="107351" y="143810"/>
                  <a:pt x="109377" y="144629"/>
                  <a:pt x="111023" y="146275"/>
                </a:cubicBezTo>
                <a:cubicBezTo>
                  <a:pt x="112661" y="147921"/>
                  <a:pt x="113481" y="149954"/>
                  <a:pt x="113481" y="152383"/>
                </a:cubicBezTo>
                <a:lnTo>
                  <a:pt x="113481" y="205191"/>
                </a:lnTo>
                <a:cubicBezTo>
                  <a:pt x="113481" y="207657"/>
                  <a:pt x="112661" y="209712"/>
                  <a:pt x="111023" y="211351"/>
                </a:cubicBezTo>
                <a:cubicBezTo>
                  <a:pt x="109377" y="212997"/>
                  <a:pt x="107351" y="213816"/>
                  <a:pt x="104937" y="213816"/>
                </a:cubicBezTo>
                <a:lnTo>
                  <a:pt x="36035" y="213816"/>
                </a:lnTo>
                <a:cubicBezTo>
                  <a:pt x="33621" y="213816"/>
                  <a:pt x="31594" y="212997"/>
                  <a:pt x="29948" y="211351"/>
                </a:cubicBezTo>
                <a:cubicBezTo>
                  <a:pt x="28303" y="209712"/>
                  <a:pt x="27483" y="207657"/>
                  <a:pt x="27483" y="205191"/>
                </a:cubicBezTo>
                <a:close/>
                <a:moveTo>
                  <a:pt x="44659" y="112252"/>
                </a:moveTo>
                <a:lnTo>
                  <a:pt x="96385" y="112252"/>
                </a:lnTo>
                <a:lnTo>
                  <a:pt x="96385" y="44608"/>
                </a:lnTo>
                <a:lnTo>
                  <a:pt x="44659" y="44608"/>
                </a:lnTo>
                <a:lnTo>
                  <a:pt x="44659" y="112252"/>
                </a:lnTo>
                <a:close/>
                <a:moveTo>
                  <a:pt x="145068" y="196618"/>
                </a:moveTo>
                <a:lnTo>
                  <a:pt x="196794" y="196618"/>
                </a:lnTo>
                <a:lnTo>
                  <a:pt x="196794" y="129025"/>
                </a:lnTo>
                <a:lnTo>
                  <a:pt x="145068" y="129025"/>
                </a:lnTo>
                <a:lnTo>
                  <a:pt x="145068" y="196618"/>
                </a:lnTo>
                <a:close/>
                <a:moveTo>
                  <a:pt x="145068" y="80270"/>
                </a:moveTo>
                <a:lnTo>
                  <a:pt x="196794" y="80270"/>
                </a:lnTo>
                <a:lnTo>
                  <a:pt x="196794" y="44586"/>
                </a:lnTo>
                <a:lnTo>
                  <a:pt x="145068" y="44586"/>
                </a:lnTo>
                <a:lnTo>
                  <a:pt x="145068" y="80270"/>
                </a:lnTo>
                <a:close/>
                <a:moveTo>
                  <a:pt x="44659" y="196618"/>
                </a:moveTo>
                <a:lnTo>
                  <a:pt x="96385" y="196618"/>
                </a:lnTo>
                <a:lnTo>
                  <a:pt x="96385" y="161008"/>
                </a:lnTo>
                <a:lnTo>
                  <a:pt x="44659" y="161008"/>
                </a:lnTo>
                <a:lnTo>
                  <a:pt x="44659" y="196618"/>
                </a:lnTo>
                <a:close/>
                <a:moveTo>
                  <a:pt x="96385" y="112252"/>
                </a:moveTo>
                <a:close/>
                <a:moveTo>
                  <a:pt x="145068" y="80262"/>
                </a:moveTo>
                <a:close/>
                <a:moveTo>
                  <a:pt x="145068" y="129025"/>
                </a:moveTo>
                <a:close/>
                <a:moveTo>
                  <a:pt x="96385" y="16100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2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8288" y="181702"/>
                </a:moveTo>
                <a:cubicBezTo>
                  <a:pt x="23094" y="181702"/>
                  <a:pt x="18639" y="179852"/>
                  <a:pt x="14938" y="176150"/>
                </a:cubicBezTo>
                <a:cubicBezTo>
                  <a:pt x="11229" y="172441"/>
                  <a:pt x="9378" y="167979"/>
                  <a:pt x="9378" y="162749"/>
                </a:cubicBezTo>
                <a:cubicBezTo>
                  <a:pt x="9378" y="157533"/>
                  <a:pt x="11229" y="153056"/>
                  <a:pt x="14938" y="149318"/>
                </a:cubicBezTo>
                <a:cubicBezTo>
                  <a:pt x="18639" y="145594"/>
                  <a:pt x="23072" y="143736"/>
                  <a:pt x="28237" y="143736"/>
                </a:cubicBezTo>
                <a:cubicBezTo>
                  <a:pt x="29210" y="143736"/>
                  <a:pt x="30139" y="143795"/>
                  <a:pt x="31031" y="143912"/>
                </a:cubicBezTo>
                <a:cubicBezTo>
                  <a:pt x="31938" y="144029"/>
                  <a:pt x="33131" y="144256"/>
                  <a:pt x="34623" y="144592"/>
                </a:cubicBezTo>
                <a:lnTo>
                  <a:pt x="82406" y="96809"/>
                </a:lnTo>
                <a:cubicBezTo>
                  <a:pt x="82069" y="95339"/>
                  <a:pt x="81850" y="94147"/>
                  <a:pt x="81747" y="93240"/>
                </a:cubicBezTo>
                <a:cubicBezTo>
                  <a:pt x="81652" y="92332"/>
                  <a:pt x="81601" y="91411"/>
                  <a:pt x="81601" y="90474"/>
                </a:cubicBezTo>
                <a:cubicBezTo>
                  <a:pt x="81601" y="85244"/>
                  <a:pt x="83466" y="80774"/>
                  <a:pt x="87204" y="77073"/>
                </a:cubicBezTo>
                <a:cubicBezTo>
                  <a:pt x="90943" y="73364"/>
                  <a:pt x="95419" y="71513"/>
                  <a:pt x="100635" y="71513"/>
                </a:cubicBezTo>
                <a:cubicBezTo>
                  <a:pt x="105851" y="71513"/>
                  <a:pt x="110306" y="73386"/>
                  <a:pt x="114015" y="77124"/>
                </a:cubicBezTo>
                <a:cubicBezTo>
                  <a:pt x="117716" y="80862"/>
                  <a:pt x="119567" y="85346"/>
                  <a:pt x="119567" y="90577"/>
                </a:cubicBezTo>
                <a:cubicBezTo>
                  <a:pt x="119567" y="91111"/>
                  <a:pt x="119304" y="93144"/>
                  <a:pt x="118762" y="96663"/>
                </a:cubicBezTo>
                <a:lnTo>
                  <a:pt x="144717" y="122639"/>
                </a:lnTo>
                <a:cubicBezTo>
                  <a:pt x="146158" y="122303"/>
                  <a:pt x="147321" y="122083"/>
                  <a:pt x="148213" y="121981"/>
                </a:cubicBezTo>
                <a:cubicBezTo>
                  <a:pt x="149113" y="121886"/>
                  <a:pt x="150005" y="121835"/>
                  <a:pt x="150876" y="121835"/>
                </a:cubicBezTo>
                <a:cubicBezTo>
                  <a:pt x="151747" y="121835"/>
                  <a:pt x="152646" y="121886"/>
                  <a:pt x="153568" y="121981"/>
                </a:cubicBezTo>
                <a:cubicBezTo>
                  <a:pt x="154490" y="122083"/>
                  <a:pt x="155667" y="122303"/>
                  <a:pt x="157116" y="122639"/>
                </a:cubicBezTo>
                <a:lnTo>
                  <a:pt x="194906" y="84893"/>
                </a:lnTo>
                <a:cubicBezTo>
                  <a:pt x="194570" y="83452"/>
                  <a:pt x="194350" y="82267"/>
                  <a:pt x="194255" y="81345"/>
                </a:cubicBezTo>
                <a:cubicBezTo>
                  <a:pt x="194153" y="80423"/>
                  <a:pt x="194102" y="79494"/>
                  <a:pt x="194102" y="78558"/>
                </a:cubicBezTo>
                <a:cubicBezTo>
                  <a:pt x="194102" y="73342"/>
                  <a:pt x="195960" y="68895"/>
                  <a:pt x="199683" y="65200"/>
                </a:cubicBezTo>
                <a:cubicBezTo>
                  <a:pt x="203406" y="61514"/>
                  <a:pt x="207883" y="59670"/>
                  <a:pt x="213114" y="59670"/>
                </a:cubicBezTo>
                <a:cubicBezTo>
                  <a:pt x="218344" y="59670"/>
                  <a:pt x="222799" y="61521"/>
                  <a:pt x="226493" y="65230"/>
                </a:cubicBezTo>
                <a:cubicBezTo>
                  <a:pt x="230158" y="68931"/>
                  <a:pt x="231994" y="73401"/>
                  <a:pt x="231994" y="78631"/>
                </a:cubicBezTo>
                <a:cubicBezTo>
                  <a:pt x="231994" y="83861"/>
                  <a:pt x="230151" y="88331"/>
                  <a:pt x="226464" y="92033"/>
                </a:cubicBezTo>
                <a:cubicBezTo>
                  <a:pt x="222777" y="95741"/>
                  <a:pt x="218337" y="97592"/>
                  <a:pt x="213136" y="97592"/>
                </a:cubicBezTo>
                <a:cubicBezTo>
                  <a:pt x="212163" y="97592"/>
                  <a:pt x="211219" y="97541"/>
                  <a:pt x="210297" y="97438"/>
                </a:cubicBezTo>
                <a:cubicBezTo>
                  <a:pt x="209376" y="97343"/>
                  <a:pt x="208191" y="97124"/>
                  <a:pt x="206749" y="96787"/>
                </a:cubicBezTo>
                <a:lnTo>
                  <a:pt x="169054" y="134585"/>
                </a:lnTo>
                <a:cubicBezTo>
                  <a:pt x="169391" y="136026"/>
                  <a:pt x="169610" y="137204"/>
                  <a:pt x="169713" y="138126"/>
                </a:cubicBezTo>
                <a:cubicBezTo>
                  <a:pt x="169808" y="139047"/>
                  <a:pt x="169859" y="139976"/>
                  <a:pt x="169859" y="140920"/>
                </a:cubicBezTo>
                <a:cubicBezTo>
                  <a:pt x="169859" y="146085"/>
                  <a:pt x="168001" y="150525"/>
                  <a:pt x="164277" y="154248"/>
                </a:cubicBezTo>
                <a:cubicBezTo>
                  <a:pt x="160554" y="157964"/>
                  <a:pt x="156092" y="159830"/>
                  <a:pt x="150876" y="159830"/>
                </a:cubicBezTo>
                <a:cubicBezTo>
                  <a:pt x="145660" y="159830"/>
                  <a:pt x="141198" y="157964"/>
                  <a:pt x="137475" y="154248"/>
                </a:cubicBezTo>
                <a:cubicBezTo>
                  <a:pt x="133751" y="150525"/>
                  <a:pt x="131893" y="146085"/>
                  <a:pt x="131893" y="140920"/>
                </a:cubicBezTo>
                <a:cubicBezTo>
                  <a:pt x="131893" y="139947"/>
                  <a:pt x="131944" y="139018"/>
                  <a:pt x="132039" y="138126"/>
                </a:cubicBezTo>
                <a:cubicBezTo>
                  <a:pt x="132142" y="137240"/>
                  <a:pt x="132361" y="136048"/>
                  <a:pt x="132698" y="134556"/>
                </a:cubicBezTo>
                <a:lnTo>
                  <a:pt x="106868" y="108704"/>
                </a:lnTo>
                <a:cubicBezTo>
                  <a:pt x="105397" y="109040"/>
                  <a:pt x="104205" y="109260"/>
                  <a:pt x="103298" y="109362"/>
                </a:cubicBezTo>
                <a:cubicBezTo>
                  <a:pt x="102398" y="109457"/>
                  <a:pt x="101462" y="109509"/>
                  <a:pt x="100511" y="109509"/>
                </a:cubicBezTo>
                <a:cubicBezTo>
                  <a:pt x="99970" y="109509"/>
                  <a:pt x="97943" y="109245"/>
                  <a:pt x="94425" y="108704"/>
                </a:cubicBezTo>
                <a:lnTo>
                  <a:pt x="46495" y="156633"/>
                </a:lnTo>
                <a:cubicBezTo>
                  <a:pt x="46832" y="158074"/>
                  <a:pt x="47059" y="159230"/>
                  <a:pt x="47176" y="160108"/>
                </a:cubicBezTo>
                <a:cubicBezTo>
                  <a:pt x="47293" y="160978"/>
                  <a:pt x="47351" y="161900"/>
                  <a:pt x="47351" y="162873"/>
                </a:cubicBezTo>
                <a:cubicBezTo>
                  <a:pt x="47351" y="168037"/>
                  <a:pt x="45479" y="172470"/>
                  <a:pt x="41741" y="176172"/>
                </a:cubicBezTo>
                <a:cubicBezTo>
                  <a:pt x="38002" y="179881"/>
                  <a:pt x="33511" y="181732"/>
                  <a:pt x="28266" y="18173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4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741" y="142025"/>
                </a:moveTo>
                <a:lnTo>
                  <a:pt x="82230" y="118514"/>
                </a:lnTo>
                <a:cubicBezTo>
                  <a:pt x="80548" y="116838"/>
                  <a:pt x="78507" y="115997"/>
                  <a:pt x="76093" y="115997"/>
                </a:cubicBezTo>
                <a:cubicBezTo>
                  <a:pt x="73679" y="115997"/>
                  <a:pt x="71535" y="116919"/>
                  <a:pt x="69655" y="118762"/>
                </a:cubicBezTo>
                <a:cubicBezTo>
                  <a:pt x="67995" y="120474"/>
                  <a:pt x="67168" y="122537"/>
                  <a:pt x="67168" y="124951"/>
                </a:cubicBezTo>
                <a:cubicBezTo>
                  <a:pt x="67168" y="127365"/>
                  <a:pt x="68017" y="129413"/>
                  <a:pt x="69728" y="131088"/>
                </a:cubicBezTo>
                <a:lnTo>
                  <a:pt x="99677" y="161286"/>
                </a:lnTo>
                <a:cubicBezTo>
                  <a:pt x="101403" y="162997"/>
                  <a:pt x="103422" y="163853"/>
                  <a:pt x="105741" y="163853"/>
                </a:cubicBezTo>
                <a:cubicBezTo>
                  <a:pt x="108053" y="163853"/>
                  <a:pt x="110079" y="162997"/>
                  <a:pt x="111827" y="161286"/>
                </a:cubicBezTo>
                <a:lnTo>
                  <a:pt x="171198" y="101842"/>
                </a:lnTo>
                <a:cubicBezTo>
                  <a:pt x="173070" y="99999"/>
                  <a:pt x="174014" y="97877"/>
                  <a:pt x="174014" y="95478"/>
                </a:cubicBezTo>
                <a:cubicBezTo>
                  <a:pt x="174014" y="93079"/>
                  <a:pt x="173070" y="90943"/>
                  <a:pt x="171198" y="89070"/>
                </a:cubicBezTo>
                <a:cubicBezTo>
                  <a:pt x="169347" y="87387"/>
                  <a:pt x="167182" y="86597"/>
                  <a:pt x="164680" y="86678"/>
                </a:cubicBezTo>
                <a:cubicBezTo>
                  <a:pt x="162185" y="86766"/>
                  <a:pt x="160079" y="87643"/>
                  <a:pt x="158367" y="89319"/>
                </a:cubicBezTo>
                <a:lnTo>
                  <a:pt x="105741" y="142025"/>
                </a:lnTo>
                <a:close/>
                <a:moveTo>
                  <a:pt x="120701" y="222792"/>
                </a:moveTo>
                <a:cubicBezTo>
                  <a:pt x="106700" y="222792"/>
                  <a:pt x="93503" y="220122"/>
                  <a:pt x="81096" y="214774"/>
                </a:cubicBezTo>
                <a:cubicBezTo>
                  <a:pt x="68675" y="209427"/>
                  <a:pt x="57827" y="202112"/>
                  <a:pt x="48558" y="192843"/>
                </a:cubicBezTo>
                <a:cubicBezTo>
                  <a:pt x="39290" y="183575"/>
                  <a:pt x="31975" y="172727"/>
                  <a:pt x="26627" y="160305"/>
                </a:cubicBezTo>
                <a:cubicBezTo>
                  <a:pt x="21280" y="147899"/>
                  <a:pt x="18610" y="134702"/>
                  <a:pt x="18610" y="120701"/>
                </a:cubicBezTo>
                <a:cubicBezTo>
                  <a:pt x="18610" y="106539"/>
                  <a:pt x="21280" y="93247"/>
                  <a:pt x="26627" y="80848"/>
                </a:cubicBezTo>
                <a:cubicBezTo>
                  <a:pt x="31975" y="68419"/>
                  <a:pt x="39290" y="57615"/>
                  <a:pt x="48558" y="48434"/>
                </a:cubicBezTo>
                <a:cubicBezTo>
                  <a:pt x="57827" y="39246"/>
                  <a:pt x="68668" y="31967"/>
                  <a:pt x="81074" y="26605"/>
                </a:cubicBezTo>
                <a:cubicBezTo>
                  <a:pt x="93496" y="21243"/>
                  <a:pt x="106700" y="18559"/>
                  <a:pt x="120701" y="18559"/>
                </a:cubicBezTo>
                <a:cubicBezTo>
                  <a:pt x="134863" y="18559"/>
                  <a:pt x="148162" y="21243"/>
                  <a:pt x="160583" y="26605"/>
                </a:cubicBezTo>
                <a:cubicBezTo>
                  <a:pt x="173004" y="31967"/>
                  <a:pt x="183809" y="39246"/>
                  <a:pt x="192997" y="48434"/>
                </a:cubicBezTo>
                <a:cubicBezTo>
                  <a:pt x="202185" y="57615"/>
                  <a:pt x="209456" y="68419"/>
                  <a:pt x="214825" y="80848"/>
                </a:cubicBezTo>
                <a:cubicBezTo>
                  <a:pt x="220188" y="93269"/>
                  <a:pt x="222872" y="106561"/>
                  <a:pt x="222872" y="120723"/>
                </a:cubicBezTo>
                <a:cubicBezTo>
                  <a:pt x="222872" y="134724"/>
                  <a:pt x="220188" y="147935"/>
                  <a:pt x="214825" y="160356"/>
                </a:cubicBezTo>
                <a:cubicBezTo>
                  <a:pt x="209456" y="172778"/>
                  <a:pt x="202185" y="183626"/>
                  <a:pt x="192997" y="192895"/>
                </a:cubicBezTo>
                <a:cubicBezTo>
                  <a:pt x="183809" y="202163"/>
                  <a:pt x="173004" y="209478"/>
                  <a:pt x="160583" y="214825"/>
                </a:cubicBezTo>
                <a:cubicBezTo>
                  <a:pt x="148177" y="220173"/>
                  <a:pt x="134892" y="222843"/>
                  <a:pt x="120723" y="222843"/>
                </a:cubicBezTo>
                <a:close/>
                <a:moveTo>
                  <a:pt x="120701" y="205667"/>
                </a:moveTo>
                <a:cubicBezTo>
                  <a:pt x="144336" y="205667"/>
                  <a:pt x="164402" y="197386"/>
                  <a:pt x="180898" y="180824"/>
                </a:cubicBezTo>
                <a:cubicBezTo>
                  <a:pt x="197393" y="164263"/>
                  <a:pt x="205645" y="144219"/>
                  <a:pt x="205645" y="120701"/>
                </a:cubicBezTo>
                <a:cubicBezTo>
                  <a:pt x="205645" y="97065"/>
                  <a:pt x="197393" y="77000"/>
                  <a:pt x="180898" y="60504"/>
                </a:cubicBezTo>
                <a:cubicBezTo>
                  <a:pt x="164402" y="44008"/>
                  <a:pt x="144322" y="35757"/>
                  <a:pt x="120650" y="35757"/>
                </a:cubicBezTo>
                <a:cubicBezTo>
                  <a:pt x="97146" y="35757"/>
                  <a:pt x="77124" y="44008"/>
                  <a:pt x="60577" y="60504"/>
                </a:cubicBezTo>
                <a:cubicBezTo>
                  <a:pt x="44016" y="77000"/>
                  <a:pt x="35735" y="97080"/>
                  <a:pt x="35735" y="120752"/>
                </a:cubicBezTo>
                <a:cubicBezTo>
                  <a:pt x="35735" y="144256"/>
                  <a:pt x="44016" y="164277"/>
                  <a:pt x="60577" y="180824"/>
                </a:cubicBezTo>
                <a:cubicBezTo>
                  <a:pt x="77139" y="197386"/>
                  <a:pt x="97182" y="205667"/>
                  <a:pt x="120701" y="205667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6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2792"/>
                </a:moveTo>
                <a:cubicBezTo>
                  <a:pt x="106253" y="222792"/>
                  <a:pt x="92808" y="220195"/>
                  <a:pt x="80365" y="215001"/>
                </a:cubicBezTo>
                <a:cubicBezTo>
                  <a:pt x="67929" y="209800"/>
                  <a:pt x="57124" y="202616"/>
                  <a:pt x="47951" y="193450"/>
                </a:cubicBezTo>
                <a:cubicBezTo>
                  <a:pt x="38785" y="184277"/>
                  <a:pt x="31602" y="173473"/>
                  <a:pt x="26401" y="161037"/>
                </a:cubicBezTo>
                <a:cubicBezTo>
                  <a:pt x="21207" y="148594"/>
                  <a:pt x="18610" y="135148"/>
                  <a:pt x="18610" y="120701"/>
                </a:cubicBezTo>
                <a:cubicBezTo>
                  <a:pt x="18610" y="106385"/>
                  <a:pt x="21207" y="93013"/>
                  <a:pt x="26401" y="80592"/>
                </a:cubicBezTo>
                <a:cubicBezTo>
                  <a:pt x="31602" y="68170"/>
                  <a:pt x="38785" y="57366"/>
                  <a:pt x="47951" y="48178"/>
                </a:cubicBezTo>
                <a:cubicBezTo>
                  <a:pt x="57124" y="38990"/>
                  <a:pt x="67929" y="31763"/>
                  <a:pt x="80365" y="26481"/>
                </a:cubicBezTo>
                <a:cubicBezTo>
                  <a:pt x="92808" y="21199"/>
                  <a:pt x="106253" y="18559"/>
                  <a:pt x="120701" y="18559"/>
                </a:cubicBezTo>
                <a:cubicBezTo>
                  <a:pt x="130525" y="18559"/>
                  <a:pt x="140079" y="19963"/>
                  <a:pt x="149369" y="22780"/>
                </a:cubicBezTo>
                <a:cubicBezTo>
                  <a:pt x="158674" y="25596"/>
                  <a:pt x="167430" y="29729"/>
                  <a:pt x="175645" y="35179"/>
                </a:cubicBezTo>
                <a:cubicBezTo>
                  <a:pt x="177723" y="36349"/>
                  <a:pt x="179018" y="38090"/>
                  <a:pt x="179515" y="40387"/>
                </a:cubicBezTo>
                <a:cubicBezTo>
                  <a:pt x="180020" y="42684"/>
                  <a:pt x="179544" y="44769"/>
                  <a:pt x="178081" y="46649"/>
                </a:cubicBezTo>
                <a:cubicBezTo>
                  <a:pt x="176626" y="48558"/>
                  <a:pt x="174738" y="49670"/>
                  <a:pt x="172427" y="49992"/>
                </a:cubicBezTo>
                <a:cubicBezTo>
                  <a:pt x="170115" y="50292"/>
                  <a:pt x="167891" y="49853"/>
                  <a:pt x="165762" y="48683"/>
                </a:cubicBezTo>
                <a:cubicBezTo>
                  <a:pt x="159076" y="44440"/>
                  <a:pt x="151907" y="41221"/>
                  <a:pt x="144263" y="39027"/>
                </a:cubicBezTo>
                <a:cubicBezTo>
                  <a:pt x="136619" y="36832"/>
                  <a:pt x="128762" y="35735"/>
                  <a:pt x="120701" y="35735"/>
                </a:cubicBezTo>
                <a:cubicBezTo>
                  <a:pt x="96561" y="35735"/>
                  <a:pt x="76371" y="43847"/>
                  <a:pt x="60124" y="60072"/>
                </a:cubicBezTo>
                <a:cubicBezTo>
                  <a:pt x="43877" y="76305"/>
                  <a:pt x="35757" y="96509"/>
                  <a:pt x="35757" y="120701"/>
                </a:cubicBezTo>
                <a:cubicBezTo>
                  <a:pt x="35757" y="144892"/>
                  <a:pt x="43877" y="165097"/>
                  <a:pt x="60124" y="181329"/>
                </a:cubicBezTo>
                <a:cubicBezTo>
                  <a:pt x="76371" y="197554"/>
                  <a:pt x="96561" y="205667"/>
                  <a:pt x="120701" y="205667"/>
                </a:cubicBezTo>
                <a:cubicBezTo>
                  <a:pt x="144804" y="205667"/>
                  <a:pt x="164994" y="197562"/>
                  <a:pt x="181256" y="181351"/>
                </a:cubicBezTo>
                <a:cubicBezTo>
                  <a:pt x="197510" y="165141"/>
                  <a:pt x="205645" y="144980"/>
                  <a:pt x="205645" y="120876"/>
                </a:cubicBezTo>
                <a:cubicBezTo>
                  <a:pt x="205645" y="117928"/>
                  <a:pt x="205528" y="115068"/>
                  <a:pt x="205294" y="112303"/>
                </a:cubicBezTo>
                <a:cubicBezTo>
                  <a:pt x="205060" y="109516"/>
                  <a:pt x="204628" y="106802"/>
                  <a:pt x="204006" y="104154"/>
                </a:cubicBezTo>
                <a:cubicBezTo>
                  <a:pt x="203677" y="101659"/>
                  <a:pt x="204101" y="99384"/>
                  <a:pt x="205294" y="97343"/>
                </a:cubicBezTo>
                <a:cubicBezTo>
                  <a:pt x="206479" y="95295"/>
                  <a:pt x="208242" y="94088"/>
                  <a:pt x="210575" y="93722"/>
                </a:cubicBezTo>
                <a:cubicBezTo>
                  <a:pt x="213041" y="93181"/>
                  <a:pt x="215301" y="93627"/>
                  <a:pt x="217364" y="95054"/>
                </a:cubicBezTo>
                <a:cubicBezTo>
                  <a:pt x="219427" y="96495"/>
                  <a:pt x="220619" y="98448"/>
                  <a:pt x="220956" y="100913"/>
                </a:cubicBezTo>
                <a:cubicBezTo>
                  <a:pt x="221548" y="104066"/>
                  <a:pt x="222009" y="107292"/>
                  <a:pt x="222338" y="110591"/>
                </a:cubicBezTo>
                <a:cubicBezTo>
                  <a:pt x="222675" y="113898"/>
                  <a:pt x="222843" y="117270"/>
                  <a:pt x="222843" y="120723"/>
                </a:cubicBezTo>
                <a:cubicBezTo>
                  <a:pt x="222843" y="135178"/>
                  <a:pt x="220202" y="148623"/>
                  <a:pt x="214921" y="161059"/>
                </a:cubicBezTo>
                <a:cubicBezTo>
                  <a:pt x="209639" y="173502"/>
                  <a:pt x="202412" y="184306"/>
                  <a:pt x="193224" y="193472"/>
                </a:cubicBezTo>
                <a:cubicBezTo>
                  <a:pt x="184036" y="202646"/>
                  <a:pt x="173231" y="209829"/>
                  <a:pt x="160810" y="215023"/>
                </a:cubicBezTo>
                <a:cubicBezTo>
                  <a:pt x="148389" y="220202"/>
                  <a:pt x="135017" y="222792"/>
                  <a:pt x="120701" y="222792"/>
                </a:cubicBezTo>
                <a:close/>
                <a:moveTo>
                  <a:pt x="105741" y="142025"/>
                </a:moveTo>
                <a:lnTo>
                  <a:pt x="204087" y="43628"/>
                </a:lnTo>
                <a:cubicBezTo>
                  <a:pt x="205799" y="41953"/>
                  <a:pt x="207854" y="41111"/>
                  <a:pt x="210268" y="41111"/>
                </a:cubicBezTo>
                <a:cubicBezTo>
                  <a:pt x="212682" y="41111"/>
                  <a:pt x="214811" y="41953"/>
                  <a:pt x="216662" y="43628"/>
                </a:cubicBezTo>
                <a:cubicBezTo>
                  <a:pt x="218483" y="45508"/>
                  <a:pt x="219397" y="47651"/>
                  <a:pt x="219397" y="50065"/>
                </a:cubicBezTo>
                <a:cubicBezTo>
                  <a:pt x="219397" y="52479"/>
                  <a:pt x="218483" y="54608"/>
                  <a:pt x="216662" y="56451"/>
                </a:cubicBezTo>
                <a:lnTo>
                  <a:pt x="111798" y="161315"/>
                </a:lnTo>
                <a:cubicBezTo>
                  <a:pt x="110057" y="163019"/>
                  <a:pt x="108031" y="163875"/>
                  <a:pt x="105712" y="163875"/>
                </a:cubicBezTo>
                <a:cubicBezTo>
                  <a:pt x="103400" y="163875"/>
                  <a:pt x="101389" y="163019"/>
                  <a:pt x="99677" y="161315"/>
                </a:cubicBezTo>
                <a:lnTo>
                  <a:pt x="69655" y="131037"/>
                </a:lnTo>
                <a:cubicBezTo>
                  <a:pt x="67995" y="129362"/>
                  <a:pt x="67205" y="127277"/>
                  <a:pt x="67293" y="124797"/>
                </a:cubicBezTo>
                <a:cubicBezTo>
                  <a:pt x="67373" y="122317"/>
                  <a:pt x="68265" y="120233"/>
                  <a:pt x="69955" y="118536"/>
                </a:cubicBezTo>
                <a:cubicBezTo>
                  <a:pt x="71652" y="116846"/>
                  <a:pt x="73745" y="115997"/>
                  <a:pt x="76246" y="115997"/>
                </a:cubicBezTo>
                <a:cubicBezTo>
                  <a:pt x="78741" y="115997"/>
                  <a:pt x="80826" y="116838"/>
                  <a:pt x="82501" y="118514"/>
                </a:cubicBezTo>
                <a:lnTo>
                  <a:pt x="105763" y="14202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8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739"/>
                </a:moveTo>
                <a:lnTo>
                  <a:pt x="152412" y="163451"/>
                </a:lnTo>
                <a:cubicBezTo>
                  <a:pt x="154000" y="165038"/>
                  <a:pt x="155843" y="165836"/>
                  <a:pt x="157942" y="165836"/>
                </a:cubicBezTo>
                <a:cubicBezTo>
                  <a:pt x="160035" y="165836"/>
                  <a:pt x="161893" y="165031"/>
                  <a:pt x="163502" y="163422"/>
                </a:cubicBezTo>
                <a:cubicBezTo>
                  <a:pt x="165111" y="161812"/>
                  <a:pt x="165916" y="159969"/>
                  <a:pt x="165916" y="157891"/>
                </a:cubicBezTo>
                <a:cubicBezTo>
                  <a:pt x="165916" y="155814"/>
                  <a:pt x="165097" y="153970"/>
                  <a:pt x="163473" y="152361"/>
                </a:cubicBezTo>
                <a:lnTo>
                  <a:pt x="131739" y="120701"/>
                </a:lnTo>
                <a:lnTo>
                  <a:pt x="163451" y="88989"/>
                </a:lnTo>
                <a:cubicBezTo>
                  <a:pt x="165038" y="87402"/>
                  <a:pt x="165843" y="85559"/>
                  <a:pt x="165865" y="83459"/>
                </a:cubicBezTo>
                <a:cubicBezTo>
                  <a:pt x="165879" y="81367"/>
                  <a:pt x="165082" y="79509"/>
                  <a:pt x="163473" y="77900"/>
                </a:cubicBezTo>
                <a:cubicBezTo>
                  <a:pt x="161863" y="76290"/>
                  <a:pt x="160013" y="75486"/>
                  <a:pt x="157921" y="75486"/>
                </a:cubicBezTo>
                <a:cubicBezTo>
                  <a:pt x="155836" y="75486"/>
                  <a:pt x="154000" y="76305"/>
                  <a:pt x="152412" y="77929"/>
                </a:cubicBezTo>
                <a:lnTo>
                  <a:pt x="120701" y="109662"/>
                </a:lnTo>
                <a:lnTo>
                  <a:pt x="88989" y="77951"/>
                </a:lnTo>
                <a:cubicBezTo>
                  <a:pt x="87402" y="76363"/>
                  <a:pt x="85573" y="75559"/>
                  <a:pt x="83510" y="75537"/>
                </a:cubicBezTo>
                <a:cubicBezTo>
                  <a:pt x="81433" y="75522"/>
                  <a:pt x="79597" y="76319"/>
                  <a:pt x="78002" y="77929"/>
                </a:cubicBezTo>
                <a:cubicBezTo>
                  <a:pt x="76393" y="79538"/>
                  <a:pt x="75588" y="81389"/>
                  <a:pt x="75588" y="83488"/>
                </a:cubicBezTo>
                <a:cubicBezTo>
                  <a:pt x="75588" y="85566"/>
                  <a:pt x="76400" y="87402"/>
                  <a:pt x="78031" y="88989"/>
                </a:cubicBezTo>
                <a:lnTo>
                  <a:pt x="109662" y="120701"/>
                </a:lnTo>
                <a:lnTo>
                  <a:pt x="77951" y="152412"/>
                </a:lnTo>
                <a:cubicBezTo>
                  <a:pt x="76363" y="154000"/>
                  <a:pt x="75566" y="155828"/>
                  <a:pt x="75566" y="157891"/>
                </a:cubicBezTo>
                <a:cubicBezTo>
                  <a:pt x="75566" y="159954"/>
                  <a:pt x="76371" y="161790"/>
                  <a:pt x="77980" y="163400"/>
                </a:cubicBezTo>
                <a:cubicBezTo>
                  <a:pt x="79589" y="165009"/>
                  <a:pt x="81433" y="165814"/>
                  <a:pt x="83510" y="165814"/>
                </a:cubicBezTo>
                <a:cubicBezTo>
                  <a:pt x="85588" y="165814"/>
                  <a:pt x="87431" y="165002"/>
                  <a:pt x="89041" y="163370"/>
                </a:cubicBezTo>
                <a:lnTo>
                  <a:pt x="120701" y="131739"/>
                </a:lnTo>
                <a:close/>
                <a:moveTo>
                  <a:pt x="120701" y="222792"/>
                </a:moveTo>
                <a:cubicBezTo>
                  <a:pt x="106700" y="222792"/>
                  <a:pt x="93503" y="220122"/>
                  <a:pt x="81096" y="214774"/>
                </a:cubicBezTo>
                <a:cubicBezTo>
                  <a:pt x="68690" y="209427"/>
                  <a:pt x="57841" y="202112"/>
                  <a:pt x="48558" y="192843"/>
                </a:cubicBezTo>
                <a:cubicBezTo>
                  <a:pt x="39290" y="183575"/>
                  <a:pt x="31975" y="172727"/>
                  <a:pt x="26627" y="160305"/>
                </a:cubicBezTo>
                <a:cubicBezTo>
                  <a:pt x="21280" y="147899"/>
                  <a:pt x="18610" y="134702"/>
                  <a:pt x="18610" y="120701"/>
                </a:cubicBezTo>
                <a:cubicBezTo>
                  <a:pt x="18610" y="106539"/>
                  <a:pt x="21280" y="93247"/>
                  <a:pt x="26627" y="80848"/>
                </a:cubicBezTo>
                <a:cubicBezTo>
                  <a:pt x="31975" y="68441"/>
                  <a:pt x="39290" y="57636"/>
                  <a:pt x="48558" y="48434"/>
                </a:cubicBezTo>
                <a:cubicBezTo>
                  <a:pt x="57827" y="39231"/>
                  <a:pt x="68675" y="31953"/>
                  <a:pt x="81096" y="26605"/>
                </a:cubicBezTo>
                <a:cubicBezTo>
                  <a:pt x="93518" y="21243"/>
                  <a:pt x="106729" y="18559"/>
                  <a:pt x="120723" y="18559"/>
                </a:cubicBezTo>
                <a:cubicBezTo>
                  <a:pt x="134892" y="18559"/>
                  <a:pt x="148184" y="21229"/>
                  <a:pt x="160605" y="26576"/>
                </a:cubicBezTo>
                <a:cubicBezTo>
                  <a:pt x="173026" y="31924"/>
                  <a:pt x="183831" y="39202"/>
                  <a:pt x="193019" y="48405"/>
                </a:cubicBezTo>
                <a:cubicBezTo>
                  <a:pt x="202207" y="57593"/>
                  <a:pt x="209485" y="68397"/>
                  <a:pt x="214847" y="80818"/>
                </a:cubicBezTo>
                <a:cubicBezTo>
                  <a:pt x="220209" y="93240"/>
                  <a:pt x="222894" y="106539"/>
                  <a:pt x="222894" y="120701"/>
                </a:cubicBezTo>
                <a:cubicBezTo>
                  <a:pt x="222894" y="134702"/>
                  <a:pt x="220209" y="147906"/>
                  <a:pt x="214847" y="160335"/>
                </a:cubicBezTo>
                <a:cubicBezTo>
                  <a:pt x="209485" y="172756"/>
                  <a:pt x="202207" y="183597"/>
                  <a:pt x="193019" y="192873"/>
                </a:cubicBezTo>
                <a:cubicBezTo>
                  <a:pt x="183816" y="202141"/>
                  <a:pt x="173012" y="209449"/>
                  <a:pt x="160605" y="214796"/>
                </a:cubicBezTo>
                <a:cubicBezTo>
                  <a:pt x="148199" y="220144"/>
                  <a:pt x="134914" y="222821"/>
                  <a:pt x="120752" y="222821"/>
                </a:cubicBezTo>
                <a:close/>
                <a:moveTo>
                  <a:pt x="120701" y="205667"/>
                </a:moveTo>
                <a:cubicBezTo>
                  <a:pt x="144336" y="205667"/>
                  <a:pt x="164402" y="197386"/>
                  <a:pt x="180898" y="180824"/>
                </a:cubicBezTo>
                <a:cubicBezTo>
                  <a:pt x="197393" y="164263"/>
                  <a:pt x="205645" y="144219"/>
                  <a:pt x="205645" y="120701"/>
                </a:cubicBezTo>
                <a:cubicBezTo>
                  <a:pt x="205645" y="97065"/>
                  <a:pt x="197393" y="77000"/>
                  <a:pt x="180898" y="60504"/>
                </a:cubicBezTo>
                <a:cubicBezTo>
                  <a:pt x="164402" y="44008"/>
                  <a:pt x="144322" y="35757"/>
                  <a:pt x="120650" y="35757"/>
                </a:cubicBezTo>
                <a:cubicBezTo>
                  <a:pt x="97146" y="35757"/>
                  <a:pt x="77124" y="44008"/>
                  <a:pt x="60577" y="60504"/>
                </a:cubicBezTo>
                <a:cubicBezTo>
                  <a:pt x="44016" y="77000"/>
                  <a:pt x="35735" y="97080"/>
                  <a:pt x="35735" y="120752"/>
                </a:cubicBezTo>
                <a:cubicBezTo>
                  <a:pt x="35735" y="144256"/>
                  <a:pt x="44016" y="164277"/>
                  <a:pt x="60577" y="180824"/>
                </a:cubicBezTo>
                <a:cubicBezTo>
                  <a:pt x="77139" y="197386"/>
                  <a:pt x="97182" y="205667"/>
                  <a:pt x="120701" y="205667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00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613" y="212009"/>
                </a:moveTo>
                <a:cubicBezTo>
                  <a:pt x="21902" y="212009"/>
                  <a:pt x="20424" y="211614"/>
                  <a:pt x="19188" y="210824"/>
                </a:cubicBezTo>
                <a:cubicBezTo>
                  <a:pt x="17930" y="210034"/>
                  <a:pt x="16935" y="208995"/>
                  <a:pt x="16196" y="207708"/>
                </a:cubicBezTo>
                <a:cubicBezTo>
                  <a:pt x="15442" y="206413"/>
                  <a:pt x="15018" y="205038"/>
                  <a:pt x="14938" y="203582"/>
                </a:cubicBezTo>
                <a:cubicBezTo>
                  <a:pt x="14850" y="202126"/>
                  <a:pt x="15274" y="200627"/>
                  <a:pt x="16196" y="199083"/>
                </a:cubicBezTo>
                <a:lnTo>
                  <a:pt x="113261" y="31433"/>
                </a:lnTo>
                <a:cubicBezTo>
                  <a:pt x="114183" y="29926"/>
                  <a:pt x="115280" y="28844"/>
                  <a:pt x="116553" y="28185"/>
                </a:cubicBezTo>
                <a:cubicBezTo>
                  <a:pt x="117826" y="27520"/>
                  <a:pt x="119208" y="27183"/>
                  <a:pt x="120701" y="27183"/>
                </a:cubicBezTo>
                <a:cubicBezTo>
                  <a:pt x="122193" y="27183"/>
                  <a:pt x="123576" y="27520"/>
                  <a:pt x="124849" y="28185"/>
                </a:cubicBezTo>
                <a:cubicBezTo>
                  <a:pt x="126121" y="28858"/>
                  <a:pt x="127219" y="29941"/>
                  <a:pt x="128148" y="31433"/>
                </a:cubicBezTo>
                <a:lnTo>
                  <a:pt x="225235" y="199054"/>
                </a:lnTo>
                <a:cubicBezTo>
                  <a:pt x="226157" y="200597"/>
                  <a:pt x="226574" y="202097"/>
                  <a:pt x="226493" y="203560"/>
                </a:cubicBezTo>
                <a:cubicBezTo>
                  <a:pt x="226405" y="205016"/>
                  <a:pt x="225988" y="206391"/>
                  <a:pt x="225235" y="207679"/>
                </a:cubicBezTo>
                <a:cubicBezTo>
                  <a:pt x="224482" y="208973"/>
                  <a:pt x="223479" y="210012"/>
                  <a:pt x="222243" y="210802"/>
                </a:cubicBezTo>
                <a:cubicBezTo>
                  <a:pt x="221000" y="211585"/>
                  <a:pt x="219522" y="211980"/>
                  <a:pt x="217817" y="211980"/>
                </a:cubicBezTo>
                <a:lnTo>
                  <a:pt x="23613" y="211980"/>
                </a:lnTo>
                <a:close/>
                <a:moveTo>
                  <a:pt x="37344" y="195484"/>
                </a:moveTo>
                <a:lnTo>
                  <a:pt x="204036" y="195484"/>
                </a:lnTo>
                <a:lnTo>
                  <a:pt x="120701" y="51550"/>
                </a:lnTo>
                <a:lnTo>
                  <a:pt x="37344" y="195484"/>
                </a:lnTo>
                <a:close/>
                <a:moveTo>
                  <a:pt x="127263" y="179464"/>
                </a:moveTo>
                <a:cubicBezTo>
                  <a:pt x="128755" y="177972"/>
                  <a:pt x="129501" y="176121"/>
                  <a:pt x="129501" y="173912"/>
                </a:cubicBezTo>
                <a:cubicBezTo>
                  <a:pt x="129501" y="171695"/>
                  <a:pt x="128755" y="169852"/>
                  <a:pt x="127263" y="168381"/>
                </a:cubicBezTo>
                <a:cubicBezTo>
                  <a:pt x="125770" y="166904"/>
                  <a:pt x="123919" y="166172"/>
                  <a:pt x="121710" y="166187"/>
                </a:cubicBezTo>
                <a:cubicBezTo>
                  <a:pt x="119494" y="166187"/>
                  <a:pt x="117643" y="166918"/>
                  <a:pt x="116151" y="168381"/>
                </a:cubicBezTo>
                <a:cubicBezTo>
                  <a:pt x="114658" y="169837"/>
                  <a:pt x="113912" y="171680"/>
                  <a:pt x="113912" y="173912"/>
                </a:cubicBezTo>
                <a:cubicBezTo>
                  <a:pt x="113912" y="176121"/>
                  <a:pt x="114658" y="177972"/>
                  <a:pt x="116151" y="179464"/>
                </a:cubicBezTo>
                <a:cubicBezTo>
                  <a:pt x="117643" y="180956"/>
                  <a:pt x="119494" y="181702"/>
                  <a:pt x="121710" y="181702"/>
                </a:cubicBezTo>
                <a:cubicBezTo>
                  <a:pt x="123919" y="181702"/>
                  <a:pt x="125770" y="180956"/>
                  <a:pt x="127263" y="179464"/>
                </a:cubicBezTo>
                <a:close/>
                <a:moveTo>
                  <a:pt x="127116" y="151754"/>
                </a:moveTo>
                <a:cubicBezTo>
                  <a:pt x="128535" y="150335"/>
                  <a:pt x="129252" y="148528"/>
                  <a:pt x="129252" y="146348"/>
                </a:cubicBezTo>
                <a:lnTo>
                  <a:pt x="129252" y="105588"/>
                </a:lnTo>
                <a:cubicBezTo>
                  <a:pt x="129252" y="103408"/>
                  <a:pt x="128535" y="101608"/>
                  <a:pt x="127116" y="100182"/>
                </a:cubicBezTo>
                <a:cubicBezTo>
                  <a:pt x="125690" y="98755"/>
                  <a:pt x="123883" y="98046"/>
                  <a:pt x="121710" y="98046"/>
                </a:cubicBezTo>
                <a:cubicBezTo>
                  <a:pt x="119530" y="98046"/>
                  <a:pt x="117724" y="98755"/>
                  <a:pt x="116297" y="100182"/>
                </a:cubicBezTo>
                <a:cubicBezTo>
                  <a:pt x="114878" y="101608"/>
                  <a:pt x="114161" y="103408"/>
                  <a:pt x="114161" y="105588"/>
                </a:cubicBezTo>
                <a:lnTo>
                  <a:pt x="114161" y="146348"/>
                </a:lnTo>
                <a:cubicBezTo>
                  <a:pt x="114161" y="148528"/>
                  <a:pt x="114878" y="150335"/>
                  <a:pt x="116297" y="151754"/>
                </a:cubicBezTo>
                <a:cubicBezTo>
                  <a:pt x="117724" y="153180"/>
                  <a:pt x="119530" y="153897"/>
                  <a:pt x="121710" y="153897"/>
                </a:cubicBezTo>
                <a:cubicBezTo>
                  <a:pt x="123883" y="153897"/>
                  <a:pt x="125690" y="153180"/>
                  <a:pt x="127116" y="151754"/>
                </a:cubicBezTo>
                <a:close/>
                <a:moveTo>
                  <a:pt x="120701" y="12351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2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7562" y="169786"/>
                </a:moveTo>
                <a:cubicBezTo>
                  <a:pt x="129391" y="167979"/>
                  <a:pt x="130306" y="165697"/>
                  <a:pt x="130306" y="162946"/>
                </a:cubicBezTo>
                <a:cubicBezTo>
                  <a:pt x="130306" y="160196"/>
                  <a:pt x="129391" y="157891"/>
                  <a:pt x="127562" y="156033"/>
                </a:cubicBezTo>
                <a:cubicBezTo>
                  <a:pt x="125741" y="154168"/>
                  <a:pt x="123451" y="153239"/>
                  <a:pt x="120701" y="153239"/>
                </a:cubicBezTo>
                <a:cubicBezTo>
                  <a:pt x="117936" y="153239"/>
                  <a:pt x="115639" y="154161"/>
                  <a:pt x="113810" y="156004"/>
                </a:cubicBezTo>
                <a:cubicBezTo>
                  <a:pt x="111981" y="157847"/>
                  <a:pt x="111067" y="160152"/>
                  <a:pt x="111067" y="162924"/>
                </a:cubicBezTo>
                <a:cubicBezTo>
                  <a:pt x="111067" y="165689"/>
                  <a:pt x="111981" y="167964"/>
                  <a:pt x="113810" y="169764"/>
                </a:cubicBezTo>
                <a:cubicBezTo>
                  <a:pt x="115639" y="171571"/>
                  <a:pt x="117928" y="172478"/>
                  <a:pt x="120679" y="172478"/>
                </a:cubicBezTo>
                <a:cubicBezTo>
                  <a:pt x="123444" y="172478"/>
                  <a:pt x="125741" y="171578"/>
                  <a:pt x="127562" y="169786"/>
                </a:cubicBezTo>
                <a:close/>
                <a:moveTo>
                  <a:pt x="127562" y="130108"/>
                </a:moveTo>
                <a:cubicBezTo>
                  <a:pt x="129194" y="128462"/>
                  <a:pt x="130006" y="126429"/>
                  <a:pt x="130006" y="123993"/>
                </a:cubicBezTo>
                <a:lnTo>
                  <a:pt x="130006" y="76495"/>
                </a:lnTo>
                <a:cubicBezTo>
                  <a:pt x="130006" y="74081"/>
                  <a:pt x="129172" y="72040"/>
                  <a:pt x="127519" y="70387"/>
                </a:cubicBezTo>
                <a:cubicBezTo>
                  <a:pt x="125858" y="68741"/>
                  <a:pt x="123810" y="67922"/>
                  <a:pt x="121381" y="67922"/>
                </a:cubicBezTo>
                <a:cubicBezTo>
                  <a:pt x="118952" y="67922"/>
                  <a:pt x="116919" y="68741"/>
                  <a:pt x="115295" y="70387"/>
                </a:cubicBezTo>
                <a:cubicBezTo>
                  <a:pt x="113671" y="72025"/>
                  <a:pt x="112859" y="74066"/>
                  <a:pt x="112859" y="76495"/>
                </a:cubicBezTo>
                <a:lnTo>
                  <a:pt x="112859" y="123993"/>
                </a:lnTo>
                <a:cubicBezTo>
                  <a:pt x="112859" y="126407"/>
                  <a:pt x="113686" y="128448"/>
                  <a:pt x="115346" y="130108"/>
                </a:cubicBezTo>
                <a:cubicBezTo>
                  <a:pt x="117007" y="131747"/>
                  <a:pt x="119048" y="132573"/>
                  <a:pt x="121484" y="132573"/>
                </a:cubicBezTo>
                <a:cubicBezTo>
                  <a:pt x="123912" y="132573"/>
                  <a:pt x="125938" y="131747"/>
                  <a:pt x="127562" y="130108"/>
                </a:cubicBezTo>
                <a:close/>
                <a:moveTo>
                  <a:pt x="120752" y="222792"/>
                </a:moveTo>
                <a:cubicBezTo>
                  <a:pt x="106634" y="222792"/>
                  <a:pt x="93393" y="220122"/>
                  <a:pt x="81023" y="214774"/>
                </a:cubicBezTo>
                <a:cubicBezTo>
                  <a:pt x="68646" y="209427"/>
                  <a:pt x="57819" y="202112"/>
                  <a:pt x="48529" y="192843"/>
                </a:cubicBezTo>
                <a:cubicBezTo>
                  <a:pt x="39261" y="183575"/>
                  <a:pt x="31953" y="172741"/>
                  <a:pt x="26605" y="160356"/>
                </a:cubicBezTo>
                <a:cubicBezTo>
                  <a:pt x="21258" y="147965"/>
                  <a:pt x="18581" y="134709"/>
                  <a:pt x="18581" y="120576"/>
                </a:cubicBezTo>
                <a:cubicBezTo>
                  <a:pt x="18581" y="106443"/>
                  <a:pt x="21258" y="93181"/>
                  <a:pt x="26605" y="80796"/>
                </a:cubicBezTo>
                <a:cubicBezTo>
                  <a:pt x="31953" y="68404"/>
                  <a:pt x="39261" y="57615"/>
                  <a:pt x="48529" y="48434"/>
                </a:cubicBezTo>
                <a:cubicBezTo>
                  <a:pt x="57805" y="39246"/>
                  <a:pt x="68631" y="31967"/>
                  <a:pt x="81023" y="26605"/>
                </a:cubicBezTo>
                <a:cubicBezTo>
                  <a:pt x="93408" y="21243"/>
                  <a:pt x="106670" y="18559"/>
                  <a:pt x="120803" y="18559"/>
                </a:cubicBezTo>
                <a:cubicBezTo>
                  <a:pt x="134936" y="18559"/>
                  <a:pt x="148191" y="21243"/>
                  <a:pt x="160583" y="26605"/>
                </a:cubicBezTo>
                <a:cubicBezTo>
                  <a:pt x="172968" y="31967"/>
                  <a:pt x="183758" y="39246"/>
                  <a:pt x="192946" y="48434"/>
                </a:cubicBezTo>
                <a:cubicBezTo>
                  <a:pt x="202134" y="57615"/>
                  <a:pt x="209405" y="68419"/>
                  <a:pt x="214774" y="80848"/>
                </a:cubicBezTo>
                <a:cubicBezTo>
                  <a:pt x="220136" y="93269"/>
                  <a:pt x="222821" y="106524"/>
                  <a:pt x="222821" y="120628"/>
                </a:cubicBezTo>
                <a:cubicBezTo>
                  <a:pt x="222821" y="134739"/>
                  <a:pt x="220136" y="147986"/>
                  <a:pt x="214774" y="160356"/>
                </a:cubicBezTo>
                <a:cubicBezTo>
                  <a:pt x="209405" y="172727"/>
                  <a:pt x="202134" y="183538"/>
                  <a:pt x="192946" y="192792"/>
                </a:cubicBezTo>
                <a:cubicBezTo>
                  <a:pt x="183758" y="202031"/>
                  <a:pt x="172953" y="209339"/>
                  <a:pt x="160532" y="214723"/>
                </a:cubicBezTo>
                <a:cubicBezTo>
                  <a:pt x="148111" y="220100"/>
                  <a:pt x="134848" y="222792"/>
                  <a:pt x="120752" y="222792"/>
                </a:cubicBezTo>
                <a:close/>
                <a:moveTo>
                  <a:pt x="120803" y="205667"/>
                </a:moveTo>
                <a:cubicBezTo>
                  <a:pt x="144358" y="205667"/>
                  <a:pt x="164380" y="197386"/>
                  <a:pt x="180876" y="180824"/>
                </a:cubicBezTo>
                <a:cubicBezTo>
                  <a:pt x="197371" y="164263"/>
                  <a:pt x="205616" y="144175"/>
                  <a:pt x="205616" y="120576"/>
                </a:cubicBezTo>
                <a:cubicBezTo>
                  <a:pt x="205616" y="97021"/>
                  <a:pt x="197386" y="77000"/>
                  <a:pt x="180927" y="60504"/>
                </a:cubicBezTo>
                <a:cubicBezTo>
                  <a:pt x="164460" y="44008"/>
                  <a:pt x="144380" y="35757"/>
                  <a:pt x="120679" y="35757"/>
                </a:cubicBezTo>
                <a:cubicBezTo>
                  <a:pt x="97153" y="35757"/>
                  <a:pt x="77117" y="43986"/>
                  <a:pt x="60548" y="60453"/>
                </a:cubicBezTo>
                <a:cubicBezTo>
                  <a:pt x="43986" y="76912"/>
                  <a:pt x="35705" y="97000"/>
                  <a:pt x="35705" y="120701"/>
                </a:cubicBezTo>
                <a:cubicBezTo>
                  <a:pt x="35705" y="144219"/>
                  <a:pt x="43986" y="164263"/>
                  <a:pt x="60548" y="180824"/>
                </a:cubicBezTo>
                <a:cubicBezTo>
                  <a:pt x="77117" y="197386"/>
                  <a:pt x="97197" y="205667"/>
                  <a:pt x="120803" y="205667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4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7314" y="169281"/>
                </a:moveTo>
                <a:cubicBezTo>
                  <a:pt x="128872" y="167708"/>
                  <a:pt x="129655" y="165755"/>
                  <a:pt x="129655" y="163422"/>
                </a:cubicBezTo>
                <a:lnTo>
                  <a:pt x="129655" y="118813"/>
                </a:lnTo>
                <a:cubicBezTo>
                  <a:pt x="129655" y="116487"/>
                  <a:pt x="128857" y="114534"/>
                  <a:pt x="127263" y="112954"/>
                </a:cubicBezTo>
                <a:cubicBezTo>
                  <a:pt x="125668" y="111381"/>
                  <a:pt x="123722" y="110591"/>
                  <a:pt x="121403" y="110591"/>
                </a:cubicBezTo>
                <a:cubicBezTo>
                  <a:pt x="119091" y="110591"/>
                  <a:pt x="117146" y="111381"/>
                  <a:pt x="115573" y="112954"/>
                </a:cubicBezTo>
                <a:cubicBezTo>
                  <a:pt x="114015" y="114534"/>
                  <a:pt x="113232" y="116487"/>
                  <a:pt x="113232" y="118813"/>
                </a:cubicBezTo>
                <a:lnTo>
                  <a:pt x="113232" y="163451"/>
                </a:lnTo>
                <a:cubicBezTo>
                  <a:pt x="113232" y="165777"/>
                  <a:pt x="114029" y="167730"/>
                  <a:pt x="115624" y="169310"/>
                </a:cubicBezTo>
                <a:cubicBezTo>
                  <a:pt x="117211" y="170883"/>
                  <a:pt x="119165" y="171673"/>
                  <a:pt x="121484" y="171673"/>
                </a:cubicBezTo>
                <a:cubicBezTo>
                  <a:pt x="123795" y="171673"/>
                  <a:pt x="125741" y="170883"/>
                  <a:pt x="127314" y="169310"/>
                </a:cubicBezTo>
                <a:close/>
                <a:moveTo>
                  <a:pt x="127241" y="90350"/>
                </a:moveTo>
                <a:cubicBezTo>
                  <a:pt x="129018" y="88638"/>
                  <a:pt x="129903" y="86510"/>
                  <a:pt x="129903" y="83964"/>
                </a:cubicBezTo>
                <a:cubicBezTo>
                  <a:pt x="129903" y="81250"/>
                  <a:pt x="129025" y="78990"/>
                  <a:pt x="127263" y="77197"/>
                </a:cubicBezTo>
                <a:cubicBezTo>
                  <a:pt x="125507" y="75405"/>
                  <a:pt x="123320" y="74505"/>
                  <a:pt x="120701" y="74505"/>
                </a:cubicBezTo>
                <a:cubicBezTo>
                  <a:pt x="118053" y="74505"/>
                  <a:pt x="115858" y="75405"/>
                  <a:pt x="114110" y="77197"/>
                </a:cubicBezTo>
                <a:cubicBezTo>
                  <a:pt x="112369" y="78990"/>
                  <a:pt x="111498" y="81235"/>
                  <a:pt x="111498" y="83935"/>
                </a:cubicBezTo>
                <a:cubicBezTo>
                  <a:pt x="111498" y="86502"/>
                  <a:pt x="112383" y="88638"/>
                  <a:pt x="114161" y="90350"/>
                </a:cubicBezTo>
                <a:cubicBezTo>
                  <a:pt x="115939" y="92062"/>
                  <a:pt x="118119" y="92918"/>
                  <a:pt x="120701" y="92918"/>
                </a:cubicBezTo>
                <a:cubicBezTo>
                  <a:pt x="123283" y="92918"/>
                  <a:pt x="125463" y="92062"/>
                  <a:pt x="127241" y="90350"/>
                </a:cubicBezTo>
                <a:close/>
                <a:moveTo>
                  <a:pt x="120774" y="222792"/>
                </a:moveTo>
                <a:cubicBezTo>
                  <a:pt x="106663" y="222792"/>
                  <a:pt x="93415" y="220122"/>
                  <a:pt x="81045" y="214774"/>
                </a:cubicBezTo>
                <a:cubicBezTo>
                  <a:pt x="68675" y="209427"/>
                  <a:pt x="57841" y="202112"/>
                  <a:pt x="48558" y="192843"/>
                </a:cubicBezTo>
                <a:cubicBezTo>
                  <a:pt x="39290" y="183575"/>
                  <a:pt x="31975" y="172741"/>
                  <a:pt x="26627" y="160356"/>
                </a:cubicBezTo>
                <a:cubicBezTo>
                  <a:pt x="21280" y="147965"/>
                  <a:pt x="18610" y="134709"/>
                  <a:pt x="18610" y="120576"/>
                </a:cubicBezTo>
                <a:cubicBezTo>
                  <a:pt x="18610" y="106443"/>
                  <a:pt x="21280" y="93181"/>
                  <a:pt x="26627" y="80796"/>
                </a:cubicBezTo>
                <a:cubicBezTo>
                  <a:pt x="31975" y="68404"/>
                  <a:pt x="39290" y="57615"/>
                  <a:pt x="48558" y="48434"/>
                </a:cubicBezTo>
                <a:cubicBezTo>
                  <a:pt x="57827" y="39246"/>
                  <a:pt x="68660" y="31967"/>
                  <a:pt x="81045" y="26605"/>
                </a:cubicBezTo>
                <a:cubicBezTo>
                  <a:pt x="93437" y="21243"/>
                  <a:pt x="106692" y="18559"/>
                  <a:pt x="120825" y="18559"/>
                </a:cubicBezTo>
                <a:cubicBezTo>
                  <a:pt x="134958" y="18559"/>
                  <a:pt x="148228" y="21243"/>
                  <a:pt x="160634" y="26605"/>
                </a:cubicBezTo>
                <a:cubicBezTo>
                  <a:pt x="173019" y="31967"/>
                  <a:pt x="183816" y="39246"/>
                  <a:pt x="193019" y="48434"/>
                </a:cubicBezTo>
                <a:cubicBezTo>
                  <a:pt x="202207" y="57615"/>
                  <a:pt x="209485" y="68419"/>
                  <a:pt x="214847" y="80848"/>
                </a:cubicBezTo>
                <a:cubicBezTo>
                  <a:pt x="220209" y="93269"/>
                  <a:pt x="222894" y="106539"/>
                  <a:pt x="222894" y="120650"/>
                </a:cubicBezTo>
                <a:cubicBezTo>
                  <a:pt x="222894" y="134768"/>
                  <a:pt x="220209" y="148016"/>
                  <a:pt x="214847" y="160408"/>
                </a:cubicBezTo>
                <a:cubicBezTo>
                  <a:pt x="209485" y="172778"/>
                  <a:pt x="202207" y="183582"/>
                  <a:pt x="193019" y="192821"/>
                </a:cubicBezTo>
                <a:cubicBezTo>
                  <a:pt x="183831" y="202053"/>
                  <a:pt x="173026" y="209368"/>
                  <a:pt x="160605" y="214745"/>
                </a:cubicBezTo>
                <a:cubicBezTo>
                  <a:pt x="148169" y="220114"/>
                  <a:pt x="134892" y="222792"/>
                  <a:pt x="120774" y="222792"/>
                </a:cubicBezTo>
                <a:close/>
                <a:moveTo>
                  <a:pt x="120825" y="205667"/>
                </a:moveTo>
                <a:cubicBezTo>
                  <a:pt x="144380" y="205667"/>
                  <a:pt x="164402" y="197386"/>
                  <a:pt x="180898" y="180824"/>
                </a:cubicBezTo>
                <a:cubicBezTo>
                  <a:pt x="197393" y="164263"/>
                  <a:pt x="205645" y="144175"/>
                  <a:pt x="205645" y="120576"/>
                </a:cubicBezTo>
                <a:cubicBezTo>
                  <a:pt x="205645" y="97021"/>
                  <a:pt x="197415" y="77000"/>
                  <a:pt x="180949" y="60504"/>
                </a:cubicBezTo>
                <a:cubicBezTo>
                  <a:pt x="164490" y="44008"/>
                  <a:pt x="144387" y="35757"/>
                  <a:pt x="120650" y="35757"/>
                </a:cubicBezTo>
                <a:cubicBezTo>
                  <a:pt x="97146" y="35757"/>
                  <a:pt x="77124" y="43986"/>
                  <a:pt x="60577" y="60453"/>
                </a:cubicBezTo>
                <a:cubicBezTo>
                  <a:pt x="44016" y="76912"/>
                  <a:pt x="35735" y="97014"/>
                  <a:pt x="35735" y="120752"/>
                </a:cubicBezTo>
                <a:cubicBezTo>
                  <a:pt x="35735" y="144256"/>
                  <a:pt x="44016" y="164277"/>
                  <a:pt x="60577" y="180824"/>
                </a:cubicBezTo>
                <a:cubicBezTo>
                  <a:pt x="77139" y="197386"/>
                  <a:pt x="97226" y="205667"/>
                  <a:pt x="120825" y="205667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6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674" y="176326"/>
                </a:moveTo>
                <a:cubicBezTo>
                  <a:pt x="130635" y="174365"/>
                  <a:pt x="131615" y="171988"/>
                  <a:pt x="131615" y="169208"/>
                </a:cubicBezTo>
                <a:cubicBezTo>
                  <a:pt x="131615" y="166428"/>
                  <a:pt x="130635" y="164058"/>
                  <a:pt x="128674" y="162119"/>
                </a:cubicBezTo>
                <a:cubicBezTo>
                  <a:pt x="126692" y="160174"/>
                  <a:pt x="124322" y="159201"/>
                  <a:pt x="121557" y="159201"/>
                </a:cubicBezTo>
                <a:cubicBezTo>
                  <a:pt x="118770" y="159201"/>
                  <a:pt x="116407" y="160174"/>
                  <a:pt x="114468" y="162119"/>
                </a:cubicBezTo>
                <a:cubicBezTo>
                  <a:pt x="112522" y="164058"/>
                  <a:pt x="111549" y="166428"/>
                  <a:pt x="111549" y="169208"/>
                </a:cubicBezTo>
                <a:cubicBezTo>
                  <a:pt x="111549" y="171988"/>
                  <a:pt x="112522" y="174365"/>
                  <a:pt x="114468" y="176326"/>
                </a:cubicBezTo>
                <a:cubicBezTo>
                  <a:pt x="116429" y="178301"/>
                  <a:pt x="118792" y="179288"/>
                  <a:pt x="121557" y="179288"/>
                </a:cubicBezTo>
                <a:cubicBezTo>
                  <a:pt x="124336" y="179288"/>
                  <a:pt x="126714" y="178301"/>
                  <a:pt x="128674" y="176326"/>
                </a:cubicBezTo>
                <a:close/>
                <a:moveTo>
                  <a:pt x="120774" y="222792"/>
                </a:moveTo>
                <a:cubicBezTo>
                  <a:pt x="106663" y="222792"/>
                  <a:pt x="93415" y="220122"/>
                  <a:pt x="81045" y="214774"/>
                </a:cubicBezTo>
                <a:cubicBezTo>
                  <a:pt x="68675" y="209427"/>
                  <a:pt x="57841" y="202112"/>
                  <a:pt x="48558" y="192843"/>
                </a:cubicBezTo>
                <a:cubicBezTo>
                  <a:pt x="39290" y="183575"/>
                  <a:pt x="31975" y="172741"/>
                  <a:pt x="26627" y="160356"/>
                </a:cubicBezTo>
                <a:cubicBezTo>
                  <a:pt x="21280" y="147965"/>
                  <a:pt x="18610" y="134709"/>
                  <a:pt x="18610" y="120576"/>
                </a:cubicBezTo>
                <a:cubicBezTo>
                  <a:pt x="18610" y="106443"/>
                  <a:pt x="21280" y="93181"/>
                  <a:pt x="26627" y="80796"/>
                </a:cubicBezTo>
                <a:cubicBezTo>
                  <a:pt x="31975" y="68404"/>
                  <a:pt x="39290" y="57615"/>
                  <a:pt x="48558" y="48434"/>
                </a:cubicBezTo>
                <a:cubicBezTo>
                  <a:pt x="57827" y="39246"/>
                  <a:pt x="68660" y="31967"/>
                  <a:pt x="81045" y="26605"/>
                </a:cubicBezTo>
                <a:cubicBezTo>
                  <a:pt x="93437" y="21243"/>
                  <a:pt x="106692" y="18559"/>
                  <a:pt x="120825" y="18559"/>
                </a:cubicBezTo>
                <a:cubicBezTo>
                  <a:pt x="134958" y="18559"/>
                  <a:pt x="148228" y="21243"/>
                  <a:pt x="160634" y="26605"/>
                </a:cubicBezTo>
                <a:cubicBezTo>
                  <a:pt x="173019" y="31967"/>
                  <a:pt x="183816" y="39246"/>
                  <a:pt x="193019" y="48434"/>
                </a:cubicBezTo>
                <a:cubicBezTo>
                  <a:pt x="202207" y="57615"/>
                  <a:pt x="209485" y="68419"/>
                  <a:pt x="214847" y="80848"/>
                </a:cubicBezTo>
                <a:cubicBezTo>
                  <a:pt x="220209" y="93269"/>
                  <a:pt x="222894" y="106539"/>
                  <a:pt x="222894" y="120650"/>
                </a:cubicBezTo>
                <a:cubicBezTo>
                  <a:pt x="222894" y="134768"/>
                  <a:pt x="220209" y="148016"/>
                  <a:pt x="214847" y="160408"/>
                </a:cubicBezTo>
                <a:cubicBezTo>
                  <a:pt x="209485" y="172778"/>
                  <a:pt x="202207" y="183582"/>
                  <a:pt x="193019" y="192821"/>
                </a:cubicBezTo>
                <a:cubicBezTo>
                  <a:pt x="183831" y="202053"/>
                  <a:pt x="173026" y="209368"/>
                  <a:pt x="160605" y="214745"/>
                </a:cubicBezTo>
                <a:cubicBezTo>
                  <a:pt x="148169" y="220114"/>
                  <a:pt x="134892" y="222792"/>
                  <a:pt x="120774" y="222792"/>
                </a:cubicBezTo>
                <a:close/>
                <a:moveTo>
                  <a:pt x="120825" y="205667"/>
                </a:moveTo>
                <a:cubicBezTo>
                  <a:pt x="144380" y="205667"/>
                  <a:pt x="164402" y="197386"/>
                  <a:pt x="180898" y="180824"/>
                </a:cubicBezTo>
                <a:cubicBezTo>
                  <a:pt x="197393" y="164263"/>
                  <a:pt x="205645" y="144175"/>
                  <a:pt x="205645" y="120576"/>
                </a:cubicBezTo>
                <a:cubicBezTo>
                  <a:pt x="205645" y="97021"/>
                  <a:pt x="197415" y="77000"/>
                  <a:pt x="180949" y="60504"/>
                </a:cubicBezTo>
                <a:cubicBezTo>
                  <a:pt x="164490" y="44008"/>
                  <a:pt x="144387" y="35757"/>
                  <a:pt x="120650" y="35757"/>
                </a:cubicBezTo>
                <a:cubicBezTo>
                  <a:pt x="97146" y="35757"/>
                  <a:pt x="77124" y="43986"/>
                  <a:pt x="60577" y="60453"/>
                </a:cubicBezTo>
                <a:cubicBezTo>
                  <a:pt x="44016" y="76912"/>
                  <a:pt x="35735" y="97014"/>
                  <a:pt x="35735" y="120752"/>
                </a:cubicBezTo>
                <a:cubicBezTo>
                  <a:pt x="35735" y="144256"/>
                  <a:pt x="44016" y="164277"/>
                  <a:pt x="60577" y="180824"/>
                </a:cubicBezTo>
                <a:cubicBezTo>
                  <a:pt x="77139" y="197386"/>
                  <a:pt x="97226" y="205667"/>
                  <a:pt x="120825" y="205667"/>
                </a:cubicBezTo>
                <a:close/>
                <a:moveTo>
                  <a:pt x="120701" y="120701"/>
                </a:moveTo>
                <a:close/>
                <a:moveTo>
                  <a:pt x="121279" y="76393"/>
                </a:moveTo>
                <a:cubicBezTo>
                  <a:pt x="126107" y="76393"/>
                  <a:pt x="130357" y="77885"/>
                  <a:pt x="134029" y="80870"/>
                </a:cubicBezTo>
                <a:cubicBezTo>
                  <a:pt x="137701" y="83854"/>
                  <a:pt x="139537" y="87636"/>
                  <a:pt x="139537" y="92208"/>
                </a:cubicBezTo>
                <a:cubicBezTo>
                  <a:pt x="139537" y="96466"/>
                  <a:pt x="138272" y="100182"/>
                  <a:pt x="135741" y="103349"/>
                </a:cubicBezTo>
                <a:cubicBezTo>
                  <a:pt x="133210" y="106517"/>
                  <a:pt x="130357" y="109457"/>
                  <a:pt x="127189" y="112179"/>
                </a:cubicBezTo>
                <a:cubicBezTo>
                  <a:pt x="123334" y="115397"/>
                  <a:pt x="119969" y="118982"/>
                  <a:pt x="117102" y="122939"/>
                </a:cubicBezTo>
                <a:cubicBezTo>
                  <a:pt x="114241" y="126897"/>
                  <a:pt x="112808" y="131315"/>
                  <a:pt x="112808" y="136187"/>
                </a:cubicBezTo>
                <a:cubicBezTo>
                  <a:pt x="112808" y="138133"/>
                  <a:pt x="113554" y="139684"/>
                  <a:pt x="115046" y="140840"/>
                </a:cubicBezTo>
                <a:cubicBezTo>
                  <a:pt x="116538" y="142003"/>
                  <a:pt x="118279" y="142581"/>
                  <a:pt x="120277" y="142581"/>
                </a:cubicBezTo>
                <a:cubicBezTo>
                  <a:pt x="122405" y="142581"/>
                  <a:pt x="124183" y="141864"/>
                  <a:pt x="125602" y="140437"/>
                </a:cubicBezTo>
                <a:cubicBezTo>
                  <a:pt x="127028" y="139018"/>
                  <a:pt x="127987" y="137262"/>
                  <a:pt x="128470" y="135185"/>
                </a:cubicBezTo>
                <a:cubicBezTo>
                  <a:pt x="129011" y="131783"/>
                  <a:pt x="130313" y="128704"/>
                  <a:pt x="132390" y="125953"/>
                </a:cubicBezTo>
                <a:cubicBezTo>
                  <a:pt x="134475" y="123210"/>
                  <a:pt x="136919" y="120715"/>
                  <a:pt x="139735" y="118492"/>
                </a:cubicBezTo>
                <a:cubicBezTo>
                  <a:pt x="143846" y="115134"/>
                  <a:pt x="147218" y="111176"/>
                  <a:pt x="149874" y="106619"/>
                </a:cubicBezTo>
                <a:cubicBezTo>
                  <a:pt x="152522" y="102040"/>
                  <a:pt x="153846" y="97139"/>
                  <a:pt x="153846" y="91908"/>
                </a:cubicBezTo>
                <a:cubicBezTo>
                  <a:pt x="153846" y="83408"/>
                  <a:pt x="150715" y="76305"/>
                  <a:pt x="144461" y="70584"/>
                </a:cubicBezTo>
                <a:cubicBezTo>
                  <a:pt x="138213" y="64871"/>
                  <a:pt x="130803" y="62011"/>
                  <a:pt x="122237" y="62011"/>
                </a:cubicBezTo>
                <a:cubicBezTo>
                  <a:pt x="116114" y="62011"/>
                  <a:pt x="110262" y="63298"/>
                  <a:pt x="104681" y="65881"/>
                </a:cubicBezTo>
                <a:cubicBezTo>
                  <a:pt x="99099" y="68463"/>
                  <a:pt x="94490" y="72216"/>
                  <a:pt x="90855" y="77146"/>
                </a:cubicBezTo>
                <a:cubicBezTo>
                  <a:pt x="89648" y="78909"/>
                  <a:pt x="89092" y="80811"/>
                  <a:pt x="89194" y="82859"/>
                </a:cubicBezTo>
                <a:cubicBezTo>
                  <a:pt x="89297" y="84900"/>
                  <a:pt x="90160" y="86553"/>
                  <a:pt x="91784" y="87812"/>
                </a:cubicBezTo>
                <a:cubicBezTo>
                  <a:pt x="93810" y="89187"/>
                  <a:pt x="95924" y="89611"/>
                  <a:pt x="98119" y="89092"/>
                </a:cubicBezTo>
                <a:cubicBezTo>
                  <a:pt x="100313" y="88572"/>
                  <a:pt x="102135" y="87351"/>
                  <a:pt x="103576" y="85420"/>
                </a:cubicBezTo>
                <a:cubicBezTo>
                  <a:pt x="105639" y="82589"/>
                  <a:pt x="108221" y="80372"/>
                  <a:pt x="111323" y="78785"/>
                </a:cubicBezTo>
                <a:cubicBezTo>
                  <a:pt x="114424" y="77205"/>
                  <a:pt x="117745" y="76422"/>
                  <a:pt x="121279" y="7642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8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3640"/>
                </a:moveTo>
                <a:cubicBezTo>
                  <a:pt x="115485" y="213640"/>
                  <a:pt x="111023" y="211782"/>
                  <a:pt x="107299" y="208059"/>
                </a:cubicBezTo>
                <a:cubicBezTo>
                  <a:pt x="103576" y="204335"/>
                  <a:pt x="101718" y="199851"/>
                  <a:pt x="101718" y="194606"/>
                </a:cubicBezTo>
                <a:cubicBezTo>
                  <a:pt x="101718" y="189376"/>
                  <a:pt x="103583" y="184906"/>
                  <a:pt x="107321" y="181205"/>
                </a:cubicBezTo>
                <a:cubicBezTo>
                  <a:pt x="111059" y="177496"/>
                  <a:pt x="115536" y="175645"/>
                  <a:pt x="120752" y="175645"/>
                </a:cubicBezTo>
                <a:cubicBezTo>
                  <a:pt x="125968" y="175645"/>
                  <a:pt x="130423" y="177503"/>
                  <a:pt x="134132" y="181227"/>
                </a:cubicBezTo>
                <a:cubicBezTo>
                  <a:pt x="137833" y="184950"/>
                  <a:pt x="139684" y="189434"/>
                  <a:pt x="139684" y="194679"/>
                </a:cubicBezTo>
                <a:cubicBezTo>
                  <a:pt x="139684" y="199910"/>
                  <a:pt x="137826" y="204379"/>
                  <a:pt x="134102" y="208081"/>
                </a:cubicBezTo>
                <a:cubicBezTo>
                  <a:pt x="130379" y="211790"/>
                  <a:pt x="125917" y="213640"/>
                  <a:pt x="120701" y="213640"/>
                </a:cubicBezTo>
                <a:close/>
                <a:moveTo>
                  <a:pt x="120701" y="150525"/>
                </a:moveTo>
                <a:cubicBezTo>
                  <a:pt x="115639" y="150525"/>
                  <a:pt x="111330" y="148740"/>
                  <a:pt x="107775" y="145170"/>
                </a:cubicBezTo>
                <a:cubicBezTo>
                  <a:pt x="104220" y="141600"/>
                  <a:pt x="102442" y="137292"/>
                  <a:pt x="102442" y="132244"/>
                </a:cubicBezTo>
                <a:lnTo>
                  <a:pt x="102442" y="46393"/>
                </a:lnTo>
                <a:cubicBezTo>
                  <a:pt x="102442" y="41346"/>
                  <a:pt x="104220" y="37030"/>
                  <a:pt x="107775" y="33445"/>
                </a:cubicBezTo>
                <a:cubicBezTo>
                  <a:pt x="111330" y="29853"/>
                  <a:pt x="115639" y="28061"/>
                  <a:pt x="120701" y="28061"/>
                </a:cubicBezTo>
                <a:cubicBezTo>
                  <a:pt x="125763" y="28061"/>
                  <a:pt x="130072" y="29853"/>
                  <a:pt x="133627" y="33445"/>
                </a:cubicBezTo>
                <a:cubicBezTo>
                  <a:pt x="137182" y="37030"/>
                  <a:pt x="138960" y="41346"/>
                  <a:pt x="138960" y="46393"/>
                </a:cubicBezTo>
                <a:lnTo>
                  <a:pt x="138960" y="132244"/>
                </a:lnTo>
                <a:cubicBezTo>
                  <a:pt x="138960" y="137292"/>
                  <a:pt x="137182" y="141600"/>
                  <a:pt x="133627" y="145170"/>
                </a:cubicBezTo>
                <a:cubicBezTo>
                  <a:pt x="130072" y="148740"/>
                  <a:pt x="125763" y="150525"/>
                  <a:pt x="120701" y="15052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10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0891" y="214745"/>
                </a:moveTo>
                <a:cubicBezTo>
                  <a:pt x="68470" y="209383"/>
                  <a:pt x="57658" y="202097"/>
                  <a:pt x="48456" y="192895"/>
                </a:cubicBezTo>
                <a:cubicBezTo>
                  <a:pt x="39239" y="183677"/>
                  <a:pt x="31960" y="172865"/>
                  <a:pt x="26627" y="160459"/>
                </a:cubicBezTo>
                <a:cubicBezTo>
                  <a:pt x="21280" y="148052"/>
                  <a:pt x="18610" y="134768"/>
                  <a:pt x="18610" y="120598"/>
                </a:cubicBezTo>
                <a:cubicBezTo>
                  <a:pt x="18610" y="106539"/>
                  <a:pt x="21287" y="93291"/>
                  <a:pt x="26657" y="80870"/>
                </a:cubicBezTo>
                <a:cubicBezTo>
                  <a:pt x="32019" y="68434"/>
                  <a:pt x="39297" y="57629"/>
                  <a:pt x="48485" y="48456"/>
                </a:cubicBezTo>
                <a:cubicBezTo>
                  <a:pt x="57651" y="39268"/>
                  <a:pt x="68456" y="31997"/>
                  <a:pt x="80891" y="26627"/>
                </a:cubicBezTo>
                <a:cubicBezTo>
                  <a:pt x="93320" y="21265"/>
                  <a:pt x="106582" y="18581"/>
                  <a:pt x="120701" y="18581"/>
                </a:cubicBezTo>
                <a:cubicBezTo>
                  <a:pt x="134819" y="18581"/>
                  <a:pt x="148082" y="21265"/>
                  <a:pt x="160510" y="26627"/>
                </a:cubicBezTo>
                <a:cubicBezTo>
                  <a:pt x="172931" y="31997"/>
                  <a:pt x="183736" y="39268"/>
                  <a:pt x="192924" y="48456"/>
                </a:cubicBezTo>
                <a:cubicBezTo>
                  <a:pt x="202090" y="57644"/>
                  <a:pt x="209376" y="68448"/>
                  <a:pt x="214774" y="80870"/>
                </a:cubicBezTo>
                <a:cubicBezTo>
                  <a:pt x="220151" y="93305"/>
                  <a:pt x="222843" y="106553"/>
                  <a:pt x="222843" y="120598"/>
                </a:cubicBezTo>
                <a:cubicBezTo>
                  <a:pt x="222843" y="134768"/>
                  <a:pt x="220158" y="148052"/>
                  <a:pt x="214796" y="160459"/>
                </a:cubicBezTo>
                <a:cubicBezTo>
                  <a:pt x="209434" y="172865"/>
                  <a:pt x="202148" y="183677"/>
                  <a:pt x="192946" y="192895"/>
                </a:cubicBezTo>
                <a:cubicBezTo>
                  <a:pt x="183729" y="202112"/>
                  <a:pt x="172902" y="209398"/>
                  <a:pt x="160481" y="214745"/>
                </a:cubicBezTo>
                <a:cubicBezTo>
                  <a:pt x="148060" y="220114"/>
                  <a:pt x="134790" y="222792"/>
                  <a:pt x="120679" y="222792"/>
                </a:cubicBezTo>
                <a:cubicBezTo>
                  <a:pt x="106561" y="222792"/>
                  <a:pt x="93298" y="220114"/>
                  <a:pt x="80891" y="214745"/>
                </a:cubicBezTo>
                <a:close/>
                <a:moveTo>
                  <a:pt x="120701" y="205645"/>
                </a:moveTo>
                <a:cubicBezTo>
                  <a:pt x="130693" y="205645"/>
                  <a:pt x="140335" y="203999"/>
                  <a:pt x="149618" y="200714"/>
                </a:cubicBezTo>
                <a:cubicBezTo>
                  <a:pt x="158908" y="197445"/>
                  <a:pt x="167247" y="192602"/>
                  <a:pt x="174636" y="186179"/>
                </a:cubicBezTo>
                <a:lnTo>
                  <a:pt x="55069" y="66766"/>
                </a:lnTo>
                <a:cubicBezTo>
                  <a:pt x="48902" y="74308"/>
                  <a:pt x="44140" y="82691"/>
                  <a:pt x="40790" y="91908"/>
                </a:cubicBezTo>
                <a:cubicBezTo>
                  <a:pt x="37417" y="101125"/>
                  <a:pt x="35735" y="110686"/>
                  <a:pt x="35735" y="120576"/>
                </a:cubicBezTo>
                <a:cubicBezTo>
                  <a:pt x="35735" y="144329"/>
                  <a:pt x="43964" y="164446"/>
                  <a:pt x="60424" y="180927"/>
                </a:cubicBezTo>
                <a:cubicBezTo>
                  <a:pt x="76890" y="197408"/>
                  <a:pt x="96970" y="205645"/>
                  <a:pt x="120679" y="205645"/>
                </a:cubicBezTo>
                <a:close/>
                <a:moveTo>
                  <a:pt x="186128" y="174438"/>
                </a:moveTo>
                <a:cubicBezTo>
                  <a:pt x="192046" y="167013"/>
                  <a:pt x="196786" y="158674"/>
                  <a:pt x="200341" y="149420"/>
                </a:cubicBezTo>
                <a:cubicBezTo>
                  <a:pt x="203889" y="140167"/>
                  <a:pt x="205667" y="130540"/>
                  <a:pt x="205667" y="120547"/>
                </a:cubicBezTo>
                <a:cubicBezTo>
                  <a:pt x="205667" y="96883"/>
                  <a:pt x="197437" y="76824"/>
                  <a:pt x="180978" y="60372"/>
                </a:cubicBezTo>
                <a:cubicBezTo>
                  <a:pt x="164512" y="43928"/>
                  <a:pt x="144431" y="35705"/>
                  <a:pt x="120723" y="35705"/>
                </a:cubicBezTo>
                <a:cubicBezTo>
                  <a:pt x="110803" y="35705"/>
                  <a:pt x="101250" y="37373"/>
                  <a:pt x="92062" y="40709"/>
                </a:cubicBezTo>
                <a:cubicBezTo>
                  <a:pt x="82874" y="44081"/>
                  <a:pt x="74483" y="48917"/>
                  <a:pt x="66890" y="55222"/>
                </a:cubicBezTo>
                <a:lnTo>
                  <a:pt x="186128" y="174438"/>
                </a:lnTo>
                <a:close/>
                <a:moveTo>
                  <a:pt x="120701" y="1205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2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6341" y="129603"/>
                </a:moveTo>
                <a:cubicBezTo>
                  <a:pt x="78777" y="127153"/>
                  <a:pt x="79992" y="124183"/>
                  <a:pt x="79992" y="120679"/>
                </a:cubicBezTo>
                <a:cubicBezTo>
                  <a:pt x="79992" y="117175"/>
                  <a:pt x="78763" y="114205"/>
                  <a:pt x="76319" y="111776"/>
                </a:cubicBezTo>
                <a:cubicBezTo>
                  <a:pt x="73869" y="109340"/>
                  <a:pt x="70892" y="108126"/>
                  <a:pt x="67395" y="108126"/>
                </a:cubicBezTo>
                <a:cubicBezTo>
                  <a:pt x="63891" y="108126"/>
                  <a:pt x="60921" y="109355"/>
                  <a:pt x="58492" y="111798"/>
                </a:cubicBezTo>
                <a:cubicBezTo>
                  <a:pt x="56056" y="114249"/>
                  <a:pt x="54842" y="117219"/>
                  <a:pt x="54842" y="120723"/>
                </a:cubicBezTo>
                <a:cubicBezTo>
                  <a:pt x="54842" y="124227"/>
                  <a:pt x="56064" y="127197"/>
                  <a:pt x="58514" y="129625"/>
                </a:cubicBezTo>
                <a:cubicBezTo>
                  <a:pt x="60965" y="132061"/>
                  <a:pt x="63935" y="133276"/>
                  <a:pt x="67439" y="133276"/>
                </a:cubicBezTo>
                <a:cubicBezTo>
                  <a:pt x="70943" y="133276"/>
                  <a:pt x="73913" y="132047"/>
                  <a:pt x="76341" y="129603"/>
                </a:cubicBezTo>
                <a:close/>
                <a:moveTo>
                  <a:pt x="129603" y="129603"/>
                </a:moveTo>
                <a:cubicBezTo>
                  <a:pt x="132032" y="127153"/>
                  <a:pt x="133246" y="124183"/>
                  <a:pt x="133246" y="120679"/>
                </a:cubicBezTo>
                <a:cubicBezTo>
                  <a:pt x="133246" y="117175"/>
                  <a:pt x="132025" y="114205"/>
                  <a:pt x="129574" y="111776"/>
                </a:cubicBezTo>
                <a:cubicBezTo>
                  <a:pt x="127131" y="109340"/>
                  <a:pt x="124154" y="108126"/>
                  <a:pt x="120650" y="108126"/>
                </a:cubicBezTo>
                <a:cubicBezTo>
                  <a:pt x="117146" y="108126"/>
                  <a:pt x="114183" y="109355"/>
                  <a:pt x="111747" y="111798"/>
                </a:cubicBezTo>
                <a:cubicBezTo>
                  <a:pt x="109318" y="114249"/>
                  <a:pt x="108104" y="117219"/>
                  <a:pt x="108104" y="120723"/>
                </a:cubicBezTo>
                <a:cubicBezTo>
                  <a:pt x="108104" y="124227"/>
                  <a:pt x="109326" y="127197"/>
                  <a:pt x="111776" y="129625"/>
                </a:cubicBezTo>
                <a:cubicBezTo>
                  <a:pt x="114220" y="132061"/>
                  <a:pt x="117197" y="133276"/>
                  <a:pt x="120701" y="133276"/>
                </a:cubicBezTo>
                <a:cubicBezTo>
                  <a:pt x="124205" y="133276"/>
                  <a:pt x="127175" y="132047"/>
                  <a:pt x="129603" y="129603"/>
                </a:cubicBezTo>
                <a:close/>
                <a:moveTo>
                  <a:pt x="182609" y="129603"/>
                </a:moveTo>
                <a:cubicBezTo>
                  <a:pt x="185038" y="127153"/>
                  <a:pt x="186260" y="124183"/>
                  <a:pt x="186260" y="120679"/>
                </a:cubicBezTo>
                <a:cubicBezTo>
                  <a:pt x="186260" y="117175"/>
                  <a:pt x="185031" y="114205"/>
                  <a:pt x="182587" y="111776"/>
                </a:cubicBezTo>
                <a:cubicBezTo>
                  <a:pt x="180137" y="109340"/>
                  <a:pt x="177160" y="108126"/>
                  <a:pt x="173656" y="108126"/>
                </a:cubicBezTo>
                <a:cubicBezTo>
                  <a:pt x="170152" y="108126"/>
                  <a:pt x="167189" y="109355"/>
                  <a:pt x="164760" y="111798"/>
                </a:cubicBezTo>
                <a:cubicBezTo>
                  <a:pt x="162324" y="114249"/>
                  <a:pt x="161110" y="117219"/>
                  <a:pt x="161110" y="120723"/>
                </a:cubicBezTo>
                <a:cubicBezTo>
                  <a:pt x="161110" y="124227"/>
                  <a:pt x="162332" y="127197"/>
                  <a:pt x="164782" y="129625"/>
                </a:cubicBezTo>
                <a:cubicBezTo>
                  <a:pt x="167233" y="132061"/>
                  <a:pt x="170203" y="133276"/>
                  <a:pt x="173707" y="133276"/>
                </a:cubicBezTo>
                <a:cubicBezTo>
                  <a:pt x="177211" y="133276"/>
                  <a:pt x="180181" y="132047"/>
                  <a:pt x="182609" y="129603"/>
                </a:cubicBezTo>
                <a:close/>
                <a:moveTo>
                  <a:pt x="120774" y="222792"/>
                </a:moveTo>
                <a:cubicBezTo>
                  <a:pt x="106663" y="222792"/>
                  <a:pt x="93415" y="220122"/>
                  <a:pt x="81045" y="214774"/>
                </a:cubicBezTo>
                <a:cubicBezTo>
                  <a:pt x="68675" y="209427"/>
                  <a:pt x="57841" y="202112"/>
                  <a:pt x="48558" y="192843"/>
                </a:cubicBezTo>
                <a:cubicBezTo>
                  <a:pt x="39290" y="183575"/>
                  <a:pt x="31975" y="172741"/>
                  <a:pt x="26627" y="160356"/>
                </a:cubicBezTo>
                <a:cubicBezTo>
                  <a:pt x="21280" y="147965"/>
                  <a:pt x="18610" y="134709"/>
                  <a:pt x="18610" y="120576"/>
                </a:cubicBezTo>
                <a:cubicBezTo>
                  <a:pt x="18610" y="106443"/>
                  <a:pt x="21280" y="93181"/>
                  <a:pt x="26627" y="80796"/>
                </a:cubicBezTo>
                <a:cubicBezTo>
                  <a:pt x="31975" y="68404"/>
                  <a:pt x="39290" y="57615"/>
                  <a:pt x="48558" y="48434"/>
                </a:cubicBezTo>
                <a:cubicBezTo>
                  <a:pt x="57827" y="39246"/>
                  <a:pt x="68660" y="31967"/>
                  <a:pt x="81045" y="26605"/>
                </a:cubicBezTo>
                <a:cubicBezTo>
                  <a:pt x="93437" y="21243"/>
                  <a:pt x="106692" y="18559"/>
                  <a:pt x="120825" y="18559"/>
                </a:cubicBezTo>
                <a:cubicBezTo>
                  <a:pt x="134958" y="18559"/>
                  <a:pt x="148228" y="21243"/>
                  <a:pt x="160634" y="26605"/>
                </a:cubicBezTo>
                <a:cubicBezTo>
                  <a:pt x="173019" y="31967"/>
                  <a:pt x="183816" y="39246"/>
                  <a:pt x="193019" y="48434"/>
                </a:cubicBezTo>
                <a:cubicBezTo>
                  <a:pt x="202207" y="57615"/>
                  <a:pt x="209485" y="68419"/>
                  <a:pt x="214847" y="80848"/>
                </a:cubicBezTo>
                <a:cubicBezTo>
                  <a:pt x="220209" y="93269"/>
                  <a:pt x="222894" y="106539"/>
                  <a:pt x="222894" y="120650"/>
                </a:cubicBezTo>
                <a:cubicBezTo>
                  <a:pt x="222894" y="134768"/>
                  <a:pt x="220209" y="148016"/>
                  <a:pt x="214847" y="160408"/>
                </a:cubicBezTo>
                <a:cubicBezTo>
                  <a:pt x="209485" y="172778"/>
                  <a:pt x="202207" y="183582"/>
                  <a:pt x="193019" y="192821"/>
                </a:cubicBezTo>
                <a:cubicBezTo>
                  <a:pt x="183831" y="202053"/>
                  <a:pt x="173026" y="209368"/>
                  <a:pt x="160605" y="214745"/>
                </a:cubicBezTo>
                <a:cubicBezTo>
                  <a:pt x="148169" y="220114"/>
                  <a:pt x="134892" y="222792"/>
                  <a:pt x="120774" y="222792"/>
                </a:cubicBezTo>
                <a:close/>
                <a:moveTo>
                  <a:pt x="120825" y="205667"/>
                </a:moveTo>
                <a:cubicBezTo>
                  <a:pt x="144380" y="205667"/>
                  <a:pt x="164402" y="197386"/>
                  <a:pt x="180898" y="180824"/>
                </a:cubicBezTo>
                <a:cubicBezTo>
                  <a:pt x="197393" y="164263"/>
                  <a:pt x="205645" y="144175"/>
                  <a:pt x="205645" y="120576"/>
                </a:cubicBezTo>
                <a:cubicBezTo>
                  <a:pt x="205645" y="97021"/>
                  <a:pt x="197415" y="77000"/>
                  <a:pt x="180949" y="60504"/>
                </a:cubicBezTo>
                <a:cubicBezTo>
                  <a:pt x="164490" y="44008"/>
                  <a:pt x="144387" y="35757"/>
                  <a:pt x="120650" y="35757"/>
                </a:cubicBezTo>
                <a:cubicBezTo>
                  <a:pt x="97146" y="35757"/>
                  <a:pt x="77124" y="43986"/>
                  <a:pt x="60577" y="60453"/>
                </a:cubicBezTo>
                <a:cubicBezTo>
                  <a:pt x="44016" y="76912"/>
                  <a:pt x="35735" y="97014"/>
                  <a:pt x="35735" y="120752"/>
                </a:cubicBezTo>
                <a:cubicBezTo>
                  <a:pt x="35735" y="144256"/>
                  <a:pt x="44016" y="164277"/>
                  <a:pt x="60577" y="180824"/>
                </a:cubicBezTo>
                <a:cubicBezTo>
                  <a:pt x="77139" y="197386"/>
                  <a:pt x="97226" y="205667"/>
                  <a:pt x="120825" y="205667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4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039"/>
                </a:moveTo>
                <a:lnTo>
                  <a:pt x="91835" y="113181"/>
                </a:lnTo>
                <a:cubicBezTo>
                  <a:pt x="90240" y="111425"/>
                  <a:pt x="88302" y="110540"/>
                  <a:pt x="86027" y="110540"/>
                </a:cubicBezTo>
                <a:cubicBezTo>
                  <a:pt x="83744" y="110540"/>
                  <a:pt x="81725" y="111315"/>
                  <a:pt x="79962" y="112859"/>
                </a:cubicBezTo>
                <a:cubicBezTo>
                  <a:pt x="78207" y="114629"/>
                  <a:pt x="77322" y="116655"/>
                  <a:pt x="77322" y="118916"/>
                </a:cubicBezTo>
                <a:cubicBezTo>
                  <a:pt x="77322" y="121176"/>
                  <a:pt x="78207" y="123188"/>
                  <a:pt x="79962" y="124951"/>
                </a:cubicBezTo>
                <a:lnTo>
                  <a:pt x="103803" y="148535"/>
                </a:lnTo>
                <a:cubicBezTo>
                  <a:pt x="105529" y="150283"/>
                  <a:pt x="107548" y="151154"/>
                  <a:pt x="109860" y="151154"/>
                </a:cubicBezTo>
                <a:cubicBezTo>
                  <a:pt x="112179" y="151154"/>
                  <a:pt x="114198" y="150283"/>
                  <a:pt x="115924" y="148535"/>
                </a:cubicBezTo>
                <a:lnTo>
                  <a:pt x="161388" y="103327"/>
                </a:lnTo>
                <a:cubicBezTo>
                  <a:pt x="162983" y="101784"/>
                  <a:pt x="163773" y="99852"/>
                  <a:pt x="163773" y="97541"/>
                </a:cubicBezTo>
                <a:cubicBezTo>
                  <a:pt x="163773" y="95229"/>
                  <a:pt x="162895" y="93283"/>
                  <a:pt x="161139" y="91711"/>
                </a:cubicBezTo>
                <a:cubicBezTo>
                  <a:pt x="159545" y="90335"/>
                  <a:pt x="157650" y="89684"/>
                  <a:pt x="155455" y="89772"/>
                </a:cubicBezTo>
                <a:cubicBezTo>
                  <a:pt x="153253" y="89853"/>
                  <a:pt x="151469" y="90606"/>
                  <a:pt x="150093" y="92033"/>
                </a:cubicBezTo>
                <a:lnTo>
                  <a:pt x="109889" y="132039"/>
                </a:lnTo>
                <a:close/>
                <a:moveTo>
                  <a:pt x="82406" y="221409"/>
                </a:moveTo>
                <a:lnTo>
                  <a:pt x="66941" y="194935"/>
                </a:lnTo>
                <a:lnTo>
                  <a:pt x="36013" y="188644"/>
                </a:lnTo>
                <a:cubicBezTo>
                  <a:pt x="33877" y="188279"/>
                  <a:pt x="32121" y="187145"/>
                  <a:pt x="30731" y="185250"/>
                </a:cubicBezTo>
                <a:cubicBezTo>
                  <a:pt x="29334" y="183370"/>
                  <a:pt x="28807" y="181380"/>
                  <a:pt x="29144" y="179266"/>
                </a:cubicBezTo>
                <a:lnTo>
                  <a:pt x="32662" y="149340"/>
                </a:lnTo>
                <a:lnTo>
                  <a:pt x="12977" y="126385"/>
                </a:lnTo>
                <a:cubicBezTo>
                  <a:pt x="11463" y="124827"/>
                  <a:pt x="10709" y="122925"/>
                  <a:pt x="10709" y="120679"/>
                </a:cubicBezTo>
                <a:cubicBezTo>
                  <a:pt x="10709" y="118426"/>
                  <a:pt x="11463" y="116538"/>
                  <a:pt x="12977" y="114995"/>
                </a:cubicBezTo>
                <a:lnTo>
                  <a:pt x="32662" y="92289"/>
                </a:lnTo>
                <a:lnTo>
                  <a:pt x="29144" y="62362"/>
                </a:lnTo>
                <a:cubicBezTo>
                  <a:pt x="28807" y="60248"/>
                  <a:pt x="29334" y="58258"/>
                  <a:pt x="30731" y="56378"/>
                </a:cubicBezTo>
                <a:cubicBezTo>
                  <a:pt x="32121" y="54498"/>
                  <a:pt x="33877" y="53350"/>
                  <a:pt x="36013" y="52933"/>
                </a:cubicBezTo>
                <a:lnTo>
                  <a:pt x="66963" y="46693"/>
                </a:lnTo>
                <a:lnTo>
                  <a:pt x="82428" y="19992"/>
                </a:lnTo>
                <a:cubicBezTo>
                  <a:pt x="83554" y="18127"/>
                  <a:pt x="85171" y="16818"/>
                  <a:pt x="87285" y="16042"/>
                </a:cubicBezTo>
                <a:cubicBezTo>
                  <a:pt x="89392" y="15252"/>
                  <a:pt x="91491" y="15347"/>
                  <a:pt x="93569" y="16320"/>
                </a:cubicBezTo>
                <a:lnTo>
                  <a:pt x="120701" y="28990"/>
                </a:lnTo>
                <a:lnTo>
                  <a:pt x="147862" y="16291"/>
                </a:lnTo>
                <a:cubicBezTo>
                  <a:pt x="149940" y="15369"/>
                  <a:pt x="152032" y="15252"/>
                  <a:pt x="154146" y="15940"/>
                </a:cubicBezTo>
                <a:cubicBezTo>
                  <a:pt x="156260" y="16613"/>
                  <a:pt x="157877" y="17878"/>
                  <a:pt x="158996" y="19736"/>
                </a:cubicBezTo>
                <a:lnTo>
                  <a:pt x="174716" y="46693"/>
                </a:lnTo>
                <a:lnTo>
                  <a:pt x="205418" y="52933"/>
                </a:lnTo>
                <a:cubicBezTo>
                  <a:pt x="207547" y="53350"/>
                  <a:pt x="209310" y="54498"/>
                  <a:pt x="210700" y="56378"/>
                </a:cubicBezTo>
                <a:cubicBezTo>
                  <a:pt x="212090" y="58258"/>
                  <a:pt x="212616" y="60248"/>
                  <a:pt x="212280" y="62362"/>
                </a:cubicBezTo>
                <a:lnTo>
                  <a:pt x="208761" y="92289"/>
                </a:lnTo>
                <a:lnTo>
                  <a:pt x="228454" y="114995"/>
                </a:lnTo>
                <a:cubicBezTo>
                  <a:pt x="229961" y="116553"/>
                  <a:pt x="230714" y="118455"/>
                  <a:pt x="230714" y="120701"/>
                </a:cubicBezTo>
                <a:cubicBezTo>
                  <a:pt x="230714" y="122947"/>
                  <a:pt x="229961" y="124841"/>
                  <a:pt x="228454" y="126385"/>
                </a:cubicBezTo>
                <a:lnTo>
                  <a:pt x="208761" y="149340"/>
                </a:lnTo>
                <a:lnTo>
                  <a:pt x="212280" y="179266"/>
                </a:lnTo>
                <a:cubicBezTo>
                  <a:pt x="212616" y="181380"/>
                  <a:pt x="212090" y="183370"/>
                  <a:pt x="210700" y="185250"/>
                </a:cubicBezTo>
                <a:cubicBezTo>
                  <a:pt x="209310" y="187130"/>
                  <a:pt x="207547" y="188257"/>
                  <a:pt x="205418" y="188644"/>
                </a:cubicBezTo>
                <a:lnTo>
                  <a:pt x="174738" y="194935"/>
                </a:lnTo>
                <a:lnTo>
                  <a:pt x="158996" y="221665"/>
                </a:lnTo>
                <a:cubicBezTo>
                  <a:pt x="157877" y="223523"/>
                  <a:pt x="156260" y="224789"/>
                  <a:pt x="154146" y="225462"/>
                </a:cubicBezTo>
                <a:cubicBezTo>
                  <a:pt x="152032" y="226127"/>
                  <a:pt x="149940" y="226010"/>
                  <a:pt x="147862" y="225111"/>
                </a:cubicBezTo>
                <a:lnTo>
                  <a:pt x="120701" y="212411"/>
                </a:lnTo>
                <a:lnTo>
                  <a:pt x="93547" y="225111"/>
                </a:lnTo>
                <a:cubicBezTo>
                  <a:pt x="91462" y="226032"/>
                  <a:pt x="89370" y="226106"/>
                  <a:pt x="87256" y="225330"/>
                </a:cubicBezTo>
                <a:cubicBezTo>
                  <a:pt x="85142" y="224577"/>
                  <a:pt x="83525" y="223275"/>
                  <a:pt x="82406" y="221409"/>
                </a:cubicBezTo>
                <a:close/>
                <a:moveTo>
                  <a:pt x="94022" y="205769"/>
                </a:moveTo>
                <a:lnTo>
                  <a:pt x="120701" y="194482"/>
                </a:lnTo>
                <a:lnTo>
                  <a:pt x="148133" y="205769"/>
                </a:lnTo>
                <a:lnTo>
                  <a:pt x="164855" y="180802"/>
                </a:lnTo>
                <a:lnTo>
                  <a:pt x="194028" y="173304"/>
                </a:lnTo>
                <a:lnTo>
                  <a:pt x="191088" y="143583"/>
                </a:lnTo>
                <a:lnTo>
                  <a:pt x="211204" y="120701"/>
                </a:lnTo>
                <a:lnTo>
                  <a:pt x="191088" y="97314"/>
                </a:lnTo>
                <a:lnTo>
                  <a:pt x="194050" y="67571"/>
                </a:lnTo>
                <a:lnTo>
                  <a:pt x="164885" y="60577"/>
                </a:lnTo>
                <a:lnTo>
                  <a:pt x="147679" y="35610"/>
                </a:lnTo>
                <a:lnTo>
                  <a:pt x="120752" y="46898"/>
                </a:lnTo>
                <a:lnTo>
                  <a:pt x="93320" y="35610"/>
                </a:lnTo>
                <a:lnTo>
                  <a:pt x="76597" y="60577"/>
                </a:lnTo>
                <a:lnTo>
                  <a:pt x="47454" y="67519"/>
                </a:lnTo>
                <a:lnTo>
                  <a:pt x="50343" y="97292"/>
                </a:lnTo>
                <a:lnTo>
                  <a:pt x="30197" y="120701"/>
                </a:lnTo>
                <a:lnTo>
                  <a:pt x="50314" y="143583"/>
                </a:lnTo>
                <a:lnTo>
                  <a:pt x="47424" y="173860"/>
                </a:lnTo>
                <a:lnTo>
                  <a:pt x="76546" y="180802"/>
                </a:lnTo>
                <a:lnTo>
                  <a:pt x="93993" y="205769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6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300" y="192617"/>
                </a:moveTo>
                <a:cubicBezTo>
                  <a:pt x="44886" y="192617"/>
                  <a:pt x="42845" y="191790"/>
                  <a:pt x="41192" y="190129"/>
                </a:cubicBezTo>
                <a:cubicBezTo>
                  <a:pt x="39531" y="188469"/>
                  <a:pt x="38705" y="186421"/>
                  <a:pt x="38727" y="183992"/>
                </a:cubicBezTo>
                <a:cubicBezTo>
                  <a:pt x="38727" y="181563"/>
                  <a:pt x="39546" y="179537"/>
                  <a:pt x="41192" y="177906"/>
                </a:cubicBezTo>
                <a:cubicBezTo>
                  <a:pt x="42830" y="176282"/>
                  <a:pt x="44871" y="175470"/>
                  <a:pt x="47300" y="175470"/>
                </a:cubicBezTo>
                <a:lnTo>
                  <a:pt x="58317" y="175470"/>
                </a:lnTo>
                <a:lnTo>
                  <a:pt x="58317" y="100533"/>
                </a:lnTo>
                <a:cubicBezTo>
                  <a:pt x="58317" y="86085"/>
                  <a:pt x="62530" y="73108"/>
                  <a:pt x="70965" y="61609"/>
                </a:cubicBezTo>
                <a:cubicBezTo>
                  <a:pt x="79392" y="50087"/>
                  <a:pt x="90599" y="42845"/>
                  <a:pt x="104585" y="39882"/>
                </a:cubicBezTo>
                <a:lnTo>
                  <a:pt x="104585" y="34703"/>
                </a:lnTo>
                <a:cubicBezTo>
                  <a:pt x="104585" y="30190"/>
                  <a:pt x="106151" y="26371"/>
                  <a:pt x="109282" y="23233"/>
                </a:cubicBezTo>
                <a:cubicBezTo>
                  <a:pt x="112420" y="20102"/>
                  <a:pt x="116224" y="18529"/>
                  <a:pt x="120701" y="18529"/>
                </a:cubicBezTo>
                <a:cubicBezTo>
                  <a:pt x="125178" y="18529"/>
                  <a:pt x="128982" y="20102"/>
                  <a:pt x="132120" y="23233"/>
                </a:cubicBezTo>
                <a:cubicBezTo>
                  <a:pt x="135251" y="26371"/>
                  <a:pt x="136816" y="30190"/>
                  <a:pt x="136816" y="34703"/>
                </a:cubicBezTo>
                <a:lnTo>
                  <a:pt x="136816" y="39882"/>
                </a:lnTo>
                <a:cubicBezTo>
                  <a:pt x="150803" y="42816"/>
                  <a:pt x="162017" y="50051"/>
                  <a:pt x="170466" y="61579"/>
                </a:cubicBezTo>
                <a:cubicBezTo>
                  <a:pt x="178930" y="73115"/>
                  <a:pt x="183165" y="86100"/>
                  <a:pt x="183165" y="100533"/>
                </a:cubicBezTo>
                <a:lnTo>
                  <a:pt x="183165" y="175470"/>
                </a:lnTo>
                <a:lnTo>
                  <a:pt x="194102" y="175470"/>
                </a:lnTo>
                <a:cubicBezTo>
                  <a:pt x="196516" y="175470"/>
                  <a:pt x="198564" y="176296"/>
                  <a:pt x="200239" y="177957"/>
                </a:cubicBezTo>
                <a:cubicBezTo>
                  <a:pt x="201900" y="179617"/>
                  <a:pt x="202726" y="181666"/>
                  <a:pt x="202726" y="184094"/>
                </a:cubicBezTo>
                <a:cubicBezTo>
                  <a:pt x="202726" y="186523"/>
                  <a:pt x="201900" y="188557"/>
                  <a:pt x="200239" y="190181"/>
                </a:cubicBezTo>
                <a:cubicBezTo>
                  <a:pt x="198578" y="191805"/>
                  <a:pt x="196530" y="192617"/>
                  <a:pt x="194102" y="192617"/>
                </a:cubicBezTo>
                <a:lnTo>
                  <a:pt x="47300" y="192617"/>
                </a:lnTo>
                <a:close/>
                <a:moveTo>
                  <a:pt x="120701" y="115419"/>
                </a:moveTo>
                <a:close/>
                <a:moveTo>
                  <a:pt x="120752" y="223348"/>
                </a:moveTo>
                <a:cubicBezTo>
                  <a:pt x="115053" y="223348"/>
                  <a:pt x="110182" y="221329"/>
                  <a:pt x="106144" y="217283"/>
                </a:cubicBezTo>
                <a:cubicBezTo>
                  <a:pt x="102098" y="213245"/>
                  <a:pt x="100079" y="208388"/>
                  <a:pt x="100079" y="202704"/>
                </a:cubicBezTo>
                <a:lnTo>
                  <a:pt x="141344" y="202704"/>
                </a:lnTo>
                <a:cubicBezTo>
                  <a:pt x="141344" y="208403"/>
                  <a:pt x="139325" y="213260"/>
                  <a:pt x="135287" y="217283"/>
                </a:cubicBezTo>
                <a:cubicBezTo>
                  <a:pt x="131242" y="221329"/>
                  <a:pt x="126399" y="223348"/>
                  <a:pt x="120752" y="223348"/>
                </a:cubicBezTo>
                <a:close/>
                <a:moveTo>
                  <a:pt x="75442" y="175492"/>
                </a:moveTo>
                <a:lnTo>
                  <a:pt x="165967" y="175492"/>
                </a:lnTo>
                <a:lnTo>
                  <a:pt x="165967" y="100562"/>
                </a:lnTo>
                <a:cubicBezTo>
                  <a:pt x="165967" y="88016"/>
                  <a:pt x="161564" y="77344"/>
                  <a:pt x="152763" y="68521"/>
                </a:cubicBezTo>
                <a:cubicBezTo>
                  <a:pt x="143963" y="59685"/>
                  <a:pt x="133276" y="55274"/>
                  <a:pt x="120701" y="55274"/>
                </a:cubicBezTo>
                <a:cubicBezTo>
                  <a:pt x="108126" y="55274"/>
                  <a:pt x="97438" y="59677"/>
                  <a:pt x="88638" y="68500"/>
                </a:cubicBezTo>
                <a:cubicBezTo>
                  <a:pt x="79838" y="77329"/>
                  <a:pt x="75442" y="88009"/>
                  <a:pt x="75442" y="100533"/>
                </a:cubicBezTo>
                <a:lnTo>
                  <a:pt x="75442" y="17547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8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2733"/>
                </a:moveTo>
                <a:cubicBezTo>
                  <a:pt x="109421" y="212733"/>
                  <a:pt x="98953" y="210034"/>
                  <a:pt x="89297" y="204635"/>
                </a:cubicBezTo>
                <a:cubicBezTo>
                  <a:pt x="79641" y="199237"/>
                  <a:pt x="72501" y="191505"/>
                  <a:pt x="67892" y="181432"/>
                </a:cubicBezTo>
                <a:lnTo>
                  <a:pt x="46620" y="181432"/>
                </a:lnTo>
                <a:cubicBezTo>
                  <a:pt x="44359" y="181432"/>
                  <a:pt x="42479" y="180671"/>
                  <a:pt x="40987" y="179164"/>
                </a:cubicBezTo>
                <a:cubicBezTo>
                  <a:pt x="39480" y="177657"/>
                  <a:pt x="38727" y="175762"/>
                  <a:pt x="38727" y="173480"/>
                </a:cubicBezTo>
                <a:cubicBezTo>
                  <a:pt x="38727" y="171220"/>
                  <a:pt x="39480" y="169340"/>
                  <a:pt x="40987" y="167847"/>
                </a:cubicBezTo>
                <a:cubicBezTo>
                  <a:pt x="42494" y="166377"/>
                  <a:pt x="44374" y="165638"/>
                  <a:pt x="46620" y="165638"/>
                </a:cubicBezTo>
                <a:lnTo>
                  <a:pt x="61784" y="165638"/>
                </a:lnTo>
                <a:cubicBezTo>
                  <a:pt x="60643" y="161395"/>
                  <a:pt x="60072" y="157101"/>
                  <a:pt x="60072" y="152763"/>
                </a:cubicBezTo>
                <a:lnTo>
                  <a:pt x="60072" y="139713"/>
                </a:lnTo>
                <a:lnTo>
                  <a:pt x="46342" y="139713"/>
                </a:lnTo>
                <a:cubicBezTo>
                  <a:pt x="44081" y="139713"/>
                  <a:pt x="42201" y="138960"/>
                  <a:pt x="40709" y="137445"/>
                </a:cubicBezTo>
                <a:cubicBezTo>
                  <a:pt x="39202" y="135938"/>
                  <a:pt x="38449" y="134044"/>
                  <a:pt x="38449" y="131769"/>
                </a:cubicBezTo>
                <a:cubicBezTo>
                  <a:pt x="38449" y="129501"/>
                  <a:pt x="39202" y="127621"/>
                  <a:pt x="40709" y="126136"/>
                </a:cubicBezTo>
                <a:cubicBezTo>
                  <a:pt x="42223" y="124658"/>
                  <a:pt x="44096" y="123919"/>
                  <a:pt x="46342" y="123919"/>
                </a:cubicBezTo>
                <a:lnTo>
                  <a:pt x="60072" y="123919"/>
                </a:lnTo>
                <a:cubicBezTo>
                  <a:pt x="60072" y="119172"/>
                  <a:pt x="60116" y="114476"/>
                  <a:pt x="60197" y="109816"/>
                </a:cubicBezTo>
                <a:cubicBezTo>
                  <a:pt x="60285" y="105149"/>
                  <a:pt x="60980" y="100533"/>
                  <a:pt x="62289" y="95961"/>
                </a:cubicBezTo>
                <a:lnTo>
                  <a:pt x="46620" y="95961"/>
                </a:lnTo>
                <a:cubicBezTo>
                  <a:pt x="44359" y="95961"/>
                  <a:pt x="42479" y="95200"/>
                  <a:pt x="40987" y="93693"/>
                </a:cubicBezTo>
                <a:cubicBezTo>
                  <a:pt x="39480" y="92186"/>
                  <a:pt x="38727" y="90292"/>
                  <a:pt x="38727" y="88009"/>
                </a:cubicBezTo>
                <a:cubicBezTo>
                  <a:pt x="38727" y="85749"/>
                  <a:pt x="39480" y="83869"/>
                  <a:pt x="40987" y="82376"/>
                </a:cubicBezTo>
                <a:cubicBezTo>
                  <a:pt x="42494" y="80906"/>
                  <a:pt x="44374" y="80167"/>
                  <a:pt x="46620" y="80167"/>
                </a:cubicBezTo>
                <a:lnTo>
                  <a:pt x="69077" y="80167"/>
                </a:lnTo>
                <a:cubicBezTo>
                  <a:pt x="71338" y="75354"/>
                  <a:pt x="74410" y="71155"/>
                  <a:pt x="78280" y="67571"/>
                </a:cubicBezTo>
                <a:cubicBezTo>
                  <a:pt x="82150" y="63979"/>
                  <a:pt x="86458" y="60994"/>
                  <a:pt x="91206" y="58617"/>
                </a:cubicBezTo>
                <a:lnTo>
                  <a:pt x="77124" y="44835"/>
                </a:lnTo>
                <a:cubicBezTo>
                  <a:pt x="75661" y="43379"/>
                  <a:pt x="74944" y="41616"/>
                  <a:pt x="74959" y="39553"/>
                </a:cubicBezTo>
                <a:cubicBezTo>
                  <a:pt x="74973" y="37490"/>
                  <a:pt x="75734" y="35705"/>
                  <a:pt x="77227" y="34199"/>
                </a:cubicBezTo>
                <a:cubicBezTo>
                  <a:pt x="78631" y="32757"/>
                  <a:pt x="80365" y="32033"/>
                  <a:pt x="82428" y="32033"/>
                </a:cubicBezTo>
                <a:cubicBezTo>
                  <a:pt x="84491" y="32033"/>
                  <a:pt x="86254" y="32765"/>
                  <a:pt x="87709" y="34221"/>
                </a:cubicBezTo>
                <a:lnTo>
                  <a:pt x="106063" y="52530"/>
                </a:lnTo>
                <a:cubicBezTo>
                  <a:pt x="110862" y="50687"/>
                  <a:pt x="115770" y="49751"/>
                  <a:pt x="120803" y="49714"/>
                </a:cubicBezTo>
                <a:cubicBezTo>
                  <a:pt x="125829" y="49678"/>
                  <a:pt x="130796" y="50577"/>
                  <a:pt x="135690" y="52406"/>
                </a:cubicBezTo>
                <a:lnTo>
                  <a:pt x="154117" y="33972"/>
                </a:lnTo>
                <a:cubicBezTo>
                  <a:pt x="155543" y="32516"/>
                  <a:pt x="157299" y="31785"/>
                  <a:pt x="159376" y="31785"/>
                </a:cubicBezTo>
                <a:cubicBezTo>
                  <a:pt x="161454" y="31785"/>
                  <a:pt x="163246" y="32531"/>
                  <a:pt x="164760" y="34023"/>
                </a:cubicBezTo>
                <a:cubicBezTo>
                  <a:pt x="166150" y="35428"/>
                  <a:pt x="166845" y="37176"/>
                  <a:pt x="166845" y="39253"/>
                </a:cubicBezTo>
                <a:cubicBezTo>
                  <a:pt x="166845" y="41331"/>
                  <a:pt x="166128" y="43087"/>
                  <a:pt x="164709" y="44506"/>
                </a:cubicBezTo>
                <a:lnTo>
                  <a:pt x="150978" y="58236"/>
                </a:lnTo>
                <a:cubicBezTo>
                  <a:pt x="155836" y="60702"/>
                  <a:pt x="160093" y="63854"/>
                  <a:pt x="163751" y="67695"/>
                </a:cubicBezTo>
                <a:cubicBezTo>
                  <a:pt x="167423" y="71535"/>
                  <a:pt x="170590" y="75807"/>
                  <a:pt x="173253" y="80518"/>
                </a:cubicBezTo>
                <a:lnTo>
                  <a:pt x="195206" y="80518"/>
                </a:lnTo>
                <a:cubicBezTo>
                  <a:pt x="197357" y="80518"/>
                  <a:pt x="199171" y="81265"/>
                  <a:pt x="200663" y="82757"/>
                </a:cubicBezTo>
                <a:cubicBezTo>
                  <a:pt x="202170" y="84249"/>
                  <a:pt x="202931" y="86093"/>
                  <a:pt x="202931" y="88287"/>
                </a:cubicBezTo>
                <a:cubicBezTo>
                  <a:pt x="202931" y="90482"/>
                  <a:pt x="202170" y="92311"/>
                  <a:pt x="200663" y="93766"/>
                </a:cubicBezTo>
                <a:cubicBezTo>
                  <a:pt x="199156" y="95229"/>
                  <a:pt x="197335" y="95961"/>
                  <a:pt x="195206" y="95961"/>
                </a:cubicBezTo>
                <a:lnTo>
                  <a:pt x="179040" y="95961"/>
                </a:lnTo>
                <a:cubicBezTo>
                  <a:pt x="180517" y="100533"/>
                  <a:pt x="181219" y="105163"/>
                  <a:pt x="181154" y="109838"/>
                </a:cubicBezTo>
                <a:cubicBezTo>
                  <a:pt x="181088" y="114512"/>
                  <a:pt x="181051" y="119201"/>
                  <a:pt x="181051" y="123898"/>
                </a:cubicBezTo>
                <a:lnTo>
                  <a:pt x="195031" y="123898"/>
                </a:lnTo>
                <a:cubicBezTo>
                  <a:pt x="197247" y="123898"/>
                  <a:pt x="199112" y="124651"/>
                  <a:pt x="200641" y="126158"/>
                </a:cubicBezTo>
                <a:cubicBezTo>
                  <a:pt x="202163" y="127665"/>
                  <a:pt x="202931" y="129560"/>
                  <a:pt x="202931" y="131842"/>
                </a:cubicBezTo>
                <a:cubicBezTo>
                  <a:pt x="202931" y="134102"/>
                  <a:pt x="202163" y="135982"/>
                  <a:pt x="200641" y="137475"/>
                </a:cubicBezTo>
                <a:cubicBezTo>
                  <a:pt x="199112" y="138945"/>
                  <a:pt x="197247" y="139684"/>
                  <a:pt x="195031" y="139684"/>
                </a:cubicBezTo>
                <a:lnTo>
                  <a:pt x="181051" y="139684"/>
                </a:lnTo>
                <a:cubicBezTo>
                  <a:pt x="181051" y="144095"/>
                  <a:pt x="181088" y="148462"/>
                  <a:pt x="181154" y="152785"/>
                </a:cubicBezTo>
                <a:cubicBezTo>
                  <a:pt x="181219" y="157116"/>
                  <a:pt x="180685" y="161395"/>
                  <a:pt x="179544" y="165638"/>
                </a:cubicBezTo>
                <a:lnTo>
                  <a:pt x="195031" y="165638"/>
                </a:lnTo>
                <a:cubicBezTo>
                  <a:pt x="197247" y="165638"/>
                  <a:pt x="199112" y="166392"/>
                  <a:pt x="200641" y="167898"/>
                </a:cubicBezTo>
                <a:cubicBezTo>
                  <a:pt x="202163" y="169405"/>
                  <a:pt x="202931" y="171300"/>
                  <a:pt x="202931" y="173582"/>
                </a:cubicBezTo>
                <a:cubicBezTo>
                  <a:pt x="202931" y="175843"/>
                  <a:pt x="202163" y="177723"/>
                  <a:pt x="200641" y="179215"/>
                </a:cubicBezTo>
                <a:cubicBezTo>
                  <a:pt x="199112" y="180693"/>
                  <a:pt x="197247" y="181432"/>
                  <a:pt x="195031" y="181432"/>
                </a:cubicBezTo>
                <a:lnTo>
                  <a:pt x="173758" y="181432"/>
                </a:lnTo>
                <a:cubicBezTo>
                  <a:pt x="169230" y="191636"/>
                  <a:pt x="162098" y="199405"/>
                  <a:pt x="152361" y="204738"/>
                </a:cubicBezTo>
                <a:cubicBezTo>
                  <a:pt x="142617" y="210071"/>
                  <a:pt x="132047" y="212733"/>
                  <a:pt x="120650" y="212733"/>
                </a:cubicBezTo>
                <a:close/>
                <a:moveTo>
                  <a:pt x="120752" y="195608"/>
                </a:moveTo>
                <a:cubicBezTo>
                  <a:pt x="132786" y="195608"/>
                  <a:pt x="142998" y="191388"/>
                  <a:pt x="151381" y="182939"/>
                </a:cubicBezTo>
                <a:cubicBezTo>
                  <a:pt x="159742" y="174489"/>
                  <a:pt x="163926" y="164226"/>
                  <a:pt x="163926" y="152156"/>
                </a:cubicBezTo>
                <a:lnTo>
                  <a:pt x="163926" y="111198"/>
                </a:lnTo>
                <a:cubicBezTo>
                  <a:pt x="163926" y="99128"/>
                  <a:pt x="159727" y="88850"/>
                  <a:pt x="151330" y="80365"/>
                </a:cubicBezTo>
                <a:cubicBezTo>
                  <a:pt x="142932" y="71886"/>
                  <a:pt x="132712" y="67644"/>
                  <a:pt x="120679" y="67644"/>
                </a:cubicBezTo>
                <a:cubicBezTo>
                  <a:pt x="108638" y="67644"/>
                  <a:pt x="98433" y="71886"/>
                  <a:pt x="90050" y="80365"/>
                </a:cubicBezTo>
                <a:cubicBezTo>
                  <a:pt x="81682" y="88850"/>
                  <a:pt x="77497" y="99128"/>
                  <a:pt x="77497" y="111198"/>
                </a:cubicBezTo>
                <a:lnTo>
                  <a:pt x="77497" y="152156"/>
                </a:lnTo>
                <a:cubicBezTo>
                  <a:pt x="77497" y="164226"/>
                  <a:pt x="81696" y="174489"/>
                  <a:pt x="90101" y="182939"/>
                </a:cubicBezTo>
                <a:cubicBezTo>
                  <a:pt x="98499" y="191388"/>
                  <a:pt x="108711" y="195608"/>
                  <a:pt x="120752" y="195608"/>
                </a:cubicBezTo>
                <a:close/>
                <a:moveTo>
                  <a:pt x="108506" y="161315"/>
                </a:moveTo>
                <a:lnTo>
                  <a:pt x="132924" y="161315"/>
                </a:lnTo>
                <a:cubicBezTo>
                  <a:pt x="135134" y="161315"/>
                  <a:pt x="137006" y="160554"/>
                  <a:pt x="138528" y="159047"/>
                </a:cubicBezTo>
                <a:cubicBezTo>
                  <a:pt x="140057" y="157540"/>
                  <a:pt x="140818" y="155646"/>
                  <a:pt x="140818" y="153363"/>
                </a:cubicBezTo>
                <a:cubicBezTo>
                  <a:pt x="140818" y="151103"/>
                  <a:pt x="140064" y="149223"/>
                  <a:pt x="138557" y="147730"/>
                </a:cubicBezTo>
                <a:cubicBezTo>
                  <a:pt x="137043" y="146260"/>
                  <a:pt x="135170" y="145521"/>
                  <a:pt x="132924" y="145521"/>
                </a:cubicBezTo>
                <a:lnTo>
                  <a:pt x="108506" y="145521"/>
                </a:lnTo>
                <a:cubicBezTo>
                  <a:pt x="106290" y="145521"/>
                  <a:pt x="104424" y="146275"/>
                  <a:pt x="102896" y="147782"/>
                </a:cubicBezTo>
                <a:cubicBezTo>
                  <a:pt x="101374" y="149289"/>
                  <a:pt x="100606" y="151183"/>
                  <a:pt x="100606" y="153466"/>
                </a:cubicBezTo>
                <a:cubicBezTo>
                  <a:pt x="100606" y="155726"/>
                  <a:pt x="101367" y="157606"/>
                  <a:pt x="102874" y="159098"/>
                </a:cubicBezTo>
                <a:cubicBezTo>
                  <a:pt x="104381" y="160576"/>
                  <a:pt x="106261" y="161315"/>
                  <a:pt x="108506" y="161315"/>
                </a:cubicBezTo>
                <a:close/>
                <a:moveTo>
                  <a:pt x="108506" y="117811"/>
                </a:moveTo>
                <a:lnTo>
                  <a:pt x="132924" y="117811"/>
                </a:lnTo>
                <a:cubicBezTo>
                  <a:pt x="135134" y="117811"/>
                  <a:pt x="137006" y="117058"/>
                  <a:pt x="138528" y="115544"/>
                </a:cubicBezTo>
                <a:cubicBezTo>
                  <a:pt x="140057" y="114037"/>
                  <a:pt x="140818" y="112142"/>
                  <a:pt x="140818" y="109860"/>
                </a:cubicBezTo>
                <a:cubicBezTo>
                  <a:pt x="140818" y="107599"/>
                  <a:pt x="140064" y="105719"/>
                  <a:pt x="138557" y="104227"/>
                </a:cubicBezTo>
                <a:cubicBezTo>
                  <a:pt x="137043" y="102757"/>
                  <a:pt x="135170" y="102018"/>
                  <a:pt x="132924" y="102018"/>
                </a:cubicBezTo>
                <a:lnTo>
                  <a:pt x="108506" y="102018"/>
                </a:lnTo>
                <a:cubicBezTo>
                  <a:pt x="106290" y="102018"/>
                  <a:pt x="104424" y="102771"/>
                  <a:pt x="102896" y="104278"/>
                </a:cubicBezTo>
                <a:cubicBezTo>
                  <a:pt x="101374" y="105792"/>
                  <a:pt x="100606" y="107687"/>
                  <a:pt x="100606" y="109962"/>
                </a:cubicBezTo>
                <a:cubicBezTo>
                  <a:pt x="100606" y="112230"/>
                  <a:pt x="101367" y="114102"/>
                  <a:pt x="102874" y="115595"/>
                </a:cubicBezTo>
                <a:cubicBezTo>
                  <a:pt x="104381" y="117072"/>
                  <a:pt x="106261" y="117811"/>
                  <a:pt x="108506" y="117811"/>
                </a:cubicBezTo>
                <a:close/>
                <a:moveTo>
                  <a:pt x="120854" y="131717"/>
                </a:moveTo>
                <a:lnTo>
                  <a:pt x="120723" y="131717"/>
                </a:lnTo>
                <a:lnTo>
                  <a:pt x="120854" y="131717"/>
                </a:lnTo>
                <a:lnTo>
                  <a:pt x="120723" y="131717"/>
                </a:lnTo>
                <a:lnTo>
                  <a:pt x="120854" y="131717"/>
                </a:lnTo>
                <a:lnTo>
                  <a:pt x="120723" y="131717"/>
                </a:lnTo>
                <a:lnTo>
                  <a:pt x="120854" y="131717"/>
                </a:lnTo>
                <a:lnTo>
                  <a:pt x="120723" y="131717"/>
                </a:lnTo>
                <a:lnTo>
                  <a:pt x="120854" y="13171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20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9655" y="117307"/>
                </a:moveTo>
                <a:lnTo>
                  <a:pt x="129655" y="75588"/>
                </a:lnTo>
                <a:cubicBezTo>
                  <a:pt x="129655" y="73225"/>
                  <a:pt x="128872" y="71265"/>
                  <a:pt x="127314" y="69707"/>
                </a:cubicBezTo>
                <a:cubicBezTo>
                  <a:pt x="125756" y="68148"/>
                  <a:pt x="123802" y="67366"/>
                  <a:pt x="121454" y="67366"/>
                </a:cubicBezTo>
                <a:cubicBezTo>
                  <a:pt x="119106" y="67366"/>
                  <a:pt x="117153" y="68148"/>
                  <a:pt x="115595" y="69707"/>
                </a:cubicBezTo>
                <a:cubicBezTo>
                  <a:pt x="114037" y="71265"/>
                  <a:pt x="113261" y="73225"/>
                  <a:pt x="113261" y="75588"/>
                </a:cubicBezTo>
                <a:lnTo>
                  <a:pt x="113261" y="120576"/>
                </a:lnTo>
                <a:cubicBezTo>
                  <a:pt x="113261" y="121696"/>
                  <a:pt x="113444" y="122734"/>
                  <a:pt x="113810" y="123693"/>
                </a:cubicBezTo>
                <a:cubicBezTo>
                  <a:pt x="114183" y="124651"/>
                  <a:pt x="114739" y="125587"/>
                  <a:pt x="115492" y="126509"/>
                </a:cubicBezTo>
                <a:lnTo>
                  <a:pt x="150978" y="163246"/>
                </a:lnTo>
                <a:cubicBezTo>
                  <a:pt x="152668" y="165060"/>
                  <a:pt x="154724" y="165923"/>
                  <a:pt x="157138" y="165836"/>
                </a:cubicBezTo>
                <a:cubicBezTo>
                  <a:pt x="159552" y="165755"/>
                  <a:pt x="161600" y="164899"/>
                  <a:pt x="163275" y="163275"/>
                </a:cubicBezTo>
                <a:cubicBezTo>
                  <a:pt x="164950" y="161644"/>
                  <a:pt x="165784" y="159647"/>
                  <a:pt x="165784" y="157262"/>
                </a:cubicBezTo>
                <a:cubicBezTo>
                  <a:pt x="165784" y="154885"/>
                  <a:pt x="164950" y="152866"/>
                  <a:pt x="163275" y="151205"/>
                </a:cubicBezTo>
                <a:lnTo>
                  <a:pt x="129655" y="117307"/>
                </a:lnTo>
                <a:close/>
                <a:moveTo>
                  <a:pt x="120701" y="222792"/>
                </a:moveTo>
                <a:cubicBezTo>
                  <a:pt x="106700" y="222792"/>
                  <a:pt x="93503" y="220122"/>
                  <a:pt x="81096" y="214774"/>
                </a:cubicBezTo>
                <a:cubicBezTo>
                  <a:pt x="68690" y="209427"/>
                  <a:pt x="57856" y="202112"/>
                  <a:pt x="48580" y="192843"/>
                </a:cubicBezTo>
                <a:cubicBezTo>
                  <a:pt x="39312" y="183575"/>
                  <a:pt x="32004" y="172734"/>
                  <a:pt x="26657" y="160327"/>
                </a:cubicBezTo>
                <a:cubicBezTo>
                  <a:pt x="21309" y="147928"/>
                  <a:pt x="18632" y="134724"/>
                  <a:pt x="18632" y="120723"/>
                </a:cubicBezTo>
                <a:cubicBezTo>
                  <a:pt x="18632" y="106729"/>
                  <a:pt x="21316" y="93525"/>
                  <a:pt x="26679" y="81118"/>
                </a:cubicBezTo>
                <a:cubicBezTo>
                  <a:pt x="32048" y="68697"/>
                  <a:pt x="39356" y="57863"/>
                  <a:pt x="48610" y="48610"/>
                </a:cubicBezTo>
                <a:cubicBezTo>
                  <a:pt x="57863" y="39356"/>
                  <a:pt x="68697" y="32033"/>
                  <a:pt x="81118" y="26657"/>
                </a:cubicBezTo>
                <a:cubicBezTo>
                  <a:pt x="93525" y="21273"/>
                  <a:pt x="106729" y="18581"/>
                  <a:pt x="120723" y="18581"/>
                </a:cubicBezTo>
                <a:cubicBezTo>
                  <a:pt x="134724" y="18581"/>
                  <a:pt x="147928" y="21273"/>
                  <a:pt x="160335" y="26657"/>
                </a:cubicBezTo>
                <a:cubicBezTo>
                  <a:pt x="172734" y="32033"/>
                  <a:pt x="183575" y="39356"/>
                  <a:pt x="192843" y="48610"/>
                </a:cubicBezTo>
                <a:cubicBezTo>
                  <a:pt x="202097" y="57863"/>
                  <a:pt x="209420" y="68697"/>
                  <a:pt x="214796" y="81118"/>
                </a:cubicBezTo>
                <a:cubicBezTo>
                  <a:pt x="220180" y="93525"/>
                  <a:pt x="222872" y="106729"/>
                  <a:pt x="222872" y="120723"/>
                </a:cubicBezTo>
                <a:cubicBezTo>
                  <a:pt x="222872" y="134724"/>
                  <a:pt x="220173" y="147921"/>
                  <a:pt x="214774" y="160305"/>
                </a:cubicBezTo>
                <a:cubicBezTo>
                  <a:pt x="209390" y="172712"/>
                  <a:pt x="202075" y="183546"/>
                  <a:pt x="192821" y="192821"/>
                </a:cubicBezTo>
                <a:cubicBezTo>
                  <a:pt x="183568" y="202075"/>
                  <a:pt x="172734" y="209383"/>
                  <a:pt x="160335" y="214745"/>
                </a:cubicBezTo>
                <a:cubicBezTo>
                  <a:pt x="147928" y="220114"/>
                  <a:pt x="134724" y="222792"/>
                  <a:pt x="120723" y="222792"/>
                </a:cubicBezTo>
                <a:close/>
                <a:moveTo>
                  <a:pt x="120701" y="120701"/>
                </a:moveTo>
                <a:close/>
                <a:moveTo>
                  <a:pt x="120679" y="205667"/>
                </a:moveTo>
                <a:cubicBezTo>
                  <a:pt x="144014" y="205667"/>
                  <a:pt x="164014" y="197357"/>
                  <a:pt x="180671" y="180722"/>
                </a:cubicBezTo>
                <a:cubicBezTo>
                  <a:pt x="197335" y="164095"/>
                  <a:pt x="205667" y="144095"/>
                  <a:pt x="205667" y="120723"/>
                </a:cubicBezTo>
                <a:cubicBezTo>
                  <a:pt x="205667" y="97358"/>
                  <a:pt x="197335" y="77351"/>
                  <a:pt x="180671" y="60702"/>
                </a:cubicBezTo>
                <a:cubicBezTo>
                  <a:pt x="164014" y="44059"/>
                  <a:pt x="144022" y="35735"/>
                  <a:pt x="120701" y="35735"/>
                </a:cubicBezTo>
                <a:cubicBezTo>
                  <a:pt x="97351" y="35735"/>
                  <a:pt x="77351" y="44059"/>
                  <a:pt x="60702" y="60702"/>
                </a:cubicBezTo>
                <a:cubicBezTo>
                  <a:pt x="44059" y="77351"/>
                  <a:pt x="35735" y="97351"/>
                  <a:pt x="35735" y="120701"/>
                </a:cubicBezTo>
                <a:cubicBezTo>
                  <a:pt x="35735" y="144087"/>
                  <a:pt x="44059" y="164095"/>
                  <a:pt x="60702" y="180722"/>
                </a:cubicBezTo>
                <a:cubicBezTo>
                  <a:pt x="77351" y="197357"/>
                  <a:pt x="97329" y="205667"/>
                  <a:pt x="120650" y="20566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2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7365" y="25150"/>
                </a:moveTo>
                <a:cubicBezTo>
                  <a:pt x="94988" y="25150"/>
                  <a:pt x="93020" y="24367"/>
                  <a:pt x="91484" y="22809"/>
                </a:cubicBezTo>
                <a:cubicBezTo>
                  <a:pt x="89940" y="21251"/>
                  <a:pt x="89165" y="19276"/>
                  <a:pt x="89165" y="16898"/>
                </a:cubicBezTo>
                <a:cubicBezTo>
                  <a:pt x="89165" y="14521"/>
                  <a:pt x="89940" y="12553"/>
                  <a:pt x="91484" y="11017"/>
                </a:cubicBezTo>
                <a:cubicBezTo>
                  <a:pt x="93020" y="9473"/>
                  <a:pt x="94988" y="8698"/>
                  <a:pt x="97365" y="8698"/>
                </a:cubicBezTo>
                <a:lnTo>
                  <a:pt x="144058" y="8698"/>
                </a:lnTo>
                <a:cubicBezTo>
                  <a:pt x="146443" y="8698"/>
                  <a:pt x="148403" y="9473"/>
                  <a:pt x="149947" y="11017"/>
                </a:cubicBezTo>
                <a:cubicBezTo>
                  <a:pt x="151490" y="12553"/>
                  <a:pt x="152259" y="14521"/>
                  <a:pt x="152259" y="16898"/>
                </a:cubicBezTo>
                <a:cubicBezTo>
                  <a:pt x="152259" y="19276"/>
                  <a:pt x="151490" y="21251"/>
                  <a:pt x="149947" y="22809"/>
                </a:cubicBezTo>
                <a:cubicBezTo>
                  <a:pt x="148403" y="24367"/>
                  <a:pt x="146443" y="25150"/>
                  <a:pt x="144058" y="25150"/>
                </a:cubicBezTo>
                <a:lnTo>
                  <a:pt x="97365" y="25150"/>
                </a:lnTo>
                <a:close/>
                <a:moveTo>
                  <a:pt x="126560" y="136465"/>
                </a:moveTo>
                <a:cubicBezTo>
                  <a:pt x="128118" y="134907"/>
                  <a:pt x="128901" y="132954"/>
                  <a:pt x="128901" y="130606"/>
                </a:cubicBezTo>
                <a:lnTo>
                  <a:pt x="128901" y="89070"/>
                </a:lnTo>
                <a:cubicBezTo>
                  <a:pt x="128901" y="86722"/>
                  <a:pt x="128118" y="84769"/>
                  <a:pt x="126560" y="83210"/>
                </a:cubicBezTo>
                <a:cubicBezTo>
                  <a:pt x="125002" y="81652"/>
                  <a:pt x="123049" y="80870"/>
                  <a:pt x="120701" y="80870"/>
                </a:cubicBezTo>
                <a:cubicBezTo>
                  <a:pt x="118353" y="80870"/>
                  <a:pt x="116399" y="81652"/>
                  <a:pt x="114841" y="83210"/>
                </a:cubicBezTo>
                <a:cubicBezTo>
                  <a:pt x="113283" y="84769"/>
                  <a:pt x="112500" y="86722"/>
                  <a:pt x="112500" y="89070"/>
                </a:cubicBezTo>
                <a:lnTo>
                  <a:pt x="112500" y="130606"/>
                </a:lnTo>
                <a:cubicBezTo>
                  <a:pt x="112500" y="132954"/>
                  <a:pt x="113283" y="134907"/>
                  <a:pt x="114841" y="136465"/>
                </a:cubicBezTo>
                <a:cubicBezTo>
                  <a:pt x="116399" y="138023"/>
                  <a:pt x="118353" y="138806"/>
                  <a:pt x="120701" y="138806"/>
                </a:cubicBezTo>
                <a:cubicBezTo>
                  <a:pt x="123049" y="138806"/>
                  <a:pt x="125002" y="138023"/>
                  <a:pt x="126560" y="136465"/>
                </a:cubicBezTo>
                <a:close/>
                <a:moveTo>
                  <a:pt x="84966" y="216508"/>
                </a:moveTo>
                <a:cubicBezTo>
                  <a:pt x="73803" y="211643"/>
                  <a:pt x="64052" y="205052"/>
                  <a:pt x="55720" y="196720"/>
                </a:cubicBezTo>
                <a:cubicBezTo>
                  <a:pt x="47373" y="188388"/>
                  <a:pt x="40775" y="178637"/>
                  <a:pt x="35932" y="167474"/>
                </a:cubicBezTo>
                <a:cubicBezTo>
                  <a:pt x="31090" y="156326"/>
                  <a:pt x="28668" y="144424"/>
                  <a:pt x="28668" y="131769"/>
                </a:cubicBezTo>
                <a:cubicBezTo>
                  <a:pt x="28668" y="119106"/>
                  <a:pt x="31090" y="107197"/>
                  <a:pt x="35932" y="96034"/>
                </a:cubicBezTo>
                <a:cubicBezTo>
                  <a:pt x="40775" y="84871"/>
                  <a:pt x="47373" y="75112"/>
                  <a:pt x="55720" y="66766"/>
                </a:cubicBezTo>
                <a:cubicBezTo>
                  <a:pt x="64074" y="58397"/>
                  <a:pt x="73832" y="51792"/>
                  <a:pt x="84995" y="46949"/>
                </a:cubicBezTo>
                <a:cubicBezTo>
                  <a:pt x="96144" y="42106"/>
                  <a:pt x="108046" y="39678"/>
                  <a:pt x="120701" y="39678"/>
                </a:cubicBezTo>
                <a:cubicBezTo>
                  <a:pt x="132017" y="39678"/>
                  <a:pt x="142668" y="41565"/>
                  <a:pt x="152661" y="45340"/>
                </a:cubicBezTo>
                <a:cubicBezTo>
                  <a:pt x="162653" y="49107"/>
                  <a:pt x="171519" y="54367"/>
                  <a:pt x="179266" y="61104"/>
                </a:cubicBezTo>
                <a:lnTo>
                  <a:pt x="186859" y="53511"/>
                </a:lnTo>
                <a:cubicBezTo>
                  <a:pt x="188535" y="51850"/>
                  <a:pt x="190466" y="51024"/>
                  <a:pt x="192646" y="51024"/>
                </a:cubicBezTo>
                <a:cubicBezTo>
                  <a:pt x="194840" y="51024"/>
                  <a:pt x="196764" y="51865"/>
                  <a:pt x="198425" y="53562"/>
                </a:cubicBezTo>
                <a:cubicBezTo>
                  <a:pt x="200085" y="55252"/>
                  <a:pt x="200919" y="57198"/>
                  <a:pt x="200919" y="59392"/>
                </a:cubicBezTo>
                <a:cubicBezTo>
                  <a:pt x="200919" y="61594"/>
                  <a:pt x="200085" y="63518"/>
                  <a:pt x="198425" y="65178"/>
                </a:cubicBezTo>
                <a:lnTo>
                  <a:pt x="190883" y="72720"/>
                </a:lnTo>
                <a:cubicBezTo>
                  <a:pt x="196954" y="79509"/>
                  <a:pt x="202112" y="87724"/>
                  <a:pt x="206376" y="97365"/>
                </a:cubicBezTo>
                <a:cubicBezTo>
                  <a:pt x="210634" y="107007"/>
                  <a:pt x="212763" y="118477"/>
                  <a:pt x="212763" y="131791"/>
                </a:cubicBezTo>
                <a:cubicBezTo>
                  <a:pt x="212763" y="144446"/>
                  <a:pt x="210327" y="156355"/>
                  <a:pt x="205469" y="167525"/>
                </a:cubicBezTo>
                <a:cubicBezTo>
                  <a:pt x="200627" y="178688"/>
                  <a:pt x="194021" y="188432"/>
                  <a:pt x="185652" y="196764"/>
                </a:cubicBezTo>
                <a:cubicBezTo>
                  <a:pt x="177306" y="205096"/>
                  <a:pt x="167547" y="211687"/>
                  <a:pt x="156384" y="216530"/>
                </a:cubicBezTo>
                <a:cubicBezTo>
                  <a:pt x="145236" y="221380"/>
                  <a:pt x="133334" y="223801"/>
                  <a:pt x="120679" y="223801"/>
                </a:cubicBezTo>
                <a:cubicBezTo>
                  <a:pt x="108016" y="223801"/>
                  <a:pt x="96114" y="221365"/>
                  <a:pt x="84966" y="216508"/>
                </a:cubicBezTo>
                <a:close/>
                <a:moveTo>
                  <a:pt x="173787" y="184826"/>
                </a:moveTo>
                <a:cubicBezTo>
                  <a:pt x="188337" y="170305"/>
                  <a:pt x="195608" y="152624"/>
                  <a:pt x="195608" y="131791"/>
                </a:cubicBezTo>
                <a:cubicBezTo>
                  <a:pt x="195608" y="110950"/>
                  <a:pt x="188344" y="93261"/>
                  <a:pt x="173809" y="78704"/>
                </a:cubicBezTo>
                <a:cubicBezTo>
                  <a:pt x="159259" y="64154"/>
                  <a:pt x="141564" y="56883"/>
                  <a:pt x="120723" y="56883"/>
                </a:cubicBezTo>
                <a:cubicBezTo>
                  <a:pt x="99889" y="56883"/>
                  <a:pt x="82194" y="64154"/>
                  <a:pt x="67644" y="78704"/>
                </a:cubicBezTo>
                <a:cubicBezTo>
                  <a:pt x="53094" y="93240"/>
                  <a:pt x="45815" y="110935"/>
                  <a:pt x="45815" y="131791"/>
                </a:cubicBezTo>
                <a:cubicBezTo>
                  <a:pt x="45815" y="152624"/>
                  <a:pt x="53086" y="170312"/>
                  <a:pt x="67614" y="184848"/>
                </a:cubicBezTo>
                <a:cubicBezTo>
                  <a:pt x="82172" y="199383"/>
                  <a:pt x="99860" y="206647"/>
                  <a:pt x="120701" y="206647"/>
                </a:cubicBezTo>
                <a:cubicBezTo>
                  <a:pt x="141542" y="206647"/>
                  <a:pt x="159230" y="199390"/>
                  <a:pt x="173787" y="184877"/>
                </a:cubicBezTo>
                <a:close/>
                <a:moveTo>
                  <a:pt x="120701" y="13201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4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980" y="205645"/>
                </a:moveTo>
                <a:lnTo>
                  <a:pt x="163400" y="205645"/>
                </a:lnTo>
                <a:lnTo>
                  <a:pt x="163400" y="174263"/>
                </a:lnTo>
                <a:cubicBezTo>
                  <a:pt x="163400" y="162361"/>
                  <a:pt x="159259" y="152302"/>
                  <a:pt x="150978" y="144087"/>
                </a:cubicBezTo>
                <a:cubicBezTo>
                  <a:pt x="142698" y="135887"/>
                  <a:pt x="132595" y="131791"/>
                  <a:pt x="120679" y="131791"/>
                </a:cubicBezTo>
                <a:cubicBezTo>
                  <a:pt x="108755" y="131791"/>
                  <a:pt x="98653" y="135887"/>
                  <a:pt x="90372" y="144087"/>
                </a:cubicBezTo>
                <a:cubicBezTo>
                  <a:pt x="82091" y="152288"/>
                  <a:pt x="77951" y="162339"/>
                  <a:pt x="77951" y="174263"/>
                </a:cubicBezTo>
                <a:lnTo>
                  <a:pt x="77951" y="205645"/>
                </a:lnTo>
                <a:close/>
                <a:moveTo>
                  <a:pt x="150978" y="97168"/>
                </a:moveTo>
                <a:cubicBezTo>
                  <a:pt x="159259" y="88880"/>
                  <a:pt x="163400" y="78785"/>
                  <a:pt x="163400" y="66861"/>
                </a:cubicBezTo>
                <a:lnTo>
                  <a:pt x="163400" y="35735"/>
                </a:lnTo>
                <a:lnTo>
                  <a:pt x="77980" y="35735"/>
                </a:lnTo>
                <a:lnTo>
                  <a:pt x="77980" y="66890"/>
                </a:lnTo>
                <a:cubicBezTo>
                  <a:pt x="77980" y="78792"/>
                  <a:pt x="82120" y="88894"/>
                  <a:pt x="90401" y="97190"/>
                </a:cubicBezTo>
                <a:cubicBezTo>
                  <a:pt x="98682" y="105471"/>
                  <a:pt x="108784" y="109611"/>
                  <a:pt x="120701" y="109611"/>
                </a:cubicBezTo>
                <a:cubicBezTo>
                  <a:pt x="132617" y="109611"/>
                  <a:pt x="142720" y="105471"/>
                  <a:pt x="151000" y="97190"/>
                </a:cubicBezTo>
                <a:close/>
                <a:moveTo>
                  <a:pt x="47300" y="222792"/>
                </a:moveTo>
                <a:cubicBezTo>
                  <a:pt x="44835" y="222792"/>
                  <a:pt x="42787" y="221980"/>
                  <a:pt x="41163" y="220356"/>
                </a:cubicBezTo>
                <a:cubicBezTo>
                  <a:pt x="39539" y="218732"/>
                  <a:pt x="38727" y="216684"/>
                  <a:pt x="38727" y="214218"/>
                </a:cubicBezTo>
                <a:cubicBezTo>
                  <a:pt x="38727" y="211753"/>
                  <a:pt x="39539" y="209712"/>
                  <a:pt x="41163" y="208081"/>
                </a:cubicBezTo>
                <a:cubicBezTo>
                  <a:pt x="42787" y="206457"/>
                  <a:pt x="44835" y="205645"/>
                  <a:pt x="47300" y="205645"/>
                </a:cubicBezTo>
                <a:lnTo>
                  <a:pt x="60855" y="205645"/>
                </a:lnTo>
                <a:lnTo>
                  <a:pt x="60855" y="174263"/>
                </a:lnTo>
                <a:cubicBezTo>
                  <a:pt x="60855" y="162478"/>
                  <a:pt x="64110" y="151747"/>
                  <a:pt x="70636" y="142076"/>
                </a:cubicBezTo>
                <a:cubicBezTo>
                  <a:pt x="77175" y="132383"/>
                  <a:pt x="85851" y="125258"/>
                  <a:pt x="96663" y="120701"/>
                </a:cubicBezTo>
                <a:cubicBezTo>
                  <a:pt x="85829" y="115975"/>
                  <a:pt x="77153" y="108762"/>
                  <a:pt x="70636" y="99077"/>
                </a:cubicBezTo>
                <a:cubicBezTo>
                  <a:pt x="64110" y="89384"/>
                  <a:pt x="60855" y="78660"/>
                  <a:pt x="60855" y="66890"/>
                </a:cubicBezTo>
                <a:lnTo>
                  <a:pt x="60855" y="35757"/>
                </a:lnTo>
                <a:lnTo>
                  <a:pt x="47300" y="35757"/>
                </a:lnTo>
                <a:cubicBezTo>
                  <a:pt x="44835" y="35757"/>
                  <a:pt x="42787" y="34945"/>
                  <a:pt x="41163" y="33321"/>
                </a:cubicBezTo>
                <a:cubicBezTo>
                  <a:pt x="39539" y="31689"/>
                  <a:pt x="38727" y="29649"/>
                  <a:pt x="38727" y="27183"/>
                </a:cubicBezTo>
                <a:cubicBezTo>
                  <a:pt x="38727" y="24718"/>
                  <a:pt x="39539" y="22662"/>
                  <a:pt x="41163" y="21024"/>
                </a:cubicBezTo>
                <a:cubicBezTo>
                  <a:pt x="42787" y="19378"/>
                  <a:pt x="44835" y="18559"/>
                  <a:pt x="47300" y="18559"/>
                </a:cubicBezTo>
                <a:lnTo>
                  <a:pt x="194102" y="18559"/>
                </a:lnTo>
                <a:cubicBezTo>
                  <a:pt x="196567" y="18559"/>
                  <a:pt x="198622" y="19378"/>
                  <a:pt x="200261" y="21024"/>
                </a:cubicBezTo>
                <a:cubicBezTo>
                  <a:pt x="201907" y="22662"/>
                  <a:pt x="202726" y="24718"/>
                  <a:pt x="202726" y="27183"/>
                </a:cubicBezTo>
                <a:cubicBezTo>
                  <a:pt x="202726" y="29649"/>
                  <a:pt x="201907" y="31689"/>
                  <a:pt x="200261" y="33321"/>
                </a:cubicBezTo>
                <a:cubicBezTo>
                  <a:pt x="198622" y="34945"/>
                  <a:pt x="196567" y="35757"/>
                  <a:pt x="194102" y="35757"/>
                </a:cubicBezTo>
                <a:lnTo>
                  <a:pt x="180598" y="35757"/>
                </a:lnTo>
                <a:lnTo>
                  <a:pt x="180598" y="66890"/>
                </a:lnTo>
                <a:cubicBezTo>
                  <a:pt x="180598" y="78675"/>
                  <a:pt x="177335" y="89399"/>
                  <a:pt x="170817" y="99077"/>
                </a:cubicBezTo>
                <a:cubicBezTo>
                  <a:pt x="164292" y="108762"/>
                  <a:pt x="155624" y="115975"/>
                  <a:pt x="144790" y="120701"/>
                </a:cubicBezTo>
                <a:cubicBezTo>
                  <a:pt x="155624" y="125258"/>
                  <a:pt x="164292" y="132383"/>
                  <a:pt x="170817" y="142076"/>
                </a:cubicBezTo>
                <a:cubicBezTo>
                  <a:pt x="177335" y="151761"/>
                  <a:pt x="180598" y="162493"/>
                  <a:pt x="180598" y="174263"/>
                </a:cubicBezTo>
                <a:lnTo>
                  <a:pt x="180598" y="205645"/>
                </a:lnTo>
                <a:lnTo>
                  <a:pt x="194102" y="205645"/>
                </a:lnTo>
                <a:cubicBezTo>
                  <a:pt x="196567" y="205645"/>
                  <a:pt x="198622" y="206457"/>
                  <a:pt x="200261" y="208081"/>
                </a:cubicBezTo>
                <a:cubicBezTo>
                  <a:pt x="201907" y="209712"/>
                  <a:pt x="202726" y="211753"/>
                  <a:pt x="202726" y="214218"/>
                </a:cubicBezTo>
                <a:cubicBezTo>
                  <a:pt x="202726" y="216684"/>
                  <a:pt x="201907" y="218732"/>
                  <a:pt x="200261" y="220356"/>
                </a:cubicBezTo>
                <a:cubicBezTo>
                  <a:pt x="198622" y="221980"/>
                  <a:pt x="196567" y="222792"/>
                  <a:pt x="194102" y="222792"/>
                </a:cubicBezTo>
                <a:lnTo>
                  <a:pt x="47300" y="2227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6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815" y="222792"/>
                </a:moveTo>
                <a:cubicBezTo>
                  <a:pt x="41192" y="222792"/>
                  <a:pt x="37176" y="221095"/>
                  <a:pt x="33774" y="217686"/>
                </a:cubicBezTo>
                <a:cubicBezTo>
                  <a:pt x="30365" y="214284"/>
                  <a:pt x="28668" y="210268"/>
                  <a:pt x="28668" y="205645"/>
                </a:cubicBezTo>
                <a:lnTo>
                  <a:pt x="28668" y="50819"/>
                </a:lnTo>
                <a:cubicBezTo>
                  <a:pt x="28668" y="46174"/>
                  <a:pt x="30365" y="42150"/>
                  <a:pt x="33774" y="38749"/>
                </a:cubicBezTo>
                <a:cubicBezTo>
                  <a:pt x="37176" y="35347"/>
                  <a:pt x="41192" y="33643"/>
                  <a:pt x="45815" y="33643"/>
                </a:cubicBezTo>
                <a:lnTo>
                  <a:pt x="61609" y="33643"/>
                </a:lnTo>
                <a:lnTo>
                  <a:pt x="61609" y="27132"/>
                </a:lnTo>
                <a:cubicBezTo>
                  <a:pt x="61609" y="24733"/>
                  <a:pt x="62428" y="22699"/>
                  <a:pt x="64074" y="21024"/>
                </a:cubicBezTo>
                <a:cubicBezTo>
                  <a:pt x="65712" y="19363"/>
                  <a:pt x="67768" y="18529"/>
                  <a:pt x="70233" y="18529"/>
                </a:cubicBezTo>
                <a:cubicBezTo>
                  <a:pt x="72698" y="18529"/>
                  <a:pt x="74776" y="19363"/>
                  <a:pt x="76466" y="21024"/>
                </a:cubicBezTo>
                <a:cubicBezTo>
                  <a:pt x="78163" y="22684"/>
                  <a:pt x="79011" y="24718"/>
                  <a:pt x="79011" y="27132"/>
                </a:cubicBezTo>
                <a:lnTo>
                  <a:pt x="79011" y="33643"/>
                </a:lnTo>
                <a:lnTo>
                  <a:pt x="162471" y="33643"/>
                </a:lnTo>
                <a:lnTo>
                  <a:pt x="162471" y="27132"/>
                </a:lnTo>
                <a:cubicBezTo>
                  <a:pt x="162471" y="24733"/>
                  <a:pt x="163290" y="22699"/>
                  <a:pt x="164936" y="21024"/>
                </a:cubicBezTo>
                <a:cubicBezTo>
                  <a:pt x="166574" y="19363"/>
                  <a:pt x="168623" y="18529"/>
                  <a:pt x="171066" y="18529"/>
                </a:cubicBezTo>
                <a:cubicBezTo>
                  <a:pt x="173517" y="18529"/>
                  <a:pt x="175594" y="19363"/>
                  <a:pt x="177306" y="21024"/>
                </a:cubicBezTo>
                <a:cubicBezTo>
                  <a:pt x="178996" y="22684"/>
                  <a:pt x="179844" y="24718"/>
                  <a:pt x="179844" y="27132"/>
                </a:cubicBezTo>
                <a:lnTo>
                  <a:pt x="179844" y="33643"/>
                </a:lnTo>
                <a:lnTo>
                  <a:pt x="195660" y="33643"/>
                </a:lnTo>
                <a:cubicBezTo>
                  <a:pt x="200305" y="33643"/>
                  <a:pt x="204328" y="35347"/>
                  <a:pt x="207730" y="38749"/>
                </a:cubicBezTo>
                <a:cubicBezTo>
                  <a:pt x="211131" y="42150"/>
                  <a:pt x="212836" y="46174"/>
                  <a:pt x="212836" y="50819"/>
                </a:cubicBezTo>
                <a:lnTo>
                  <a:pt x="212836" y="205645"/>
                </a:lnTo>
                <a:cubicBezTo>
                  <a:pt x="212836" y="210268"/>
                  <a:pt x="211131" y="214284"/>
                  <a:pt x="207730" y="217686"/>
                </a:cubicBezTo>
                <a:cubicBezTo>
                  <a:pt x="204328" y="221095"/>
                  <a:pt x="200305" y="222792"/>
                  <a:pt x="195660" y="222792"/>
                </a:cubicBezTo>
                <a:lnTo>
                  <a:pt x="45866" y="222792"/>
                </a:lnTo>
                <a:close/>
                <a:moveTo>
                  <a:pt x="45815" y="205667"/>
                </a:moveTo>
                <a:lnTo>
                  <a:pt x="195608" y="205667"/>
                </a:lnTo>
                <a:lnTo>
                  <a:pt x="195608" y="98068"/>
                </a:lnTo>
                <a:lnTo>
                  <a:pt x="45815" y="98068"/>
                </a:lnTo>
                <a:lnTo>
                  <a:pt x="45815" y="205667"/>
                </a:lnTo>
                <a:close/>
                <a:moveTo>
                  <a:pt x="45815" y="82984"/>
                </a:moveTo>
                <a:lnTo>
                  <a:pt x="195608" y="82984"/>
                </a:lnTo>
                <a:lnTo>
                  <a:pt x="195608" y="50848"/>
                </a:lnTo>
                <a:lnTo>
                  <a:pt x="45815" y="50848"/>
                </a:lnTo>
                <a:lnTo>
                  <a:pt x="45815" y="82984"/>
                </a:lnTo>
                <a:close/>
                <a:moveTo>
                  <a:pt x="45815" y="82984"/>
                </a:moveTo>
                <a:lnTo>
                  <a:pt x="45815" y="50848"/>
                </a:lnTo>
                <a:lnTo>
                  <a:pt x="45815" y="82984"/>
                </a:lnTo>
                <a:close/>
                <a:moveTo>
                  <a:pt x="120723" y="141169"/>
                </a:moveTo>
                <a:cubicBezTo>
                  <a:pt x="117775" y="141169"/>
                  <a:pt x="115302" y="140174"/>
                  <a:pt x="113305" y="138177"/>
                </a:cubicBezTo>
                <a:cubicBezTo>
                  <a:pt x="111315" y="136180"/>
                  <a:pt x="110313" y="133715"/>
                  <a:pt x="110313" y="130781"/>
                </a:cubicBezTo>
                <a:cubicBezTo>
                  <a:pt x="110313" y="127848"/>
                  <a:pt x="111315" y="125375"/>
                  <a:pt x="113305" y="123364"/>
                </a:cubicBezTo>
                <a:cubicBezTo>
                  <a:pt x="115302" y="121352"/>
                  <a:pt x="117775" y="120350"/>
                  <a:pt x="120723" y="120350"/>
                </a:cubicBezTo>
                <a:cubicBezTo>
                  <a:pt x="123678" y="120350"/>
                  <a:pt x="126151" y="121345"/>
                  <a:pt x="128148" y="123342"/>
                </a:cubicBezTo>
                <a:cubicBezTo>
                  <a:pt x="130137" y="125339"/>
                  <a:pt x="131140" y="127804"/>
                  <a:pt x="131140" y="130737"/>
                </a:cubicBezTo>
                <a:cubicBezTo>
                  <a:pt x="131140" y="133671"/>
                  <a:pt x="130137" y="136143"/>
                  <a:pt x="128148" y="138155"/>
                </a:cubicBezTo>
                <a:cubicBezTo>
                  <a:pt x="126151" y="140167"/>
                  <a:pt x="123678" y="141169"/>
                  <a:pt x="120723" y="141169"/>
                </a:cubicBezTo>
                <a:close/>
                <a:moveTo>
                  <a:pt x="73072" y="138177"/>
                </a:moveTo>
                <a:cubicBezTo>
                  <a:pt x="71060" y="136180"/>
                  <a:pt x="70058" y="133715"/>
                  <a:pt x="70058" y="130781"/>
                </a:cubicBezTo>
                <a:cubicBezTo>
                  <a:pt x="70058" y="127848"/>
                  <a:pt x="71053" y="125375"/>
                  <a:pt x="73050" y="123364"/>
                </a:cubicBezTo>
                <a:cubicBezTo>
                  <a:pt x="75047" y="121352"/>
                  <a:pt x="77512" y="120350"/>
                  <a:pt x="80445" y="120350"/>
                </a:cubicBezTo>
                <a:cubicBezTo>
                  <a:pt x="83379" y="120350"/>
                  <a:pt x="85851" y="121345"/>
                  <a:pt x="87863" y="123342"/>
                </a:cubicBezTo>
                <a:cubicBezTo>
                  <a:pt x="89875" y="125339"/>
                  <a:pt x="90877" y="127804"/>
                  <a:pt x="90877" y="130737"/>
                </a:cubicBezTo>
                <a:cubicBezTo>
                  <a:pt x="90877" y="133671"/>
                  <a:pt x="89882" y="136143"/>
                  <a:pt x="87885" y="138155"/>
                </a:cubicBezTo>
                <a:cubicBezTo>
                  <a:pt x="85888" y="140167"/>
                  <a:pt x="83423" y="141169"/>
                  <a:pt x="80489" y="141169"/>
                </a:cubicBezTo>
                <a:cubicBezTo>
                  <a:pt x="77556" y="141169"/>
                  <a:pt x="75083" y="140174"/>
                  <a:pt x="73072" y="138177"/>
                </a:cubicBezTo>
                <a:close/>
                <a:moveTo>
                  <a:pt x="160956" y="141169"/>
                </a:moveTo>
                <a:cubicBezTo>
                  <a:pt x="158060" y="141169"/>
                  <a:pt x="155594" y="140174"/>
                  <a:pt x="153568" y="138177"/>
                </a:cubicBezTo>
                <a:cubicBezTo>
                  <a:pt x="151542" y="136180"/>
                  <a:pt x="150525" y="133715"/>
                  <a:pt x="150525" y="130781"/>
                </a:cubicBezTo>
                <a:cubicBezTo>
                  <a:pt x="150525" y="127848"/>
                  <a:pt x="151542" y="125375"/>
                  <a:pt x="153568" y="123364"/>
                </a:cubicBezTo>
                <a:cubicBezTo>
                  <a:pt x="155594" y="121352"/>
                  <a:pt x="158060" y="120350"/>
                  <a:pt x="160956" y="120350"/>
                </a:cubicBezTo>
                <a:cubicBezTo>
                  <a:pt x="163875" y="120350"/>
                  <a:pt x="166340" y="121345"/>
                  <a:pt x="168352" y="123342"/>
                </a:cubicBezTo>
                <a:cubicBezTo>
                  <a:pt x="170364" y="125339"/>
                  <a:pt x="171373" y="127804"/>
                  <a:pt x="171373" y="130737"/>
                </a:cubicBezTo>
                <a:cubicBezTo>
                  <a:pt x="171373" y="133671"/>
                  <a:pt x="170371" y="136143"/>
                  <a:pt x="168381" y="138155"/>
                </a:cubicBezTo>
                <a:cubicBezTo>
                  <a:pt x="166384" y="140167"/>
                  <a:pt x="163912" y="141169"/>
                  <a:pt x="160956" y="141169"/>
                </a:cubicBezTo>
                <a:close/>
                <a:moveTo>
                  <a:pt x="120723" y="181402"/>
                </a:moveTo>
                <a:cubicBezTo>
                  <a:pt x="117775" y="181402"/>
                  <a:pt x="115302" y="180386"/>
                  <a:pt x="113305" y="178359"/>
                </a:cubicBezTo>
                <a:cubicBezTo>
                  <a:pt x="111315" y="176333"/>
                  <a:pt x="110313" y="173868"/>
                  <a:pt x="110313" y="170971"/>
                </a:cubicBezTo>
                <a:cubicBezTo>
                  <a:pt x="110313" y="168052"/>
                  <a:pt x="111315" y="165587"/>
                  <a:pt x="113305" y="163575"/>
                </a:cubicBezTo>
                <a:cubicBezTo>
                  <a:pt x="115302" y="161564"/>
                  <a:pt x="117775" y="160554"/>
                  <a:pt x="120723" y="160554"/>
                </a:cubicBezTo>
                <a:cubicBezTo>
                  <a:pt x="123678" y="160554"/>
                  <a:pt x="126151" y="161556"/>
                  <a:pt x="128140" y="163553"/>
                </a:cubicBezTo>
                <a:cubicBezTo>
                  <a:pt x="130137" y="165543"/>
                  <a:pt x="131140" y="168016"/>
                  <a:pt x="131140" y="170971"/>
                </a:cubicBezTo>
                <a:cubicBezTo>
                  <a:pt x="131140" y="173868"/>
                  <a:pt x="130137" y="176333"/>
                  <a:pt x="128140" y="178359"/>
                </a:cubicBezTo>
                <a:cubicBezTo>
                  <a:pt x="126151" y="180386"/>
                  <a:pt x="123678" y="181402"/>
                  <a:pt x="120723" y="181402"/>
                </a:cubicBezTo>
                <a:close/>
                <a:moveTo>
                  <a:pt x="73072" y="178359"/>
                </a:moveTo>
                <a:cubicBezTo>
                  <a:pt x="71060" y="176333"/>
                  <a:pt x="70058" y="173868"/>
                  <a:pt x="70058" y="170971"/>
                </a:cubicBezTo>
                <a:cubicBezTo>
                  <a:pt x="70058" y="168052"/>
                  <a:pt x="71053" y="165587"/>
                  <a:pt x="73050" y="163575"/>
                </a:cubicBezTo>
                <a:cubicBezTo>
                  <a:pt x="75047" y="161564"/>
                  <a:pt x="77512" y="160554"/>
                  <a:pt x="80445" y="160554"/>
                </a:cubicBezTo>
                <a:cubicBezTo>
                  <a:pt x="83379" y="160554"/>
                  <a:pt x="85851" y="161556"/>
                  <a:pt x="87863" y="163553"/>
                </a:cubicBezTo>
                <a:cubicBezTo>
                  <a:pt x="89875" y="165543"/>
                  <a:pt x="90877" y="168016"/>
                  <a:pt x="90877" y="170971"/>
                </a:cubicBezTo>
                <a:cubicBezTo>
                  <a:pt x="90877" y="173868"/>
                  <a:pt x="89882" y="176333"/>
                  <a:pt x="87885" y="178359"/>
                </a:cubicBezTo>
                <a:cubicBezTo>
                  <a:pt x="85888" y="180386"/>
                  <a:pt x="83423" y="181402"/>
                  <a:pt x="80489" y="181402"/>
                </a:cubicBezTo>
                <a:cubicBezTo>
                  <a:pt x="77556" y="181402"/>
                  <a:pt x="75083" y="180386"/>
                  <a:pt x="73072" y="178359"/>
                </a:cubicBezTo>
                <a:close/>
                <a:moveTo>
                  <a:pt x="160956" y="181402"/>
                </a:moveTo>
                <a:cubicBezTo>
                  <a:pt x="158060" y="181402"/>
                  <a:pt x="155594" y="180386"/>
                  <a:pt x="153568" y="178359"/>
                </a:cubicBezTo>
                <a:cubicBezTo>
                  <a:pt x="151542" y="176333"/>
                  <a:pt x="150525" y="173868"/>
                  <a:pt x="150525" y="170971"/>
                </a:cubicBezTo>
                <a:cubicBezTo>
                  <a:pt x="150525" y="168052"/>
                  <a:pt x="151542" y="165587"/>
                  <a:pt x="153568" y="163575"/>
                </a:cubicBezTo>
                <a:cubicBezTo>
                  <a:pt x="155594" y="161564"/>
                  <a:pt x="158060" y="160554"/>
                  <a:pt x="160956" y="160554"/>
                </a:cubicBezTo>
                <a:cubicBezTo>
                  <a:pt x="163875" y="160554"/>
                  <a:pt x="166340" y="161556"/>
                  <a:pt x="168352" y="163553"/>
                </a:cubicBezTo>
                <a:cubicBezTo>
                  <a:pt x="170364" y="165543"/>
                  <a:pt x="171373" y="168016"/>
                  <a:pt x="171373" y="170971"/>
                </a:cubicBezTo>
                <a:cubicBezTo>
                  <a:pt x="171373" y="173868"/>
                  <a:pt x="170371" y="176333"/>
                  <a:pt x="168381" y="178359"/>
                </a:cubicBezTo>
                <a:cubicBezTo>
                  <a:pt x="166384" y="180386"/>
                  <a:pt x="163912" y="181402"/>
                  <a:pt x="160956" y="18140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8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8988"/>
                </a:moveTo>
                <a:cubicBezTo>
                  <a:pt x="128075" y="174263"/>
                  <a:pt x="125734" y="168476"/>
                  <a:pt x="125734" y="161637"/>
                </a:cubicBezTo>
                <a:cubicBezTo>
                  <a:pt x="125734" y="154797"/>
                  <a:pt x="128096" y="149033"/>
                  <a:pt x="132822" y="144336"/>
                </a:cubicBezTo>
                <a:cubicBezTo>
                  <a:pt x="137548" y="139647"/>
                  <a:pt x="143334" y="137299"/>
                  <a:pt x="150174" y="137299"/>
                </a:cubicBezTo>
                <a:cubicBezTo>
                  <a:pt x="157013" y="137299"/>
                  <a:pt x="162778" y="139662"/>
                  <a:pt x="167474" y="144387"/>
                </a:cubicBezTo>
                <a:cubicBezTo>
                  <a:pt x="172163" y="149113"/>
                  <a:pt x="174511" y="154899"/>
                  <a:pt x="174511" y="161739"/>
                </a:cubicBezTo>
                <a:cubicBezTo>
                  <a:pt x="174511" y="168579"/>
                  <a:pt x="172149" y="174343"/>
                  <a:pt x="167423" y="179040"/>
                </a:cubicBezTo>
                <a:cubicBezTo>
                  <a:pt x="162697" y="183736"/>
                  <a:pt x="156911" y="186084"/>
                  <a:pt x="150071" y="186084"/>
                </a:cubicBezTo>
                <a:cubicBezTo>
                  <a:pt x="143232" y="186084"/>
                  <a:pt x="137467" y="183714"/>
                  <a:pt x="132771" y="178988"/>
                </a:cubicBezTo>
                <a:close/>
                <a:moveTo>
                  <a:pt x="45815" y="222792"/>
                </a:moveTo>
                <a:cubicBezTo>
                  <a:pt x="41192" y="222792"/>
                  <a:pt x="37176" y="221095"/>
                  <a:pt x="33774" y="217686"/>
                </a:cubicBezTo>
                <a:cubicBezTo>
                  <a:pt x="30365" y="214284"/>
                  <a:pt x="28668" y="210268"/>
                  <a:pt x="28668" y="205645"/>
                </a:cubicBezTo>
                <a:lnTo>
                  <a:pt x="28668" y="50819"/>
                </a:lnTo>
                <a:cubicBezTo>
                  <a:pt x="28668" y="46174"/>
                  <a:pt x="30365" y="42150"/>
                  <a:pt x="33774" y="38749"/>
                </a:cubicBezTo>
                <a:cubicBezTo>
                  <a:pt x="37176" y="35347"/>
                  <a:pt x="41192" y="33643"/>
                  <a:pt x="45815" y="33643"/>
                </a:cubicBezTo>
                <a:lnTo>
                  <a:pt x="61609" y="33643"/>
                </a:lnTo>
                <a:lnTo>
                  <a:pt x="61609" y="27132"/>
                </a:lnTo>
                <a:cubicBezTo>
                  <a:pt x="61609" y="24733"/>
                  <a:pt x="62428" y="22699"/>
                  <a:pt x="64074" y="21024"/>
                </a:cubicBezTo>
                <a:cubicBezTo>
                  <a:pt x="65712" y="19363"/>
                  <a:pt x="67768" y="18529"/>
                  <a:pt x="70233" y="18529"/>
                </a:cubicBezTo>
                <a:cubicBezTo>
                  <a:pt x="72698" y="18529"/>
                  <a:pt x="74776" y="19363"/>
                  <a:pt x="76466" y="21024"/>
                </a:cubicBezTo>
                <a:cubicBezTo>
                  <a:pt x="78163" y="22684"/>
                  <a:pt x="79011" y="24718"/>
                  <a:pt x="79011" y="27132"/>
                </a:cubicBezTo>
                <a:lnTo>
                  <a:pt x="79011" y="33643"/>
                </a:lnTo>
                <a:lnTo>
                  <a:pt x="162471" y="33643"/>
                </a:lnTo>
                <a:lnTo>
                  <a:pt x="162471" y="27132"/>
                </a:lnTo>
                <a:cubicBezTo>
                  <a:pt x="162471" y="24733"/>
                  <a:pt x="163290" y="22699"/>
                  <a:pt x="164936" y="21024"/>
                </a:cubicBezTo>
                <a:cubicBezTo>
                  <a:pt x="166574" y="19363"/>
                  <a:pt x="168623" y="18529"/>
                  <a:pt x="171066" y="18529"/>
                </a:cubicBezTo>
                <a:cubicBezTo>
                  <a:pt x="173517" y="18529"/>
                  <a:pt x="175594" y="19363"/>
                  <a:pt x="177306" y="21024"/>
                </a:cubicBezTo>
                <a:cubicBezTo>
                  <a:pt x="178996" y="22684"/>
                  <a:pt x="179844" y="24718"/>
                  <a:pt x="179844" y="27132"/>
                </a:cubicBezTo>
                <a:lnTo>
                  <a:pt x="179844" y="33643"/>
                </a:lnTo>
                <a:lnTo>
                  <a:pt x="195660" y="33643"/>
                </a:lnTo>
                <a:cubicBezTo>
                  <a:pt x="200305" y="33643"/>
                  <a:pt x="204328" y="35347"/>
                  <a:pt x="207730" y="38749"/>
                </a:cubicBezTo>
                <a:cubicBezTo>
                  <a:pt x="211131" y="42150"/>
                  <a:pt x="212836" y="46174"/>
                  <a:pt x="212836" y="50819"/>
                </a:cubicBezTo>
                <a:lnTo>
                  <a:pt x="212836" y="205645"/>
                </a:lnTo>
                <a:cubicBezTo>
                  <a:pt x="212836" y="210268"/>
                  <a:pt x="211131" y="214284"/>
                  <a:pt x="207730" y="217686"/>
                </a:cubicBezTo>
                <a:cubicBezTo>
                  <a:pt x="204328" y="221095"/>
                  <a:pt x="200305" y="222792"/>
                  <a:pt x="195660" y="222792"/>
                </a:cubicBezTo>
                <a:lnTo>
                  <a:pt x="45866" y="222792"/>
                </a:lnTo>
                <a:close/>
                <a:moveTo>
                  <a:pt x="45815" y="205667"/>
                </a:moveTo>
                <a:lnTo>
                  <a:pt x="195608" y="205667"/>
                </a:lnTo>
                <a:lnTo>
                  <a:pt x="195608" y="98068"/>
                </a:lnTo>
                <a:lnTo>
                  <a:pt x="45815" y="98068"/>
                </a:lnTo>
                <a:lnTo>
                  <a:pt x="45815" y="205667"/>
                </a:lnTo>
                <a:close/>
                <a:moveTo>
                  <a:pt x="45815" y="82984"/>
                </a:moveTo>
                <a:lnTo>
                  <a:pt x="195608" y="82984"/>
                </a:lnTo>
                <a:lnTo>
                  <a:pt x="195608" y="50848"/>
                </a:lnTo>
                <a:lnTo>
                  <a:pt x="45815" y="50848"/>
                </a:lnTo>
                <a:lnTo>
                  <a:pt x="45815" y="82984"/>
                </a:lnTo>
                <a:close/>
                <a:moveTo>
                  <a:pt x="45815" y="82984"/>
                </a:moveTo>
                <a:lnTo>
                  <a:pt x="45815" y="50848"/>
                </a:lnTo>
                <a:lnTo>
                  <a:pt x="45815" y="8298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30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346"/>
                </a:moveTo>
                <a:lnTo>
                  <a:pt x="149691" y="121527"/>
                </a:lnTo>
                <a:cubicBezTo>
                  <a:pt x="151286" y="119940"/>
                  <a:pt x="153129" y="119187"/>
                  <a:pt x="155229" y="119267"/>
                </a:cubicBezTo>
                <a:cubicBezTo>
                  <a:pt x="157321" y="119355"/>
                  <a:pt x="159149" y="120189"/>
                  <a:pt x="160708" y="121783"/>
                </a:cubicBezTo>
                <a:cubicBezTo>
                  <a:pt x="162266" y="123378"/>
                  <a:pt x="163048" y="125229"/>
                  <a:pt x="163048" y="127343"/>
                </a:cubicBezTo>
                <a:cubicBezTo>
                  <a:pt x="163048" y="129450"/>
                  <a:pt x="162273" y="131257"/>
                  <a:pt x="160730" y="132749"/>
                </a:cubicBezTo>
                <a:lnTo>
                  <a:pt x="114893" y="178535"/>
                </a:lnTo>
                <a:cubicBezTo>
                  <a:pt x="113181" y="180247"/>
                  <a:pt x="111176" y="181102"/>
                  <a:pt x="108879" y="181102"/>
                </a:cubicBezTo>
                <a:cubicBezTo>
                  <a:pt x="106582" y="181102"/>
                  <a:pt x="104585" y="180247"/>
                  <a:pt x="102874" y="178535"/>
                </a:cubicBezTo>
                <a:lnTo>
                  <a:pt x="79209" y="155126"/>
                </a:lnTo>
                <a:cubicBezTo>
                  <a:pt x="77614" y="153634"/>
                  <a:pt x="76824" y="151820"/>
                  <a:pt x="76824" y="149691"/>
                </a:cubicBezTo>
                <a:cubicBezTo>
                  <a:pt x="76824" y="147584"/>
                  <a:pt x="77600" y="145726"/>
                  <a:pt x="79158" y="144139"/>
                </a:cubicBezTo>
                <a:cubicBezTo>
                  <a:pt x="80716" y="142544"/>
                  <a:pt x="82545" y="141791"/>
                  <a:pt x="84644" y="141871"/>
                </a:cubicBezTo>
                <a:cubicBezTo>
                  <a:pt x="86736" y="141959"/>
                  <a:pt x="88580" y="142712"/>
                  <a:pt x="90174" y="144139"/>
                </a:cubicBezTo>
                <a:lnTo>
                  <a:pt x="108879" y="162346"/>
                </a:lnTo>
                <a:close/>
                <a:moveTo>
                  <a:pt x="45815" y="222792"/>
                </a:moveTo>
                <a:cubicBezTo>
                  <a:pt x="41192" y="222792"/>
                  <a:pt x="37176" y="221095"/>
                  <a:pt x="33774" y="217686"/>
                </a:cubicBezTo>
                <a:cubicBezTo>
                  <a:pt x="30365" y="214284"/>
                  <a:pt x="28668" y="210268"/>
                  <a:pt x="28668" y="205645"/>
                </a:cubicBezTo>
                <a:lnTo>
                  <a:pt x="28668" y="50819"/>
                </a:lnTo>
                <a:cubicBezTo>
                  <a:pt x="28668" y="46174"/>
                  <a:pt x="30365" y="42150"/>
                  <a:pt x="33774" y="38749"/>
                </a:cubicBezTo>
                <a:cubicBezTo>
                  <a:pt x="37176" y="35347"/>
                  <a:pt x="41192" y="33643"/>
                  <a:pt x="45815" y="33643"/>
                </a:cubicBezTo>
                <a:lnTo>
                  <a:pt x="61609" y="33643"/>
                </a:lnTo>
                <a:lnTo>
                  <a:pt x="61609" y="27132"/>
                </a:lnTo>
                <a:cubicBezTo>
                  <a:pt x="61609" y="24733"/>
                  <a:pt x="62428" y="22699"/>
                  <a:pt x="64074" y="21024"/>
                </a:cubicBezTo>
                <a:cubicBezTo>
                  <a:pt x="65712" y="19363"/>
                  <a:pt x="67768" y="18529"/>
                  <a:pt x="70233" y="18529"/>
                </a:cubicBezTo>
                <a:cubicBezTo>
                  <a:pt x="72698" y="18529"/>
                  <a:pt x="74776" y="19363"/>
                  <a:pt x="76466" y="21024"/>
                </a:cubicBezTo>
                <a:cubicBezTo>
                  <a:pt x="78163" y="22684"/>
                  <a:pt x="79011" y="24718"/>
                  <a:pt x="79011" y="27132"/>
                </a:cubicBezTo>
                <a:lnTo>
                  <a:pt x="79011" y="33643"/>
                </a:lnTo>
                <a:lnTo>
                  <a:pt x="162471" y="33643"/>
                </a:lnTo>
                <a:lnTo>
                  <a:pt x="162471" y="27132"/>
                </a:lnTo>
                <a:cubicBezTo>
                  <a:pt x="162471" y="24733"/>
                  <a:pt x="163290" y="22699"/>
                  <a:pt x="164936" y="21024"/>
                </a:cubicBezTo>
                <a:cubicBezTo>
                  <a:pt x="166574" y="19363"/>
                  <a:pt x="168623" y="18529"/>
                  <a:pt x="171066" y="18529"/>
                </a:cubicBezTo>
                <a:cubicBezTo>
                  <a:pt x="173517" y="18529"/>
                  <a:pt x="175594" y="19363"/>
                  <a:pt x="177306" y="21024"/>
                </a:cubicBezTo>
                <a:cubicBezTo>
                  <a:pt x="178996" y="22684"/>
                  <a:pt x="179844" y="24718"/>
                  <a:pt x="179844" y="27132"/>
                </a:cubicBezTo>
                <a:lnTo>
                  <a:pt x="179844" y="33643"/>
                </a:lnTo>
                <a:lnTo>
                  <a:pt x="195660" y="33643"/>
                </a:lnTo>
                <a:cubicBezTo>
                  <a:pt x="200305" y="33643"/>
                  <a:pt x="204328" y="35347"/>
                  <a:pt x="207730" y="38749"/>
                </a:cubicBezTo>
                <a:cubicBezTo>
                  <a:pt x="211131" y="42150"/>
                  <a:pt x="212836" y="46174"/>
                  <a:pt x="212836" y="50819"/>
                </a:cubicBezTo>
                <a:lnTo>
                  <a:pt x="212836" y="205645"/>
                </a:lnTo>
                <a:cubicBezTo>
                  <a:pt x="212836" y="210268"/>
                  <a:pt x="211131" y="214284"/>
                  <a:pt x="207730" y="217686"/>
                </a:cubicBezTo>
                <a:cubicBezTo>
                  <a:pt x="204328" y="221095"/>
                  <a:pt x="200305" y="222792"/>
                  <a:pt x="195660" y="222792"/>
                </a:cubicBezTo>
                <a:lnTo>
                  <a:pt x="45866" y="222792"/>
                </a:lnTo>
                <a:close/>
                <a:moveTo>
                  <a:pt x="45815" y="205667"/>
                </a:moveTo>
                <a:lnTo>
                  <a:pt x="195608" y="205667"/>
                </a:lnTo>
                <a:lnTo>
                  <a:pt x="195608" y="98068"/>
                </a:lnTo>
                <a:lnTo>
                  <a:pt x="45815" y="98068"/>
                </a:lnTo>
                <a:lnTo>
                  <a:pt x="45815" y="205667"/>
                </a:lnTo>
                <a:close/>
                <a:moveTo>
                  <a:pt x="45815" y="82984"/>
                </a:moveTo>
                <a:lnTo>
                  <a:pt x="195608" y="82984"/>
                </a:lnTo>
                <a:lnTo>
                  <a:pt x="195608" y="50848"/>
                </a:lnTo>
                <a:lnTo>
                  <a:pt x="45815" y="50848"/>
                </a:lnTo>
                <a:lnTo>
                  <a:pt x="45815" y="82984"/>
                </a:lnTo>
                <a:close/>
                <a:moveTo>
                  <a:pt x="45815" y="82984"/>
                </a:moveTo>
                <a:lnTo>
                  <a:pt x="45815" y="50848"/>
                </a:lnTo>
                <a:lnTo>
                  <a:pt x="45815" y="8298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2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112" y="178659"/>
                </a:moveTo>
                <a:lnTo>
                  <a:pt x="153341" y="178659"/>
                </a:lnTo>
                <a:cubicBezTo>
                  <a:pt x="155572" y="178659"/>
                  <a:pt x="157430" y="177898"/>
                  <a:pt x="158923" y="176377"/>
                </a:cubicBezTo>
                <a:cubicBezTo>
                  <a:pt x="160415" y="174848"/>
                  <a:pt x="161168" y="172961"/>
                  <a:pt x="161183" y="170715"/>
                </a:cubicBezTo>
                <a:cubicBezTo>
                  <a:pt x="161183" y="168484"/>
                  <a:pt x="160430" y="166626"/>
                  <a:pt x="158923" y="165133"/>
                </a:cubicBezTo>
                <a:cubicBezTo>
                  <a:pt x="157416" y="163641"/>
                  <a:pt x="155550" y="162895"/>
                  <a:pt x="153341" y="162895"/>
                </a:cubicBezTo>
                <a:lnTo>
                  <a:pt x="88060" y="162895"/>
                </a:lnTo>
                <a:cubicBezTo>
                  <a:pt x="85829" y="162895"/>
                  <a:pt x="83971" y="163648"/>
                  <a:pt x="82479" y="165155"/>
                </a:cubicBezTo>
                <a:cubicBezTo>
                  <a:pt x="80987" y="166670"/>
                  <a:pt x="80233" y="168542"/>
                  <a:pt x="80218" y="170795"/>
                </a:cubicBezTo>
                <a:cubicBezTo>
                  <a:pt x="80218" y="173019"/>
                  <a:pt x="80972" y="174892"/>
                  <a:pt x="82479" y="176399"/>
                </a:cubicBezTo>
                <a:cubicBezTo>
                  <a:pt x="83986" y="177906"/>
                  <a:pt x="85866" y="178659"/>
                  <a:pt x="88112" y="178659"/>
                </a:cubicBezTo>
                <a:close/>
                <a:moveTo>
                  <a:pt x="88112" y="135916"/>
                </a:moveTo>
                <a:lnTo>
                  <a:pt x="153341" y="135916"/>
                </a:lnTo>
                <a:cubicBezTo>
                  <a:pt x="155572" y="135916"/>
                  <a:pt x="157430" y="135148"/>
                  <a:pt x="158923" y="133627"/>
                </a:cubicBezTo>
                <a:cubicBezTo>
                  <a:pt x="160415" y="132098"/>
                  <a:pt x="161168" y="130218"/>
                  <a:pt x="161183" y="127965"/>
                </a:cubicBezTo>
                <a:cubicBezTo>
                  <a:pt x="161183" y="125741"/>
                  <a:pt x="160430" y="123876"/>
                  <a:pt x="158923" y="122383"/>
                </a:cubicBezTo>
                <a:cubicBezTo>
                  <a:pt x="157416" y="120891"/>
                  <a:pt x="155550" y="120145"/>
                  <a:pt x="153341" y="120145"/>
                </a:cubicBezTo>
                <a:lnTo>
                  <a:pt x="88060" y="120145"/>
                </a:lnTo>
                <a:cubicBezTo>
                  <a:pt x="85829" y="120145"/>
                  <a:pt x="83971" y="120906"/>
                  <a:pt x="82479" y="122413"/>
                </a:cubicBezTo>
                <a:cubicBezTo>
                  <a:pt x="80987" y="123919"/>
                  <a:pt x="80233" y="125799"/>
                  <a:pt x="80218" y="128045"/>
                </a:cubicBezTo>
                <a:cubicBezTo>
                  <a:pt x="80218" y="130276"/>
                  <a:pt x="80972" y="132142"/>
                  <a:pt x="82479" y="133649"/>
                </a:cubicBezTo>
                <a:cubicBezTo>
                  <a:pt x="83986" y="135163"/>
                  <a:pt x="85866" y="135916"/>
                  <a:pt x="88112" y="135916"/>
                </a:cubicBezTo>
                <a:close/>
                <a:moveTo>
                  <a:pt x="55873" y="222792"/>
                </a:moveTo>
                <a:cubicBezTo>
                  <a:pt x="51250" y="222792"/>
                  <a:pt x="47234" y="221095"/>
                  <a:pt x="43833" y="217686"/>
                </a:cubicBezTo>
                <a:cubicBezTo>
                  <a:pt x="40424" y="214284"/>
                  <a:pt x="38727" y="210268"/>
                  <a:pt x="38727" y="205645"/>
                </a:cubicBezTo>
                <a:lnTo>
                  <a:pt x="38727" y="35735"/>
                </a:lnTo>
                <a:cubicBezTo>
                  <a:pt x="38727" y="31090"/>
                  <a:pt x="40424" y="27066"/>
                  <a:pt x="43833" y="23665"/>
                </a:cubicBezTo>
                <a:cubicBezTo>
                  <a:pt x="47234" y="20256"/>
                  <a:pt x="51250" y="18559"/>
                  <a:pt x="55873" y="18559"/>
                </a:cubicBezTo>
                <a:lnTo>
                  <a:pt x="139589" y="18559"/>
                </a:lnTo>
                <a:cubicBezTo>
                  <a:pt x="141966" y="18559"/>
                  <a:pt x="144226" y="19034"/>
                  <a:pt x="146377" y="19992"/>
                </a:cubicBezTo>
                <a:cubicBezTo>
                  <a:pt x="148521" y="20943"/>
                  <a:pt x="150364" y="22194"/>
                  <a:pt x="151907" y="23738"/>
                </a:cubicBezTo>
                <a:lnTo>
                  <a:pt x="197569" y="69407"/>
                </a:lnTo>
                <a:cubicBezTo>
                  <a:pt x="199112" y="70943"/>
                  <a:pt x="200363" y="72786"/>
                  <a:pt x="201322" y="74937"/>
                </a:cubicBezTo>
                <a:cubicBezTo>
                  <a:pt x="202273" y="77080"/>
                  <a:pt x="202755" y="79341"/>
                  <a:pt x="202755" y="81725"/>
                </a:cubicBezTo>
                <a:lnTo>
                  <a:pt x="202755" y="205667"/>
                </a:lnTo>
                <a:cubicBezTo>
                  <a:pt x="202755" y="210297"/>
                  <a:pt x="201051" y="214313"/>
                  <a:pt x="197649" y="217715"/>
                </a:cubicBezTo>
                <a:cubicBezTo>
                  <a:pt x="194248" y="221117"/>
                  <a:pt x="190224" y="222821"/>
                  <a:pt x="185579" y="222821"/>
                </a:cubicBezTo>
                <a:lnTo>
                  <a:pt x="55903" y="222821"/>
                </a:lnTo>
                <a:close/>
                <a:moveTo>
                  <a:pt x="138023" y="73957"/>
                </a:moveTo>
                <a:lnTo>
                  <a:pt x="138023" y="35757"/>
                </a:lnTo>
                <a:lnTo>
                  <a:pt x="55873" y="35757"/>
                </a:lnTo>
                <a:lnTo>
                  <a:pt x="55873" y="205667"/>
                </a:lnTo>
                <a:lnTo>
                  <a:pt x="185550" y="205667"/>
                </a:lnTo>
                <a:lnTo>
                  <a:pt x="185550" y="82530"/>
                </a:lnTo>
                <a:lnTo>
                  <a:pt x="146575" y="82530"/>
                </a:lnTo>
                <a:cubicBezTo>
                  <a:pt x="144161" y="82530"/>
                  <a:pt x="142134" y="81711"/>
                  <a:pt x="140488" y="80065"/>
                </a:cubicBezTo>
                <a:cubicBezTo>
                  <a:pt x="138850" y="78419"/>
                  <a:pt x="138023" y="76393"/>
                  <a:pt x="138023" y="73979"/>
                </a:cubicBezTo>
                <a:close/>
                <a:moveTo>
                  <a:pt x="55873" y="35757"/>
                </a:moveTo>
                <a:lnTo>
                  <a:pt x="55873" y="82530"/>
                </a:lnTo>
                <a:lnTo>
                  <a:pt x="55873" y="35757"/>
                </a:lnTo>
                <a:lnTo>
                  <a:pt x="55873" y="205667"/>
                </a:lnTo>
                <a:lnTo>
                  <a:pt x="55873" y="3575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4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815" y="212733"/>
                </a:moveTo>
                <a:cubicBezTo>
                  <a:pt x="41192" y="212733"/>
                  <a:pt x="37176" y="211036"/>
                  <a:pt x="33774" y="207627"/>
                </a:cubicBezTo>
                <a:cubicBezTo>
                  <a:pt x="30365" y="204226"/>
                  <a:pt x="28668" y="200210"/>
                  <a:pt x="28668" y="195587"/>
                </a:cubicBezTo>
                <a:lnTo>
                  <a:pt x="28668" y="45793"/>
                </a:lnTo>
                <a:cubicBezTo>
                  <a:pt x="28668" y="41148"/>
                  <a:pt x="30365" y="37125"/>
                  <a:pt x="33774" y="33723"/>
                </a:cubicBezTo>
                <a:cubicBezTo>
                  <a:pt x="37176" y="30314"/>
                  <a:pt x="41192" y="28617"/>
                  <a:pt x="45815" y="28617"/>
                </a:cubicBezTo>
                <a:lnTo>
                  <a:pt x="195608" y="28617"/>
                </a:lnTo>
                <a:cubicBezTo>
                  <a:pt x="200254" y="28617"/>
                  <a:pt x="204277" y="30314"/>
                  <a:pt x="207679" y="33723"/>
                </a:cubicBezTo>
                <a:cubicBezTo>
                  <a:pt x="211087" y="37125"/>
                  <a:pt x="212785" y="41148"/>
                  <a:pt x="212785" y="45793"/>
                </a:cubicBezTo>
                <a:lnTo>
                  <a:pt x="212785" y="195587"/>
                </a:lnTo>
                <a:cubicBezTo>
                  <a:pt x="212785" y="200210"/>
                  <a:pt x="211087" y="204226"/>
                  <a:pt x="207679" y="207627"/>
                </a:cubicBezTo>
                <a:cubicBezTo>
                  <a:pt x="204277" y="211036"/>
                  <a:pt x="200254" y="212733"/>
                  <a:pt x="195608" y="212733"/>
                </a:cubicBezTo>
                <a:lnTo>
                  <a:pt x="45815" y="212733"/>
                </a:lnTo>
                <a:close/>
                <a:moveTo>
                  <a:pt x="45815" y="195608"/>
                </a:moveTo>
                <a:lnTo>
                  <a:pt x="195608" y="195608"/>
                </a:lnTo>
                <a:lnTo>
                  <a:pt x="195608" y="45815"/>
                </a:lnTo>
                <a:lnTo>
                  <a:pt x="45815" y="45815"/>
                </a:lnTo>
                <a:lnTo>
                  <a:pt x="45815" y="195608"/>
                </a:lnTo>
                <a:close/>
                <a:moveTo>
                  <a:pt x="45815" y="45815"/>
                </a:moveTo>
                <a:lnTo>
                  <a:pt x="45815" y="195608"/>
                </a:lnTo>
                <a:lnTo>
                  <a:pt x="45815" y="45815"/>
                </a:lnTo>
                <a:close/>
                <a:moveTo>
                  <a:pt x="77497" y="170942"/>
                </a:moveTo>
                <a:lnTo>
                  <a:pt x="131564" y="170942"/>
                </a:lnTo>
                <a:cubicBezTo>
                  <a:pt x="133656" y="170942"/>
                  <a:pt x="135448" y="170225"/>
                  <a:pt x="136919" y="168784"/>
                </a:cubicBezTo>
                <a:cubicBezTo>
                  <a:pt x="138396" y="167335"/>
                  <a:pt x="139135" y="165543"/>
                  <a:pt x="139135" y="163400"/>
                </a:cubicBezTo>
                <a:cubicBezTo>
                  <a:pt x="139135" y="161256"/>
                  <a:pt x="138396" y="159457"/>
                  <a:pt x="136919" y="158016"/>
                </a:cubicBezTo>
                <a:cubicBezTo>
                  <a:pt x="135463" y="156575"/>
                  <a:pt x="133678" y="155858"/>
                  <a:pt x="131564" y="155858"/>
                </a:cubicBezTo>
                <a:lnTo>
                  <a:pt x="77497" y="155858"/>
                </a:lnTo>
                <a:cubicBezTo>
                  <a:pt x="75354" y="155858"/>
                  <a:pt x="73562" y="156589"/>
                  <a:pt x="72121" y="158067"/>
                </a:cubicBezTo>
                <a:cubicBezTo>
                  <a:pt x="70679" y="159545"/>
                  <a:pt x="69955" y="161351"/>
                  <a:pt x="69955" y="163502"/>
                </a:cubicBezTo>
                <a:cubicBezTo>
                  <a:pt x="69955" y="165645"/>
                  <a:pt x="70679" y="167423"/>
                  <a:pt x="72121" y="168828"/>
                </a:cubicBezTo>
                <a:cubicBezTo>
                  <a:pt x="73562" y="170239"/>
                  <a:pt x="75354" y="170942"/>
                  <a:pt x="77497" y="170942"/>
                </a:cubicBezTo>
                <a:close/>
                <a:moveTo>
                  <a:pt x="77497" y="128243"/>
                </a:moveTo>
                <a:lnTo>
                  <a:pt x="163956" y="128243"/>
                </a:lnTo>
                <a:cubicBezTo>
                  <a:pt x="166048" y="128243"/>
                  <a:pt x="167833" y="127519"/>
                  <a:pt x="169310" y="126056"/>
                </a:cubicBezTo>
                <a:cubicBezTo>
                  <a:pt x="170766" y="124600"/>
                  <a:pt x="171498" y="122793"/>
                  <a:pt x="171498" y="120650"/>
                </a:cubicBezTo>
                <a:cubicBezTo>
                  <a:pt x="171498" y="118506"/>
                  <a:pt x="170766" y="116721"/>
                  <a:pt x="169310" y="115295"/>
                </a:cubicBezTo>
                <a:cubicBezTo>
                  <a:pt x="167833" y="113868"/>
                  <a:pt x="166048" y="113159"/>
                  <a:pt x="163956" y="113159"/>
                </a:cubicBezTo>
                <a:lnTo>
                  <a:pt x="77497" y="113159"/>
                </a:lnTo>
                <a:cubicBezTo>
                  <a:pt x="75354" y="113159"/>
                  <a:pt x="73562" y="113883"/>
                  <a:pt x="72121" y="115346"/>
                </a:cubicBezTo>
                <a:cubicBezTo>
                  <a:pt x="70679" y="116802"/>
                  <a:pt x="69955" y="118609"/>
                  <a:pt x="69955" y="120752"/>
                </a:cubicBezTo>
                <a:cubicBezTo>
                  <a:pt x="69955" y="122895"/>
                  <a:pt x="70679" y="124680"/>
                  <a:pt x="72121" y="126107"/>
                </a:cubicBezTo>
                <a:cubicBezTo>
                  <a:pt x="73562" y="127533"/>
                  <a:pt x="75354" y="128243"/>
                  <a:pt x="77497" y="128243"/>
                </a:cubicBezTo>
                <a:close/>
                <a:moveTo>
                  <a:pt x="77526" y="85500"/>
                </a:moveTo>
                <a:lnTo>
                  <a:pt x="163978" y="85500"/>
                </a:lnTo>
                <a:cubicBezTo>
                  <a:pt x="166070" y="85500"/>
                  <a:pt x="167855" y="84776"/>
                  <a:pt x="169332" y="83335"/>
                </a:cubicBezTo>
                <a:cubicBezTo>
                  <a:pt x="170795" y="81894"/>
                  <a:pt x="171519" y="80101"/>
                  <a:pt x="171519" y="77951"/>
                </a:cubicBezTo>
                <a:cubicBezTo>
                  <a:pt x="171519" y="75807"/>
                  <a:pt x="170795" y="74015"/>
                  <a:pt x="169332" y="72574"/>
                </a:cubicBezTo>
                <a:cubicBezTo>
                  <a:pt x="167855" y="71133"/>
                  <a:pt x="166070" y="70409"/>
                  <a:pt x="163978" y="70409"/>
                </a:cubicBezTo>
                <a:lnTo>
                  <a:pt x="77526" y="70409"/>
                </a:lnTo>
                <a:cubicBezTo>
                  <a:pt x="75376" y="70409"/>
                  <a:pt x="73584" y="71148"/>
                  <a:pt x="72143" y="72618"/>
                </a:cubicBezTo>
                <a:cubicBezTo>
                  <a:pt x="70701" y="74096"/>
                  <a:pt x="69985" y="75910"/>
                  <a:pt x="69985" y="78053"/>
                </a:cubicBezTo>
                <a:cubicBezTo>
                  <a:pt x="69985" y="80197"/>
                  <a:pt x="70701" y="81974"/>
                  <a:pt x="72143" y="83386"/>
                </a:cubicBezTo>
                <a:cubicBezTo>
                  <a:pt x="73606" y="84812"/>
                  <a:pt x="75398" y="85522"/>
                  <a:pt x="77526" y="8552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6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815" y="212733"/>
                </a:moveTo>
                <a:cubicBezTo>
                  <a:pt x="41104" y="212733"/>
                  <a:pt x="37073" y="211058"/>
                  <a:pt x="33723" y="207708"/>
                </a:cubicBezTo>
                <a:cubicBezTo>
                  <a:pt x="30365" y="204350"/>
                  <a:pt x="28690" y="200319"/>
                  <a:pt x="28690" y="195608"/>
                </a:cubicBezTo>
                <a:lnTo>
                  <a:pt x="28690" y="45815"/>
                </a:lnTo>
                <a:cubicBezTo>
                  <a:pt x="28690" y="41089"/>
                  <a:pt x="30365" y="37037"/>
                  <a:pt x="33723" y="33672"/>
                </a:cubicBezTo>
                <a:cubicBezTo>
                  <a:pt x="37073" y="30300"/>
                  <a:pt x="41104" y="28617"/>
                  <a:pt x="45815" y="28617"/>
                </a:cubicBezTo>
                <a:lnTo>
                  <a:pt x="95858" y="28617"/>
                </a:lnTo>
                <a:cubicBezTo>
                  <a:pt x="96926" y="22750"/>
                  <a:pt x="99794" y="17930"/>
                  <a:pt x="104454" y="14155"/>
                </a:cubicBezTo>
                <a:cubicBezTo>
                  <a:pt x="109099" y="10388"/>
                  <a:pt x="114527" y="8500"/>
                  <a:pt x="120723" y="8500"/>
                </a:cubicBezTo>
                <a:cubicBezTo>
                  <a:pt x="126926" y="8500"/>
                  <a:pt x="132354" y="10388"/>
                  <a:pt x="136999" y="14155"/>
                </a:cubicBezTo>
                <a:cubicBezTo>
                  <a:pt x="141637" y="17930"/>
                  <a:pt x="144504" y="22750"/>
                  <a:pt x="145594" y="28617"/>
                </a:cubicBezTo>
                <a:lnTo>
                  <a:pt x="195638" y="28617"/>
                </a:lnTo>
                <a:cubicBezTo>
                  <a:pt x="200363" y="28617"/>
                  <a:pt x="204409" y="30300"/>
                  <a:pt x="207781" y="33672"/>
                </a:cubicBezTo>
                <a:cubicBezTo>
                  <a:pt x="211153" y="37037"/>
                  <a:pt x="212836" y="41089"/>
                  <a:pt x="212836" y="45815"/>
                </a:cubicBezTo>
                <a:lnTo>
                  <a:pt x="212836" y="195608"/>
                </a:lnTo>
                <a:cubicBezTo>
                  <a:pt x="212836" y="200319"/>
                  <a:pt x="211153" y="204350"/>
                  <a:pt x="207781" y="207708"/>
                </a:cubicBezTo>
                <a:cubicBezTo>
                  <a:pt x="204409" y="211058"/>
                  <a:pt x="200363" y="212733"/>
                  <a:pt x="195638" y="212733"/>
                </a:cubicBezTo>
                <a:lnTo>
                  <a:pt x="45844" y="212733"/>
                </a:lnTo>
                <a:close/>
                <a:moveTo>
                  <a:pt x="45815" y="195608"/>
                </a:moveTo>
                <a:lnTo>
                  <a:pt x="195608" y="195608"/>
                </a:lnTo>
                <a:lnTo>
                  <a:pt x="195608" y="45815"/>
                </a:lnTo>
                <a:lnTo>
                  <a:pt x="45815" y="45815"/>
                </a:lnTo>
                <a:lnTo>
                  <a:pt x="45815" y="195608"/>
                </a:lnTo>
                <a:close/>
                <a:moveTo>
                  <a:pt x="78507" y="170466"/>
                </a:moveTo>
                <a:lnTo>
                  <a:pt x="131410" y="170466"/>
                </a:lnTo>
                <a:cubicBezTo>
                  <a:pt x="133561" y="170466"/>
                  <a:pt x="135353" y="169735"/>
                  <a:pt x="136794" y="168279"/>
                </a:cubicBezTo>
                <a:cubicBezTo>
                  <a:pt x="138235" y="166816"/>
                  <a:pt x="138960" y="165016"/>
                  <a:pt x="138960" y="162873"/>
                </a:cubicBezTo>
                <a:cubicBezTo>
                  <a:pt x="138960" y="160722"/>
                  <a:pt x="138235" y="158937"/>
                  <a:pt x="136794" y="157518"/>
                </a:cubicBezTo>
                <a:cubicBezTo>
                  <a:pt x="135353" y="156092"/>
                  <a:pt x="133561" y="155375"/>
                  <a:pt x="131410" y="155375"/>
                </a:cubicBezTo>
                <a:lnTo>
                  <a:pt x="78477" y="155375"/>
                </a:lnTo>
                <a:cubicBezTo>
                  <a:pt x="76334" y="155375"/>
                  <a:pt x="74542" y="156106"/>
                  <a:pt x="73101" y="157562"/>
                </a:cubicBezTo>
                <a:cubicBezTo>
                  <a:pt x="71660" y="159025"/>
                  <a:pt x="70935" y="160825"/>
                  <a:pt x="70935" y="162968"/>
                </a:cubicBezTo>
                <a:cubicBezTo>
                  <a:pt x="70935" y="165119"/>
                  <a:pt x="71660" y="166904"/>
                  <a:pt x="73101" y="168330"/>
                </a:cubicBezTo>
                <a:cubicBezTo>
                  <a:pt x="74542" y="169749"/>
                  <a:pt x="76334" y="170466"/>
                  <a:pt x="78477" y="170466"/>
                </a:cubicBezTo>
                <a:close/>
                <a:moveTo>
                  <a:pt x="78507" y="128272"/>
                </a:moveTo>
                <a:lnTo>
                  <a:pt x="162924" y="128272"/>
                </a:lnTo>
                <a:cubicBezTo>
                  <a:pt x="165067" y="128272"/>
                  <a:pt x="166860" y="127541"/>
                  <a:pt x="168301" y="126085"/>
                </a:cubicBezTo>
                <a:cubicBezTo>
                  <a:pt x="169742" y="124622"/>
                  <a:pt x="170466" y="122822"/>
                  <a:pt x="170466" y="120679"/>
                </a:cubicBezTo>
                <a:cubicBezTo>
                  <a:pt x="170466" y="118528"/>
                  <a:pt x="169742" y="116743"/>
                  <a:pt x="168301" y="115317"/>
                </a:cubicBezTo>
                <a:cubicBezTo>
                  <a:pt x="166860" y="113898"/>
                  <a:pt x="165067" y="113181"/>
                  <a:pt x="162924" y="113181"/>
                </a:cubicBezTo>
                <a:lnTo>
                  <a:pt x="78507" y="113181"/>
                </a:lnTo>
                <a:cubicBezTo>
                  <a:pt x="76363" y="113181"/>
                  <a:pt x="74564" y="113912"/>
                  <a:pt x="73123" y="115368"/>
                </a:cubicBezTo>
                <a:cubicBezTo>
                  <a:pt x="71682" y="116831"/>
                  <a:pt x="70965" y="118631"/>
                  <a:pt x="70965" y="120774"/>
                </a:cubicBezTo>
                <a:cubicBezTo>
                  <a:pt x="70965" y="122925"/>
                  <a:pt x="71682" y="124710"/>
                  <a:pt x="73123" y="126136"/>
                </a:cubicBezTo>
                <a:cubicBezTo>
                  <a:pt x="74564" y="127555"/>
                  <a:pt x="76363" y="128272"/>
                  <a:pt x="78507" y="128272"/>
                </a:cubicBezTo>
                <a:close/>
                <a:moveTo>
                  <a:pt x="78507" y="86078"/>
                </a:moveTo>
                <a:lnTo>
                  <a:pt x="162924" y="86078"/>
                </a:lnTo>
                <a:cubicBezTo>
                  <a:pt x="165067" y="86078"/>
                  <a:pt x="166860" y="85346"/>
                  <a:pt x="168301" y="83883"/>
                </a:cubicBezTo>
                <a:cubicBezTo>
                  <a:pt x="169742" y="82428"/>
                  <a:pt x="170466" y="80628"/>
                  <a:pt x="170466" y="78477"/>
                </a:cubicBezTo>
                <a:cubicBezTo>
                  <a:pt x="170466" y="76334"/>
                  <a:pt x="169742" y="74549"/>
                  <a:pt x="168301" y="73123"/>
                </a:cubicBezTo>
                <a:cubicBezTo>
                  <a:pt x="166860" y="71696"/>
                  <a:pt x="165067" y="70987"/>
                  <a:pt x="162924" y="70987"/>
                </a:cubicBezTo>
                <a:lnTo>
                  <a:pt x="78507" y="70987"/>
                </a:lnTo>
                <a:cubicBezTo>
                  <a:pt x="76363" y="70987"/>
                  <a:pt x="74564" y="71718"/>
                  <a:pt x="73123" y="73174"/>
                </a:cubicBezTo>
                <a:cubicBezTo>
                  <a:pt x="71682" y="74637"/>
                  <a:pt x="70965" y="76437"/>
                  <a:pt x="70965" y="78580"/>
                </a:cubicBezTo>
                <a:cubicBezTo>
                  <a:pt x="70965" y="80731"/>
                  <a:pt x="71682" y="82515"/>
                  <a:pt x="73123" y="83935"/>
                </a:cubicBezTo>
                <a:cubicBezTo>
                  <a:pt x="74564" y="85361"/>
                  <a:pt x="76363" y="86078"/>
                  <a:pt x="78507" y="86078"/>
                </a:cubicBezTo>
                <a:close/>
                <a:moveTo>
                  <a:pt x="127138" y="38646"/>
                </a:moveTo>
                <a:cubicBezTo>
                  <a:pt x="128952" y="36825"/>
                  <a:pt x="129852" y="34674"/>
                  <a:pt x="129852" y="32209"/>
                </a:cubicBezTo>
                <a:cubicBezTo>
                  <a:pt x="129852" y="29751"/>
                  <a:pt x="128952" y="27600"/>
                  <a:pt x="127138" y="25771"/>
                </a:cubicBezTo>
                <a:cubicBezTo>
                  <a:pt x="125309" y="23965"/>
                  <a:pt x="123166" y="23058"/>
                  <a:pt x="120701" y="23058"/>
                </a:cubicBezTo>
                <a:cubicBezTo>
                  <a:pt x="118236" y="23058"/>
                  <a:pt x="116092" y="23965"/>
                  <a:pt x="114263" y="25771"/>
                </a:cubicBezTo>
                <a:cubicBezTo>
                  <a:pt x="112457" y="27600"/>
                  <a:pt x="111549" y="29751"/>
                  <a:pt x="111549" y="32209"/>
                </a:cubicBezTo>
                <a:cubicBezTo>
                  <a:pt x="111549" y="34674"/>
                  <a:pt x="112457" y="36825"/>
                  <a:pt x="114263" y="38646"/>
                </a:cubicBezTo>
                <a:cubicBezTo>
                  <a:pt x="116092" y="40460"/>
                  <a:pt x="118236" y="41367"/>
                  <a:pt x="120701" y="41367"/>
                </a:cubicBezTo>
                <a:cubicBezTo>
                  <a:pt x="123166" y="41367"/>
                  <a:pt x="125309" y="40460"/>
                  <a:pt x="127138" y="38646"/>
                </a:cubicBezTo>
                <a:close/>
                <a:moveTo>
                  <a:pt x="45815" y="195587"/>
                </a:moveTo>
                <a:lnTo>
                  <a:pt x="45815" y="45793"/>
                </a:lnTo>
                <a:lnTo>
                  <a:pt x="45815" y="19558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8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39" y="136092"/>
                </a:moveTo>
                <a:lnTo>
                  <a:pt x="82230" y="112076"/>
                </a:lnTo>
                <a:cubicBezTo>
                  <a:pt x="80518" y="110364"/>
                  <a:pt x="78551" y="109516"/>
                  <a:pt x="76319" y="109538"/>
                </a:cubicBezTo>
                <a:cubicBezTo>
                  <a:pt x="74088" y="109552"/>
                  <a:pt x="72128" y="110408"/>
                  <a:pt x="70431" y="112098"/>
                </a:cubicBezTo>
                <a:cubicBezTo>
                  <a:pt x="68741" y="113795"/>
                  <a:pt x="67929" y="115756"/>
                  <a:pt x="67995" y="117987"/>
                </a:cubicBezTo>
                <a:cubicBezTo>
                  <a:pt x="68061" y="120218"/>
                  <a:pt x="68865" y="122171"/>
                  <a:pt x="70409" y="123846"/>
                </a:cubicBezTo>
                <a:lnTo>
                  <a:pt x="100182" y="154168"/>
                </a:lnTo>
                <a:cubicBezTo>
                  <a:pt x="101908" y="155880"/>
                  <a:pt x="103927" y="156735"/>
                  <a:pt x="106239" y="156735"/>
                </a:cubicBezTo>
                <a:cubicBezTo>
                  <a:pt x="108558" y="156735"/>
                  <a:pt x="110584" y="155880"/>
                  <a:pt x="112325" y="154168"/>
                </a:cubicBezTo>
                <a:lnTo>
                  <a:pt x="170693" y="95683"/>
                </a:lnTo>
                <a:cubicBezTo>
                  <a:pt x="172405" y="94008"/>
                  <a:pt x="173253" y="92011"/>
                  <a:pt x="173253" y="89699"/>
                </a:cubicBezTo>
                <a:cubicBezTo>
                  <a:pt x="173253" y="87365"/>
                  <a:pt x="172412" y="85354"/>
                  <a:pt x="170715" y="83664"/>
                </a:cubicBezTo>
                <a:cubicBezTo>
                  <a:pt x="169025" y="81952"/>
                  <a:pt x="167021" y="81096"/>
                  <a:pt x="164709" y="81096"/>
                </a:cubicBezTo>
                <a:cubicBezTo>
                  <a:pt x="162390" y="81096"/>
                  <a:pt x="160378" y="81952"/>
                  <a:pt x="158674" y="83664"/>
                </a:cubicBezTo>
                <a:lnTo>
                  <a:pt x="106239" y="136092"/>
                </a:lnTo>
                <a:close/>
                <a:moveTo>
                  <a:pt x="45815" y="212733"/>
                </a:moveTo>
                <a:cubicBezTo>
                  <a:pt x="41104" y="212733"/>
                  <a:pt x="37073" y="211058"/>
                  <a:pt x="33723" y="207708"/>
                </a:cubicBezTo>
                <a:cubicBezTo>
                  <a:pt x="30365" y="204350"/>
                  <a:pt x="28690" y="200319"/>
                  <a:pt x="28690" y="195608"/>
                </a:cubicBezTo>
                <a:lnTo>
                  <a:pt x="28690" y="45815"/>
                </a:lnTo>
                <a:cubicBezTo>
                  <a:pt x="28690" y="41089"/>
                  <a:pt x="30365" y="37037"/>
                  <a:pt x="33723" y="33672"/>
                </a:cubicBezTo>
                <a:cubicBezTo>
                  <a:pt x="37073" y="30300"/>
                  <a:pt x="41104" y="28617"/>
                  <a:pt x="45815" y="28617"/>
                </a:cubicBezTo>
                <a:lnTo>
                  <a:pt x="95858" y="28617"/>
                </a:lnTo>
                <a:cubicBezTo>
                  <a:pt x="96926" y="22750"/>
                  <a:pt x="99794" y="17930"/>
                  <a:pt x="104454" y="14155"/>
                </a:cubicBezTo>
                <a:cubicBezTo>
                  <a:pt x="109099" y="10388"/>
                  <a:pt x="114527" y="8500"/>
                  <a:pt x="120723" y="8500"/>
                </a:cubicBezTo>
                <a:cubicBezTo>
                  <a:pt x="126926" y="8500"/>
                  <a:pt x="132354" y="10388"/>
                  <a:pt x="136999" y="14155"/>
                </a:cubicBezTo>
                <a:cubicBezTo>
                  <a:pt x="141637" y="17930"/>
                  <a:pt x="144504" y="22750"/>
                  <a:pt x="145594" y="28617"/>
                </a:cubicBezTo>
                <a:lnTo>
                  <a:pt x="195638" y="28617"/>
                </a:lnTo>
                <a:cubicBezTo>
                  <a:pt x="200363" y="28617"/>
                  <a:pt x="204409" y="30300"/>
                  <a:pt x="207781" y="33672"/>
                </a:cubicBezTo>
                <a:cubicBezTo>
                  <a:pt x="211153" y="37037"/>
                  <a:pt x="212836" y="41089"/>
                  <a:pt x="212836" y="45815"/>
                </a:cubicBezTo>
                <a:lnTo>
                  <a:pt x="212836" y="195608"/>
                </a:lnTo>
                <a:cubicBezTo>
                  <a:pt x="212836" y="200319"/>
                  <a:pt x="211153" y="204350"/>
                  <a:pt x="207781" y="207708"/>
                </a:cubicBezTo>
                <a:cubicBezTo>
                  <a:pt x="204409" y="211058"/>
                  <a:pt x="200363" y="212733"/>
                  <a:pt x="195638" y="212733"/>
                </a:cubicBezTo>
                <a:lnTo>
                  <a:pt x="45844" y="212733"/>
                </a:lnTo>
                <a:close/>
                <a:moveTo>
                  <a:pt x="45815" y="195608"/>
                </a:moveTo>
                <a:lnTo>
                  <a:pt x="195608" y="195608"/>
                </a:lnTo>
                <a:lnTo>
                  <a:pt x="195608" y="45815"/>
                </a:lnTo>
                <a:lnTo>
                  <a:pt x="45815" y="45815"/>
                </a:lnTo>
                <a:lnTo>
                  <a:pt x="45815" y="195608"/>
                </a:lnTo>
                <a:close/>
                <a:moveTo>
                  <a:pt x="127138" y="38624"/>
                </a:moveTo>
                <a:cubicBezTo>
                  <a:pt x="128952" y="36795"/>
                  <a:pt x="129852" y="34652"/>
                  <a:pt x="129852" y="32187"/>
                </a:cubicBezTo>
                <a:cubicBezTo>
                  <a:pt x="129852" y="29722"/>
                  <a:pt x="128952" y="27578"/>
                  <a:pt x="127138" y="25750"/>
                </a:cubicBezTo>
                <a:cubicBezTo>
                  <a:pt x="125309" y="23943"/>
                  <a:pt x="123166" y="23036"/>
                  <a:pt x="120701" y="23036"/>
                </a:cubicBezTo>
                <a:cubicBezTo>
                  <a:pt x="118236" y="23036"/>
                  <a:pt x="116092" y="23943"/>
                  <a:pt x="114263" y="25750"/>
                </a:cubicBezTo>
                <a:cubicBezTo>
                  <a:pt x="112457" y="27578"/>
                  <a:pt x="111549" y="29722"/>
                  <a:pt x="111549" y="32187"/>
                </a:cubicBezTo>
                <a:cubicBezTo>
                  <a:pt x="111549" y="34652"/>
                  <a:pt x="112457" y="36795"/>
                  <a:pt x="114263" y="38624"/>
                </a:cubicBezTo>
                <a:cubicBezTo>
                  <a:pt x="116092" y="40431"/>
                  <a:pt x="118236" y="41338"/>
                  <a:pt x="120701" y="41338"/>
                </a:cubicBezTo>
                <a:cubicBezTo>
                  <a:pt x="123166" y="41338"/>
                  <a:pt x="125309" y="40431"/>
                  <a:pt x="127138" y="38624"/>
                </a:cubicBezTo>
                <a:close/>
                <a:moveTo>
                  <a:pt x="45815" y="195587"/>
                </a:moveTo>
                <a:lnTo>
                  <a:pt x="45815" y="45793"/>
                </a:lnTo>
                <a:lnTo>
                  <a:pt x="45815" y="19558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40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6078" y="164782"/>
                </a:moveTo>
                <a:lnTo>
                  <a:pt x="95024" y="125778"/>
                </a:lnTo>
                <a:cubicBezTo>
                  <a:pt x="96736" y="124073"/>
                  <a:pt x="98748" y="123254"/>
                  <a:pt x="101059" y="123342"/>
                </a:cubicBezTo>
                <a:cubicBezTo>
                  <a:pt x="103378" y="123422"/>
                  <a:pt x="105434" y="124322"/>
                  <a:pt x="107248" y="126034"/>
                </a:cubicBezTo>
                <a:cubicBezTo>
                  <a:pt x="108894" y="127745"/>
                  <a:pt x="109706" y="129742"/>
                  <a:pt x="109684" y="132039"/>
                </a:cubicBezTo>
                <a:cubicBezTo>
                  <a:pt x="109669" y="134336"/>
                  <a:pt x="108806" y="136341"/>
                  <a:pt x="107095" y="138052"/>
                </a:cubicBezTo>
                <a:lnTo>
                  <a:pt x="62084" y="183012"/>
                </a:lnTo>
                <a:cubicBezTo>
                  <a:pt x="60372" y="184723"/>
                  <a:pt x="58361" y="185587"/>
                  <a:pt x="56049" y="185601"/>
                </a:cubicBezTo>
                <a:cubicBezTo>
                  <a:pt x="53737" y="185616"/>
                  <a:pt x="51726" y="184775"/>
                  <a:pt x="50014" y="183063"/>
                </a:cubicBezTo>
                <a:lnTo>
                  <a:pt x="24923" y="157921"/>
                </a:lnTo>
                <a:cubicBezTo>
                  <a:pt x="23175" y="156187"/>
                  <a:pt x="22304" y="154175"/>
                  <a:pt x="22304" y="151885"/>
                </a:cubicBezTo>
                <a:cubicBezTo>
                  <a:pt x="22304" y="149589"/>
                  <a:pt x="23175" y="147584"/>
                  <a:pt x="24923" y="145872"/>
                </a:cubicBezTo>
                <a:cubicBezTo>
                  <a:pt x="26627" y="144161"/>
                  <a:pt x="28632" y="143349"/>
                  <a:pt x="30929" y="143436"/>
                </a:cubicBezTo>
                <a:cubicBezTo>
                  <a:pt x="33226" y="143517"/>
                  <a:pt x="35230" y="144329"/>
                  <a:pt x="36942" y="145872"/>
                </a:cubicBezTo>
                <a:lnTo>
                  <a:pt x="56078" y="164760"/>
                </a:lnTo>
                <a:close/>
                <a:moveTo>
                  <a:pt x="56078" y="84315"/>
                </a:moveTo>
                <a:lnTo>
                  <a:pt x="95024" y="45310"/>
                </a:lnTo>
                <a:cubicBezTo>
                  <a:pt x="96736" y="43606"/>
                  <a:pt x="98748" y="42787"/>
                  <a:pt x="101059" y="42874"/>
                </a:cubicBezTo>
                <a:cubicBezTo>
                  <a:pt x="103378" y="42955"/>
                  <a:pt x="105434" y="43855"/>
                  <a:pt x="107248" y="45566"/>
                </a:cubicBezTo>
                <a:cubicBezTo>
                  <a:pt x="108894" y="47278"/>
                  <a:pt x="109706" y="49275"/>
                  <a:pt x="109684" y="51572"/>
                </a:cubicBezTo>
                <a:cubicBezTo>
                  <a:pt x="109669" y="53869"/>
                  <a:pt x="108806" y="55873"/>
                  <a:pt x="107095" y="57585"/>
                </a:cubicBezTo>
                <a:lnTo>
                  <a:pt x="62084" y="102544"/>
                </a:lnTo>
                <a:cubicBezTo>
                  <a:pt x="60372" y="104256"/>
                  <a:pt x="58361" y="105119"/>
                  <a:pt x="56049" y="105134"/>
                </a:cubicBezTo>
                <a:cubicBezTo>
                  <a:pt x="53737" y="105149"/>
                  <a:pt x="51726" y="104307"/>
                  <a:pt x="50014" y="102596"/>
                </a:cubicBezTo>
                <a:lnTo>
                  <a:pt x="24923" y="77446"/>
                </a:lnTo>
                <a:cubicBezTo>
                  <a:pt x="23175" y="75720"/>
                  <a:pt x="22304" y="73708"/>
                  <a:pt x="22304" y="71418"/>
                </a:cubicBezTo>
                <a:cubicBezTo>
                  <a:pt x="22304" y="69121"/>
                  <a:pt x="23175" y="67117"/>
                  <a:pt x="24923" y="65405"/>
                </a:cubicBezTo>
                <a:cubicBezTo>
                  <a:pt x="26627" y="63693"/>
                  <a:pt x="28632" y="62881"/>
                  <a:pt x="30929" y="62969"/>
                </a:cubicBezTo>
                <a:cubicBezTo>
                  <a:pt x="33226" y="63050"/>
                  <a:pt x="35230" y="63862"/>
                  <a:pt x="36942" y="65405"/>
                </a:cubicBezTo>
                <a:lnTo>
                  <a:pt x="56078" y="84293"/>
                </a:lnTo>
                <a:close/>
                <a:moveTo>
                  <a:pt x="139589" y="169508"/>
                </a:moveTo>
                <a:cubicBezTo>
                  <a:pt x="137175" y="169508"/>
                  <a:pt x="135141" y="168681"/>
                  <a:pt x="133502" y="167021"/>
                </a:cubicBezTo>
                <a:cubicBezTo>
                  <a:pt x="131856" y="165360"/>
                  <a:pt x="131037" y="163312"/>
                  <a:pt x="131037" y="160883"/>
                </a:cubicBezTo>
                <a:cubicBezTo>
                  <a:pt x="131037" y="158455"/>
                  <a:pt x="131856" y="156428"/>
                  <a:pt x="133502" y="154797"/>
                </a:cubicBezTo>
                <a:cubicBezTo>
                  <a:pt x="135141" y="153173"/>
                  <a:pt x="137175" y="152361"/>
                  <a:pt x="139589" y="152361"/>
                </a:cubicBezTo>
                <a:lnTo>
                  <a:pt x="213992" y="152361"/>
                </a:lnTo>
                <a:cubicBezTo>
                  <a:pt x="216406" y="152361"/>
                  <a:pt x="218432" y="153188"/>
                  <a:pt x="220078" y="154848"/>
                </a:cubicBezTo>
                <a:cubicBezTo>
                  <a:pt x="221724" y="156509"/>
                  <a:pt x="222543" y="158557"/>
                  <a:pt x="222543" y="160986"/>
                </a:cubicBezTo>
                <a:cubicBezTo>
                  <a:pt x="222543" y="163414"/>
                  <a:pt x="221724" y="165441"/>
                  <a:pt x="220078" y="167072"/>
                </a:cubicBezTo>
                <a:cubicBezTo>
                  <a:pt x="218432" y="168696"/>
                  <a:pt x="216406" y="169508"/>
                  <a:pt x="213992" y="169508"/>
                </a:cubicBezTo>
                <a:lnTo>
                  <a:pt x="139559" y="169508"/>
                </a:lnTo>
                <a:close/>
                <a:moveTo>
                  <a:pt x="139589" y="89041"/>
                </a:moveTo>
                <a:cubicBezTo>
                  <a:pt x="137175" y="89041"/>
                  <a:pt x="135141" y="88214"/>
                  <a:pt x="133502" y="86553"/>
                </a:cubicBezTo>
                <a:cubicBezTo>
                  <a:pt x="131856" y="84893"/>
                  <a:pt x="131037" y="82845"/>
                  <a:pt x="131037" y="80416"/>
                </a:cubicBezTo>
                <a:cubicBezTo>
                  <a:pt x="131037" y="77987"/>
                  <a:pt x="131856" y="75961"/>
                  <a:pt x="133502" y="74330"/>
                </a:cubicBezTo>
                <a:cubicBezTo>
                  <a:pt x="135141" y="72706"/>
                  <a:pt x="137175" y="71894"/>
                  <a:pt x="139589" y="71894"/>
                </a:cubicBezTo>
                <a:lnTo>
                  <a:pt x="213992" y="71894"/>
                </a:lnTo>
                <a:cubicBezTo>
                  <a:pt x="216406" y="71894"/>
                  <a:pt x="218432" y="72720"/>
                  <a:pt x="220078" y="74381"/>
                </a:cubicBezTo>
                <a:cubicBezTo>
                  <a:pt x="221724" y="76042"/>
                  <a:pt x="222543" y="78090"/>
                  <a:pt x="222543" y="80518"/>
                </a:cubicBezTo>
                <a:cubicBezTo>
                  <a:pt x="222543" y="82947"/>
                  <a:pt x="221724" y="84973"/>
                  <a:pt x="220078" y="86605"/>
                </a:cubicBezTo>
                <a:cubicBezTo>
                  <a:pt x="218432" y="88229"/>
                  <a:pt x="216406" y="89041"/>
                  <a:pt x="213992" y="89041"/>
                </a:cubicBezTo>
                <a:lnTo>
                  <a:pt x="139559" y="8904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2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745" y="212733"/>
                </a:moveTo>
                <a:cubicBezTo>
                  <a:pt x="29122" y="212733"/>
                  <a:pt x="25106" y="211036"/>
                  <a:pt x="21704" y="207627"/>
                </a:cubicBezTo>
                <a:cubicBezTo>
                  <a:pt x="18295" y="204226"/>
                  <a:pt x="16598" y="200210"/>
                  <a:pt x="16598" y="195587"/>
                </a:cubicBezTo>
                <a:lnTo>
                  <a:pt x="16598" y="45793"/>
                </a:lnTo>
                <a:cubicBezTo>
                  <a:pt x="16598" y="41148"/>
                  <a:pt x="18295" y="37125"/>
                  <a:pt x="21704" y="33723"/>
                </a:cubicBezTo>
                <a:cubicBezTo>
                  <a:pt x="25106" y="30314"/>
                  <a:pt x="29122" y="28617"/>
                  <a:pt x="33745" y="28617"/>
                </a:cubicBezTo>
                <a:lnTo>
                  <a:pt x="207679" y="28617"/>
                </a:lnTo>
                <a:cubicBezTo>
                  <a:pt x="212324" y="28617"/>
                  <a:pt x="216347" y="30314"/>
                  <a:pt x="219749" y="33723"/>
                </a:cubicBezTo>
                <a:cubicBezTo>
                  <a:pt x="223157" y="37125"/>
                  <a:pt x="224855" y="41148"/>
                  <a:pt x="224855" y="45793"/>
                </a:cubicBezTo>
                <a:lnTo>
                  <a:pt x="224855" y="195587"/>
                </a:lnTo>
                <a:cubicBezTo>
                  <a:pt x="224855" y="200210"/>
                  <a:pt x="223157" y="204226"/>
                  <a:pt x="219749" y="207627"/>
                </a:cubicBezTo>
                <a:cubicBezTo>
                  <a:pt x="216347" y="211036"/>
                  <a:pt x="212324" y="212733"/>
                  <a:pt x="207679" y="212733"/>
                </a:cubicBezTo>
                <a:lnTo>
                  <a:pt x="33745" y="212733"/>
                </a:lnTo>
                <a:close/>
                <a:moveTo>
                  <a:pt x="33745" y="195608"/>
                </a:moveTo>
                <a:lnTo>
                  <a:pt x="207679" y="195608"/>
                </a:lnTo>
                <a:lnTo>
                  <a:pt x="207679" y="45815"/>
                </a:lnTo>
                <a:lnTo>
                  <a:pt x="33745" y="45815"/>
                </a:lnTo>
                <a:lnTo>
                  <a:pt x="33745" y="195608"/>
                </a:lnTo>
                <a:close/>
                <a:moveTo>
                  <a:pt x="91857" y="170993"/>
                </a:moveTo>
                <a:cubicBezTo>
                  <a:pt x="94673" y="170993"/>
                  <a:pt x="97058" y="170027"/>
                  <a:pt x="98997" y="168103"/>
                </a:cubicBezTo>
                <a:cubicBezTo>
                  <a:pt x="100942" y="166172"/>
                  <a:pt x="101915" y="163787"/>
                  <a:pt x="101915" y="160934"/>
                </a:cubicBezTo>
                <a:cubicBezTo>
                  <a:pt x="101915" y="158081"/>
                  <a:pt x="100942" y="155697"/>
                  <a:pt x="98997" y="153766"/>
                </a:cubicBezTo>
                <a:cubicBezTo>
                  <a:pt x="97036" y="151842"/>
                  <a:pt x="94659" y="150876"/>
                  <a:pt x="91857" y="150876"/>
                </a:cubicBezTo>
                <a:lnTo>
                  <a:pt x="62033" y="150876"/>
                </a:lnTo>
                <a:cubicBezTo>
                  <a:pt x="59187" y="150876"/>
                  <a:pt x="56795" y="151842"/>
                  <a:pt x="54871" y="153766"/>
                </a:cubicBezTo>
                <a:cubicBezTo>
                  <a:pt x="52940" y="155697"/>
                  <a:pt x="51974" y="158081"/>
                  <a:pt x="51974" y="160934"/>
                </a:cubicBezTo>
                <a:cubicBezTo>
                  <a:pt x="51974" y="163787"/>
                  <a:pt x="52940" y="166172"/>
                  <a:pt x="54871" y="168103"/>
                </a:cubicBezTo>
                <a:cubicBezTo>
                  <a:pt x="56795" y="170027"/>
                  <a:pt x="59187" y="170993"/>
                  <a:pt x="62033" y="170993"/>
                </a:cubicBezTo>
                <a:lnTo>
                  <a:pt x="91857" y="170993"/>
                </a:lnTo>
                <a:close/>
                <a:moveTo>
                  <a:pt x="146399" y="122464"/>
                </a:moveTo>
                <a:lnTo>
                  <a:pt x="139084" y="115171"/>
                </a:lnTo>
                <a:cubicBezTo>
                  <a:pt x="137058" y="113159"/>
                  <a:pt x="134702" y="112193"/>
                  <a:pt x="132017" y="112274"/>
                </a:cubicBezTo>
                <a:cubicBezTo>
                  <a:pt x="129333" y="112361"/>
                  <a:pt x="126985" y="113408"/>
                  <a:pt x="124973" y="115419"/>
                </a:cubicBezTo>
                <a:cubicBezTo>
                  <a:pt x="123129" y="117431"/>
                  <a:pt x="122171" y="119779"/>
                  <a:pt x="122083" y="122464"/>
                </a:cubicBezTo>
                <a:cubicBezTo>
                  <a:pt x="122003" y="125141"/>
                  <a:pt x="122961" y="127489"/>
                  <a:pt x="124973" y="129501"/>
                </a:cubicBezTo>
                <a:lnTo>
                  <a:pt x="140291" y="144819"/>
                </a:lnTo>
                <a:cubicBezTo>
                  <a:pt x="142032" y="146523"/>
                  <a:pt x="144058" y="147379"/>
                  <a:pt x="146377" y="147379"/>
                </a:cubicBezTo>
                <a:cubicBezTo>
                  <a:pt x="148689" y="147379"/>
                  <a:pt x="150700" y="146523"/>
                  <a:pt x="152412" y="144819"/>
                </a:cubicBezTo>
                <a:lnTo>
                  <a:pt x="188747" y="108477"/>
                </a:lnTo>
                <a:cubicBezTo>
                  <a:pt x="190758" y="106465"/>
                  <a:pt x="191761" y="104125"/>
                  <a:pt x="191761" y="101440"/>
                </a:cubicBezTo>
                <a:cubicBezTo>
                  <a:pt x="191761" y="98755"/>
                  <a:pt x="190758" y="96407"/>
                  <a:pt x="188747" y="94395"/>
                </a:cubicBezTo>
                <a:cubicBezTo>
                  <a:pt x="186735" y="92384"/>
                  <a:pt x="184343" y="91381"/>
                  <a:pt x="181578" y="91381"/>
                </a:cubicBezTo>
                <a:cubicBezTo>
                  <a:pt x="178813" y="91381"/>
                  <a:pt x="176428" y="92398"/>
                  <a:pt x="174416" y="94425"/>
                </a:cubicBezTo>
                <a:lnTo>
                  <a:pt x="146377" y="122464"/>
                </a:lnTo>
                <a:close/>
                <a:moveTo>
                  <a:pt x="91857" y="130759"/>
                </a:moveTo>
                <a:cubicBezTo>
                  <a:pt x="94673" y="130759"/>
                  <a:pt x="97058" y="129794"/>
                  <a:pt x="98997" y="127870"/>
                </a:cubicBezTo>
                <a:cubicBezTo>
                  <a:pt x="100942" y="125938"/>
                  <a:pt x="101915" y="123554"/>
                  <a:pt x="101915" y="120701"/>
                </a:cubicBezTo>
                <a:cubicBezTo>
                  <a:pt x="101915" y="117848"/>
                  <a:pt x="100942" y="115463"/>
                  <a:pt x="98997" y="113532"/>
                </a:cubicBezTo>
                <a:cubicBezTo>
                  <a:pt x="97036" y="111608"/>
                  <a:pt x="94659" y="110642"/>
                  <a:pt x="91857" y="110642"/>
                </a:cubicBezTo>
                <a:lnTo>
                  <a:pt x="62033" y="110642"/>
                </a:lnTo>
                <a:cubicBezTo>
                  <a:pt x="59187" y="110642"/>
                  <a:pt x="56795" y="111608"/>
                  <a:pt x="54871" y="113532"/>
                </a:cubicBezTo>
                <a:cubicBezTo>
                  <a:pt x="52940" y="115463"/>
                  <a:pt x="51974" y="117848"/>
                  <a:pt x="51974" y="120701"/>
                </a:cubicBezTo>
                <a:cubicBezTo>
                  <a:pt x="51974" y="123554"/>
                  <a:pt x="52940" y="125938"/>
                  <a:pt x="54871" y="127870"/>
                </a:cubicBezTo>
                <a:cubicBezTo>
                  <a:pt x="56795" y="129794"/>
                  <a:pt x="59187" y="130759"/>
                  <a:pt x="62033" y="130759"/>
                </a:cubicBezTo>
                <a:lnTo>
                  <a:pt x="91857" y="130759"/>
                </a:lnTo>
                <a:close/>
                <a:moveTo>
                  <a:pt x="91857" y="90526"/>
                </a:moveTo>
                <a:cubicBezTo>
                  <a:pt x="94673" y="90526"/>
                  <a:pt x="97058" y="89560"/>
                  <a:pt x="98997" y="87636"/>
                </a:cubicBezTo>
                <a:cubicBezTo>
                  <a:pt x="100942" y="85705"/>
                  <a:pt x="101915" y="83320"/>
                  <a:pt x="101915" y="80467"/>
                </a:cubicBezTo>
                <a:cubicBezTo>
                  <a:pt x="101915" y="77614"/>
                  <a:pt x="100942" y="75230"/>
                  <a:pt x="98997" y="73298"/>
                </a:cubicBezTo>
                <a:cubicBezTo>
                  <a:pt x="97036" y="71374"/>
                  <a:pt x="94659" y="70409"/>
                  <a:pt x="91857" y="70409"/>
                </a:cubicBezTo>
                <a:lnTo>
                  <a:pt x="62033" y="70409"/>
                </a:lnTo>
                <a:cubicBezTo>
                  <a:pt x="59187" y="70409"/>
                  <a:pt x="56795" y="71374"/>
                  <a:pt x="54871" y="73298"/>
                </a:cubicBezTo>
                <a:cubicBezTo>
                  <a:pt x="52940" y="75230"/>
                  <a:pt x="51974" y="77614"/>
                  <a:pt x="51974" y="80467"/>
                </a:cubicBezTo>
                <a:cubicBezTo>
                  <a:pt x="51974" y="83320"/>
                  <a:pt x="52940" y="85705"/>
                  <a:pt x="54871" y="87636"/>
                </a:cubicBezTo>
                <a:cubicBezTo>
                  <a:pt x="56795" y="89560"/>
                  <a:pt x="59187" y="90526"/>
                  <a:pt x="62033" y="90526"/>
                </a:cubicBezTo>
                <a:lnTo>
                  <a:pt x="91857" y="90526"/>
                </a:lnTo>
                <a:close/>
                <a:moveTo>
                  <a:pt x="33745" y="195587"/>
                </a:moveTo>
                <a:lnTo>
                  <a:pt x="33745" y="45793"/>
                </a:lnTo>
                <a:lnTo>
                  <a:pt x="33745" y="19558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4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757" y="202675"/>
                </a:moveTo>
                <a:cubicBezTo>
                  <a:pt x="31133" y="202675"/>
                  <a:pt x="27117" y="200934"/>
                  <a:pt x="23716" y="197445"/>
                </a:cubicBezTo>
                <a:cubicBezTo>
                  <a:pt x="20307" y="193963"/>
                  <a:pt x="18610" y="189983"/>
                  <a:pt x="18610" y="185528"/>
                </a:cubicBezTo>
                <a:lnTo>
                  <a:pt x="18610" y="55852"/>
                </a:lnTo>
                <a:cubicBezTo>
                  <a:pt x="18610" y="51375"/>
                  <a:pt x="20307" y="47395"/>
                  <a:pt x="23716" y="43906"/>
                </a:cubicBezTo>
                <a:cubicBezTo>
                  <a:pt x="27117" y="40416"/>
                  <a:pt x="31133" y="38675"/>
                  <a:pt x="35757" y="38675"/>
                </a:cubicBezTo>
                <a:lnTo>
                  <a:pt x="98097" y="38675"/>
                </a:lnTo>
                <a:cubicBezTo>
                  <a:pt x="100423" y="38675"/>
                  <a:pt x="102662" y="39151"/>
                  <a:pt x="104812" y="40109"/>
                </a:cubicBezTo>
                <a:cubicBezTo>
                  <a:pt x="106956" y="41060"/>
                  <a:pt x="108806" y="42318"/>
                  <a:pt x="110364" y="43877"/>
                </a:cubicBezTo>
                <a:lnTo>
                  <a:pt x="121001" y="54469"/>
                </a:lnTo>
                <a:lnTo>
                  <a:pt x="205667" y="54469"/>
                </a:lnTo>
                <a:cubicBezTo>
                  <a:pt x="210144" y="54469"/>
                  <a:pt x="214123" y="56210"/>
                  <a:pt x="217613" y="59699"/>
                </a:cubicBezTo>
                <a:cubicBezTo>
                  <a:pt x="221102" y="63181"/>
                  <a:pt x="222843" y="67154"/>
                  <a:pt x="222843" y="71616"/>
                </a:cubicBezTo>
                <a:lnTo>
                  <a:pt x="222843" y="185550"/>
                </a:lnTo>
                <a:cubicBezTo>
                  <a:pt x="222843" y="190012"/>
                  <a:pt x="221102" y="193984"/>
                  <a:pt x="217613" y="197474"/>
                </a:cubicBezTo>
                <a:cubicBezTo>
                  <a:pt x="214123" y="200956"/>
                  <a:pt x="210144" y="202704"/>
                  <a:pt x="205667" y="202704"/>
                </a:cubicBezTo>
                <a:lnTo>
                  <a:pt x="35757" y="202704"/>
                </a:lnTo>
                <a:close/>
                <a:moveTo>
                  <a:pt x="35757" y="185550"/>
                </a:moveTo>
                <a:lnTo>
                  <a:pt x="205667" y="185550"/>
                </a:lnTo>
                <a:lnTo>
                  <a:pt x="205667" y="71616"/>
                </a:lnTo>
                <a:lnTo>
                  <a:pt x="113839" y="71616"/>
                </a:lnTo>
                <a:lnTo>
                  <a:pt x="98097" y="55873"/>
                </a:lnTo>
                <a:lnTo>
                  <a:pt x="35757" y="55873"/>
                </a:lnTo>
                <a:lnTo>
                  <a:pt x="35757" y="185550"/>
                </a:lnTo>
                <a:close/>
                <a:moveTo>
                  <a:pt x="35757" y="185550"/>
                </a:moveTo>
                <a:lnTo>
                  <a:pt x="35757" y="55873"/>
                </a:lnTo>
                <a:lnTo>
                  <a:pt x="35757" y="18555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6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300" y="141600"/>
                </a:moveTo>
                <a:cubicBezTo>
                  <a:pt x="44886" y="141600"/>
                  <a:pt x="42845" y="140766"/>
                  <a:pt x="41192" y="139106"/>
                </a:cubicBezTo>
                <a:cubicBezTo>
                  <a:pt x="39531" y="137445"/>
                  <a:pt x="38705" y="135404"/>
                  <a:pt x="38727" y="132976"/>
                </a:cubicBezTo>
                <a:cubicBezTo>
                  <a:pt x="38727" y="130540"/>
                  <a:pt x="39546" y="128513"/>
                  <a:pt x="41192" y="126889"/>
                </a:cubicBezTo>
                <a:cubicBezTo>
                  <a:pt x="42830" y="125258"/>
                  <a:pt x="44871" y="124446"/>
                  <a:pt x="47300" y="124446"/>
                </a:cubicBezTo>
                <a:lnTo>
                  <a:pt x="108302" y="124446"/>
                </a:lnTo>
                <a:cubicBezTo>
                  <a:pt x="110716" y="124446"/>
                  <a:pt x="112749" y="125280"/>
                  <a:pt x="114388" y="126941"/>
                </a:cubicBezTo>
                <a:cubicBezTo>
                  <a:pt x="116034" y="128594"/>
                  <a:pt x="116853" y="130642"/>
                  <a:pt x="116853" y="133071"/>
                </a:cubicBezTo>
                <a:cubicBezTo>
                  <a:pt x="116853" y="135507"/>
                  <a:pt x="116034" y="137533"/>
                  <a:pt x="114388" y="139157"/>
                </a:cubicBezTo>
                <a:cubicBezTo>
                  <a:pt x="112749" y="140781"/>
                  <a:pt x="110716" y="141600"/>
                  <a:pt x="108302" y="141600"/>
                </a:cubicBezTo>
                <a:lnTo>
                  <a:pt x="47300" y="141600"/>
                </a:lnTo>
                <a:close/>
                <a:moveTo>
                  <a:pt x="47300" y="98726"/>
                </a:moveTo>
                <a:cubicBezTo>
                  <a:pt x="44886" y="98726"/>
                  <a:pt x="42845" y="97892"/>
                  <a:pt x="41192" y="96231"/>
                </a:cubicBezTo>
                <a:cubicBezTo>
                  <a:pt x="39531" y="94571"/>
                  <a:pt x="38705" y="92530"/>
                  <a:pt x="38727" y="90101"/>
                </a:cubicBezTo>
                <a:cubicBezTo>
                  <a:pt x="38727" y="87665"/>
                  <a:pt x="39546" y="85639"/>
                  <a:pt x="41192" y="84015"/>
                </a:cubicBezTo>
                <a:cubicBezTo>
                  <a:pt x="42830" y="82384"/>
                  <a:pt x="44871" y="81572"/>
                  <a:pt x="47300" y="81572"/>
                </a:cubicBezTo>
                <a:lnTo>
                  <a:pt x="150401" y="81572"/>
                </a:lnTo>
                <a:cubicBezTo>
                  <a:pt x="152815" y="81572"/>
                  <a:pt x="154841" y="82406"/>
                  <a:pt x="156487" y="84066"/>
                </a:cubicBezTo>
                <a:cubicBezTo>
                  <a:pt x="158125" y="85720"/>
                  <a:pt x="158945" y="87768"/>
                  <a:pt x="158945" y="90196"/>
                </a:cubicBezTo>
                <a:cubicBezTo>
                  <a:pt x="158945" y="92632"/>
                  <a:pt x="158125" y="94659"/>
                  <a:pt x="156487" y="96283"/>
                </a:cubicBezTo>
                <a:cubicBezTo>
                  <a:pt x="154841" y="97907"/>
                  <a:pt x="152815" y="98726"/>
                  <a:pt x="150401" y="98726"/>
                </a:cubicBezTo>
                <a:lnTo>
                  <a:pt x="47300" y="98726"/>
                </a:lnTo>
                <a:close/>
                <a:moveTo>
                  <a:pt x="47300" y="55852"/>
                </a:moveTo>
                <a:cubicBezTo>
                  <a:pt x="44886" y="55852"/>
                  <a:pt x="42845" y="55018"/>
                  <a:pt x="41192" y="53357"/>
                </a:cubicBezTo>
                <a:cubicBezTo>
                  <a:pt x="39531" y="51704"/>
                  <a:pt x="38705" y="49656"/>
                  <a:pt x="38727" y="47227"/>
                </a:cubicBezTo>
                <a:cubicBezTo>
                  <a:pt x="38727" y="44791"/>
                  <a:pt x="39546" y="42757"/>
                  <a:pt x="41192" y="41111"/>
                </a:cubicBezTo>
                <a:cubicBezTo>
                  <a:pt x="42830" y="39473"/>
                  <a:pt x="44871" y="38646"/>
                  <a:pt x="47300" y="38646"/>
                </a:cubicBezTo>
                <a:lnTo>
                  <a:pt x="150401" y="38646"/>
                </a:lnTo>
                <a:cubicBezTo>
                  <a:pt x="152815" y="38646"/>
                  <a:pt x="154841" y="39487"/>
                  <a:pt x="156487" y="41163"/>
                </a:cubicBezTo>
                <a:cubicBezTo>
                  <a:pt x="158125" y="42838"/>
                  <a:pt x="158945" y="44893"/>
                  <a:pt x="158945" y="47322"/>
                </a:cubicBezTo>
                <a:cubicBezTo>
                  <a:pt x="158945" y="49758"/>
                  <a:pt x="158125" y="51784"/>
                  <a:pt x="156487" y="53408"/>
                </a:cubicBezTo>
                <a:cubicBezTo>
                  <a:pt x="154841" y="55040"/>
                  <a:pt x="152815" y="55852"/>
                  <a:pt x="150401" y="55852"/>
                </a:cubicBezTo>
                <a:lnTo>
                  <a:pt x="47300" y="55852"/>
                </a:lnTo>
                <a:close/>
                <a:moveTo>
                  <a:pt x="130510" y="194102"/>
                </a:moveTo>
                <a:lnTo>
                  <a:pt x="130510" y="173912"/>
                </a:lnTo>
                <a:cubicBezTo>
                  <a:pt x="130510" y="172851"/>
                  <a:pt x="130708" y="171834"/>
                  <a:pt x="131110" y="170839"/>
                </a:cubicBezTo>
                <a:cubicBezTo>
                  <a:pt x="131513" y="169852"/>
                  <a:pt x="132171" y="168901"/>
                  <a:pt x="133071" y="167979"/>
                </a:cubicBezTo>
                <a:lnTo>
                  <a:pt x="186230" y="114966"/>
                </a:lnTo>
                <a:cubicBezTo>
                  <a:pt x="187840" y="113356"/>
                  <a:pt x="189625" y="112186"/>
                  <a:pt x="191585" y="111447"/>
                </a:cubicBezTo>
                <a:cubicBezTo>
                  <a:pt x="193546" y="110708"/>
                  <a:pt x="195535" y="110342"/>
                  <a:pt x="197547" y="110342"/>
                </a:cubicBezTo>
                <a:cubicBezTo>
                  <a:pt x="199639" y="110342"/>
                  <a:pt x="201673" y="110752"/>
                  <a:pt x="203633" y="111571"/>
                </a:cubicBezTo>
                <a:cubicBezTo>
                  <a:pt x="205594" y="112391"/>
                  <a:pt x="207371" y="113590"/>
                  <a:pt x="208966" y="115171"/>
                </a:cubicBezTo>
                <a:lnTo>
                  <a:pt x="218271" y="124475"/>
                </a:lnTo>
                <a:cubicBezTo>
                  <a:pt x="219858" y="126063"/>
                  <a:pt x="221014" y="127833"/>
                  <a:pt x="221738" y="129779"/>
                </a:cubicBezTo>
                <a:cubicBezTo>
                  <a:pt x="222477" y="131725"/>
                  <a:pt x="222843" y="133678"/>
                  <a:pt x="222843" y="135638"/>
                </a:cubicBezTo>
                <a:cubicBezTo>
                  <a:pt x="222843" y="137650"/>
                  <a:pt x="222433" y="139669"/>
                  <a:pt x="221614" y="141695"/>
                </a:cubicBezTo>
                <a:cubicBezTo>
                  <a:pt x="220787" y="143729"/>
                  <a:pt x="219580" y="145543"/>
                  <a:pt x="217993" y="147153"/>
                </a:cubicBezTo>
                <a:lnTo>
                  <a:pt x="165206" y="200166"/>
                </a:lnTo>
                <a:cubicBezTo>
                  <a:pt x="164285" y="201088"/>
                  <a:pt x="163334" y="201731"/>
                  <a:pt x="162346" y="202097"/>
                </a:cubicBezTo>
                <a:cubicBezTo>
                  <a:pt x="161351" y="202470"/>
                  <a:pt x="160335" y="202653"/>
                  <a:pt x="159274" y="202653"/>
                </a:cubicBezTo>
                <a:lnTo>
                  <a:pt x="139084" y="202653"/>
                </a:lnTo>
                <a:cubicBezTo>
                  <a:pt x="136670" y="202653"/>
                  <a:pt x="134629" y="201834"/>
                  <a:pt x="132976" y="200188"/>
                </a:cubicBezTo>
                <a:cubicBezTo>
                  <a:pt x="131315" y="198542"/>
                  <a:pt x="130489" y="196508"/>
                  <a:pt x="130510" y="194080"/>
                </a:cubicBezTo>
                <a:close/>
                <a:moveTo>
                  <a:pt x="206852" y="135638"/>
                </a:moveTo>
                <a:lnTo>
                  <a:pt x="197547" y="126334"/>
                </a:lnTo>
                <a:lnTo>
                  <a:pt x="206852" y="135638"/>
                </a:lnTo>
                <a:close/>
                <a:moveTo>
                  <a:pt x="146502" y="186684"/>
                </a:moveTo>
                <a:lnTo>
                  <a:pt x="156055" y="186684"/>
                </a:lnTo>
                <a:lnTo>
                  <a:pt x="186304" y="156180"/>
                </a:lnTo>
                <a:lnTo>
                  <a:pt x="181783" y="151403"/>
                </a:lnTo>
                <a:lnTo>
                  <a:pt x="177006" y="146875"/>
                </a:lnTo>
                <a:lnTo>
                  <a:pt x="146502" y="177130"/>
                </a:lnTo>
                <a:lnTo>
                  <a:pt x="146502" y="186684"/>
                </a:lnTo>
                <a:close/>
                <a:moveTo>
                  <a:pt x="181783" y="151403"/>
                </a:moveTo>
                <a:lnTo>
                  <a:pt x="177006" y="146875"/>
                </a:lnTo>
                <a:lnTo>
                  <a:pt x="186304" y="156180"/>
                </a:lnTo>
                <a:lnTo>
                  <a:pt x="181783" y="15140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8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7650"/>
                </a:moveTo>
                <a:cubicBezTo>
                  <a:pt x="71345" y="167650"/>
                  <a:pt x="80087" y="168696"/>
                  <a:pt x="88587" y="170795"/>
                </a:cubicBezTo>
                <a:cubicBezTo>
                  <a:pt x="97087" y="172887"/>
                  <a:pt x="105449" y="176033"/>
                  <a:pt x="113664" y="180225"/>
                </a:cubicBezTo>
                <a:lnTo>
                  <a:pt x="113664" y="72845"/>
                </a:lnTo>
                <a:cubicBezTo>
                  <a:pt x="106114" y="67819"/>
                  <a:pt x="97936" y="63920"/>
                  <a:pt x="89121" y="61155"/>
                </a:cubicBezTo>
                <a:cubicBezTo>
                  <a:pt x="80299" y="58390"/>
                  <a:pt x="71382" y="57007"/>
                  <a:pt x="62362" y="57007"/>
                </a:cubicBezTo>
                <a:cubicBezTo>
                  <a:pt x="55991" y="57007"/>
                  <a:pt x="49751" y="57805"/>
                  <a:pt x="43628" y="59392"/>
                </a:cubicBezTo>
                <a:cubicBezTo>
                  <a:pt x="37512" y="60987"/>
                  <a:pt x="31346" y="62955"/>
                  <a:pt x="25150" y="65303"/>
                </a:cubicBezTo>
                <a:lnTo>
                  <a:pt x="25150" y="174438"/>
                </a:lnTo>
                <a:cubicBezTo>
                  <a:pt x="30343" y="172090"/>
                  <a:pt x="36254" y="170371"/>
                  <a:pt x="42874" y="169281"/>
                </a:cubicBezTo>
                <a:cubicBezTo>
                  <a:pt x="49495" y="168191"/>
                  <a:pt x="55991" y="167650"/>
                  <a:pt x="62362" y="167650"/>
                </a:cubicBezTo>
                <a:close/>
                <a:moveTo>
                  <a:pt x="128748" y="180225"/>
                </a:moveTo>
                <a:cubicBezTo>
                  <a:pt x="137131" y="176033"/>
                  <a:pt x="145346" y="172887"/>
                  <a:pt x="153392" y="170795"/>
                </a:cubicBezTo>
                <a:cubicBezTo>
                  <a:pt x="161439" y="168696"/>
                  <a:pt x="169991" y="167650"/>
                  <a:pt x="179040" y="167650"/>
                </a:cubicBezTo>
                <a:cubicBezTo>
                  <a:pt x="185411" y="167650"/>
                  <a:pt x="191987" y="168155"/>
                  <a:pt x="198776" y="169157"/>
                </a:cubicBezTo>
                <a:cubicBezTo>
                  <a:pt x="205572" y="170166"/>
                  <a:pt x="211395" y="171505"/>
                  <a:pt x="216259" y="173180"/>
                </a:cubicBezTo>
                <a:lnTo>
                  <a:pt x="216259" y="65303"/>
                </a:lnTo>
                <a:cubicBezTo>
                  <a:pt x="210553" y="62421"/>
                  <a:pt x="204540" y="60314"/>
                  <a:pt x="198198" y="58990"/>
                </a:cubicBezTo>
                <a:cubicBezTo>
                  <a:pt x="191863" y="57666"/>
                  <a:pt x="185477" y="57007"/>
                  <a:pt x="179040" y="57007"/>
                </a:cubicBezTo>
                <a:cubicBezTo>
                  <a:pt x="169991" y="57007"/>
                  <a:pt x="161227" y="58390"/>
                  <a:pt x="152763" y="61155"/>
                </a:cubicBezTo>
                <a:cubicBezTo>
                  <a:pt x="144300" y="63920"/>
                  <a:pt x="136289" y="67819"/>
                  <a:pt x="128748" y="72845"/>
                </a:cubicBezTo>
                <a:lnTo>
                  <a:pt x="128748" y="180225"/>
                </a:lnTo>
                <a:close/>
                <a:moveTo>
                  <a:pt x="117555" y="201219"/>
                </a:moveTo>
                <a:cubicBezTo>
                  <a:pt x="116385" y="200970"/>
                  <a:pt x="115339" y="200488"/>
                  <a:pt x="114417" y="199785"/>
                </a:cubicBezTo>
                <a:cubicBezTo>
                  <a:pt x="106568" y="194921"/>
                  <a:pt x="98236" y="191132"/>
                  <a:pt x="89421" y="188418"/>
                </a:cubicBezTo>
                <a:cubicBezTo>
                  <a:pt x="80599" y="185704"/>
                  <a:pt x="71572" y="184343"/>
                  <a:pt x="62340" y="184343"/>
                </a:cubicBezTo>
                <a:cubicBezTo>
                  <a:pt x="56305" y="184343"/>
                  <a:pt x="50372" y="185111"/>
                  <a:pt x="44557" y="186633"/>
                </a:cubicBezTo>
                <a:cubicBezTo>
                  <a:pt x="38741" y="188162"/>
                  <a:pt x="32940" y="189968"/>
                  <a:pt x="27161" y="192068"/>
                </a:cubicBezTo>
                <a:cubicBezTo>
                  <a:pt x="22882" y="194145"/>
                  <a:pt x="18727" y="193911"/>
                  <a:pt x="14689" y="191358"/>
                </a:cubicBezTo>
                <a:cubicBezTo>
                  <a:pt x="10644" y="188813"/>
                  <a:pt x="8625" y="185097"/>
                  <a:pt x="8625" y="180225"/>
                </a:cubicBezTo>
                <a:lnTo>
                  <a:pt x="8625" y="63847"/>
                </a:lnTo>
                <a:cubicBezTo>
                  <a:pt x="8625" y="60928"/>
                  <a:pt x="9298" y="58244"/>
                  <a:pt x="10636" y="55800"/>
                </a:cubicBezTo>
                <a:cubicBezTo>
                  <a:pt x="11975" y="53350"/>
                  <a:pt x="13979" y="51448"/>
                  <a:pt x="16649" y="50087"/>
                </a:cubicBezTo>
                <a:cubicBezTo>
                  <a:pt x="23774" y="46751"/>
                  <a:pt x="31155" y="44315"/>
                  <a:pt x="38800" y="42772"/>
                </a:cubicBezTo>
                <a:cubicBezTo>
                  <a:pt x="46444" y="41228"/>
                  <a:pt x="54250" y="40460"/>
                  <a:pt x="62208" y="40460"/>
                </a:cubicBezTo>
                <a:cubicBezTo>
                  <a:pt x="72823" y="40460"/>
                  <a:pt x="83123" y="41894"/>
                  <a:pt x="93115" y="44762"/>
                </a:cubicBezTo>
                <a:cubicBezTo>
                  <a:pt x="103122" y="47644"/>
                  <a:pt x="112486" y="52062"/>
                  <a:pt x="121206" y="58010"/>
                </a:cubicBezTo>
                <a:cubicBezTo>
                  <a:pt x="129757" y="52113"/>
                  <a:pt x="138938" y="47710"/>
                  <a:pt x="148762" y="44813"/>
                </a:cubicBezTo>
                <a:cubicBezTo>
                  <a:pt x="158586" y="41923"/>
                  <a:pt x="168718" y="40482"/>
                  <a:pt x="179164" y="40482"/>
                </a:cubicBezTo>
                <a:cubicBezTo>
                  <a:pt x="187064" y="40482"/>
                  <a:pt x="194804" y="41272"/>
                  <a:pt x="202397" y="42845"/>
                </a:cubicBezTo>
                <a:cubicBezTo>
                  <a:pt x="209997" y="44425"/>
                  <a:pt x="217357" y="46847"/>
                  <a:pt x="224482" y="50116"/>
                </a:cubicBezTo>
                <a:cubicBezTo>
                  <a:pt x="227144" y="51477"/>
                  <a:pt x="229193" y="53379"/>
                  <a:pt x="230612" y="55822"/>
                </a:cubicBezTo>
                <a:cubicBezTo>
                  <a:pt x="232038" y="58273"/>
                  <a:pt x="232755" y="60958"/>
                  <a:pt x="232755" y="63869"/>
                </a:cubicBezTo>
                <a:lnTo>
                  <a:pt x="232755" y="180898"/>
                </a:lnTo>
                <a:cubicBezTo>
                  <a:pt x="232755" y="185945"/>
                  <a:pt x="230656" y="189720"/>
                  <a:pt x="226464" y="192214"/>
                </a:cubicBezTo>
                <a:cubicBezTo>
                  <a:pt x="222272" y="194716"/>
                  <a:pt x="218117" y="194672"/>
                  <a:pt x="213992" y="192090"/>
                </a:cubicBezTo>
                <a:cubicBezTo>
                  <a:pt x="208373" y="189829"/>
                  <a:pt x="202660" y="187971"/>
                  <a:pt x="196845" y="186530"/>
                </a:cubicBezTo>
                <a:cubicBezTo>
                  <a:pt x="191029" y="185089"/>
                  <a:pt x="185111" y="184372"/>
                  <a:pt x="179091" y="184372"/>
                </a:cubicBezTo>
                <a:cubicBezTo>
                  <a:pt x="170020" y="184372"/>
                  <a:pt x="161205" y="185748"/>
                  <a:pt x="152639" y="188498"/>
                </a:cubicBezTo>
                <a:cubicBezTo>
                  <a:pt x="144073" y="191241"/>
                  <a:pt x="135946" y="195023"/>
                  <a:pt x="128272" y="199837"/>
                </a:cubicBezTo>
                <a:cubicBezTo>
                  <a:pt x="127402" y="200539"/>
                  <a:pt x="126370" y="201014"/>
                  <a:pt x="125178" y="201270"/>
                </a:cubicBezTo>
                <a:cubicBezTo>
                  <a:pt x="124000" y="201519"/>
                  <a:pt x="122734" y="201643"/>
                  <a:pt x="121381" y="201643"/>
                </a:cubicBezTo>
                <a:cubicBezTo>
                  <a:pt x="120035" y="201643"/>
                  <a:pt x="118770" y="201519"/>
                  <a:pt x="117585" y="201270"/>
                </a:cubicBezTo>
                <a:close/>
                <a:moveTo>
                  <a:pt x="69407" y="120123"/>
                </a:moveTo>
                <a:close/>
                <a:moveTo>
                  <a:pt x="140818" y="90050"/>
                </a:moveTo>
                <a:cubicBezTo>
                  <a:pt x="140818" y="89180"/>
                  <a:pt x="141147" y="88273"/>
                  <a:pt x="141798" y="87329"/>
                </a:cubicBezTo>
                <a:cubicBezTo>
                  <a:pt x="142449" y="86393"/>
                  <a:pt x="143195" y="85749"/>
                  <a:pt x="144036" y="85398"/>
                </a:cubicBezTo>
                <a:cubicBezTo>
                  <a:pt x="149069" y="83554"/>
                  <a:pt x="154204" y="82128"/>
                  <a:pt x="159449" y="81118"/>
                </a:cubicBezTo>
                <a:cubicBezTo>
                  <a:pt x="164694" y="80116"/>
                  <a:pt x="170239" y="79611"/>
                  <a:pt x="176070" y="79611"/>
                </a:cubicBezTo>
                <a:cubicBezTo>
                  <a:pt x="179713" y="79611"/>
                  <a:pt x="183297" y="79823"/>
                  <a:pt x="186838" y="80240"/>
                </a:cubicBezTo>
                <a:cubicBezTo>
                  <a:pt x="190371" y="80657"/>
                  <a:pt x="193816" y="81287"/>
                  <a:pt x="197167" y="82128"/>
                </a:cubicBezTo>
                <a:cubicBezTo>
                  <a:pt x="198176" y="82428"/>
                  <a:pt x="199098" y="83042"/>
                  <a:pt x="199939" y="83964"/>
                </a:cubicBezTo>
                <a:cubicBezTo>
                  <a:pt x="200773" y="84900"/>
                  <a:pt x="201190" y="85917"/>
                  <a:pt x="201190" y="87007"/>
                </a:cubicBezTo>
                <a:cubicBezTo>
                  <a:pt x="201190" y="88953"/>
                  <a:pt x="200568" y="90416"/>
                  <a:pt x="199310" y="91403"/>
                </a:cubicBezTo>
                <a:cubicBezTo>
                  <a:pt x="198052" y="92398"/>
                  <a:pt x="196501" y="92640"/>
                  <a:pt x="194657" y="92135"/>
                </a:cubicBezTo>
                <a:cubicBezTo>
                  <a:pt x="191805" y="91294"/>
                  <a:pt x="188827" y="90665"/>
                  <a:pt x="185726" y="90248"/>
                </a:cubicBezTo>
                <a:cubicBezTo>
                  <a:pt x="182624" y="89831"/>
                  <a:pt x="179398" y="89619"/>
                  <a:pt x="176048" y="89619"/>
                </a:cubicBezTo>
                <a:cubicBezTo>
                  <a:pt x="171168" y="89619"/>
                  <a:pt x="166487" y="90072"/>
                  <a:pt x="161988" y="90979"/>
                </a:cubicBezTo>
                <a:cubicBezTo>
                  <a:pt x="157496" y="91886"/>
                  <a:pt x="153078" y="93261"/>
                  <a:pt x="148740" y="95105"/>
                </a:cubicBezTo>
                <a:cubicBezTo>
                  <a:pt x="146377" y="95939"/>
                  <a:pt x="144475" y="95880"/>
                  <a:pt x="143027" y="94929"/>
                </a:cubicBezTo>
                <a:cubicBezTo>
                  <a:pt x="141586" y="93971"/>
                  <a:pt x="140869" y="92318"/>
                  <a:pt x="140869" y="89970"/>
                </a:cubicBezTo>
                <a:close/>
                <a:moveTo>
                  <a:pt x="140818" y="145397"/>
                </a:moveTo>
                <a:cubicBezTo>
                  <a:pt x="140818" y="144453"/>
                  <a:pt x="141147" y="143495"/>
                  <a:pt x="141798" y="142500"/>
                </a:cubicBezTo>
                <a:cubicBezTo>
                  <a:pt x="142449" y="141513"/>
                  <a:pt x="143195" y="140832"/>
                  <a:pt x="144036" y="140466"/>
                </a:cubicBezTo>
                <a:cubicBezTo>
                  <a:pt x="149069" y="138623"/>
                  <a:pt x="154204" y="137240"/>
                  <a:pt x="159449" y="136319"/>
                </a:cubicBezTo>
                <a:cubicBezTo>
                  <a:pt x="164694" y="135397"/>
                  <a:pt x="170239" y="134936"/>
                  <a:pt x="176070" y="134936"/>
                </a:cubicBezTo>
                <a:cubicBezTo>
                  <a:pt x="179713" y="134936"/>
                  <a:pt x="183297" y="135141"/>
                  <a:pt x="186838" y="135565"/>
                </a:cubicBezTo>
                <a:cubicBezTo>
                  <a:pt x="190371" y="135982"/>
                  <a:pt x="193816" y="136611"/>
                  <a:pt x="197167" y="137445"/>
                </a:cubicBezTo>
                <a:cubicBezTo>
                  <a:pt x="198176" y="137753"/>
                  <a:pt x="199098" y="138360"/>
                  <a:pt x="199939" y="139281"/>
                </a:cubicBezTo>
                <a:cubicBezTo>
                  <a:pt x="200773" y="140225"/>
                  <a:pt x="201190" y="141235"/>
                  <a:pt x="201190" y="142325"/>
                </a:cubicBezTo>
                <a:cubicBezTo>
                  <a:pt x="201190" y="144270"/>
                  <a:pt x="200568" y="145741"/>
                  <a:pt x="199310" y="146728"/>
                </a:cubicBezTo>
                <a:cubicBezTo>
                  <a:pt x="198052" y="147716"/>
                  <a:pt x="196501" y="147957"/>
                  <a:pt x="194657" y="147460"/>
                </a:cubicBezTo>
                <a:cubicBezTo>
                  <a:pt x="191805" y="146619"/>
                  <a:pt x="188827" y="145989"/>
                  <a:pt x="185726" y="145572"/>
                </a:cubicBezTo>
                <a:cubicBezTo>
                  <a:pt x="182624" y="145148"/>
                  <a:pt x="179398" y="144943"/>
                  <a:pt x="176048" y="144943"/>
                </a:cubicBezTo>
                <a:cubicBezTo>
                  <a:pt x="171168" y="144943"/>
                  <a:pt x="166487" y="145353"/>
                  <a:pt x="161988" y="146172"/>
                </a:cubicBezTo>
                <a:cubicBezTo>
                  <a:pt x="157496" y="146992"/>
                  <a:pt x="153078" y="148330"/>
                  <a:pt x="148740" y="150174"/>
                </a:cubicBezTo>
                <a:cubicBezTo>
                  <a:pt x="146377" y="151008"/>
                  <a:pt x="144475" y="151008"/>
                  <a:pt x="143027" y="150174"/>
                </a:cubicBezTo>
                <a:cubicBezTo>
                  <a:pt x="141586" y="149332"/>
                  <a:pt x="140869" y="147723"/>
                  <a:pt x="140869" y="145346"/>
                </a:cubicBezTo>
                <a:close/>
                <a:moveTo>
                  <a:pt x="140818" y="117709"/>
                </a:moveTo>
                <a:cubicBezTo>
                  <a:pt x="140818" y="116838"/>
                  <a:pt x="141147" y="115931"/>
                  <a:pt x="141798" y="114995"/>
                </a:cubicBezTo>
                <a:cubicBezTo>
                  <a:pt x="142449" y="114051"/>
                  <a:pt x="143195" y="113408"/>
                  <a:pt x="144036" y="113056"/>
                </a:cubicBezTo>
                <a:cubicBezTo>
                  <a:pt x="149069" y="111213"/>
                  <a:pt x="154204" y="109787"/>
                  <a:pt x="159449" y="108784"/>
                </a:cubicBezTo>
                <a:cubicBezTo>
                  <a:pt x="164694" y="107775"/>
                  <a:pt x="170239" y="107270"/>
                  <a:pt x="176070" y="107270"/>
                </a:cubicBezTo>
                <a:cubicBezTo>
                  <a:pt x="179713" y="107270"/>
                  <a:pt x="183297" y="107482"/>
                  <a:pt x="186838" y="107899"/>
                </a:cubicBezTo>
                <a:cubicBezTo>
                  <a:pt x="190371" y="108323"/>
                  <a:pt x="193816" y="108953"/>
                  <a:pt x="197167" y="109787"/>
                </a:cubicBezTo>
                <a:cubicBezTo>
                  <a:pt x="198176" y="110086"/>
                  <a:pt x="199098" y="110701"/>
                  <a:pt x="199939" y="111623"/>
                </a:cubicBezTo>
                <a:cubicBezTo>
                  <a:pt x="200773" y="112559"/>
                  <a:pt x="201190" y="113576"/>
                  <a:pt x="201190" y="114666"/>
                </a:cubicBezTo>
                <a:cubicBezTo>
                  <a:pt x="201190" y="116612"/>
                  <a:pt x="200568" y="118075"/>
                  <a:pt x="199310" y="119070"/>
                </a:cubicBezTo>
                <a:cubicBezTo>
                  <a:pt x="198052" y="120057"/>
                  <a:pt x="196501" y="120298"/>
                  <a:pt x="194657" y="119794"/>
                </a:cubicBezTo>
                <a:cubicBezTo>
                  <a:pt x="191805" y="118960"/>
                  <a:pt x="188827" y="118331"/>
                  <a:pt x="185726" y="117906"/>
                </a:cubicBezTo>
                <a:cubicBezTo>
                  <a:pt x="182624" y="117489"/>
                  <a:pt x="179398" y="117285"/>
                  <a:pt x="176048" y="117285"/>
                </a:cubicBezTo>
                <a:cubicBezTo>
                  <a:pt x="171168" y="117285"/>
                  <a:pt x="166487" y="117731"/>
                  <a:pt x="161988" y="118638"/>
                </a:cubicBezTo>
                <a:cubicBezTo>
                  <a:pt x="157496" y="119545"/>
                  <a:pt x="153078" y="120920"/>
                  <a:pt x="148740" y="122764"/>
                </a:cubicBezTo>
                <a:cubicBezTo>
                  <a:pt x="146377" y="123598"/>
                  <a:pt x="144475" y="123539"/>
                  <a:pt x="143027" y="122588"/>
                </a:cubicBezTo>
                <a:cubicBezTo>
                  <a:pt x="141586" y="121630"/>
                  <a:pt x="140869" y="119977"/>
                  <a:pt x="140869" y="11763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50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010" y="222792"/>
                </a:moveTo>
                <a:cubicBezTo>
                  <a:pt x="102515" y="222792"/>
                  <a:pt x="100284" y="222009"/>
                  <a:pt x="98324" y="220429"/>
                </a:cubicBezTo>
                <a:cubicBezTo>
                  <a:pt x="96378" y="218856"/>
                  <a:pt x="95237" y="216815"/>
                  <a:pt x="94900" y="214321"/>
                </a:cubicBezTo>
                <a:lnTo>
                  <a:pt x="91133" y="190634"/>
                </a:lnTo>
                <a:cubicBezTo>
                  <a:pt x="88177" y="189573"/>
                  <a:pt x="85032" y="188096"/>
                  <a:pt x="81696" y="186179"/>
                </a:cubicBezTo>
                <a:cubicBezTo>
                  <a:pt x="78360" y="184270"/>
                  <a:pt x="75456" y="182309"/>
                  <a:pt x="72976" y="180298"/>
                </a:cubicBezTo>
                <a:lnTo>
                  <a:pt x="51397" y="190356"/>
                </a:lnTo>
                <a:cubicBezTo>
                  <a:pt x="48931" y="191395"/>
                  <a:pt x="46444" y="191527"/>
                  <a:pt x="43928" y="190758"/>
                </a:cubicBezTo>
                <a:cubicBezTo>
                  <a:pt x="41419" y="189983"/>
                  <a:pt x="39473" y="188425"/>
                  <a:pt x="38098" y="186084"/>
                </a:cubicBezTo>
                <a:lnTo>
                  <a:pt x="22706" y="158367"/>
                </a:lnTo>
                <a:cubicBezTo>
                  <a:pt x="21280" y="156106"/>
                  <a:pt x="20878" y="153736"/>
                  <a:pt x="21499" y="151256"/>
                </a:cubicBezTo>
                <a:cubicBezTo>
                  <a:pt x="22107" y="148769"/>
                  <a:pt x="23467" y="146736"/>
                  <a:pt x="25596" y="145141"/>
                </a:cubicBezTo>
                <a:lnTo>
                  <a:pt x="45669" y="130306"/>
                </a:lnTo>
                <a:cubicBezTo>
                  <a:pt x="45362" y="128916"/>
                  <a:pt x="45171" y="127314"/>
                  <a:pt x="45084" y="125507"/>
                </a:cubicBezTo>
                <a:cubicBezTo>
                  <a:pt x="45003" y="123693"/>
                  <a:pt x="44959" y="122091"/>
                  <a:pt x="44959" y="120701"/>
                </a:cubicBezTo>
                <a:cubicBezTo>
                  <a:pt x="44959" y="119311"/>
                  <a:pt x="45003" y="117709"/>
                  <a:pt x="45084" y="115895"/>
                </a:cubicBezTo>
                <a:cubicBezTo>
                  <a:pt x="45171" y="114088"/>
                  <a:pt x="45362" y="112486"/>
                  <a:pt x="45669" y="111096"/>
                </a:cubicBezTo>
                <a:lnTo>
                  <a:pt x="25596" y="96312"/>
                </a:lnTo>
                <a:cubicBezTo>
                  <a:pt x="23438" y="94717"/>
                  <a:pt x="22063" y="92676"/>
                  <a:pt x="21477" y="90196"/>
                </a:cubicBezTo>
                <a:cubicBezTo>
                  <a:pt x="20885" y="87717"/>
                  <a:pt x="21309" y="85317"/>
                  <a:pt x="22736" y="83006"/>
                </a:cubicBezTo>
                <a:lnTo>
                  <a:pt x="38171" y="55296"/>
                </a:lnTo>
                <a:cubicBezTo>
                  <a:pt x="39546" y="53035"/>
                  <a:pt x="41484" y="51499"/>
                  <a:pt x="43979" y="50694"/>
                </a:cubicBezTo>
                <a:cubicBezTo>
                  <a:pt x="46459" y="49890"/>
                  <a:pt x="48946" y="50007"/>
                  <a:pt x="51426" y="51045"/>
                </a:cubicBezTo>
                <a:lnTo>
                  <a:pt x="73174" y="61104"/>
                </a:lnTo>
                <a:cubicBezTo>
                  <a:pt x="75625" y="59129"/>
                  <a:pt x="78507" y="57190"/>
                  <a:pt x="81828" y="55296"/>
                </a:cubicBezTo>
                <a:cubicBezTo>
                  <a:pt x="85142" y="53401"/>
                  <a:pt x="88280" y="51996"/>
                  <a:pt x="91228" y="51075"/>
                </a:cubicBezTo>
                <a:lnTo>
                  <a:pt x="95003" y="27132"/>
                </a:lnTo>
                <a:cubicBezTo>
                  <a:pt x="95339" y="24586"/>
                  <a:pt x="96480" y="22516"/>
                  <a:pt x="98419" y="20921"/>
                </a:cubicBezTo>
                <a:cubicBezTo>
                  <a:pt x="100365" y="19327"/>
                  <a:pt x="102596" y="18529"/>
                  <a:pt x="105112" y="18529"/>
                </a:cubicBezTo>
                <a:lnTo>
                  <a:pt x="136465" y="18529"/>
                </a:lnTo>
                <a:cubicBezTo>
                  <a:pt x="138967" y="18529"/>
                  <a:pt x="141198" y="19327"/>
                  <a:pt x="143158" y="20921"/>
                </a:cubicBezTo>
                <a:cubicBezTo>
                  <a:pt x="145104" y="22516"/>
                  <a:pt x="146238" y="24586"/>
                  <a:pt x="146575" y="27132"/>
                </a:cubicBezTo>
                <a:lnTo>
                  <a:pt x="150349" y="50819"/>
                </a:lnTo>
                <a:cubicBezTo>
                  <a:pt x="153297" y="51909"/>
                  <a:pt x="156472" y="53357"/>
                  <a:pt x="159881" y="55171"/>
                </a:cubicBezTo>
                <a:cubicBezTo>
                  <a:pt x="163283" y="56978"/>
                  <a:pt x="166165" y="58961"/>
                  <a:pt x="168528" y="61104"/>
                </a:cubicBezTo>
                <a:lnTo>
                  <a:pt x="190107" y="51045"/>
                </a:lnTo>
                <a:cubicBezTo>
                  <a:pt x="192565" y="50007"/>
                  <a:pt x="195016" y="49890"/>
                  <a:pt x="197445" y="50694"/>
                </a:cubicBezTo>
                <a:cubicBezTo>
                  <a:pt x="199881" y="51514"/>
                  <a:pt x="201782" y="53050"/>
                  <a:pt x="203158" y="55296"/>
                </a:cubicBezTo>
                <a:lnTo>
                  <a:pt x="218893" y="83006"/>
                </a:lnTo>
                <a:cubicBezTo>
                  <a:pt x="220268" y="85303"/>
                  <a:pt x="220663" y="87746"/>
                  <a:pt x="220078" y="90328"/>
                </a:cubicBezTo>
                <a:cubicBezTo>
                  <a:pt x="219493" y="92888"/>
                  <a:pt x="218117" y="94885"/>
                  <a:pt x="215952" y="96312"/>
                </a:cubicBezTo>
                <a:lnTo>
                  <a:pt x="195835" y="110591"/>
                </a:lnTo>
                <a:cubicBezTo>
                  <a:pt x="196142" y="112149"/>
                  <a:pt x="196340" y="113839"/>
                  <a:pt x="196442" y="115646"/>
                </a:cubicBezTo>
                <a:cubicBezTo>
                  <a:pt x="196545" y="117460"/>
                  <a:pt x="196589" y="119143"/>
                  <a:pt x="196589" y="120701"/>
                </a:cubicBezTo>
                <a:cubicBezTo>
                  <a:pt x="196589" y="122259"/>
                  <a:pt x="196545" y="123905"/>
                  <a:pt x="196442" y="125631"/>
                </a:cubicBezTo>
                <a:cubicBezTo>
                  <a:pt x="196340" y="127358"/>
                  <a:pt x="196142" y="128996"/>
                  <a:pt x="195835" y="130562"/>
                </a:cubicBezTo>
                <a:lnTo>
                  <a:pt x="215952" y="145090"/>
                </a:lnTo>
                <a:cubicBezTo>
                  <a:pt x="218117" y="146516"/>
                  <a:pt x="219493" y="148513"/>
                  <a:pt x="220078" y="151081"/>
                </a:cubicBezTo>
                <a:cubicBezTo>
                  <a:pt x="220663" y="153641"/>
                  <a:pt x="220268" y="156084"/>
                  <a:pt x="218893" y="158396"/>
                </a:cubicBezTo>
                <a:lnTo>
                  <a:pt x="203406" y="186106"/>
                </a:lnTo>
                <a:cubicBezTo>
                  <a:pt x="202031" y="188403"/>
                  <a:pt x="200093" y="189946"/>
                  <a:pt x="197598" y="190729"/>
                </a:cubicBezTo>
                <a:cubicBezTo>
                  <a:pt x="195118" y="191519"/>
                  <a:pt x="192638" y="191395"/>
                  <a:pt x="190151" y="190356"/>
                </a:cubicBezTo>
                <a:lnTo>
                  <a:pt x="168476" y="180298"/>
                </a:lnTo>
                <a:cubicBezTo>
                  <a:pt x="165997" y="182324"/>
                  <a:pt x="163136" y="184321"/>
                  <a:pt x="159903" y="186282"/>
                </a:cubicBezTo>
                <a:cubicBezTo>
                  <a:pt x="156670" y="188257"/>
                  <a:pt x="153495" y="189712"/>
                  <a:pt x="150371" y="190634"/>
                </a:cubicBezTo>
                <a:lnTo>
                  <a:pt x="146604" y="214321"/>
                </a:lnTo>
                <a:cubicBezTo>
                  <a:pt x="146267" y="216837"/>
                  <a:pt x="145126" y="218871"/>
                  <a:pt x="143180" y="220429"/>
                </a:cubicBezTo>
                <a:cubicBezTo>
                  <a:pt x="141235" y="221987"/>
                  <a:pt x="139011" y="222777"/>
                  <a:pt x="136494" y="222792"/>
                </a:cubicBezTo>
                <a:lnTo>
                  <a:pt x="105134" y="222792"/>
                </a:lnTo>
                <a:close/>
                <a:moveTo>
                  <a:pt x="110116" y="205667"/>
                </a:moveTo>
                <a:lnTo>
                  <a:pt x="131213" y="205667"/>
                </a:lnTo>
                <a:lnTo>
                  <a:pt x="134783" y="177555"/>
                </a:lnTo>
                <a:cubicBezTo>
                  <a:pt x="140349" y="176216"/>
                  <a:pt x="145638" y="174116"/>
                  <a:pt x="150649" y="171271"/>
                </a:cubicBezTo>
                <a:cubicBezTo>
                  <a:pt x="155660" y="168418"/>
                  <a:pt x="160181" y="164921"/>
                  <a:pt x="164204" y="160781"/>
                </a:cubicBezTo>
                <a:lnTo>
                  <a:pt x="190861" y="172353"/>
                </a:lnTo>
                <a:lnTo>
                  <a:pt x="200385" y="155024"/>
                </a:lnTo>
                <a:lnTo>
                  <a:pt x="176874" y="137804"/>
                </a:lnTo>
                <a:cubicBezTo>
                  <a:pt x="177547" y="134914"/>
                  <a:pt x="178103" y="132069"/>
                  <a:pt x="178535" y="129252"/>
                </a:cubicBezTo>
                <a:cubicBezTo>
                  <a:pt x="178974" y="126436"/>
                  <a:pt x="179193" y="123583"/>
                  <a:pt x="179193" y="120701"/>
                </a:cubicBezTo>
                <a:cubicBezTo>
                  <a:pt x="179193" y="117819"/>
                  <a:pt x="179018" y="114966"/>
                  <a:pt x="178659" y="112149"/>
                </a:cubicBezTo>
                <a:cubicBezTo>
                  <a:pt x="178308" y="109333"/>
                  <a:pt x="177715" y="106487"/>
                  <a:pt x="176874" y="103605"/>
                </a:cubicBezTo>
                <a:lnTo>
                  <a:pt x="200466" y="86378"/>
                </a:lnTo>
                <a:lnTo>
                  <a:pt x="190883" y="69048"/>
                </a:lnTo>
                <a:lnTo>
                  <a:pt x="164277" y="80621"/>
                </a:lnTo>
                <a:cubicBezTo>
                  <a:pt x="160422" y="76173"/>
                  <a:pt x="156026" y="72464"/>
                  <a:pt x="151081" y="69480"/>
                </a:cubicBezTo>
                <a:cubicBezTo>
                  <a:pt x="146128" y="66481"/>
                  <a:pt x="140708" y="64586"/>
                  <a:pt x="134805" y="63796"/>
                </a:cubicBezTo>
                <a:lnTo>
                  <a:pt x="131286" y="35757"/>
                </a:lnTo>
                <a:lnTo>
                  <a:pt x="110116" y="35757"/>
                </a:lnTo>
                <a:lnTo>
                  <a:pt x="106641" y="63796"/>
                </a:lnTo>
                <a:cubicBezTo>
                  <a:pt x="100862" y="64937"/>
                  <a:pt x="95456" y="66956"/>
                  <a:pt x="90423" y="69853"/>
                </a:cubicBezTo>
                <a:cubicBezTo>
                  <a:pt x="85398" y="72772"/>
                  <a:pt x="80935" y="76363"/>
                  <a:pt x="77051" y="80621"/>
                </a:cubicBezTo>
                <a:lnTo>
                  <a:pt x="50519" y="69048"/>
                </a:lnTo>
                <a:lnTo>
                  <a:pt x="40936" y="86378"/>
                </a:lnTo>
                <a:lnTo>
                  <a:pt x="64396" y="103554"/>
                </a:lnTo>
                <a:cubicBezTo>
                  <a:pt x="63730" y="106436"/>
                  <a:pt x="63174" y="109296"/>
                  <a:pt x="62742" y="112127"/>
                </a:cubicBezTo>
                <a:cubicBezTo>
                  <a:pt x="62304" y="114958"/>
                  <a:pt x="62084" y="117819"/>
                  <a:pt x="62084" y="120701"/>
                </a:cubicBezTo>
                <a:cubicBezTo>
                  <a:pt x="62084" y="123583"/>
                  <a:pt x="62304" y="126451"/>
                  <a:pt x="62742" y="129303"/>
                </a:cubicBezTo>
                <a:cubicBezTo>
                  <a:pt x="63174" y="132149"/>
                  <a:pt x="63730" y="135002"/>
                  <a:pt x="64396" y="137848"/>
                </a:cubicBezTo>
                <a:lnTo>
                  <a:pt x="40936" y="155024"/>
                </a:lnTo>
                <a:lnTo>
                  <a:pt x="50519" y="172353"/>
                </a:lnTo>
                <a:lnTo>
                  <a:pt x="77051" y="160781"/>
                </a:lnTo>
                <a:cubicBezTo>
                  <a:pt x="81104" y="164892"/>
                  <a:pt x="85646" y="168389"/>
                  <a:pt x="90679" y="171271"/>
                </a:cubicBezTo>
                <a:cubicBezTo>
                  <a:pt x="95705" y="174153"/>
                  <a:pt x="101030" y="176267"/>
                  <a:pt x="106641" y="177606"/>
                </a:cubicBezTo>
                <a:lnTo>
                  <a:pt x="110116" y="205645"/>
                </a:lnTo>
                <a:close/>
                <a:moveTo>
                  <a:pt x="120576" y="153392"/>
                </a:moveTo>
                <a:cubicBezTo>
                  <a:pt x="129625" y="153392"/>
                  <a:pt x="137336" y="150203"/>
                  <a:pt x="143707" y="143839"/>
                </a:cubicBezTo>
                <a:cubicBezTo>
                  <a:pt x="150079" y="137467"/>
                  <a:pt x="153268" y="129757"/>
                  <a:pt x="153268" y="120701"/>
                </a:cubicBezTo>
                <a:cubicBezTo>
                  <a:pt x="153268" y="111652"/>
                  <a:pt x="150079" y="103934"/>
                  <a:pt x="143707" y="97570"/>
                </a:cubicBezTo>
                <a:cubicBezTo>
                  <a:pt x="137336" y="91199"/>
                  <a:pt x="129625" y="88009"/>
                  <a:pt x="120576" y="88009"/>
                </a:cubicBezTo>
                <a:cubicBezTo>
                  <a:pt x="111520" y="88009"/>
                  <a:pt x="103810" y="91199"/>
                  <a:pt x="97438" y="97570"/>
                </a:cubicBezTo>
                <a:cubicBezTo>
                  <a:pt x="91067" y="103934"/>
                  <a:pt x="87885" y="111652"/>
                  <a:pt x="87885" y="120701"/>
                </a:cubicBezTo>
                <a:cubicBezTo>
                  <a:pt x="87885" y="129757"/>
                  <a:pt x="91067" y="137467"/>
                  <a:pt x="97438" y="143839"/>
                </a:cubicBezTo>
                <a:cubicBezTo>
                  <a:pt x="103810" y="150203"/>
                  <a:pt x="111520" y="153392"/>
                  <a:pt x="120576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2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362" y="210268"/>
                </a:moveTo>
                <a:cubicBezTo>
                  <a:pt x="107804" y="208710"/>
                  <a:pt x="107021" y="206757"/>
                  <a:pt x="107021" y="204409"/>
                </a:cubicBezTo>
                <a:lnTo>
                  <a:pt x="107021" y="162873"/>
                </a:lnTo>
                <a:cubicBezTo>
                  <a:pt x="107021" y="160525"/>
                  <a:pt x="107819" y="158572"/>
                  <a:pt x="109413" y="157013"/>
                </a:cubicBezTo>
                <a:cubicBezTo>
                  <a:pt x="111001" y="155455"/>
                  <a:pt x="112976" y="154673"/>
                  <a:pt x="115317" y="154673"/>
                </a:cubicBezTo>
                <a:cubicBezTo>
                  <a:pt x="117665" y="154673"/>
                  <a:pt x="119611" y="155455"/>
                  <a:pt x="121154" y="157013"/>
                </a:cubicBezTo>
                <a:cubicBezTo>
                  <a:pt x="122698" y="158572"/>
                  <a:pt x="123466" y="160525"/>
                  <a:pt x="123466" y="162873"/>
                </a:cubicBezTo>
                <a:lnTo>
                  <a:pt x="123466" y="175521"/>
                </a:lnTo>
                <a:lnTo>
                  <a:pt x="204036" y="175521"/>
                </a:lnTo>
                <a:cubicBezTo>
                  <a:pt x="206384" y="175521"/>
                  <a:pt x="208337" y="176304"/>
                  <a:pt x="209895" y="177884"/>
                </a:cubicBezTo>
                <a:cubicBezTo>
                  <a:pt x="211453" y="179456"/>
                  <a:pt x="212229" y="181417"/>
                  <a:pt x="212229" y="183765"/>
                </a:cubicBezTo>
                <a:cubicBezTo>
                  <a:pt x="212229" y="186113"/>
                  <a:pt x="211453" y="188074"/>
                  <a:pt x="209895" y="189654"/>
                </a:cubicBezTo>
                <a:cubicBezTo>
                  <a:pt x="208337" y="191212"/>
                  <a:pt x="206384" y="191987"/>
                  <a:pt x="204036" y="191987"/>
                </a:cubicBezTo>
                <a:lnTo>
                  <a:pt x="123495" y="191987"/>
                </a:lnTo>
                <a:lnTo>
                  <a:pt x="123495" y="204409"/>
                </a:lnTo>
                <a:cubicBezTo>
                  <a:pt x="123495" y="206757"/>
                  <a:pt x="122705" y="208710"/>
                  <a:pt x="121125" y="210268"/>
                </a:cubicBezTo>
                <a:cubicBezTo>
                  <a:pt x="119552" y="211834"/>
                  <a:pt x="117592" y="212609"/>
                  <a:pt x="115244" y="212609"/>
                </a:cubicBezTo>
                <a:cubicBezTo>
                  <a:pt x="112895" y="212609"/>
                  <a:pt x="110935" y="211834"/>
                  <a:pt x="109362" y="210268"/>
                </a:cubicBezTo>
                <a:close/>
                <a:moveTo>
                  <a:pt x="37366" y="191987"/>
                </a:moveTo>
                <a:cubicBezTo>
                  <a:pt x="35018" y="191987"/>
                  <a:pt x="33065" y="191190"/>
                  <a:pt x="31507" y="189603"/>
                </a:cubicBezTo>
                <a:cubicBezTo>
                  <a:pt x="29948" y="188008"/>
                  <a:pt x="29166" y="186040"/>
                  <a:pt x="29166" y="183692"/>
                </a:cubicBezTo>
                <a:cubicBezTo>
                  <a:pt x="29166" y="181344"/>
                  <a:pt x="29948" y="179398"/>
                  <a:pt x="31507" y="177854"/>
                </a:cubicBezTo>
                <a:cubicBezTo>
                  <a:pt x="33065" y="176318"/>
                  <a:pt x="35018" y="175543"/>
                  <a:pt x="37366" y="175543"/>
                </a:cubicBezTo>
                <a:lnTo>
                  <a:pt x="84439" y="175543"/>
                </a:lnTo>
                <a:cubicBezTo>
                  <a:pt x="86788" y="175543"/>
                  <a:pt x="88741" y="176333"/>
                  <a:pt x="90299" y="177906"/>
                </a:cubicBezTo>
                <a:cubicBezTo>
                  <a:pt x="91857" y="179486"/>
                  <a:pt x="92640" y="181446"/>
                  <a:pt x="92640" y="183794"/>
                </a:cubicBezTo>
                <a:cubicBezTo>
                  <a:pt x="92640" y="186143"/>
                  <a:pt x="91857" y="188103"/>
                  <a:pt x="90299" y="189676"/>
                </a:cubicBezTo>
                <a:cubicBezTo>
                  <a:pt x="88741" y="191234"/>
                  <a:pt x="86788" y="192017"/>
                  <a:pt x="84439" y="192017"/>
                </a:cubicBezTo>
                <a:lnTo>
                  <a:pt x="37366" y="192017"/>
                </a:lnTo>
                <a:close/>
                <a:moveTo>
                  <a:pt x="78529" y="147153"/>
                </a:moveTo>
                <a:cubicBezTo>
                  <a:pt x="76971" y="145565"/>
                  <a:pt x="76195" y="143597"/>
                  <a:pt x="76195" y="141271"/>
                </a:cubicBezTo>
                <a:lnTo>
                  <a:pt x="76195" y="128923"/>
                </a:lnTo>
                <a:lnTo>
                  <a:pt x="37366" y="128923"/>
                </a:lnTo>
                <a:cubicBezTo>
                  <a:pt x="35054" y="128923"/>
                  <a:pt x="33109" y="128126"/>
                  <a:pt x="31536" y="126538"/>
                </a:cubicBezTo>
                <a:cubicBezTo>
                  <a:pt x="29956" y="124944"/>
                  <a:pt x="29173" y="122990"/>
                  <a:pt x="29173" y="120679"/>
                </a:cubicBezTo>
                <a:cubicBezTo>
                  <a:pt x="29173" y="118360"/>
                  <a:pt x="29956" y="116429"/>
                  <a:pt x="31536" y="114871"/>
                </a:cubicBezTo>
                <a:cubicBezTo>
                  <a:pt x="33109" y="113305"/>
                  <a:pt x="35054" y="112530"/>
                  <a:pt x="37366" y="112530"/>
                </a:cubicBezTo>
                <a:lnTo>
                  <a:pt x="76195" y="112530"/>
                </a:lnTo>
                <a:lnTo>
                  <a:pt x="76195" y="99582"/>
                </a:lnTo>
                <a:cubicBezTo>
                  <a:pt x="76195" y="97234"/>
                  <a:pt x="76985" y="95280"/>
                  <a:pt x="78580" y="93722"/>
                </a:cubicBezTo>
                <a:cubicBezTo>
                  <a:pt x="80175" y="92157"/>
                  <a:pt x="82142" y="91381"/>
                  <a:pt x="84491" y="91381"/>
                </a:cubicBezTo>
                <a:cubicBezTo>
                  <a:pt x="86839" y="91381"/>
                  <a:pt x="88785" y="92157"/>
                  <a:pt x="90328" y="93722"/>
                </a:cubicBezTo>
                <a:cubicBezTo>
                  <a:pt x="91864" y="95280"/>
                  <a:pt x="92640" y="97234"/>
                  <a:pt x="92640" y="99582"/>
                </a:cubicBezTo>
                <a:lnTo>
                  <a:pt x="92640" y="141322"/>
                </a:lnTo>
                <a:cubicBezTo>
                  <a:pt x="92640" y="143671"/>
                  <a:pt x="91850" y="145624"/>
                  <a:pt x="90277" y="147182"/>
                </a:cubicBezTo>
                <a:cubicBezTo>
                  <a:pt x="88697" y="148740"/>
                  <a:pt x="86736" y="149515"/>
                  <a:pt x="84388" y="149515"/>
                </a:cubicBezTo>
                <a:cubicBezTo>
                  <a:pt x="82040" y="149515"/>
                  <a:pt x="80079" y="148725"/>
                  <a:pt x="78507" y="147131"/>
                </a:cubicBezTo>
                <a:close/>
                <a:moveTo>
                  <a:pt x="115222" y="128923"/>
                </a:moveTo>
                <a:cubicBezTo>
                  <a:pt x="112903" y="128923"/>
                  <a:pt x="110964" y="128126"/>
                  <a:pt x="109384" y="126538"/>
                </a:cubicBezTo>
                <a:cubicBezTo>
                  <a:pt x="107811" y="124944"/>
                  <a:pt x="107021" y="122990"/>
                  <a:pt x="107021" y="120679"/>
                </a:cubicBezTo>
                <a:cubicBezTo>
                  <a:pt x="107021" y="118360"/>
                  <a:pt x="107811" y="116429"/>
                  <a:pt x="109384" y="114871"/>
                </a:cubicBezTo>
                <a:cubicBezTo>
                  <a:pt x="110964" y="113305"/>
                  <a:pt x="112903" y="112530"/>
                  <a:pt x="115222" y="112530"/>
                </a:cubicBezTo>
                <a:lnTo>
                  <a:pt x="204036" y="112530"/>
                </a:lnTo>
                <a:cubicBezTo>
                  <a:pt x="206347" y="112530"/>
                  <a:pt x="208293" y="113327"/>
                  <a:pt x="209866" y="114914"/>
                </a:cubicBezTo>
                <a:cubicBezTo>
                  <a:pt x="211446" y="116509"/>
                  <a:pt x="212229" y="118462"/>
                  <a:pt x="212229" y="120774"/>
                </a:cubicBezTo>
                <a:cubicBezTo>
                  <a:pt x="212229" y="123093"/>
                  <a:pt x="211446" y="125024"/>
                  <a:pt x="209866" y="126582"/>
                </a:cubicBezTo>
                <a:cubicBezTo>
                  <a:pt x="208293" y="128148"/>
                  <a:pt x="206347" y="128923"/>
                  <a:pt x="204036" y="128923"/>
                </a:cubicBezTo>
                <a:lnTo>
                  <a:pt x="115222" y="128923"/>
                </a:lnTo>
                <a:close/>
                <a:moveTo>
                  <a:pt x="151103" y="84417"/>
                </a:moveTo>
                <a:cubicBezTo>
                  <a:pt x="149545" y="82859"/>
                  <a:pt x="148762" y="80906"/>
                  <a:pt x="148762" y="78558"/>
                </a:cubicBezTo>
                <a:lnTo>
                  <a:pt x="148762" y="37015"/>
                </a:lnTo>
                <a:cubicBezTo>
                  <a:pt x="148762" y="34667"/>
                  <a:pt x="149559" y="32714"/>
                  <a:pt x="151154" y="31155"/>
                </a:cubicBezTo>
                <a:cubicBezTo>
                  <a:pt x="152749" y="29597"/>
                  <a:pt x="154716" y="28815"/>
                  <a:pt x="157065" y="28815"/>
                </a:cubicBezTo>
                <a:cubicBezTo>
                  <a:pt x="159406" y="28815"/>
                  <a:pt x="161351" y="29597"/>
                  <a:pt x="162895" y="31155"/>
                </a:cubicBezTo>
                <a:cubicBezTo>
                  <a:pt x="164438" y="32714"/>
                  <a:pt x="165206" y="34667"/>
                  <a:pt x="165206" y="37015"/>
                </a:cubicBezTo>
                <a:lnTo>
                  <a:pt x="165206" y="49436"/>
                </a:lnTo>
                <a:lnTo>
                  <a:pt x="204036" y="49436"/>
                </a:lnTo>
                <a:cubicBezTo>
                  <a:pt x="206384" y="49436"/>
                  <a:pt x="208337" y="50226"/>
                  <a:pt x="209895" y="51799"/>
                </a:cubicBezTo>
                <a:cubicBezTo>
                  <a:pt x="211453" y="53379"/>
                  <a:pt x="212236" y="55339"/>
                  <a:pt x="212236" y="57688"/>
                </a:cubicBezTo>
                <a:cubicBezTo>
                  <a:pt x="212236" y="60029"/>
                  <a:pt x="211453" y="61996"/>
                  <a:pt x="209895" y="63569"/>
                </a:cubicBezTo>
                <a:cubicBezTo>
                  <a:pt x="208337" y="65127"/>
                  <a:pt x="206384" y="65910"/>
                  <a:pt x="204036" y="65910"/>
                </a:cubicBezTo>
                <a:lnTo>
                  <a:pt x="165236" y="65910"/>
                </a:lnTo>
                <a:lnTo>
                  <a:pt x="165236" y="78580"/>
                </a:lnTo>
                <a:cubicBezTo>
                  <a:pt x="165236" y="80928"/>
                  <a:pt x="164446" y="82881"/>
                  <a:pt x="162873" y="84439"/>
                </a:cubicBezTo>
                <a:cubicBezTo>
                  <a:pt x="161293" y="85997"/>
                  <a:pt x="159332" y="86780"/>
                  <a:pt x="156984" y="86780"/>
                </a:cubicBezTo>
                <a:cubicBezTo>
                  <a:pt x="154636" y="86780"/>
                  <a:pt x="152676" y="85997"/>
                  <a:pt x="151103" y="84439"/>
                </a:cubicBezTo>
                <a:close/>
                <a:moveTo>
                  <a:pt x="37366" y="65881"/>
                </a:moveTo>
                <a:cubicBezTo>
                  <a:pt x="35018" y="65881"/>
                  <a:pt x="33065" y="65083"/>
                  <a:pt x="31507" y="63496"/>
                </a:cubicBezTo>
                <a:cubicBezTo>
                  <a:pt x="29948" y="61901"/>
                  <a:pt x="29173" y="59933"/>
                  <a:pt x="29173" y="57585"/>
                </a:cubicBezTo>
                <a:cubicBezTo>
                  <a:pt x="29173" y="55237"/>
                  <a:pt x="29948" y="53291"/>
                  <a:pt x="31507" y="51748"/>
                </a:cubicBezTo>
                <a:cubicBezTo>
                  <a:pt x="33065" y="50212"/>
                  <a:pt x="35018" y="49436"/>
                  <a:pt x="37366" y="49436"/>
                </a:cubicBezTo>
                <a:lnTo>
                  <a:pt x="126180" y="49436"/>
                </a:lnTo>
                <a:cubicBezTo>
                  <a:pt x="128528" y="49436"/>
                  <a:pt x="130481" y="50226"/>
                  <a:pt x="132039" y="51799"/>
                </a:cubicBezTo>
                <a:cubicBezTo>
                  <a:pt x="133597" y="53379"/>
                  <a:pt x="134380" y="55339"/>
                  <a:pt x="134380" y="57688"/>
                </a:cubicBezTo>
                <a:cubicBezTo>
                  <a:pt x="134380" y="60029"/>
                  <a:pt x="133597" y="61996"/>
                  <a:pt x="132039" y="63569"/>
                </a:cubicBezTo>
                <a:cubicBezTo>
                  <a:pt x="130481" y="65127"/>
                  <a:pt x="128528" y="65910"/>
                  <a:pt x="126180" y="65910"/>
                </a:cubicBezTo>
                <a:lnTo>
                  <a:pt x="37366" y="6591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4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2675"/>
                </a:moveTo>
                <a:cubicBezTo>
                  <a:pt x="107387" y="202675"/>
                  <a:pt x="104651" y="201563"/>
                  <a:pt x="102420" y="199332"/>
                </a:cubicBezTo>
                <a:cubicBezTo>
                  <a:pt x="100189" y="197101"/>
                  <a:pt x="99077" y="194365"/>
                  <a:pt x="99077" y="191110"/>
                </a:cubicBezTo>
                <a:lnTo>
                  <a:pt x="99077" y="131315"/>
                </a:lnTo>
                <a:lnTo>
                  <a:pt x="39356" y="54966"/>
                </a:lnTo>
                <a:cubicBezTo>
                  <a:pt x="36605" y="51601"/>
                  <a:pt x="36203" y="48039"/>
                  <a:pt x="38149" y="44279"/>
                </a:cubicBezTo>
                <a:cubicBezTo>
                  <a:pt x="40095" y="40526"/>
                  <a:pt x="43130" y="38661"/>
                  <a:pt x="47278" y="38675"/>
                </a:cubicBezTo>
                <a:lnTo>
                  <a:pt x="194131" y="38675"/>
                </a:lnTo>
                <a:cubicBezTo>
                  <a:pt x="198286" y="38675"/>
                  <a:pt x="201336" y="40555"/>
                  <a:pt x="203282" y="44308"/>
                </a:cubicBezTo>
                <a:cubicBezTo>
                  <a:pt x="205228" y="48061"/>
                  <a:pt x="204840" y="51623"/>
                  <a:pt x="202126" y="54996"/>
                </a:cubicBezTo>
                <a:lnTo>
                  <a:pt x="142376" y="131286"/>
                </a:lnTo>
                <a:lnTo>
                  <a:pt x="142376" y="191585"/>
                </a:lnTo>
                <a:cubicBezTo>
                  <a:pt x="142376" y="194753"/>
                  <a:pt x="141315" y="197393"/>
                  <a:pt x="139186" y="199507"/>
                </a:cubicBezTo>
                <a:cubicBezTo>
                  <a:pt x="137058" y="201622"/>
                  <a:pt x="134402" y="202675"/>
                  <a:pt x="131235" y="202675"/>
                </a:cubicBezTo>
                <a:lnTo>
                  <a:pt x="110642" y="202675"/>
                </a:lnTo>
                <a:close/>
                <a:moveTo>
                  <a:pt x="120701" y="130862"/>
                </a:moveTo>
                <a:lnTo>
                  <a:pt x="179917" y="55852"/>
                </a:lnTo>
                <a:lnTo>
                  <a:pt x="61557" y="55852"/>
                </a:lnTo>
                <a:lnTo>
                  <a:pt x="120701" y="130862"/>
                </a:lnTo>
                <a:close/>
                <a:moveTo>
                  <a:pt x="120701" y="13086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6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03" y="159705"/>
                </a:moveTo>
                <a:cubicBezTo>
                  <a:pt x="76290" y="159705"/>
                  <a:pt x="60702" y="153312"/>
                  <a:pt x="47929" y="140540"/>
                </a:cubicBezTo>
                <a:cubicBezTo>
                  <a:pt x="35171" y="127767"/>
                  <a:pt x="28793" y="112354"/>
                  <a:pt x="28793" y="94300"/>
                </a:cubicBezTo>
                <a:cubicBezTo>
                  <a:pt x="28793" y="76239"/>
                  <a:pt x="35179" y="60826"/>
                  <a:pt x="47951" y="48054"/>
                </a:cubicBezTo>
                <a:cubicBezTo>
                  <a:pt x="60731" y="35281"/>
                  <a:pt x="76180" y="28895"/>
                  <a:pt x="94322" y="28895"/>
                </a:cubicBezTo>
                <a:cubicBezTo>
                  <a:pt x="112464" y="28895"/>
                  <a:pt x="127877" y="35281"/>
                  <a:pt x="140569" y="48054"/>
                </a:cubicBezTo>
                <a:cubicBezTo>
                  <a:pt x="153253" y="60826"/>
                  <a:pt x="159603" y="76254"/>
                  <a:pt x="159603" y="94322"/>
                </a:cubicBezTo>
                <a:cubicBezTo>
                  <a:pt x="159603" y="101579"/>
                  <a:pt x="158462" y="108536"/>
                  <a:pt x="156180" y="115192"/>
                </a:cubicBezTo>
                <a:cubicBezTo>
                  <a:pt x="153904" y="121849"/>
                  <a:pt x="150474" y="128082"/>
                  <a:pt x="145894" y="133905"/>
                </a:cubicBezTo>
                <a:lnTo>
                  <a:pt x="206398" y="193904"/>
                </a:lnTo>
                <a:cubicBezTo>
                  <a:pt x="208110" y="195579"/>
                  <a:pt x="208966" y="197657"/>
                  <a:pt x="208966" y="200137"/>
                </a:cubicBezTo>
                <a:cubicBezTo>
                  <a:pt x="208966" y="202616"/>
                  <a:pt x="208110" y="204716"/>
                  <a:pt x="206398" y="206420"/>
                </a:cubicBezTo>
                <a:cubicBezTo>
                  <a:pt x="204657" y="208169"/>
                  <a:pt x="202543" y="209039"/>
                  <a:pt x="200063" y="209039"/>
                </a:cubicBezTo>
                <a:cubicBezTo>
                  <a:pt x="197584" y="209039"/>
                  <a:pt x="195528" y="208169"/>
                  <a:pt x="193904" y="206420"/>
                </a:cubicBezTo>
                <a:lnTo>
                  <a:pt x="133597" y="146224"/>
                </a:lnTo>
                <a:cubicBezTo>
                  <a:pt x="128609" y="150466"/>
                  <a:pt x="122771" y="153766"/>
                  <a:pt x="116100" y="156128"/>
                </a:cubicBezTo>
                <a:cubicBezTo>
                  <a:pt x="109428" y="158513"/>
                  <a:pt x="102288" y="159705"/>
                  <a:pt x="94673" y="159705"/>
                </a:cubicBezTo>
                <a:close/>
                <a:moveTo>
                  <a:pt x="94447" y="142581"/>
                </a:moveTo>
                <a:cubicBezTo>
                  <a:pt x="107826" y="142581"/>
                  <a:pt x="119172" y="137870"/>
                  <a:pt x="128499" y="128448"/>
                </a:cubicBezTo>
                <a:cubicBezTo>
                  <a:pt x="137818" y="119026"/>
                  <a:pt x="142471" y="107643"/>
                  <a:pt x="142449" y="94300"/>
                </a:cubicBezTo>
                <a:cubicBezTo>
                  <a:pt x="142449" y="80950"/>
                  <a:pt x="137789" y="69568"/>
                  <a:pt x="128470" y="60153"/>
                </a:cubicBezTo>
                <a:cubicBezTo>
                  <a:pt x="119150" y="50731"/>
                  <a:pt x="107804" y="46020"/>
                  <a:pt x="94425" y="46020"/>
                </a:cubicBezTo>
                <a:cubicBezTo>
                  <a:pt x="80943" y="46020"/>
                  <a:pt x="69487" y="50731"/>
                  <a:pt x="60050" y="60153"/>
                </a:cubicBezTo>
                <a:cubicBezTo>
                  <a:pt x="50614" y="69568"/>
                  <a:pt x="45888" y="80950"/>
                  <a:pt x="45888" y="94300"/>
                </a:cubicBezTo>
                <a:cubicBezTo>
                  <a:pt x="45888" y="107643"/>
                  <a:pt x="50614" y="119026"/>
                  <a:pt x="60050" y="128448"/>
                </a:cubicBezTo>
                <a:cubicBezTo>
                  <a:pt x="69487" y="137870"/>
                  <a:pt x="80943" y="142581"/>
                  <a:pt x="94425" y="14258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8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88" y="217839"/>
                </a:moveTo>
                <a:cubicBezTo>
                  <a:pt x="101835" y="213699"/>
                  <a:pt x="99801" y="208622"/>
                  <a:pt x="99801" y="202602"/>
                </a:cubicBezTo>
                <a:lnTo>
                  <a:pt x="141622" y="202602"/>
                </a:lnTo>
                <a:cubicBezTo>
                  <a:pt x="141622" y="208622"/>
                  <a:pt x="139596" y="213699"/>
                  <a:pt x="135536" y="217839"/>
                </a:cubicBezTo>
                <a:cubicBezTo>
                  <a:pt x="131461" y="221980"/>
                  <a:pt x="126516" y="224050"/>
                  <a:pt x="120701" y="224050"/>
                </a:cubicBezTo>
                <a:cubicBezTo>
                  <a:pt x="114885" y="224050"/>
                  <a:pt x="109947" y="221980"/>
                  <a:pt x="105888" y="217839"/>
                </a:cubicBezTo>
                <a:close/>
                <a:moveTo>
                  <a:pt x="87461" y="186662"/>
                </a:moveTo>
                <a:cubicBezTo>
                  <a:pt x="85164" y="186662"/>
                  <a:pt x="83269" y="185916"/>
                  <a:pt x="81777" y="184424"/>
                </a:cubicBezTo>
                <a:cubicBezTo>
                  <a:pt x="80284" y="182909"/>
                  <a:pt x="79538" y="181037"/>
                  <a:pt x="79538" y="178791"/>
                </a:cubicBezTo>
                <a:cubicBezTo>
                  <a:pt x="79538" y="176523"/>
                  <a:pt x="80284" y="174636"/>
                  <a:pt x="81777" y="173129"/>
                </a:cubicBezTo>
                <a:cubicBezTo>
                  <a:pt x="83269" y="171622"/>
                  <a:pt x="85156" y="170868"/>
                  <a:pt x="87431" y="170868"/>
                </a:cubicBezTo>
                <a:lnTo>
                  <a:pt x="153992" y="170868"/>
                </a:lnTo>
                <a:cubicBezTo>
                  <a:pt x="156260" y="170868"/>
                  <a:pt x="158133" y="171622"/>
                  <a:pt x="159625" y="173129"/>
                </a:cubicBezTo>
                <a:cubicBezTo>
                  <a:pt x="161103" y="174636"/>
                  <a:pt x="161841" y="176523"/>
                  <a:pt x="161841" y="178791"/>
                </a:cubicBezTo>
                <a:cubicBezTo>
                  <a:pt x="161841" y="181051"/>
                  <a:pt x="161103" y="182931"/>
                  <a:pt x="159625" y="184424"/>
                </a:cubicBezTo>
                <a:cubicBezTo>
                  <a:pt x="158155" y="185916"/>
                  <a:pt x="156275" y="186662"/>
                  <a:pt x="153992" y="186662"/>
                </a:cubicBezTo>
                <a:lnTo>
                  <a:pt x="87461" y="186662"/>
                </a:lnTo>
                <a:close/>
                <a:moveTo>
                  <a:pt x="80818" y="155148"/>
                </a:moveTo>
                <a:cubicBezTo>
                  <a:pt x="69502" y="147774"/>
                  <a:pt x="60504" y="138557"/>
                  <a:pt x="53811" y="127489"/>
                </a:cubicBezTo>
                <a:cubicBezTo>
                  <a:pt x="47125" y="116429"/>
                  <a:pt x="43781" y="103934"/>
                  <a:pt x="43781" y="90021"/>
                </a:cubicBezTo>
                <a:cubicBezTo>
                  <a:pt x="43781" y="69187"/>
                  <a:pt x="51382" y="51148"/>
                  <a:pt x="66590" y="35910"/>
                </a:cubicBezTo>
                <a:cubicBezTo>
                  <a:pt x="81791" y="20687"/>
                  <a:pt x="99823" y="13080"/>
                  <a:pt x="120679" y="13080"/>
                </a:cubicBezTo>
                <a:cubicBezTo>
                  <a:pt x="141527" y="13080"/>
                  <a:pt x="159588" y="20687"/>
                  <a:pt x="174841" y="35910"/>
                </a:cubicBezTo>
                <a:cubicBezTo>
                  <a:pt x="190078" y="51133"/>
                  <a:pt x="197701" y="69165"/>
                  <a:pt x="197701" y="90021"/>
                </a:cubicBezTo>
                <a:cubicBezTo>
                  <a:pt x="197701" y="103920"/>
                  <a:pt x="194394" y="116407"/>
                  <a:pt x="187788" y="127489"/>
                </a:cubicBezTo>
                <a:cubicBezTo>
                  <a:pt x="181183" y="138557"/>
                  <a:pt x="172127" y="147774"/>
                  <a:pt x="160605" y="155148"/>
                </a:cubicBezTo>
                <a:lnTo>
                  <a:pt x="80796" y="155148"/>
                </a:lnTo>
                <a:close/>
                <a:moveTo>
                  <a:pt x="87029" y="138023"/>
                </a:moveTo>
                <a:lnTo>
                  <a:pt x="154673" y="138023"/>
                </a:lnTo>
                <a:cubicBezTo>
                  <a:pt x="162639" y="132712"/>
                  <a:pt x="168937" y="125836"/>
                  <a:pt x="173582" y="117409"/>
                </a:cubicBezTo>
                <a:cubicBezTo>
                  <a:pt x="178213" y="108975"/>
                  <a:pt x="180525" y="99852"/>
                  <a:pt x="180525" y="90050"/>
                </a:cubicBezTo>
                <a:cubicBezTo>
                  <a:pt x="180525" y="73606"/>
                  <a:pt x="174665" y="59531"/>
                  <a:pt x="162946" y="47827"/>
                </a:cubicBezTo>
                <a:cubicBezTo>
                  <a:pt x="151227" y="36130"/>
                  <a:pt x="137153" y="30278"/>
                  <a:pt x="120723" y="30278"/>
                </a:cubicBezTo>
                <a:cubicBezTo>
                  <a:pt x="104300" y="30278"/>
                  <a:pt x="90226" y="36130"/>
                  <a:pt x="78507" y="47827"/>
                </a:cubicBezTo>
                <a:cubicBezTo>
                  <a:pt x="66788" y="59531"/>
                  <a:pt x="60928" y="73606"/>
                  <a:pt x="60928" y="90050"/>
                </a:cubicBezTo>
                <a:cubicBezTo>
                  <a:pt x="60928" y="99852"/>
                  <a:pt x="63262" y="108975"/>
                  <a:pt x="67922" y="117409"/>
                </a:cubicBezTo>
                <a:cubicBezTo>
                  <a:pt x="72581" y="125836"/>
                  <a:pt x="78960" y="132712"/>
                  <a:pt x="87058" y="138023"/>
                </a:cubicBezTo>
                <a:close/>
                <a:moveTo>
                  <a:pt x="120723" y="13802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60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0416" y="215952"/>
                </a:moveTo>
                <a:cubicBezTo>
                  <a:pt x="67841" y="210553"/>
                  <a:pt x="56898" y="203194"/>
                  <a:pt x="47578" y="193875"/>
                </a:cubicBezTo>
                <a:cubicBezTo>
                  <a:pt x="38258" y="184570"/>
                  <a:pt x="30885" y="173626"/>
                  <a:pt x="25472" y="161037"/>
                </a:cubicBezTo>
                <a:cubicBezTo>
                  <a:pt x="20058" y="148447"/>
                  <a:pt x="17352" y="135009"/>
                  <a:pt x="17352" y="120723"/>
                </a:cubicBezTo>
                <a:cubicBezTo>
                  <a:pt x="17352" y="106443"/>
                  <a:pt x="20058" y="93020"/>
                  <a:pt x="25472" y="80467"/>
                </a:cubicBezTo>
                <a:cubicBezTo>
                  <a:pt x="30885" y="67914"/>
                  <a:pt x="38244" y="56963"/>
                  <a:pt x="47549" y="47629"/>
                </a:cubicBezTo>
                <a:cubicBezTo>
                  <a:pt x="56854" y="38288"/>
                  <a:pt x="67805" y="30914"/>
                  <a:pt x="80394" y="25501"/>
                </a:cubicBezTo>
                <a:cubicBezTo>
                  <a:pt x="92998" y="20066"/>
                  <a:pt x="106436" y="17352"/>
                  <a:pt x="120701" y="17352"/>
                </a:cubicBezTo>
                <a:cubicBezTo>
                  <a:pt x="134965" y="17352"/>
                  <a:pt x="148396" y="20058"/>
                  <a:pt x="160986" y="25472"/>
                </a:cubicBezTo>
                <a:cubicBezTo>
                  <a:pt x="173575" y="30885"/>
                  <a:pt x="184519" y="38266"/>
                  <a:pt x="193824" y="47600"/>
                </a:cubicBezTo>
                <a:cubicBezTo>
                  <a:pt x="203128" y="56942"/>
                  <a:pt x="210488" y="67892"/>
                  <a:pt x="215901" y="80467"/>
                </a:cubicBezTo>
                <a:cubicBezTo>
                  <a:pt x="221336" y="93042"/>
                  <a:pt x="224050" y="106465"/>
                  <a:pt x="224050" y="120752"/>
                </a:cubicBezTo>
                <a:cubicBezTo>
                  <a:pt x="224050" y="135031"/>
                  <a:pt x="221343" y="148469"/>
                  <a:pt x="215930" y="161059"/>
                </a:cubicBezTo>
                <a:cubicBezTo>
                  <a:pt x="210517" y="173634"/>
                  <a:pt x="203143" y="184577"/>
                  <a:pt x="193824" y="193904"/>
                </a:cubicBezTo>
                <a:cubicBezTo>
                  <a:pt x="184519" y="203224"/>
                  <a:pt x="173575" y="210583"/>
                  <a:pt x="160986" y="215981"/>
                </a:cubicBezTo>
                <a:cubicBezTo>
                  <a:pt x="148382" y="221358"/>
                  <a:pt x="134943" y="224050"/>
                  <a:pt x="120679" y="224050"/>
                </a:cubicBezTo>
                <a:cubicBezTo>
                  <a:pt x="106407" y="224050"/>
                  <a:pt x="92991" y="221351"/>
                  <a:pt x="80416" y="215952"/>
                </a:cubicBezTo>
                <a:close/>
                <a:moveTo>
                  <a:pt x="182258" y="182309"/>
                </a:moveTo>
                <a:cubicBezTo>
                  <a:pt x="199142" y="165441"/>
                  <a:pt x="207583" y="144914"/>
                  <a:pt x="207583" y="120723"/>
                </a:cubicBezTo>
                <a:cubicBezTo>
                  <a:pt x="207583" y="96539"/>
                  <a:pt x="199142" y="76005"/>
                  <a:pt x="182258" y="59143"/>
                </a:cubicBezTo>
                <a:cubicBezTo>
                  <a:pt x="165375" y="42260"/>
                  <a:pt x="144856" y="33818"/>
                  <a:pt x="120701" y="33818"/>
                </a:cubicBezTo>
                <a:cubicBezTo>
                  <a:pt x="96546" y="33818"/>
                  <a:pt x="76027" y="42260"/>
                  <a:pt x="59143" y="59143"/>
                </a:cubicBezTo>
                <a:cubicBezTo>
                  <a:pt x="42260" y="76027"/>
                  <a:pt x="33818" y="96553"/>
                  <a:pt x="33818" y="120723"/>
                </a:cubicBezTo>
                <a:cubicBezTo>
                  <a:pt x="33818" y="144914"/>
                  <a:pt x="42260" y="165433"/>
                  <a:pt x="59143" y="182280"/>
                </a:cubicBezTo>
                <a:cubicBezTo>
                  <a:pt x="76027" y="199149"/>
                  <a:pt x="96546" y="207583"/>
                  <a:pt x="120701" y="207583"/>
                </a:cubicBezTo>
                <a:cubicBezTo>
                  <a:pt x="144856" y="207583"/>
                  <a:pt x="165375" y="199156"/>
                  <a:pt x="182258" y="182309"/>
                </a:cubicBezTo>
                <a:close/>
                <a:moveTo>
                  <a:pt x="76466" y="164980"/>
                </a:moveTo>
                <a:cubicBezTo>
                  <a:pt x="64352" y="152844"/>
                  <a:pt x="58288" y="138104"/>
                  <a:pt x="58288" y="120752"/>
                </a:cubicBezTo>
                <a:cubicBezTo>
                  <a:pt x="58288" y="103400"/>
                  <a:pt x="64337" y="88653"/>
                  <a:pt x="76444" y="76517"/>
                </a:cubicBezTo>
                <a:cubicBezTo>
                  <a:pt x="88565" y="64381"/>
                  <a:pt x="103305" y="58317"/>
                  <a:pt x="120679" y="58317"/>
                </a:cubicBezTo>
                <a:cubicBezTo>
                  <a:pt x="138045" y="58317"/>
                  <a:pt x="152793" y="64381"/>
                  <a:pt x="164936" y="76517"/>
                </a:cubicBezTo>
                <a:cubicBezTo>
                  <a:pt x="177072" y="88653"/>
                  <a:pt x="183136" y="103400"/>
                  <a:pt x="183136" y="120752"/>
                </a:cubicBezTo>
                <a:cubicBezTo>
                  <a:pt x="183136" y="138104"/>
                  <a:pt x="177072" y="152844"/>
                  <a:pt x="164936" y="164980"/>
                </a:cubicBezTo>
                <a:cubicBezTo>
                  <a:pt x="152793" y="177123"/>
                  <a:pt x="138045" y="183187"/>
                  <a:pt x="120679" y="183187"/>
                </a:cubicBezTo>
                <a:cubicBezTo>
                  <a:pt x="103305" y="183187"/>
                  <a:pt x="88565" y="177123"/>
                  <a:pt x="76444" y="164980"/>
                </a:cubicBezTo>
                <a:close/>
                <a:moveTo>
                  <a:pt x="153239" y="153341"/>
                </a:moveTo>
                <a:cubicBezTo>
                  <a:pt x="162156" y="144424"/>
                  <a:pt x="166618" y="133576"/>
                  <a:pt x="166618" y="120803"/>
                </a:cubicBezTo>
                <a:cubicBezTo>
                  <a:pt x="166618" y="108024"/>
                  <a:pt x="162156" y="97168"/>
                  <a:pt x="153239" y="88214"/>
                </a:cubicBezTo>
                <a:cubicBezTo>
                  <a:pt x="144322" y="79275"/>
                  <a:pt x="133473" y="74813"/>
                  <a:pt x="120701" y="74813"/>
                </a:cubicBezTo>
                <a:cubicBezTo>
                  <a:pt x="107928" y="74813"/>
                  <a:pt x="97080" y="79275"/>
                  <a:pt x="88163" y="88214"/>
                </a:cubicBezTo>
                <a:cubicBezTo>
                  <a:pt x="79246" y="97146"/>
                  <a:pt x="74783" y="108009"/>
                  <a:pt x="74783" y="120803"/>
                </a:cubicBezTo>
                <a:cubicBezTo>
                  <a:pt x="74783" y="133590"/>
                  <a:pt x="79246" y="144439"/>
                  <a:pt x="88163" y="153341"/>
                </a:cubicBezTo>
                <a:cubicBezTo>
                  <a:pt x="97080" y="162258"/>
                  <a:pt x="107928" y="166721"/>
                  <a:pt x="120701" y="166721"/>
                </a:cubicBezTo>
                <a:cubicBezTo>
                  <a:pt x="133473" y="166721"/>
                  <a:pt x="144322" y="162258"/>
                  <a:pt x="153239" y="153341"/>
                </a:cubicBezTo>
                <a:close/>
                <a:moveTo>
                  <a:pt x="105485" y="135968"/>
                </a:moveTo>
                <a:cubicBezTo>
                  <a:pt x="101279" y="131791"/>
                  <a:pt x="99179" y="126736"/>
                  <a:pt x="99179" y="120803"/>
                </a:cubicBezTo>
                <a:cubicBezTo>
                  <a:pt x="99179" y="114871"/>
                  <a:pt x="101279" y="109787"/>
                  <a:pt x="105485" y="105566"/>
                </a:cubicBezTo>
                <a:cubicBezTo>
                  <a:pt x="109699" y="101337"/>
                  <a:pt x="114768" y="99223"/>
                  <a:pt x="120701" y="99223"/>
                </a:cubicBezTo>
                <a:cubicBezTo>
                  <a:pt x="126633" y="99223"/>
                  <a:pt x="131696" y="101337"/>
                  <a:pt x="135887" y="105566"/>
                </a:cubicBezTo>
                <a:cubicBezTo>
                  <a:pt x="140093" y="109787"/>
                  <a:pt x="142200" y="114871"/>
                  <a:pt x="142200" y="120803"/>
                </a:cubicBezTo>
                <a:cubicBezTo>
                  <a:pt x="142200" y="126736"/>
                  <a:pt x="140093" y="131791"/>
                  <a:pt x="135887" y="135968"/>
                </a:cubicBezTo>
                <a:cubicBezTo>
                  <a:pt x="131681" y="140137"/>
                  <a:pt x="126611" y="142229"/>
                  <a:pt x="120679" y="142229"/>
                </a:cubicBezTo>
                <a:cubicBezTo>
                  <a:pt x="114739" y="142229"/>
                  <a:pt x="109677" y="140137"/>
                  <a:pt x="105485" y="1359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2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910" y="135031"/>
                </a:moveTo>
                <a:lnTo>
                  <a:pt x="65910" y="204160"/>
                </a:lnTo>
                <a:cubicBezTo>
                  <a:pt x="65910" y="206574"/>
                  <a:pt x="65076" y="208615"/>
                  <a:pt x="63415" y="210268"/>
                </a:cubicBezTo>
                <a:cubicBezTo>
                  <a:pt x="61762" y="211929"/>
                  <a:pt x="59714" y="212755"/>
                  <a:pt x="57285" y="212733"/>
                </a:cubicBezTo>
                <a:cubicBezTo>
                  <a:pt x="54849" y="212733"/>
                  <a:pt x="52823" y="211914"/>
                  <a:pt x="51199" y="210268"/>
                </a:cubicBezTo>
                <a:cubicBezTo>
                  <a:pt x="49568" y="208630"/>
                  <a:pt x="48756" y="206589"/>
                  <a:pt x="48756" y="204160"/>
                </a:cubicBezTo>
                <a:lnTo>
                  <a:pt x="48756" y="47300"/>
                </a:lnTo>
                <a:cubicBezTo>
                  <a:pt x="48756" y="44886"/>
                  <a:pt x="49582" y="42838"/>
                  <a:pt x="51221" y="41163"/>
                </a:cubicBezTo>
                <a:cubicBezTo>
                  <a:pt x="52867" y="39502"/>
                  <a:pt x="54901" y="38675"/>
                  <a:pt x="57337" y="38675"/>
                </a:cubicBezTo>
                <a:lnTo>
                  <a:pt x="130913" y="38675"/>
                </a:lnTo>
                <a:cubicBezTo>
                  <a:pt x="132903" y="38675"/>
                  <a:pt x="134702" y="39319"/>
                  <a:pt x="136289" y="40614"/>
                </a:cubicBezTo>
                <a:cubicBezTo>
                  <a:pt x="137870" y="41901"/>
                  <a:pt x="138850" y="43569"/>
                  <a:pt x="139230" y="45618"/>
                </a:cubicBezTo>
                <a:lnTo>
                  <a:pt x="142581" y="60299"/>
                </a:lnTo>
                <a:lnTo>
                  <a:pt x="194102" y="60299"/>
                </a:lnTo>
                <a:cubicBezTo>
                  <a:pt x="196516" y="60299"/>
                  <a:pt x="198564" y="61133"/>
                  <a:pt x="200239" y="62786"/>
                </a:cubicBezTo>
                <a:cubicBezTo>
                  <a:pt x="201900" y="64447"/>
                  <a:pt x="202726" y="66495"/>
                  <a:pt x="202726" y="68924"/>
                </a:cubicBezTo>
                <a:lnTo>
                  <a:pt x="202726" y="147833"/>
                </a:lnTo>
                <a:cubicBezTo>
                  <a:pt x="202726" y="150247"/>
                  <a:pt x="201900" y="152288"/>
                  <a:pt x="200239" y="153941"/>
                </a:cubicBezTo>
                <a:cubicBezTo>
                  <a:pt x="198578" y="155602"/>
                  <a:pt x="196530" y="156428"/>
                  <a:pt x="194102" y="156406"/>
                </a:cubicBezTo>
                <a:lnTo>
                  <a:pt x="142405" y="156406"/>
                </a:lnTo>
                <a:cubicBezTo>
                  <a:pt x="140408" y="156406"/>
                  <a:pt x="138616" y="155814"/>
                  <a:pt x="137021" y="154621"/>
                </a:cubicBezTo>
                <a:cubicBezTo>
                  <a:pt x="135448" y="153429"/>
                  <a:pt x="134461" y="151812"/>
                  <a:pt x="134080" y="149771"/>
                </a:cubicBezTo>
                <a:lnTo>
                  <a:pt x="130737" y="135031"/>
                </a:lnTo>
                <a:lnTo>
                  <a:pt x="65910" y="135031"/>
                </a:lnTo>
                <a:close/>
                <a:moveTo>
                  <a:pt x="150093" y="139281"/>
                </a:moveTo>
                <a:lnTo>
                  <a:pt x="185528" y="139281"/>
                </a:lnTo>
                <a:lnTo>
                  <a:pt x="185528" y="77497"/>
                </a:lnTo>
                <a:lnTo>
                  <a:pt x="134885" y="77497"/>
                </a:lnTo>
                <a:cubicBezTo>
                  <a:pt x="132888" y="77497"/>
                  <a:pt x="131096" y="76861"/>
                  <a:pt x="129501" y="75588"/>
                </a:cubicBezTo>
                <a:cubicBezTo>
                  <a:pt x="127928" y="74315"/>
                  <a:pt x="126948" y="72655"/>
                  <a:pt x="126560" y="70614"/>
                </a:cubicBezTo>
                <a:lnTo>
                  <a:pt x="123217" y="55873"/>
                </a:lnTo>
                <a:lnTo>
                  <a:pt x="65910" y="55873"/>
                </a:lnTo>
                <a:lnTo>
                  <a:pt x="65910" y="117906"/>
                </a:lnTo>
                <a:lnTo>
                  <a:pt x="138426" y="117906"/>
                </a:lnTo>
                <a:cubicBezTo>
                  <a:pt x="140423" y="117906"/>
                  <a:pt x="142215" y="118506"/>
                  <a:pt x="143810" y="119699"/>
                </a:cubicBezTo>
                <a:cubicBezTo>
                  <a:pt x="145382" y="120884"/>
                  <a:pt x="146370" y="122500"/>
                  <a:pt x="146750" y="124549"/>
                </a:cubicBezTo>
                <a:lnTo>
                  <a:pt x="150093" y="139281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4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27" y="196142"/>
                </a:moveTo>
                <a:lnTo>
                  <a:pt x="112127" y="160781"/>
                </a:lnTo>
                <a:cubicBezTo>
                  <a:pt x="103042" y="158857"/>
                  <a:pt x="94966" y="154914"/>
                  <a:pt x="87914" y="148967"/>
                </a:cubicBezTo>
                <a:cubicBezTo>
                  <a:pt x="80855" y="143012"/>
                  <a:pt x="75903" y="135638"/>
                  <a:pt x="73050" y="126838"/>
                </a:cubicBezTo>
                <a:cubicBezTo>
                  <a:pt x="59926" y="125895"/>
                  <a:pt x="48800" y="120854"/>
                  <a:pt x="39678" y="111696"/>
                </a:cubicBezTo>
                <a:cubicBezTo>
                  <a:pt x="30578" y="102544"/>
                  <a:pt x="26027" y="91462"/>
                  <a:pt x="26027" y="78456"/>
                </a:cubicBezTo>
                <a:lnTo>
                  <a:pt x="26027" y="67395"/>
                </a:lnTo>
                <a:cubicBezTo>
                  <a:pt x="26027" y="62633"/>
                  <a:pt x="27703" y="58573"/>
                  <a:pt x="31053" y="55222"/>
                </a:cubicBezTo>
                <a:cubicBezTo>
                  <a:pt x="34411" y="51865"/>
                  <a:pt x="38463" y="50190"/>
                  <a:pt x="43226" y="50190"/>
                </a:cubicBezTo>
                <a:lnTo>
                  <a:pt x="69377" y="50190"/>
                </a:lnTo>
                <a:lnTo>
                  <a:pt x="69377" y="43152"/>
                </a:lnTo>
                <a:cubicBezTo>
                  <a:pt x="69377" y="39041"/>
                  <a:pt x="70855" y="35501"/>
                  <a:pt x="73803" y="32516"/>
                </a:cubicBezTo>
                <a:cubicBezTo>
                  <a:pt x="76751" y="29546"/>
                  <a:pt x="80306" y="28061"/>
                  <a:pt x="84469" y="28061"/>
                </a:cubicBezTo>
                <a:lnTo>
                  <a:pt x="157013" y="28061"/>
                </a:lnTo>
                <a:cubicBezTo>
                  <a:pt x="161117" y="28061"/>
                  <a:pt x="164665" y="29546"/>
                  <a:pt x="167650" y="32516"/>
                </a:cubicBezTo>
                <a:cubicBezTo>
                  <a:pt x="170612" y="35501"/>
                  <a:pt x="172097" y="39041"/>
                  <a:pt x="172097" y="43152"/>
                </a:cubicBezTo>
                <a:lnTo>
                  <a:pt x="172097" y="50190"/>
                </a:lnTo>
                <a:lnTo>
                  <a:pt x="198249" y="50190"/>
                </a:lnTo>
                <a:cubicBezTo>
                  <a:pt x="202960" y="50190"/>
                  <a:pt x="206991" y="51865"/>
                  <a:pt x="210349" y="55222"/>
                </a:cubicBezTo>
                <a:cubicBezTo>
                  <a:pt x="213699" y="58558"/>
                  <a:pt x="215374" y="62611"/>
                  <a:pt x="215374" y="67395"/>
                </a:cubicBezTo>
                <a:lnTo>
                  <a:pt x="215374" y="78456"/>
                </a:lnTo>
                <a:cubicBezTo>
                  <a:pt x="215374" y="91462"/>
                  <a:pt x="210817" y="102544"/>
                  <a:pt x="201695" y="111696"/>
                </a:cubicBezTo>
                <a:cubicBezTo>
                  <a:pt x="192580" y="120854"/>
                  <a:pt x="181454" y="125895"/>
                  <a:pt x="168330" y="126838"/>
                </a:cubicBezTo>
                <a:cubicBezTo>
                  <a:pt x="165477" y="135638"/>
                  <a:pt x="160525" y="143012"/>
                  <a:pt x="153466" y="148967"/>
                </a:cubicBezTo>
                <a:cubicBezTo>
                  <a:pt x="146406" y="154914"/>
                  <a:pt x="138338" y="158857"/>
                  <a:pt x="129252" y="160781"/>
                </a:cubicBezTo>
                <a:lnTo>
                  <a:pt x="129252" y="196142"/>
                </a:lnTo>
                <a:lnTo>
                  <a:pt x="158242" y="196142"/>
                </a:lnTo>
                <a:cubicBezTo>
                  <a:pt x="160656" y="196142"/>
                  <a:pt x="162683" y="196969"/>
                  <a:pt x="164329" y="198630"/>
                </a:cubicBezTo>
                <a:cubicBezTo>
                  <a:pt x="165975" y="200290"/>
                  <a:pt x="166794" y="202331"/>
                  <a:pt x="166794" y="204767"/>
                </a:cubicBezTo>
                <a:cubicBezTo>
                  <a:pt x="166794" y="207196"/>
                  <a:pt x="165975" y="209222"/>
                  <a:pt x="164329" y="210846"/>
                </a:cubicBezTo>
                <a:cubicBezTo>
                  <a:pt x="162683" y="212477"/>
                  <a:pt x="160656" y="213289"/>
                  <a:pt x="158242" y="213289"/>
                </a:cubicBezTo>
                <a:lnTo>
                  <a:pt x="83130" y="213289"/>
                </a:lnTo>
                <a:cubicBezTo>
                  <a:pt x="80716" y="213289"/>
                  <a:pt x="78690" y="212455"/>
                  <a:pt x="77051" y="210802"/>
                </a:cubicBezTo>
                <a:cubicBezTo>
                  <a:pt x="75405" y="209142"/>
                  <a:pt x="74586" y="207093"/>
                  <a:pt x="74586" y="204665"/>
                </a:cubicBezTo>
                <a:cubicBezTo>
                  <a:pt x="74586" y="202236"/>
                  <a:pt x="75405" y="200202"/>
                  <a:pt x="77051" y="198578"/>
                </a:cubicBezTo>
                <a:cubicBezTo>
                  <a:pt x="78690" y="196954"/>
                  <a:pt x="80716" y="196142"/>
                  <a:pt x="83130" y="196142"/>
                </a:cubicBezTo>
                <a:lnTo>
                  <a:pt x="112127" y="196142"/>
                </a:lnTo>
                <a:close/>
                <a:moveTo>
                  <a:pt x="69377" y="109135"/>
                </a:moveTo>
                <a:lnTo>
                  <a:pt x="69377" y="67395"/>
                </a:lnTo>
                <a:lnTo>
                  <a:pt x="43226" y="67395"/>
                </a:lnTo>
                <a:lnTo>
                  <a:pt x="43226" y="78456"/>
                </a:lnTo>
                <a:cubicBezTo>
                  <a:pt x="43226" y="85997"/>
                  <a:pt x="45698" y="92581"/>
                  <a:pt x="50643" y="98192"/>
                </a:cubicBezTo>
                <a:cubicBezTo>
                  <a:pt x="55588" y="103810"/>
                  <a:pt x="61835" y="107460"/>
                  <a:pt x="69377" y="109135"/>
                </a:cubicBezTo>
                <a:close/>
                <a:moveTo>
                  <a:pt x="144965" y="134534"/>
                </a:moveTo>
                <a:cubicBezTo>
                  <a:pt x="151586" y="127840"/>
                  <a:pt x="154899" y="119713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713"/>
                  <a:pt x="89831" y="127840"/>
                  <a:pt x="96487" y="134534"/>
                </a:cubicBezTo>
                <a:cubicBezTo>
                  <a:pt x="103159" y="141235"/>
                  <a:pt x="111250" y="144592"/>
                  <a:pt x="120752" y="144592"/>
                </a:cubicBezTo>
                <a:cubicBezTo>
                  <a:pt x="130276" y="144592"/>
                  <a:pt x="138345" y="141235"/>
                  <a:pt x="144965" y="134534"/>
                </a:cubicBezTo>
                <a:close/>
                <a:moveTo>
                  <a:pt x="172097" y="109135"/>
                </a:moveTo>
                <a:cubicBezTo>
                  <a:pt x="179610" y="107460"/>
                  <a:pt x="185843" y="103810"/>
                  <a:pt x="190810" y="98192"/>
                </a:cubicBezTo>
                <a:cubicBezTo>
                  <a:pt x="195769" y="92581"/>
                  <a:pt x="198249" y="85997"/>
                  <a:pt x="198249" y="78456"/>
                </a:cubicBezTo>
                <a:lnTo>
                  <a:pt x="198249" y="67395"/>
                </a:lnTo>
                <a:lnTo>
                  <a:pt x="172097" y="67395"/>
                </a:lnTo>
                <a:lnTo>
                  <a:pt x="172097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6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2077" y="178586"/>
                </a:moveTo>
                <a:lnTo>
                  <a:pt x="120701" y="155507"/>
                </a:lnTo>
                <a:lnTo>
                  <a:pt x="159347" y="178842"/>
                </a:lnTo>
                <a:lnTo>
                  <a:pt x="148967" y="135112"/>
                </a:lnTo>
                <a:lnTo>
                  <a:pt x="182939" y="105536"/>
                </a:lnTo>
                <a:lnTo>
                  <a:pt x="138126" y="101637"/>
                </a:lnTo>
                <a:lnTo>
                  <a:pt x="120701" y="60350"/>
                </a:lnTo>
                <a:lnTo>
                  <a:pt x="103276" y="101440"/>
                </a:lnTo>
                <a:lnTo>
                  <a:pt x="58463" y="105288"/>
                </a:lnTo>
                <a:lnTo>
                  <a:pt x="92435" y="134805"/>
                </a:lnTo>
                <a:lnTo>
                  <a:pt x="82055" y="178615"/>
                </a:lnTo>
                <a:close/>
                <a:moveTo>
                  <a:pt x="120701" y="175440"/>
                </a:moveTo>
                <a:lnTo>
                  <a:pt x="73803" y="203736"/>
                </a:lnTo>
                <a:cubicBezTo>
                  <a:pt x="72230" y="204687"/>
                  <a:pt x="70584" y="205118"/>
                  <a:pt x="68873" y="205016"/>
                </a:cubicBezTo>
                <a:cubicBezTo>
                  <a:pt x="67168" y="204913"/>
                  <a:pt x="65647" y="204387"/>
                  <a:pt x="64323" y="203428"/>
                </a:cubicBezTo>
                <a:cubicBezTo>
                  <a:pt x="62984" y="202477"/>
                  <a:pt x="61996" y="201234"/>
                  <a:pt x="61360" y="199712"/>
                </a:cubicBezTo>
                <a:cubicBezTo>
                  <a:pt x="60702" y="198183"/>
                  <a:pt x="60570" y="196464"/>
                  <a:pt x="60958" y="194555"/>
                </a:cubicBezTo>
                <a:lnTo>
                  <a:pt x="73328" y="141118"/>
                </a:lnTo>
                <a:lnTo>
                  <a:pt x="31960" y="105032"/>
                </a:lnTo>
                <a:cubicBezTo>
                  <a:pt x="30453" y="103744"/>
                  <a:pt x="29539" y="102288"/>
                  <a:pt x="29217" y="100657"/>
                </a:cubicBezTo>
                <a:cubicBezTo>
                  <a:pt x="28888" y="99033"/>
                  <a:pt x="28917" y="97446"/>
                  <a:pt x="29319" y="95910"/>
                </a:cubicBezTo>
                <a:cubicBezTo>
                  <a:pt x="29722" y="94366"/>
                  <a:pt x="30592" y="93064"/>
                  <a:pt x="31938" y="92011"/>
                </a:cubicBezTo>
                <a:cubicBezTo>
                  <a:pt x="33291" y="90950"/>
                  <a:pt x="34930" y="90343"/>
                  <a:pt x="36839" y="90174"/>
                </a:cubicBezTo>
                <a:lnTo>
                  <a:pt x="91535" y="85398"/>
                </a:lnTo>
                <a:lnTo>
                  <a:pt x="112705" y="34930"/>
                </a:lnTo>
                <a:cubicBezTo>
                  <a:pt x="113459" y="33182"/>
                  <a:pt x="114600" y="31887"/>
                  <a:pt x="116121" y="31031"/>
                </a:cubicBezTo>
                <a:cubicBezTo>
                  <a:pt x="117650" y="30175"/>
                  <a:pt x="119187" y="29751"/>
                  <a:pt x="120723" y="29751"/>
                </a:cubicBezTo>
                <a:cubicBezTo>
                  <a:pt x="122266" y="29751"/>
                  <a:pt x="123802" y="30175"/>
                  <a:pt x="125331" y="31031"/>
                </a:cubicBezTo>
                <a:cubicBezTo>
                  <a:pt x="126853" y="31887"/>
                  <a:pt x="127994" y="33182"/>
                  <a:pt x="128748" y="34930"/>
                </a:cubicBezTo>
                <a:lnTo>
                  <a:pt x="149918" y="85398"/>
                </a:lnTo>
                <a:lnTo>
                  <a:pt x="204665" y="90174"/>
                </a:lnTo>
                <a:cubicBezTo>
                  <a:pt x="206537" y="90343"/>
                  <a:pt x="208161" y="90950"/>
                  <a:pt x="209515" y="92011"/>
                </a:cubicBezTo>
                <a:cubicBezTo>
                  <a:pt x="210875" y="93064"/>
                  <a:pt x="211746" y="94366"/>
                  <a:pt x="212133" y="95910"/>
                </a:cubicBezTo>
                <a:cubicBezTo>
                  <a:pt x="212536" y="97446"/>
                  <a:pt x="212565" y="99033"/>
                  <a:pt x="212236" y="100657"/>
                </a:cubicBezTo>
                <a:cubicBezTo>
                  <a:pt x="211899" y="102288"/>
                  <a:pt x="210985" y="103744"/>
                  <a:pt x="209493" y="105032"/>
                </a:cubicBezTo>
                <a:lnTo>
                  <a:pt x="168103" y="141096"/>
                </a:lnTo>
                <a:lnTo>
                  <a:pt x="180473" y="194533"/>
                </a:lnTo>
                <a:cubicBezTo>
                  <a:pt x="180839" y="196442"/>
                  <a:pt x="180707" y="198161"/>
                  <a:pt x="180071" y="199683"/>
                </a:cubicBezTo>
                <a:cubicBezTo>
                  <a:pt x="179420" y="201212"/>
                  <a:pt x="178425" y="202448"/>
                  <a:pt x="177101" y="203406"/>
                </a:cubicBezTo>
                <a:cubicBezTo>
                  <a:pt x="175762" y="204365"/>
                  <a:pt x="174248" y="204891"/>
                  <a:pt x="172551" y="204994"/>
                </a:cubicBezTo>
                <a:cubicBezTo>
                  <a:pt x="170839" y="205089"/>
                  <a:pt x="169201" y="204665"/>
                  <a:pt x="167620" y="203706"/>
                </a:cubicBezTo>
                <a:lnTo>
                  <a:pt x="120701" y="175440"/>
                </a:lnTo>
                <a:close/>
                <a:moveTo>
                  <a:pt x="120701" y="12208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8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319"/>
                </a:moveTo>
                <a:lnTo>
                  <a:pt x="112603" y="143334"/>
                </a:lnTo>
                <a:cubicBezTo>
                  <a:pt x="112771" y="144556"/>
                  <a:pt x="113232" y="145529"/>
                  <a:pt x="113985" y="146253"/>
                </a:cubicBezTo>
                <a:cubicBezTo>
                  <a:pt x="114739" y="146984"/>
                  <a:pt x="115697" y="147357"/>
                  <a:pt x="116853" y="147357"/>
                </a:cubicBezTo>
                <a:lnTo>
                  <a:pt x="124095" y="147357"/>
                </a:lnTo>
                <a:cubicBezTo>
                  <a:pt x="125200" y="147357"/>
                  <a:pt x="126143" y="146984"/>
                  <a:pt x="126911" y="146253"/>
                </a:cubicBezTo>
                <a:cubicBezTo>
                  <a:pt x="127680" y="145514"/>
                  <a:pt x="128155" y="144541"/>
                  <a:pt x="128323" y="143334"/>
                </a:cubicBezTo>
                <a:lnTo>
                  <a:pt x="128748" y="136319"/>
                </a:lnTo>
                <a:cubicBezTo>
                  <a:pt x="130759" y="135982"/>
                  <a:pt x="132647" y="135265"/>
                  <a:pt x="134402" y="134183"/>
                </a:cubicBezTo>
                <a:cubicBezTo>
                  <a:pt x="136165" y="133093"/>
                  <a:pt x="137723" y="131864"/>
                  <a:pt x="139084" y="130510"/>
                </a:cubicBezTo>
                <a:lnTo>
                  <a:pt x="146121" y="132844"/>
                </a:lnTo>
                <a:cubicBezTo>
                  <a:pt x="147079" y="133217"/>
                  <a:pt x="148038" y="133210"/>
                  <a:pt x="148989" y="132822"/>
                </a:cubicBezTo>
                <a:cubicBezTo>
                  <a:pt x="149947" y="132420"/>
                  <a:pt x="150700" y="131776"/>
                  <a:pt x="151256" y="130884"/>
                </a:cubicBezTo>
                <a:lnTo>
                  <a:pt x="154702" y="125105"/>
                </a:lnTo>
                <a:cubicBezTo>
                  <a:pt x="155250" y="124161"/>
                  <a:pt x="155463" y="123217"/>
                  <a:pt x="155324" y="122259"/>
                </a:cubicBezTo>
                <a:cubicBezTo>
                  <a:pt x="155207" y="121308"/>
                  <a:pt x="154702" y="120416"/>
                  <a:pt x="153795" y="119596"/>
                </a:cubicBezTo>
                <a:lnTo>
                  <a:pt x="149113" y="115946"/>
                </a:lnTo>
                <a:cubicBezTo>
                  <a:pt x="149954" y="113583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3795" y="97592"/>
                </a:lnTo>
                <a:cubicBezTo>
                  <a:pt x="154716" y="96802"/>
                  <a:pt x="155236" y="95932"/>
                  <a:pt x="155353" y="94973"/>
                </a:cubicBezTo>
                <a:cubicBezTo>
                  <a:pt x="155470" y="94022"/>
                  <a:pt x="155250" y="93071"/>
                  <a:pt x="154702" y="92135"/>
                </a:cubicBezTo>
                <a:lnTo>
                  <a:pt x="151256" y="86349"/>
                </a:lnTo>
                <a:cubicBezTo>
                  <a:pt x="150700" y="85463"/>
                  <a:pt x="149947" y="84820"/>
                  <a:pt x="148989" y="84417"/>
                </a:cubicBezTo>
                <a:cubicBezTo>
                  <a:pt x="148038" y="84015"/>
                  <a:pt x="147079" y="84008"/>
                  <a:pt x="146121" y="84388"/>
                </a:cubicBezTo>
                <a:lnTo>
                  <a:pt x="139084" y="86751"/>
                </a:lnTo>
                <a:cubicBezTo>
                  <a:pt x="137672" y="85463"/>
                  <a:pt x="136055" y="84308"/>
                  <a:pt x="134227" y="83284"/>
                </a:cubicBezTo>
                <a:cubicBezTo>
                  <a:pt x="132420" y="82245"/>
                  <a:pt x="130591" y="81477"/>
                  <a:pt x="128748" y="80972"/>
                </a:cubicBezTo>
                <a:lnTo>
                  <a:pt x="128294" y="73854"/>
                </a:lnTo>
                <a:cubicBezTo>
                  <a:pt x="128148" y="72698"/>
                  <a:pt x="127680" y="71747"/>
                  <a:pt x="126911" y="71016"/>
                </a:cubicBezTo>
                <a:cubicBezTo>
                  <a:pt x="126158" y="70277"/>
                  <a:pt x="125222" y="69904"/>
                  <a:pt x="124095" y="69904"/>
                </a:cubicBezTo>
                <a:lnTo>
                  <a:pt x="116853" y="69904"/>
                </a:lnTo>
                <a:cubicBezTo>
                  <a:pt x="115697" y="69904"/>
                  <a:pt x="114732" y="70277"/>
                  <a:pt x="113964" y="71016"/>
                </a:cubicBezTo>
                <a:cubicBezTo>
                  <a:pt x="113188" y="71747"/>
                  <a:pt x="112727" y="72698"/>
                  <a:pt x="112581" y="73854"/>
                </a:cubicBezTo>
                <a:lnTo>
                  <a:pt x="112149" y="80943"/>
                </a:lnTo>
                <a:cubicBezTo>
                  <a:pt x="110306" y="81462"/>
                  <a:pt x="108477" y="82237"/>
                  <a:pt x="106670" y="83262"/>
                </a:cubicBezTo>
                <a:cubicBezTo>
                  <a:pt x="104841" y="84300"/>
                  <a:pt x="103232" y="85463"/>
                  <a:pt x="101842" y="86751"/>
                </a:cubicBezTo>
                <a:lnTo>
                  <a:pt x="94776" y="84417"/>
                </a:lnTo>
                <a:cubicBezTo>
                  <a:pt x="93817" y="84044"/>
                  <a:pt x="92866" y="84052"/>
                  <a:pt x="91908" y="84439"/>
                </a:cubicBezTo>
                <a:cubicBezTo>
                  <a:pt x="90950" y="84842"/>
                  <a:pt x="90196" y="85485"/>
                  <a:pt x="89648" y="86378"/>
                </a:cubicBezTo>
                <a:lnTo>
                  <a:pt x="86254" y="92157"/>
                </a:lnTo>
                <a:cubicBezTo>
                  <a:pt x="85661" y="93079"/>
                  <a:pt x="85427" y="94030"/>
                  <a:pt x="85544" y="95003"/>
                </a:cubicBezTo>
                <a:cubicBezTo>
                  <a:pt x="85661" y="95961"/>
                  <a:pt x="86173" y="96831"/>
                  <a:pt x="87080" y="97614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7109" y="119596"/>
                </a:lnTo>
                <a:cubicBezTo>
                  <a:pt x="86202" y="120416"/>
                  <a:pt x="85690" y="121308"/>
                  <a:pt x="85573" y="122259"/>
                </a:cubicBezTo>
                <a:cubicBezTo>
                  <a:pt x="85456" y="123217"/>
                  <a:pt x="85690" y="124161"/>
                  <a:pt x="86275" y="125105"/>
                </a:cubicBezTo>
                <a:lnTo>
                  <a:pt x="89670" y="130884"/>
                </a:lnTo>
                <a:cubicBezTo>
                  <a:pt x="90226" y="131776"/>
                  <a:pt x="90979" y="132420"/>
                  <a:pt x="91930" y="132822"/>
                </a:cubicBezTo>
                <a:cubicBezTo>
                  <a:pt x="92888" y="133224"/>
                  <a:pt x="93847" y="133232"/>
                  <a:pt x="94798" y="132844"/>
                </a:cubicBezTo>
                <a:lnTo>
                  <a:pt x="101813" y="130510"/>
                </a:lnTo>
                <a:cubicBezTo>
                  <a:pt x="103188" y="131864"/>
                  <a:pt x="104746" y="133093"/>
                  <a:pt x="106495" y="134183"/>
                </a:cubicBezTo>
                <a:cubicBezTo>
                  <a:pt x="108250" y="135265"/>
                  <a:pt x="110138" y="135982"/>
                  <a:pt x="112149" y="136319"/>
                </a:cubicBezTo>
                <a:close/>
                <a:moveTo>
                  <a:pt x="108002" y="121103"/>
                </a:moveTo>
                <a:cubicBezTo>
                  <a:pt x="104563" y="117687"/>
                  <a:pt x="102844" y="113532"/>
                  <a:pt x="102844" y="108653"/>
                </a:cubicBezTo>
                <a:cubicBezTo>
                  <a:pt x="102844" y="103781"/>
                  <a:pt x="104556" y="99618"/>
                  <a:pt x="107980" y="96180"/>
                </a:cubicBezTo>
                <a:cubicBezTo>
                  <a:pt x="111396" y="92749"/>
                  <a:pt x="115544" y="91030"/>
                  <a:pt x="120423" y="91030"/>
                </a:cubicBezTo>
                <a:cubicBezTo>
                  <a:pt x="125302" y="91030"/>
                  <a:pt x="129457" y="92742"/>
                  <a:pt x="132895" y="96158"/>
                </a:cubicBezTo>
                <a:cubicBezTo>
                  <a:pt x="136333" y="99582"/>
                  <a:pt x="138052" y="103730"/>
                  <a:pt x="138052" y="108609"/>
                </a:cubicBezTo>
                <a:cubicBezTo>
                  <a:pt x="138052" y="113481"/>
                  <a:pt x="136341" y="117643"/>
                  <a:pt x="132924" y="121081"/>
                </a:cubicBezTo>
                <a:cubicBezTo>
                  <a:pt x="129501" y="124512"/>
                  <a:pt x="125353" y="126231"/>
                  <a:pt x="120474" y="126231"/>
                </a:cubicBezTo>
                <a:cubicBezTo>
                  <a:pt x="115595" y="126231"/>
                  <a:pt x="111440" y="124527"/>
                  <a:pt x="108002" y="121103"/>
                </a:cubicBezTo>
                <a:close/>
                <a:moveTo>
                  <a:pt x="59019" y="178637"/>
                </a:moveTo>
                <a:cubicBezTo>
                  <a:pt x="49465" y="169800"/>
                  <a:pt x="42048" y="159501"/>
                  <a:pt x="36766" y="147730"/>
                </a:cubicBezTo>
                <a:cubicBezTo>
                  <a:pt x="31485" y="135968"/>
                  <a:pt x="28844" y="123598"/>
                  <a:pt x="28844" y="110642"/>
                </a:cubicBezTo>
                <a:cubicBezTo>
                  <a:pt x="28844" y="85112"/>
                  <a:pt x="37768" y="63408"/>
                  <a:pt x="55625" y="45537"/>
                </a:cubicBezTo>
                <a:cubicBezTo>
                  <a:pt x="73474" y="27666"/>
                  <a:pt x="95156" y="18734"/>
                  <a:pt x="120650" y="18734"/>
                </a:cubicBezTo>
                <a:cubicBezTo>
                  <a:pt x="141908" y="18734"/>
                  <a:pt x="160744" y="25003"/>
                  <a:pt x="177152" y="37542"/>
                </a:cubicBezTo>
                <a:cubicBezTo>
                  <a:pt x="193568" y="50080"/>
                  <a:pt x="204270" y="66385"/>
                  <a:pt x="209266" y="86451"/>
                </a:cubicBezTo>
                <a:lnTo>
                  <a:pt x="223143" y="141622"/>
                </a:lnTo>
                <a:cubicBezTo>
                  <a:pt x="223904" y="144322"/>
                  <a:pt x="223421" y="146758"/>
                  <a:pt x="221709" y="148937"/>
                </a:cubicBezTo>
                <a:cubicBezTo>
                  <a:pt x="220005" y="151103"/>
                  <a:pt x="217730" y="152185"/>
                  <a:pt x="214899" y="152185"/>
                </a:cubicBezTo>
                <a:lnTo>
                  <a:pt x="192492" y="152185"/>
                </a:lnTo>
                <a:lnTo>
                  <a:pt x="192492" y="185353"/>
                </a:lnTo>
                <a:cubicBezTo>
                  <a:pt x="192492" y="190115"/>
                  <a:pt x="190817" y="194153"/>
                  <a:pt x="187467" y="197474"/>
                </a:cubicBezTo>
                <a:cubicBezTo>
                  <a:pt x="184109" y="200788"/>
                  <a:pt x="180056" y="202455"/>
                  <a:pt x="175294" y="202477"/>
                </a:cubicBezTo>
                <a:lnTo>
                  <a:pt x="152259" y="202477"/>
                </a:lnTo>
                <a:lnTo>
                  <a:pt x="152259" y="214021"/>
                </a:lnTo>
                <a:cubicBezTo>
                  <a:pt x="152259" y="216435"/>
                  <a:pt x="151417" y="218461"/>
                  <a:pt x="149742" y="220100"/>
                </a:cubicBezTo>
                <a:cubicBezTo>
                  <a:pt x="148067" y="221746"/>
                  <a:pt x="146011" y="222565"/>
                  <a:pt x="143583" y="222565"/>
                </a:cubicBezTo>
                <a:cubicBezTo>
                  <a:pt x="141154" y="222565"/>
                  <a:pt x="139128" y="221746"/>
                  <a:pt x="137496" y="220100"/>
                </a:cubicBezTo>
                <a:cubicBezTo>
                  <a:pt x="135873" y="218461"/>
                  <a:pt x="135061" y="216435"/>
                  <a:pt x="135061" y="214021"/>
                </a:cubicBezTo>
                <a:lnTo>
                  <a:pt x="135061" y="193904"/>
                </a:lnTo>
                <a:cubicBezTo>
                  <a:pt x="135061" y="191490"/>
                  <a:pt x="135880" y="189449"/>
                  <a:pt x="137526" y="187788"/>
                </a:cubicBezTo>
                <a:cubicBezTo>
                  <a:pt x="139164" y="186128"/>
                  <a:pt x="141205" y="185309"/>
                  <a:pt x="143634" y="185323"/>
                </a:cubicBezTo>
                <a:lnTo>
                  <a:pt x="175294" y="185323"/>
                </a:lnTo>
                <a:lnTo>
                  <a:pt x="175294" y="143634"/>
                </a:lnTo>
                <a:cubicBezTo>
                  <a:pt x="175294" y="141220"/>
                  <a:pt x="176113" y="139186"/>
                  <a:pt x="177759" y="137526"/>
                </a:cubicBezTo>
                <a:cubicBezTo>
                  <a:pt x="179398" y="135865"/>
                  <a:pt x="181439" y="135046"/>
                  <a:pt x="183868" y="135061"/>
                </a:cubicBezTo>
                <a:lnTo>
                  <a:pt x="203780" y="135061"/>
                </a:lnTo>
                <a:lnTo>
                  <a:pt x="192719" y="90701"/>
                </a:lnTo>
                <a:cubicBezTo>
                  <a:pt x="188696" y="74644"/>
                  <a:pt x="179954" y="61499"/>
                  <a:pt x="166494" y="51272"/>
                </a:cubicBezTo>
                <a:cubicBezTo>
                  <a:pt x="153027" y="41046"/>
                  <a:pt x="137774" y="35932"/>
                  <a:pt x="120723" y="35932"/>
                </a:cubicBezTo>
                <a:cubicBezTo>
                  <a:pt x="99955" y="35932"/>
                  <a:pt x="82303" y="43116"/>
                  <a:pt x="67768" y="57483"/>
                </a:cubicBezTo>
                <a:cubicBezTo>
                  <a:pt x="53233" y="71865"/>
                  <a:pt x="45969" y="89384"/>
                  <a:pt x="45969" y="110035"/>
                </a:cubicBezTo>
                <a:cubicBezTo>
                  <a:pt x="45969" y="120701"/>
                  <a:pt x="48156" y="130869"/>
                  <a:pt x="52530" y="140540"/>
                </a:cubicBezTo>
                <a:cubicBezTo>
                  <a:pt x="56905" y="150196"/>
                  <a:pt x="63108" y="158747"/>
                  <a:pt x="71140" y="166187"/>
                </a:cubicBezTo>
                <a:lnTo>
                  <a:pt x="76166" y="170971"/>
                </a:lnTo>
                <a:lnTo>
                  <a:pt x="76166" y="214043"/>
                </a:lnTo>
                <a:cubicBezTo>
                  <a:pt x="76166" y="216457"/>
                  <a:pt x="75339" y="218483"/>
                  <a:pt x="73679" y="220129"/>
                </a:cubicBezTo>
                <a:cubicBezTo>
                  <a:pt x="72018" y="221768"/>
                  <a:pt x="69970" y="222594"/>
                  <a:pt x="67541" y="222594"/>
                </a:cubicBezTo>
                <a:cubicBezTo>
                  <a:pt x="65113" y="222594"/>
                  <a:pt x="63086" y="221768"/>
                  <a:pt x="61455" y="220129"/>
                </a:cubicBezTo>
                <a:cubicBezTo>
                  <a:pt x="59831" y="218483"/>
                  <a:pt x="59019" y="216457"/>
                  <a:pt x="59019" y="214043"/>
                </a:cubicBezTo>
                <a:lnTo>
                  <a:pt x="59019" y="178637"/>
                </a:lnTo>
                <a:close/>
                <a:moveTo>
                  <a:pt x="124900" y="12927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70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554" y="111571"/>
                </a:moveTo>
                <a:cubicBezTo>
                  <a:pt x="76400" y="105888"/>
                  <a:pt x="79465" y="100262"/>
                  <a:pt x="82728" y="94703"/>
                </a:cubicBezTo>
                <a:cubicBezTo>
                  <a:pt x="85983" y="89136"/>
                  <a:pt x="89436" y="83788"/>
                  <a:pt x="93093" y="78660"/>
                </a:cubicBezTo>
                <a:lnTo>
                  <a:pt x="73832" y="74761"/>
                </a:lnTo>
                <a:lnTo>
                  <a:pt x="47929" y="100738"/>
                </a:lnTo>
                <a:lnTo>
                  <a:pt x="73554" y="111571"/>
                </a:lnTo>
                <a:close/>
                <a:moveTo>
                  <a:pt x="203231" y="34850"/>
                </a:moveTo>
                <a:cubicBezTo>
                  <a:pt x="186128" y="35859"/>
                  <a:pt x="170890" y="39546"/>
                  <a:pt x="157518" y="45918"/>
                </a:cubicBezTo>
                <a:cubicBezTo>
                  <a:pt x="144139" y="52289"/>
                  <a:pt x="131001" y="61909"/>
                  <a:pt x="118111" y="74783"/>
                </a:cubicBezTo>
                <a:cubicBezTo>
                  <a:pt x="112947" y="79948"/>
                  <a:pt x="107665" y="86627"/>
                  <a:pt x="102266" y="94827"/>
                </a:cubicBezTo>
                <a:cubicBezTo>
                  <a:pt x="96853" y="103020"/>
                  <a:pt x="91850" y="112025"/>
                  <a:pt x="87256" y="121835"/>
                </a:cubicBezTo>
                <a:lnTo>
                  <a:pt x="120320" y="154921"/>
                </a:lnTo>
                <a:cubicBezTo>
                  <a:pt x="130079" y="150335"/>
                  <a:pt x="139069" y="145346"/>
                  <a:pt x="147277" y="139962"/>
                </a:cubicBezTo>
                <a:cubicBezTo>
                  <a:pt x="155492" y="134600"/>
                  <a:pt x="162185" y="129333"/>
                  <a:pt x="167350" y="124168"/>
                </a:cubicBezTo>
                <a:cubicBezTo>
                  <a:pt x="180225" y="111264"/>
                  <a:pt x="189837" y="98148"/>
                  <a:pt x="196186" y="84820"/>
                </a:cubicBezTo>
                <a:cubicBezTo>
                  <a:pt x="202543" y="71491"/>
                  <a:pt x="206237" y="56276"/>
                  <a:pt x="207276" y="39180"/>
                </a:cubicBezTo>
                <a:cubicBezTo>
                  <a:pt x="207313" y="38558"/>
                  <a:pt x="207240" y="37959"/>
                  <a:pt x="207049" y="37395"/>
                </a:cubicBezTo>
                <a:cubicBezTo>
                  <a:pt x="206867" y="36825"/>
                  <a:pt x="206581" y="36335"/>
                  <a:pt x="206201" y="35932"/>
                </a:cubicBezTo>
                <a:cubicBezTo>
                  <a:pt x="205777" y="35567"/>
                  <a:pt x="205330" y="35281"/>
                  <a:pt x="204862" y="35076"/>
                </a:cubicBezTo>
                <a:cubicBezTo>
                  <a:pt x="204379" y="34894"/>
                  <a:pt x="203823" y="34820"/>
                  <a:pt x="203202" y="34850"/>
                </a:cubicBezTo>
                <a:close/>
                <a:moveTo>
                  <a:pt x="139991" y="85273"/>
                </a:moveTo>
                <a:cubicBezTo>
                  <a:pt x="139991" y="80423"/>
                  <a:pt x="141644" y="76363"/>
                  <a:pt x="144965" y="73072"/>
                </a:cubicBezTo>
                <a:cubicBezTo>
                  <a:pt x="148286" y="69787"/>
                  <a:pt x="152346" y="68148"/>
                  <a:pt x="157138" y="68148"/>
                </a:cubicBezTo>
                <a:cubicBezTo>
                  <a:pt x="161929" y="68148"/>
                  <a:pt x="165989" y="69787"/>
                  <a:pt x="169310" y="73072"/>
                </a:cubicBezTo>
                <a:cubicBezTo>
                  <a:pt x="172624" y="76363"/>
                  <a:pt x="174285" y="80423"/>
                  <a:pt x="174285" y="85273"/>
                </a:cubicBezTo>
                <a:cubicBezTo>
                  <a:pt x="174285" y="90116"/>
                  <a:pt x="172624" y="94183"/>
                  <a:pt x="169310" y="97468"/>
                </a:cubicBezTo>
                <a:cubicBezTo>
                  <a:pt x="165989" y="100752"/>
                  <a:pt x="161929" y="102398"/>
                  <a:pt x="157138" y="102398"/>
                </a:cubicBezTo>
                <a:cubicBezTo>
                  <a:pt x="152346" y="102398"/>
                  <a:pt x="148286" y="100752"/>
                  <a:pt x="144965" y="97468"/>
                </a:cubicBezTo>
                <a:cubicBezTo>
                  <a:pt x="141644" y="94183"/>
                  <a:pt x="139991" y="90116"/>
                  <a:pt x="139991" y="85273"/>
                </a:cubicBezTo>
                <a:close/>
                <a:moveTo>
                  <a:pt x="130584" y="168857"/>
                </a:moveTo>
                <a:lnTo>
                  <a:pt x="141425" y="194226"/>
                </a:lnTo>
                <a:lnTo>
                  <a:pt x="167394" y="168330"/>
                </a:lnTo>
                <a:lnTo>
                  <a:pt x="163751" y="149069"/>
                </a:lnTo>
                <a:cubicBezTo>
                  <a:pt x="158623" y="152690"/>
                  <a:pt x="153231" y="156172"/>
                  <a:pt x="147584" y="159530"/>
                </a:cubicBezTo>
                <a:cubicBezTo>
                  <a:pt x="141930" y="162895"/>
                  <a:pt x="136268" y="166004"/>
                  <a:pt x="130584" y="168857"/>
                </a:cubicBezTo>
                <a:close/>
                <a:moveTo>
                  <a:pt x="225155" y="26049"/>
                </a:moveTo>
                <a:cubicBezTo>
                  <a:pt x="225542" y="47841"/>
                  <a:pt x="222038" y="67688"/>
                  <a:pt x="214650" y="85573"/>
                </a:cubicBezTo>
                <a:cubicBezTo>
                  <a:pt x="207254" y="103459"/>
                  <a:pt x="195762" y="120225"/>
                  <a:pt x="180173" y="135865"/>
                </a:cubicBezTo>
                <a:cubicBezTo>
                  <a:pt x="179917" y="136063"/>
                  <a:pt x="179669" y="136260"/>
                  <a:pt x="179420" y="136443"/>
                </a:cubicBezTo>
                <a:cubicBezTo>
                  <a:pt x="179164" y="136626"/>
                  <a:pt x="178915" y="136816"/>
                  <a:pt x="178659" y="137021"/>
                </a:cubicBezTo>
                <a:lnTo>
                  <a:pt x="184248" y="164804"/>
                </a:lnTo>
                <a:cubicBezTo>
                  <a:pt x="184833" y="167672"/>
                  <a:pt x="184716" y="170466"/>
                  <a:pt x="183889" y="173180"/>
                </a:cubicBezTo>
                <a:cubicBezTo>
                  <a:pt x="183085" y="175879"/>
                  <a:pt x="181666" y="178279"/>
                  <a:pt x="179617" y="180371"/>
                </a:cubicBezTo>
                <a:lnTo>
                  <a:pt x="144592" y="215374"/>
                </a:lnTo>
                <a:cubicBezTo>
                  <a:pt x="142464" y="217503"/>
                  <a:pt x="139918" y="218286"/>
                  <a:pt x="136970" y="217715"/>
                </a:cubicBezTo>
                <a:cubicBezTo>
                  <a:pt x="134022" y="217144"/>
                  <a:pt x="131974" y="215425"/>
                  <a:pt x="130832" y="212558"/>
                </a:cubicBezTo>
                <a:lnTo>
                  <a:pt x="113386" y="172251"/>
                </a:lnTo>
                <a:lnTo>
                  <a:pt x="70160" y="128769"/>
                </a:lnTo>
                <a:lnTo>
                  <a:pt x="29597" y="111571"/>
                </a:lnTo>
                <a:cubicBezTo>
                  <a:pt x="26715" y="110452"/>
                  <a:pt x="25040" y="108360"/>
                  <a:pt x="24564" y="105310"/>
                </a:cubicBezTo>
                <a:cubicBezTo>
                  <a:pt x="24082" y="102274"/>
                  <a:pt x="24901" y="99713"/>
                  <a:pt x="27030" y="97614"/>
                </a:cubicBezTo>
                <a:lnTo>
                  <a:pt x="61887" y="62764"/>
                </a:lnTo>
                <a:cubicBezTo>
                  <a:pt x="63964" y="60687"/>
                  <a:pt x="66327" y="59217"/>
                  <a:pt x="68975" y="58361"/>
                </a:cubicBezTo>
                <a:cubicBezTo>
                  <a:pt x="71623" y="57512"/>
                  <a:pt x="74388" y="57373"/>
                  <a:pt x="77270" y="57958"/>
                </a:cubicBezTo>
                <a:lnTo>
                  <a:pt x="105112" y="63496"/>
                </a:lnTo>
                <a:cubicBezTo>
                  <a:pt x="105310" y="63291"/>
                  <a:pt x="105529" y="63108"/>
                  <a:pt x="105763" y="62940"/>
                </a:cubicBezTo>
                <a:cubicBezTo>
                  <a:pt x="105997" y="62772"/>
                  <a:pt x="106231" y="62589"/>
                  <a:pt x="106465" y="62384"/>
                </a:cubicBezTo>
                <a:cubicBezTo>
                  <a:pt x="122142" y="46715"/>
                  <a:pt x="138872" y="35186"/>
                  <a:pt x="156662" y="27812"/>
                </a:cubicBezTo>
                <a:cubicBezTo>
                  <a:pt x="174446" y="20439"/>
                  <a:pt x="194233" y="16920"/>
                  <a:pt x="216032" y="17279"/>
                </a:cubicBezTo>
                <a:cubicBezTo>
                  <a:pt x="217203" y="17279"/>
                  <a:pt x="218308" y="17520"/>
                  <a:pt x="219346" y="18003"/>
                </a:cubicBezTo>
                <a:cubicBezTo>
                  <a:pt x="220385" y="18493"/>
                  <a:pt x="221380" y="19188"/>
                  <a:pt x="222316" y="20095"/>
                </a:cubicBezTo>
                <a:cubicBezTo>
                  <a:pt x="223253" y="21017"/>
                  <a:pt x="223962" y="21960"/>
                  <a:pt x="224430" y="22933"/>
                </a:cubicBezTo>
                <a:cubicBezTo>
                  <a:pt x="224913" y="23906"/>
                  <a:pt x="225155" y="24959"/>
                  <a:pt x="225155" y="26101"/>
                </a:cubicBezTo>
                <a:close/>
                <a:moveTo>
                  <a:pt x="35610" y="159903"/>
                </a:moveTo>
                <a:cubicBezTo>
                  <a:pt x="41792" y="153714"/>
                  <a:pt x="49290" y="150583"/>
                  <a:pt x="58090" y="150496"/>
                </a:cubicBezTo>
                <a:cubicBezTo>
                  <a:pt x="66890" y="150415"/>
                  <a:pt x="74388" y="153466"/>
                  <a:pt x="80592" y="159654"/>
                </a:cubicBezTo>
                <a:cubicBezTo>
                  <a:pt x="86744" y="165806"/>
                  <a:pt x="89779" y="173290"/>
                  <a:pt x="89699" y="182105"/>
                </a:cubicBezTo>
                <a:cubicBezTo>
                  <a:pt x="89611" y="190927"/>
                  <a:pt x="86495" y="198410"/>
                  <a:pt x="80343" y="204562"/>
                </a:cubicBezTo>
                <a:cubicBezTo>
                  <a:pt x="72143" y="212763"/>
                  <a:pt x="62311" y="217708"/>
                  <a:pt x="50848" y="219397"/>
                </a:cubicBezTo>
                <a:cubicBezTo>
                  <a:pt x="39378" y="221095"/>
                  <a:pt x="27893" y="222653"/>
                  <a:pt x="16393" y="224079"/>
                </a:cubicBezTo>
                <a:cubicBezTo>
                  <a:pt x="17820" y="212529"/>
                  <a:pt x="19334" y="200985"/>
                  <a:pt x="20943" y="189449"/>
                </a:cubicBezTo>
                <a:cubicBezTo>
                  <a:pt x="22553" y="177898"/>
                  <a:pt x="27439" y="168052"/>
                  <a:pt x="35610" y="159903"/>
                </a:cubicBezTo>
                <a:close/>
                <a:moveTo>
                  <a:pt x="47680" y="172149"/>
                </a:moveTo>
                <a:cubicBezTo>
                  <a:pt x="43803" y="176340"/>
                  <a:pt x="41316" y="181168"/>
                  <a:pt x="40212" y="186633"/>
                </a:cubicBezTo>
                <a:cubicBezTo>
                  <a:pt x="39100" y="192097"/>
                  <a:pt x="38061" y="197620"/>
                  <a:pt x="37088" y="203202"/>
                </a:cubicBezTo>
                <a:cubicBezTo>
                  <a:pt x="42640" y="202236"/>
                  <a:pt x="48156" y="201168"/>
                  <a:pt x="53635" y="200012"/>
                </a:cubicBezTo>
                <a:cubicBezTo>
                  <a:pt x="59121" y="198856"/>
                  <a:pt x="63935" y="196347"/>
                  <a:pt x="68097" y="192492"/>
                </a:cubicBezTo>
                <a:cubicBezTo>
                  <a:pt x="71279" y="189807"/>
                  <a:pt x="72867" y="186421"/>
                  <a:pt x="72845" y="182331"/>
                </a:cubicBezTo>
                <a:cubicBezTo>
                  <a:pt x="72830" y="178257"/>
                  <a:pt x="71389" y="174687"/>
                  <a:pt x="68521" y="171622"/>
                </a:cubicBezTo>
                <a:cubicBezTo>
                  <a:pt x="65456" y="168754"/>
                  <a:pt x="61887" y="167321"/>
                  <a:pt x="57812" y="167321"/>
                </a:cubicBezTo>
                <a:cubicBezTo>
                  <a:pt x="53737" y="167321"/>
                  <a:pt x="50358" y="168923"/>
                  <a:pt x="47680" y="17212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2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040" y="165082"/>
                </a:moveTo>
                <a:cubicBezTo>
                  <a:pt x="126319" y="164833"/>
                  <a:pt x="131644" y="162105"/>
                  <a:pt x="135031" y="156911"/>
                </a:cubicBezTo>
                <a:lnTo>
                  <a:pt x="179266" y="88009"/>
                </a:lnTo>
                <a:cubicBezTo>
                  <a:pt x="180642" y="85932"/>
                  <a:pt x="180510" y="84066"/>
                  <a:pt x="178864" y="82406"/>
                </a:cubicBezTo>
                <a:cubicBezTo>
                  <a:pt x="177218" y="80760"/>
                  <a:pt x="175353" y="80628"/>
                  <a:pt x="173253" y="82003"/>
                </a:cubicBezTo>
                <a:lnTo>
                  <a:pt x="105112" y="126736"/>
                </a:lnTo>
                <a:cubicBezTo>
                  <a:pt x="100079" y="130123"/>
                  <a:pt x="97402" y="135492"/>
                  <a:pt x="97065" y="142851"/>
                </a:cubicBezTo>
                <a:cubicBezTo>
                  <a:pt x="96729" y="150196"/>
                  <a:pt x="98492" y="155806"/>
                  <a:pt x="102347" y="159676"/>
                </a:cubicBezTo>
                <a:cubicBezTo>
                  <a:pt x="106217" y="163553"/>
                  <a:pt x="111784" y="165360"/>
                  <a:pt x="119040" y="165111"/>
                </a:cubicBezTo>
                <a:close/>
                <a:moveTo>
                  <a:pt x="120196" y="38924"/>
                </a:moveTo>
                <a:cubicBezTo>
                  <a:pt x="127577" y="38924"/>
                  <a:pt x="135368" y="39912"/>
                  <a:pt x="143583" y="41894"/>
                </a:cubicBezTo>
                <a:cubicBezTo>
                  <a:pt x="151783" y="43869"/>
                  <a:pt x="159888" y="47059"/>
                  <a:pt x="167898" y="51448"/>
                </a:cubicBezTo>
                <a:cubicBezTo>
                  <a:pt x="170027" y="52655"/>
                  <a:pt x="171285" y="54418"/>
                  <a:pt x="171673" y="56729"/>
                </a:cubicBezTo>
                <a:cubicBezTo>
                  <a:pt x="172061" y="59026"/>
                  <a:pt x="171519" y="61236"/>
                  <a:pt x="170064" y="63364"/>
                </a:cubicBezTo>
                <a:cubicBezTo>
                  <a:pt x="168601" y="65478"/>
                  <a:pt x="166852" y="66737"/>
                  <a:pt x="164804" y="67139"/>
                </a:cubicBezTo>
                <a:cubicBezTo>
                  <a:pt x="162778" y="67527"/>
                  <a:pt x="160613" y="67212"/>
                  <a:pt x="158323" y="66210"/>
                </a:cubicBezTo>
                <a:cubicBezTo>
                  <a:pt x="151732" y="62691"/>
                  <a:pt x="145017" y="60124"/>
                  <a:pt x="138177" y="58514"/>
                </a:cubicBezTo>
                <a:cubicBezTo>
                  <a:pt x="131337" y="56920"/>
                  <a:pt x="125353" y="56122"/>
                  <a:pt x="120225" y="56122"/>
                </a:cubicBezTo>
                <a:cubicBezTo>
                  <a:pt x="96868" y="56122"/>
                  <a:pt x="76956" y="64476"/>
                  <a:pt x="60475" y="81169"/>
                </a:cubicBezTo>
                <a:cubicBezTo>
                  <a:pt x="43994" y="97870"/>
                  <a:pt x="35757" y="118082"/>
                  <a:pt x="35757" y="141820"/>
                </a:cubicBezTo>
                <a:cubicBezTo>
                  <a:pt x="35757" y="149384"/>
                  <a:pt x="36788" y="156933"/>
                  <a:pt x="38851" y="164482"/>
                </a:cubicBezTo>
                <a:cubicBezTo>
                  <a:pt x="40914" y="172024"/>
                  <a:pt x="43847" y="179047"/>
                  <a:pt x="47651" y="185550"/>
                </a:cubicBezTo>
                <a:lnTo>
                  <a:pt x="192521" y="185550"/>
                </a:lnTo>
                <a:cubicBezTo>
                  <a:pt x="196208" y="179515"/>
                  <a:pt x="199112" y="172566"/>
                  <a:pt x="201241" y="164709"/>
                </a:cubicBezTo>
                <a:cubicBezTo>
                  <a:pt x="203355" y="156831"/>
                  <a:pt x="204409" y="149033"/>
                  <a:pt x="204409" y="141322"/>
                </a:cubicBezTo>
                <a:cubicBezTo>
                  <a:pt x="204409" y="135719"/>
                  <a:pt x="203699" y="129669"/>
                  <a:pt x="202273" y="123166"/>
                </a:cubicBezTo>
                <a:cubicBezTo>
                  <a:pt x="200846" y="116663"/>
                  <a:pt x="198454" y="110408"/>
                  <a:pt x="195082" y="104410"/>
                </a:cubicBezTo>
                <a:cubicBezTo>
                  <a:pt x="193911" y="102245"/>
                  <a:pt x="193509" y="99918"/>
                  <a:pt x="193875" y="97438"/>
                </a:cubicBezTo>
                <a:cubicBezTo>
                  <a:pt x="194248" y="94959"/>
                  <a:pt x="195469" y="93049"/>
                  <a:pt x="197547" y="91711"/>
                </a:cubicBezTo>
                <a:cubicBezTo>
                  <a:pt x="199573" y="90248"/>
                  <a:pt x="201797" y="89882"/>
                  <a:pt x="204211" y="90599"/>
                </a:cubicBezTo>
                <a:cubicBezTo>
                  <a:pt x="206611" y="91308"/>
                  <a:pt x="208337" y="92808"/>
                  <a:pt x="209390" y="95105"/>
                </a:cubicBezTo>
                <a:cubicBezTo>
                  <a:pt x="213180" y="102596"/>
                  <a:pt x="216091" y="110064"/>
                  <a:pt x="218117" y="117504"/>
                </a:cubicBezTo>
                <a:cubicBezTo>
                  <a:pt x="220144" y="124951"/>
                  <a:pt x="221307" y="132376"/>
                  <a:pt x="221614" y="139786"/>
                </a:cubicBezTo>
                <a:cubicBezTo>
                  <a:pt x="221914" y="149947"/>
                  <a:pt x="220875" y="159545"/>
                  <a:pt x="218490" y="168579"/>
                </a:cubicBezTo>
                <a:cubicBezTo>
                  <a:pt x="216113" y="177613"/>
                  <a:pt x="212638" y="185974"/>
                  <a:pt x="208059" y="193648"/>
                </a:cubicBezTo>
                <a:cubicBezTo>
                  <a:pt x="205842" y="197737"/>
                  <a:pt x="203509" y="200261"/>
                  <a:pt x="201044" y="201219"/>
                </a:cubicBezTo>
                <a:cubicBezTo>
                  <a:pt x="198578" y="202177"/>
                  <a:pt x="195528" y="202653"/>
                  <a:pt x="191892" y="202653"/>
                </a:cubicBezTo>
                <a:lnTo>
                  <a:pt x="48280" y="202653"/>
                </a:lnTo>
                <a:cubicBezTo>
                  <a:pt x="45142" y="202653"/>
                  <a:pt x="42077" y="201870"/>
                  <a:pt x="39078" y="200312"/>
                </a:cubicBezTo>
                <a:cubicBezTo>
                  <a:pt x="36079" y="198754"/>
                  <a:pt x="33847" y="196530"/>
                  <a:pt x="32392" y="193648"/>
                </a:cubicBezTo>
                <a:cubicBezTo>
                  <a:pt x="27995" y="185572"/>
                  <a:pt x="24601" y="177291"/>
                  <a:pt x="22202" y="168806"/>
                </a:cubicBezTo>
                <a:cubicBezTo>
                  <a:pt x="19824" y="160342"/>
                  <a:pt x="18632" y="151344"/>
                  <a:pt x="18632" y="141827"/>
                </a:cubicBezTo>
                <a:cubicBezTo>
                  <a:pt x="18632" y="127709"/>
                  <a:pt x="21309" y="114417"/>
                  <a:pt x="26657" y="101945"/>
                </a:cubicBezTo>
                <a:cubicBezTo>
                  <a:pt x="32004" y="89472"/>
                  <a:pt x="39268" y="78580"/>
                  <a:pt x="48456" y="69275"/>
                </a:cubicBezTo>
                <a:cubicBezTo>
                  <a:pt x="57658" y="59970"/>
                  <a:pt x="68448" y="52589"/>
                  <a:pt x="80818" y="47125"/>
                </a:cubicBezTo>
                <a:cubicBezTo>
                  <a:pt x="93188" y="41660"/>
                  <a:pt x="106319" y="38924"/>
                  <a:pt x="120196" y="38924"/>
                </a:cubicBezTo>
                <a:close/>
                <a:moveTo>
                  <a:pt x="118762" y="12288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4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9479" y="198959"/>
                </a:moveTo>
                <a:lnTo>
                  <a:pt x="168784" y="115573"/>
                </a:lnTo>
                <a:lnTo>
                  <a:pt x="124022" y="115573"/>
                </a:lnTo>
                <a:lnTo>
                  <a:pt x="132895" y="44988"/>
                </a:lnTo>
                <a:lnTo>
                  <a:pt x="70006" y="135887"/>
                </a:lnTo>
                <a:lnTo>
                  <a:pt x="108433" y="135887"/>
                </a:lnTo>
                <a:lnTo>
                  <a:pt x="99501" y="198981"/>
                </a:lnTo>
                <a:close/>
                <a:moveTo>
                  <a:pt x="89194" y="152558"/>
                </a:moveTo>
                <a:lnTo>
                  <a:pt x="54315" y="152558"/>
                </a:lnTo>
                <a:cubicBezTo>
                  <a:pt x="50863" y="152558"/>
                  <a:pt x="48324" y="151037"/>
                  <a:pt x="46693" y="147986"/>
                </a:cubicBezTo>
                <a:cubicBezTo>
                  <a:pt x="45069" y="144951"/>
                  <a:pt x="45296" y="141988"/>
                  <a:pt x="47373" y="139106"/>
                </a:cubicBezTo>
                <a:lnTo>
                  <a:pt x="134658" y="13153"/>
                </a:lnTo>
                <a:cubicBezTo>
                  <a:pt x="136085" y="11192"/>
                  <a:pt x="137862" y="9868"/>
                  <a:pt x="139991" y="9181"/>
                </a:cubicBezTo>
                <a:cubicBezTo>
                  <a:pt x="142120" y="8493"/>
                  <a:pt x="144248" y="8573"/>
                  <a:pt x="146377" y="9429"/>
                </a:cubicBezTo>
                <a:cubicBezTo>
                  <a:pt x="148506" y="10285"/>
                  <a:pt x="150196" y="11712"/>
                  <a:pt x="151454" y="13701"/>
                </a:cubicBezTo>
                <a:cubicBezTo>
                  <a:pt x="152712" y="15684"/>
                  <a:pt x="153173" y="17827"/>
                  <a:pt x="152836" y="20139"/>
                </a:cubicBezTo>
                <a:lnTo>
                  <a:pt x="142902" y="98872"/>
                </a:lnTo>
                <a:lnTo>
                  <a:pt x="186157" y="98872"/>
                </a:lnTo>
                <a:cubicBezTo>
                  <a:pt x="189778" y="98872"/>
                  <a:pt x="192353" y="100504"/>
                  <a:pt x="193875" y="103751"/>
                </a:cubicBezTo>
                <a:cubicBezTo>
                  <a:pt x="195404" y="107007"/>
                  <a:pt x="195031" y="110050"/>
                  <a:pt x="192770" y="112881"/>
                </a:cubicBezTo>
                <a:lnTo>
                  <a:pt x="97139" y="227700"/>
                </a:lnTo>
                <a:cubicBezTo>
                  <a:pt x="95712" y="229492"/>
                  <a:pt x="93898" y="230648"/>
                  <a:pt x="91681" y="231168"/>
                </a:cubicBezTo>
                <a:cubicBezTo>
                  <a:pt x="89472" y="231687"/>
                  <a:pt x="87365" y="231504"/>
                  <a:pt x="85368" y="230612"/>
                </a:cubicBezTo>
                <a:cubicBezTo>
                  <a:pt x="83393" y="229712"/>
                  <a:pt x="81835" y="228285"/>
                  <a:pt x="80694" y="226340"/>
                </a:cubicBezTo>
                <a:cubicBezTo>
                  <a:pt x="79567" y="224394"/>
                  <a:pt x="79180" y="222250"/>
                  <a:pt x="79509" y="219902"/>
                </a:cubicBezTo>
                <a:lnTo>
                  <a:pt x="89194" y="152537"/>
                </a:lnTo>
                <a:close/>
                <a:moveTo>
                  <a:pt x="119245" y="12213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6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73" y="222667"/>
                </a:moveTo>
                <a:cubicBezTo>
                  <a:pt x="51163" y="222667"/>
                  <a:pt x="47132" y="220992"/>
                  <a:pt x="43781" y="217642"/>
                </a:cubicBezTo>
                <a:cubicBezTo>
                  <a:pt x="40424" y="214284"/>
                  <a:pt x="38749" y="210253"/>
                  <a:pt x="38749" y="205542"/>
                </a:cubicBezTo>
                <a:lnTo>
                  <a:pt x="38749" y="97490"/>
                </a:lnTo>
                <a:cubicBezTo>
                  <a:pt x="38749" y="92764"/>
                  <a:pt x="40424" y="88719"/>
                  <a:pt x="43781" y="85346"/>
                </a:cubicBezTo>
                <a:cubicBezTo>
                  <a:pt x="47132" y="81974"/>
                  <a:pt x="51163" y="80292"/>
                  <a:pt x="55873" y="80292"/>
                </a:cubicBezTo>
                <a:lnTo>
                  <a:pt x="72267" y="80292"/>
                </a:lnTo>
                <a:lnTo>
                  <a:pt x="72267" y="57483"/>
                </a:lnTo>
                <a:cubicBezTo>
                  <a:pt x="72267" y="44008"/>
                  <a:pt x="76985" y="32531"/>
                  <a:pt x="86429" y="23058"/>
                </a:cubicBezTo>
                <a:cubicBezTo>
                  <a:pt x="95866" y="13584"/>
                  <a:pt x="107299" y="8851"/>
                  <a:pt x="120723" y="8851"/>
                </a:cubicBezTo>
                <a:cubicBezTo>
                  <a:pt x="134153" y="8851"/>
                  <a:pt x="145587" y="13584"/>
                  <a:pt x="155024" y="23058"/>
                </a:cubicBezTo>
                <a:cubicBezTo>
                  <a:pt x="164446" y="32531"/>
                  <a:pt x="169157" y="44008"/>
                  <a:pt x="169157" y="57483"/>
                </a:cubicBezTo>
                <a:lnTo>
                  <a:pt x="169157" y="80292"/>
                </a:lnTo>
                <a:lnTo>
                  <a:pt x="185550" y="80292"/>
                </a:lnTo>
                <a:cubicBezTo>
                  <a:pt x="190283" y="80292"/>
                  <a:pt x="194328" y="81974"/>
                  <a:pt x="197701" y="85346"/>
                </a:cubicBezTo>
                <a:cubicBezTo>
                  <a:pt x="201066" y="88719"/>
                  <a:pt x="202755" y="92764"/>
                  <a:pt x="202755" y="97490"/>
                </a:cubicBezTo>
                <a:lnTo>
                  <a:pt x="202755" y="205542"/>
                </a:lnTo>
                <a:cubicBezTo>
                  <a:pt x="202755" y="210253"/>
                  <a:pt x="201066" y="214284"/>
                  <a:pt x="197701" y="217642"/>
                </a:cubicBezTo>
                <a:cubicBezTo>
                  <a:pt x="194328" y="220992"/>
                  <a:pt x="190283" y="222667"/>
                  <a:pt x="185550" y="222667"/>
                </a:cubicBezTo>
                <a:lnTo>
                  <a:pt x="55873" y="222667"/>
                </a:lnTo>
                <a:close/>
                <a:moveTo>
                  <a:pt x="55873" y="205542"/>
                </a:moveTo>
                <a:lnTo>
                  <a:pt x="185550" y="205542"/>
                </a:lnTo>
                <a:lnTo>
                  <a:pt x="185550" y="97490"/>
                </a:lnTo>
                <a:lnTo>
                  <a:pt x="55873" y="97490"/>
                </a:lnTo>
                <a:lnTo>
                  <a:pt x="55873" y="205542"/>
                </a:lnTo>
                <a:close/>
                <a:moveTo>
                  <a:pt x="134402" y="165338"/>
                </a:moveTo>
                <a:cubicBezTo>
                  <a:pt x="138177" y="161644"/>
                  <a:pt x="140064" y="157204"/>
                  <a:pt x="140064" y="152010"/>
                </a:cubicBezTo>
                <a:cubicBezTo>
                  <a:pt x="140064" y="146977"/>
                  <a:pt x="138162" y="142412"/>
                  <a:pt x="134358" y="138301"/>
                </a:cubicBezTo>
                <a:cubicBezTo>
                  <a:pt x="130547" y="134197"/>
                  <a:pt x="125982" y="132142"/>
                  <a:pt x="120650" y="132142"/>
                </a:cubicBezTo>
                <a:cubicBezTo>
                  <a:pt x="115317" y="132142"/>
                  <a:pt x="110767" y="134197"/>
                  <a:pt x="106999" y="138301"/>
                </a:cubicBezTo>
                <a:cubicBezTo>
                  <a:pt x="103225" y="142412"/>
                  <a:pt x="101337" y="147021"/>
                  <a:pt x="101337" y="152134"/>
                </a:cubicBezTo>
                <a:cubicBezTo>
                  <a:pt x="101337" y="157248"/>
                  <a:pt x="103239" y="161644"/>
                  <a:pt x="107043" y="165338"/>
                </a:cubicBezTo>
                <a:cubicBezTo>
                  <a:pt x="110855" y="169025"/>
                  <a:pt x="115419" y="170868"/>
                  <a:pt x="120752" y="170868"/>
                </a:cubicBezTo>
                <a:cubicBezTo>
                  <a:pt x="126085" y="170868"/>
                  <a:pt x="130635" y="169025"/>
                  <a:pt x="134402" y="165338"/>
                </a:cubicBezTo>
                <a:close/>
                <a:moveTo>
                  <a:pt x="89392" y="80292"/>
                </a:moveTo>
                <a:lnTo>
                  <a:pt x="152010" y="80292"/>
                </a:lnTo>
                <a:lnTo>
                  <a:pt x="152010" y="57483"/>
                </a:lnTo>
                <a:cubicBezTo>
                  <a:pt x="152010" y="48697"/>
                  <a:pt x="148981" y="41265"/>
                  <a:pt x="142932" y="35179"/>
                </a:cubicBezTo>
                <a:cubicBezTo>
                  <a:pt x="136875" y="29093"/>
                  <a:pt x="129486" y="26049"/>
                  <a:pt x="120752" y="26049"/>
                </a:cubicBezTo>
                <a:cubicBezTo>
                  <a:pt x="112032" y="26049"/>
                  <a:pt x="104629" y="29093"/>
                  <a:pt x="98550" y="35179"/>
                </a:cubicBezTo>
                <a:cubicBezTo>
                  <a:pt x="92464" y="41265"/>
                  <a:pt x="89421" y="48697"/>
                  <a:pt x="89421" y="57483"/>
                </a:cubicBezTo>
                <a:lnTo>
                  <a:pt x="89421" y="80292"/>
                </a:lnTo>
                <a:close/>
                <a:moveTo>
                  <a:pt x="55873" y="205542"/>
                </a:moveTo>
                <a:lnTo>
                  <a:pt x="55873" y="97490"/>
                </a:lnTo>
                <a:lnTo>
                  <a:pt x="55873" y="20554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8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213"/>
                </a:moveTo>
                <a:cubicBezTo>
                  <a:pt x="138272" y="199178"/>
                  <a:pt x="152836" y="188418"/>
                  <a:pt x="164402" y="172931"/>
                </a:cubicBezTo>
                <a:cubicBezTo>
                  <a:pt x="175974" y="157438"/>
                  <a:pt x="182763" y="140028"/>
                  <a:pt x="184775" y="120701"/>
                </a:cubicBezTo>
                <a:lnTo>
                  <a:pt x="120701" y="120701"/>
                </a:lnTo>
                <a:lnTo>
                  <a:pt x="120701" y="37066"/>
                </a:lnTo>
                <a:lnTo>
                  <a:pt x="55852" y="61279"/>
                </a:lnTo>
                <a:lnTo>
                  <a:pt x="55852" y="110138"/>
                </a:lnTo>
                <a:cubicBezTo>
                  <a:pt x="55852" y="112120"/>
                  <a:pt x="55888" y="113839"/>
                  <a:pt x="55976" y="115295"/>
                </a:cubicBezTo>
                <a:cubicBezTo>
                  <a:pt x="56056" y="116751"/>
                  <a:pt x="56269" y="118557"/>
                  <a:pt x="56605" y="120701"/>
                </a:cubicBezTo>
                <a:lnTo>
                  <a:pt x="120701" y="120701"/>
                </a:lnTo>
                <a:lnTo>
                  <a:pt x="120701" y="205213"/>
                </a:lnTo>
                <a:close/>
                <a:moveTo>
                  <a:pt x="117958" y="221438"/>
                </a:moveTo>
                <a:cubicBezTo>
                  <a:pt x="117087" y="221248"/>
                  <a:pt x="116195" y="220963"/>
                  <a:pt x="115273" y="220583"/>
                </a:cubicBezTo>
                <a:cubicBezTo>
                  <a:pt x="91769" y="212704"/>
                  <a:pt x="73130" y="198396"/>
                  <a:pt x="59370" y="177657"/>
                </a:cubicBezTo>
                <a:cubicBezTo>
                  <a:pt x="45603" y="156955"/>
                  <a:pt x="38727" y="134366"/>
                  <a:pt x="38727" y="109889"/>
                </a:cubicBezTo>
                <a:lnTo>
                  <a:pt x="38727" y="61031"/>
                </a:lnTo>
                <a:cubicBezTo>
                  <a:pt x="38727" y="57410"/>
                  <a:pt x="39758" y="54103"/>
                  <a:pt x="41821" y="51119"/>
                </a:cubicBezTo>
                <a:cubicBezTo>
                  <a:pt x="43877" y="48141"/>
                  <a:pt x="46554" y="45998"/>
                  <a:pt x="49838" y="44711"/>
                </a:cubicBezTo>
                <a:lnTo>
                  <a:pt x="114688" y="20497"/>
                </a:lnTo>
                <a:cubicBezTo>
                  <a:pt x="116736" y="19736"/>
                  <a:pt x="118740" y="19363"/>
                  <a:pt x="120701" y="19363"/>
                </a:cubicBezTo>
                <a:cubicBezTo>
                  <a:pt x="122661" y="19363"/>
                  <a:pt x="124666" y="19736"/>
                  <a:pt x="126714" y="20497"/>
                </a:cubicBezTo>
                <a:lnTo>
                  <a:pt x="191563" y="44711"/>
                </a:lnTo>
                <a:cubicBezTo>
                  <a:pt x="194848" y="45998"/>
                  <a:pt x="197540" y="48141"/>
                  <a:pt x="199632" y="51119"/>
                </a:cubicBezTo>
                <a:cubicBezTo>
                  <a:pt x="201709" y="54103"/>
                  <a:pt x="202755" y="57410"/>
                  <a:pt x="202755" y="61031"/>
                </a:cubicBezTo>
                <a:lnTo>
                  <a:pt x="202755" y="109889"/>
                </a:lnTo>
                <a:cubicBezTo>
                  <a:pt x="202755" y="134366"/>
                  <a:pt x="195864" y="156962"/>
                  <a:pt x="182083" y="177679"/>
                </a:cubicBezTo>
                <a:cubicBezTo>
                  <a:pt x="168301" y="198417"/>
                  <a:pt x="149662" y="212726"/>
                  <a:pt x="126158" y="220604"/>
                </a:cubicBezTo>
                <a:cubicBezTo>
                  <a:pt x="125236" y="220978"/>
                  <a:pt x="124336" y="221263"/>
                  <a:pt x="123466" y="221460"/>
                </a:cubicBezTo>
                <a:cubicBezTo>
                  <a:pt x="122595" y="221643"/>
                  <a:pt x="121681" y="221738"/>
                  <a:pt x="120723" y="221738"/>
                </a:cubicBezTo>
                <a:cubicBezTo>
                  <a:pt x="119772" y="221738"/>
                  <a:pt x="118857" y="221643"/>
                  <a:pt x="117987" y="22146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0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039"/>
                </a:moveTo>
                <a:lnTo>
                  <a:pt x="90701" y="112354"/>
                </a:lnTo>
                <a:cubicBezTo>
                  <a:pt x="89158" y="110811"/>
                  <a:pt x="87248" y="110043"/>
                  <a:pt x="84966" y="110043"/>
                </a:cubicBezTo>
                <a:cubicBezTo>
                  <a:pt x="82691" y="110043"/>
                  <a:pt x="80752" y="110825"/>
                  <a:pt x="79158" y="112405"/>
                </a:cubicBezTo>
                <a:cubicBezTo>
                  <a:pt x="77614" y="113964"/>
                  <a:pt x="76846" y="115858"/>
                  <a:pt x="76846" y="118089"/>
                </a:cubicBezTo>
                <a:cubicBezTo>
                  <a:pt x="76846" y="120313"/>
                  <a:pt x="77614" y="122252"/>
                  <a:pt x="79158" y="123898"/>
                </a:cubicBezTo>
                <a:lnTo>
                  <a:pt x="103576" y="148564"/>
                </a:lnTo>
                <a:cubicBezTo>
                  <a:pt x="105317" y="150305"/>
                  <a:pt x="107351" y="151176"/>
                  <a:pt x="109662" y="151176"/>
                </a:cubicBezTo>
                <a:cubicBezTo>
                  <a:pt x="111974" y="151176"/>
                  <a:pt x="113985" y="150305"/>
                  <a:pt x="115697" y="148564"/>
                </a:cubicBezTo>
                <a:lnTo>
                  <a:pt x="161915" y="102347"/>
                </a:lnTo>
                <a:cubicBezTo>
                  <a:pt x="163509" y="100767"/>
                  <a:pt x="164307" y="98894"/>
                  <a:pt x="164307" y="96714"/>
                </a:cubicBezTo>
                <a:cubicBezTo>
                  <a:pt x="164307" y="94534"/>
                  <a:pt x="163553" y="92727"/>
                  <a:pt x="162039" y="91308"/>
                </a:cubicBezTo>
                <a:cubicBezTo>
                  <a:pt x="160532" y="89882"/>
                  <a:pt x="158645" y="89209"/>
                  <a:pt x="156384" y="89297"/>
                </a:cubicBezTo>
                <a:cubicBezTo>
                  <a:pt x="154117" y="89377"/>
                  <a:pt x="152288" y="90131"/>
                  <a:pt x="150876" y="91557"/>
                </a:cubicBezTo>
                <a:lnTo>
                  <a:pt x="110394" y="132039"/>
                </a:lnTo>
                <a:close/>
                <a:moveTo>
                  <a:pt x="117863" y="221438"/>
                </a:moveTo>
                <a:cubicBezTo>
                  <a:pt x="116970" y="221248"/>
                  <a:pt x="116107" y="220963"/>
                  <a:pt x="115273" y="220583"/>
                </a:cubicBezTo>
                <a:cubicBezTo>
                  <a:pt x="91769" y="212704"/>
                  <a:pt x="73130" y="198396"/>
                  <a:pt x="59370" y="177657"/>
                </a:cubicBezTo>
                <a:cubicBezTo>
                  <a:pt x="45603" y="156918"/>
                  <a:pt x="38727" y="134314"/>
                  <a:pt x="38727" y="109838"/>
                </a:cubicBezTo>
                <a:lnTo>
                  <a:pt x="38727" y="61001"/>
                </a:lnTo>
                <a:cubicBezTo>
                  <a:pt x="38727" y="57337"/>
                  <a:pt x="39751" y="54015"/>
                  <a:pt x="41792" y="51045"/>
                </a:cubicBezTo>
                <a:cubicBezTo>
                  <a:pt x="43840" y="48083"/>
                  <a:pt x="46532" y="45961"/>
                  <a:pt x="49868" y="44681"/>
                </a:cubicBezTo>
                <a:lnTo>
                  <a:pt x="114717" y="20468"/>
                </a:lnTo>
                <a:cubicBezTo>
                  <a:pt x="116758" y="19714"/>
                  <a:pt x="118762" y="19334"/>
                  <a:pt x="120723" y="19334"/>
                </a:cubicBezTo>
                <a:cubicBezTo>
                  <a:pt x="122691" y="19334"/>
                  <a:pt x="124688" y="19714"/>
                  <a:pt x="126736" y="20468"/>
                </a:cubicBezTo>
                <a:lnTo>
                  <a:pt x="191585" y="44681"/>
                </a:lnTo>
                <a:cubicBezTo>
                  <a:pt x="194921" y="45976"/>
                  <a:pt x="197620" y="48097"/>
                  <a:pt x="199683" y="51045"/>
                </a:cubicBezTo>
                <a:cubicBezTo>
                  <a:pt x="201746" y="54015"/>
                  <a:pt x="202777" y="57337"/>
                  <a:pt x="202777" y="61001"/>
                </a:cubicBezTo>
                <a:lnTo>
                  <a:pt x="202777" y="109838"/>
                </a:lnTo>
                <a:cubicBezTo>
                  <a:pt x="202777" y="134314"/>
                  <a:pt x="195886" y="156918"/>
                  <a:pt x="182105" y="177657"/>
                </a:cubicBezTo>
                <a:cubicBezTo>
                  <a:pt x="168330" y="198396"/>
                  <a:pt x="149684" y="212704"/>
                  <a:pt x="126180" y="220583"/>
                </a:cubicBezTo>
                <a:cubicBezTo>
                  <a:pt x="125346" y="220948"/>
                  <a:pt x="124483" y="221234"/>
                  <a:pt x="123590" y="221438"/>
                </a:cubicBezTo>
                <a:cubicBezTo>
                  <a:pt x="122705" y="221621"/>
                  <a:pt x="121754" y="221709"/>
                  <a:pt x="120752" y="221709"/>
                </a:cubicBezTo>
                <a:cubicBezTo>
                  <a:pt x="119743" y="221709"/>
                  <a:pt x="118799" y="221621"/>
                  <a:pt x="117906" y="221438"/>
                </a:cubicBezTo>
                <a:close/>
                <a:moveTo>
                  <a:pt x="120701" y="204965"/>
                </a:moveTo>
                <a:cubicBezTo>
                  <a:pt x="139779" y="198396"/>
                  <a:pt x="155353" y="186355"/>
                  <a:pt x="167423" y="168857"/>
                </a:cubicBezTo>
                <a:cubicBezTo>
                  <a:pt x="179493" y="151351"/>
                  <a:pt x="185528" y="131703"/>
                  <a:pt x="185528" y="109911"/>
                </a:cubicBezTo>
                <a:lnTo>
                  <a:pt x="185528" y="61031"/>
                </a:lnTo>
                <a:lnTo>
                  <a:pt x="120701" y="36561"/>
                </a:lnTo>
                <a:lnTo>
                  <a:pt x="55852" y="61053"/>
                </a:lnTo>
                <a:lnTo>
                  <a:pt x="55852" y="109889"/>
                </a:lnTo>
                <a:cubicBezTo>
                  <a:pt x="55852" y="131696"/>
                  <a:pt x="61887" y="151351"/>
                  <a:pt x="73957" y="168857"/>
                </a:cubicBezTo>
                <a:cubicBezTo>
                  <a:pt x="86041" y="186355"/>
                  <a:pt x="101623" y="198396"/>
                  <a:pt x="120701" y="204965"/>
                </a:cubicBezTo>
                <a:close/>
                <a:moveTo>
                  <a:pt x="120701" y="12075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2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85" y="133246"/>
                </a:moveTo>
                <a:cubicBezTo>
                  <a:pt x="54396" y="129764"/>
                  <a:pt x="52655" y="125587"/>
                  <a:pt x="52655" y="120723"/>
                </a:cubicBezTo>
                <a:cubicBezTo>
                  <a:pt x="52655" y="115865"/>
                  <a:pt x="54396" y="111681"/>
                  <a:pt x="57885" y="108177"/>
                </a:cubicBezTo>
                <a:cubicBezTo>
                  <a:pt x="61375" y="104688"/>
                  <a:pt x="65544" y="102947"/>
                  <a:pt x="70409" y="102947"/>
                </a:cubicBezTo>
                <a:cubicBezTo>
                  <a:pt x="75273" y="102947"/>
                  <a:pt x="79450" y="104688"/>
                  <a:pt x="82954" y="108177"/>
                </a:cubicBezTo>
                <a:cubicBezTo>
                  <a:pt x="86444" y="111667"/>
                  <a:pt x="88185" y="115836"/>
                  <a:pt x="88185" y="120701"/>
                </a:cubicBezTo>
                <a:cubicBezTo>
                  <a:pt x="88185" y="125565"/>
                  <a:pt x="86444" y="129742"/>
                  <a:pt x="82954" y="133246"/>
                </a:cubicBezTo>
                <a:cubicBezTo>
                  <a:pt x="79472" y="136736"/>
                  <a:pt x="75295" y="138477"/>
                  <a:pt x="70431" y="138477"/>
                </a:cubicBezTo>
                <a:cubicBezTo>
                  <a:pt x="65573" y="138477"/>
                  <a:pt x="61389" y="136736"/>
                  <a:pt x="57885" y="133246"/>
                </a:cubicBezTo>
                <a:close/>
                <a:moveTo>
                  <a:pt x="70409" y="182434"/>
                </a:moveTo>
                <a:cubicBezTo>
                  <a:pt x="53291" y="182434"/>
                  <a:pt x="38727" y="176428"/>
                  <a:pt x="26708" y="164402"/>
                </a:cubicBezTo>
                <a:cubicBezTo>
                  <a:pt x="14689" y="152368"/>
                  <a:pt x="8676" y="137789"/>
                  <a:pt x="8676" y="120679"/>
                </a:cubicBezTo>
                <a:cubicBezTo>
                  <a:pt x="8676" y="103561"/>
                  <a:pt x="14689" y="88989"/>
                  <a:pt x="26708" y="76971"/>
                </a:cubicBezTo>
                <a:cubicBezTo>
                  <a:pt x="38727" y="64966"/>
                  <a:pt x="53291" y="58968"/>
                  <a:pt x="70409" y="58968"/>
                </a:cubicBezTo>
                <a:cubicBezTo>
                  <a:pt x="82801" y="58968"/>
                  <a:pt x="93635" y="61901"/>
                  <a:pt x="102925" y="67768"/>
                </a:cubicBezTo>
                <a:cubicBezTo>
                  <a:pt x="112208" y="73635"/>
                  <a:pt x="119457" y="82428"/>
                  <a:pt x="124673" y="94147"/>
                </a:cubicBezTo>
                <a:lnTo>
                  <a:pt x="210495" y="94147"/>
                </a:lnTo>
                <a:cubicBezTo>
                  <a:pt x="211621" y="94147"/>
                  <a:pt x="212667" y="94344"/>
                  <a:pt x="213640" y="94754"/>
                </a:cubicBezTo>
                <a:cubicBezTo>
                  <a:pt x="214613" y="95156"/>
                  <a:pt x="215572" y="95807"/>
                  <a:pt x="216508" y="96714"/>
                </a:cubicBezTo>
                <a:lnTo>
                  <a:pt x="236822" y="116977"/>
                </a:lnTo>
                <a:cubicBezTo>
                  <a:pt x="237744" y="117899"/>
                  <a:pt x="238402" y="118894"/>
                  <a:pt x="238790" y="119947"/>
                </a:cubicBezTo>
                <a:cubicBezTo>
                  <a:pt x="239192" y="121001"/>
                  <a:pt x="239390" y="122098"/>
                  <a:pt x="239390" y="123239"/>
                </a:cubicBezTo>
                <a:cubicBezTo>
                  <a:pt x="239390" y="124380"/>
                  <a:pt x="239149" y="125434"/>
                  <a:pt x="238658" y="126407"/>
                </a:cubicBezTo>
                <a:cubicBezTo>
                  <a:pt x="238176" y="127380"/>
                  <a:pt x="237481" y="128331"/>
                  <a:pt x="236574" y="129252"/>
                </a:cubicBezTo>
                <a:lnTo>
                  <a:pt x="205572" y="157665"/>
                </a:lnTo>
                <a:cubicBezTo>
                  <a:pt x="204811" y="158440"/>
                  <a:pt x="203962" y="159025"/>
                  <a:pt x="203004" y="159427"/>
                </a:cubicBezTo>
                <a:cubicBezTo>
                  <a:pt x="202046" y="159830"/>
                  <a:pt x="201095" y="160027"/>
                  <a:pt x="200137" y="160027"/>
                </a:cubicBezTo>
                <a:cubicBezTo>
                  <a:pt x="199178" y="160027"/>
                  <a:pt x="198271" y="159918"/>
                  <a:pt x="197393" y="159705"/>
                </a:cubicBezTo>
                <a:cubicBezTo>
                  <a:pt x="196523" y="159501"/>
                  <a:pt x="195630" y="159106"/>
                  <a:pt x="194709" y="158520"/>
                </a:cubicBezTo>
                <a:lnTo>
                  <a:pt x="177957" y="146428"/>
                </a:lnTo>
                <a:lnTo>
                  <a:pt x="161008" y="158769"/>
                </a:lnTo>
                <a:cubicBezTo>
                  <a:pt x="160254" y="159362"/>
                  <a:pt x="159442" y="159749"/>
                  <a:pt x="158572" y="159954"/>
                </a:cubicBezTo>
                <a:cubicBezTo>
                  <a:pt x="157701" y="160152"/>
                  <a:pt x="156794" y="160254"/>
                  <a:pt x="155858" y="160254"/>
                </a:cubicBezTo>
                <a:cubicBezTo>
                  <a:pt x="154914" y="160254"/>
                  <a:pt x="154022" y="160115"/>
                  <a:pt x="153166" y="159830"/>
                </a:cubicBezTo>
                <a:cubicBezTo>
                  <a:pt x="152310" y="159545"/>
                  <a:pt x="151505" y="159128"/>
                  <a:pt x="150752" y="158572"/>
                </a:cubicBezTo>
                <a:lnTo>
                  <a:pt x="136743" y="147255"/>
                </a:lnTo>
                <a:lnTo>
                  <a:pt x="124673" y="147255"/>
                </a:lnTo>
                <a:cubicBezTo>
                  <a:pt x="120481" y="157430"/>
                  <a:pt x="113788" y="165836"/>
                  <a:pt x="104585" y="172478"/>
                </a:cubicBezTo>
                <a:cubicBezTo>
                  <a:pt x="95376" y="179113"/>
                  <a:pt x="83986" y="182434"/>
                  <a:pt x="70409" y="182434"/>
                </a:cubicBezTo>
                <a:close/>
                <a:moveTo>
                  <a:pt x="70409" y="165967"/>
                </a:moveTo>
                <a:cubicBezTo>
                  <a:pt x="80248" y="165967"/>
                  <a:pt x="89282" y="162683"/>
                  <a:pt x="97519" y="156128"/>
                </a:cubicBezTo>
                <a:cubicBezTo>
                  <a:pt x="105749" y="149574"/>
                  <a:pt x="110994" y="141154"/>
                  <a:pt x="113261" y="130862"/>
                </a:cubicBezTo>
                <a:lnTo>
                  <a:pt x="142705" y="130862"/>
                </a:lnTo>
                <a:lnTo>
                  <a:pt x="156033" y="142003"/>
                </a:lnTo>
                <a:cubicBezTo>
                  <a:pt x="155865" y="142003"/>
                  <a:pt x="155865" y="141988"/>
                  <a:pt x="156033" y="141973"/>
                </a:cubicBezTo>
                <a:cubicBezTo>
                  <a:pt x="156201" y="141959"/>
                  <a:pt x="156201" y="141966"/>
                  <a:pt x="156033" y="142003"/>
                </a:cubicBezTo>
                <a:lnTo>
                  <a:pt x="156128" y="142003"/>
                </a:lnTo>
                <a:lnTo>
                  <a:pt x="156033" y="142003"/>
                </a:lnTo>
                <a:lnTo>
                  <a:pt x="178162" y="126158"/>
                </a:lnTo>
                <a:lnTo>
                  <a:pt x="198776" y="141622"/>
                </a:lnTo>
                <a:lnTo>
                  <a:pt x="198652" y="141622"/>
                </a:lnTo>
                <a:lnTo>
                  <a:pt x="198776" y="141622"/>
                </a:lnTo>
                <a:lnTo>
                  <a:pt x="219427" y="122888"/>
                </a:lnTo>
                <a:lnTo>
                  <a:pt x="219522" y="123012"/>
                </a:lnTo>
                <a:lnTo>
                  <a:pt x="219427" y="122888"/>
                </a:lnTo>
                <a:lnTo>
                  <a:pt x="219522" y="122888"/>
                </a:lnTo>
                <a:lnTo>
                  <a:pt x="219427" y="122888"/>
                </a:lnTo>
                <a:lnTo>
                  <a:pt x="207130" y="110540"/>
                </a:lnTo>
                <a:lnTo>
                  <a:pt x="207130" y="110569"/>
                </a:lnTo>
                <a:lnTo>
                  <a:pt x="207130" y="110540"/>
                </a:lnTo>
                <a:lnTo>
                  <a:pt x="113283" y="110540"/>
                </a:lnTo>
                <a:cubicBezTo>
                  <a:pt x="111389" y="100986"/>
                  <a:pt x="106385" y="92749"/>
                  <a:pt x="98272" y="85822"/>
                </a:cubicBezTo>
                <a:cubicBezTo>
                  <a:pt x="90160" y="78902"/>
                  <a:pt x="80870" y="75442"/>
                  <a:pt x="70409" y="75442"/>
                </a:cubicBezTo>
                <a:cubicBezTo>
                  <a:pt x="57834" y="75442"/>
                  <a:pt x="47146" y="79838"/>
                  <a:pt x="38346" y="88638"/>
                </a:cubicBezTo>
                <a:cubicBezTo>
                  <a:pt x="29546" y="97438"/>
                  <a:pt x="25150" y="108126"/>
                  <a:pt x="25150" y="120701"/>
                </a:cubicBezTo>
                <a:cubicBezTo>
                  <a:pt x="25150" y="133276"/>
                  <a:pt x="29546" y="143963"/>
                  <a:pt x="38346" y="152763"/>
                </a:cubicBezTo>
                <a:cubicBezTo>
                  <a:pt x="47146" y="161564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4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7863" y="221534"/>
                </a:moveTo>
                <a:cubicBezTo>
                  <a:pt x="116919" y="221365"/>
                  <a:pt x="115990" y="221146"/>
                  <a:pt x="115068" y="220861"/>
                </a:cubicBezTo>
                <a:cubicBezTo>
                  <a:pt x="91696" y="212945"/>
                  <a:pt x="73130" y="198637"/>
                  <a:pt x="59370" y="177935"/>
                </a:cubicBezTo>
                <a:cubicBezTo>
                  <a:pt x="45603" y="157248"/>
                  <a:pt x="38727" y="134644"/>
                  <a:pt x="38727" y="110116"/>
                </a:cubicBezTo>
                <a:lnTo>
                  <a:pt x="38727" y="61279"/>
                </a:lnTo>
                <a:cubicBezTo>
                  <a:pt x="38727" y="57607"/>
                  <a:pt x="39751" y="54293"/>
                  <a:pt x="41792" y="51323"/>
                </a:cubicBezTo>
                <a:cubicBezTo>
                  <a:pt x="43840" y="48353"/>
                  <a:pt x="46532" y="46232"/>
                  <a:pt x="49868" y="44959"/>
                </a:cubicBezTo>
                <a:lnTo>
                  <a:pt x="114717" y="20746"/>
                </a:lnTo>
                <a:cubicBezTo>
                  <a:pt x="116758" y="19992"/>
                  <a:pt x="118762" y="19612"/>
                  <a:pt x="120723" y="19612"/>
                </a:cubicBezTo>
                <a:cubicBezTo>
                  <a:pt x="122691" y="19612"/>
                  <a:pt x="124688" y="19992"/>
                  <a:pt x="126736" y="20746"/>
                </a:cubicBezTo>
                <a:lnTo>
                  <a:pt x="191585" y="44959"/>
                </a:lnTo>
                <a:cubicBezTo>
                  <a:pt x="194921" y="46254"/>
                  <a:pt x="197620" y="48375"/>
                  <a:pt x="199683" y="51323"/>
                </a:cubicBezTo>
                <a:cubicBezTo>
                  <a:pt x="201746" y="54293"/>
                  <a:pt x="202777" y="57607"/>
                  <a:pt x="202777" y="61279"/>
                </a:cubicBezTo>
                <a:lnTo>
                  <a:pt x="202777" y="110138"/>
                </a:lnTo>
                <a:cubicBezTo>
                  <a:pt x="202777" y="122274"/>
                  <a:pt x="201248" y="134227"/>
                  <a:pt x="198198" y="145997"/>
                </a:cubicBezTo>
                <a:cubicBezTo>
                  <a:pt x="195148" y="157767"/>
                  <a:pt x="190064" y="168806"/>
                  <a:pt x="182939" y="179113"/>
                </a:cubicBezTo>
                <a:cubicBezTo>
                  <a:pt x="181563" y="180927"/>
                  <a:pt x="179742" y="181966"/>
                  <a:pt x="177481" y="182236"/>
                </a:cubicBezTo>
                <a:cubicBezTo>
                  <a:pt x="175214" y="182500"/>
                  <a:pt x="173268" y="181878"/>
                  <a:pt x="171622" y="180371"/>
                </a:cubicBezTo>
                <a:lnTo>
                  <a:pt x="141374" y="151381"/>
                </a:lnTo>
                <a:cubicBezTo>
                  <a:pt x="138221" y="153136"/>
                  <a:pt x="134892" y="154592"/>
                  <a:pt x="131388" y="155726"/>
                </a:cubicBezTo>
                <a:cubicBezTo>
                  <a:pt x="127848" y="156853"/>
                  <a:pt x="124285" y="157416"/>
                  <a:pt x="120701" y="157416"/>
                </a:cubicBezTo>
                <a:cubicBezTo>
                  <a:pt x="110306" y="157416"/>
                  <a:pt x="101462" y="153809"/>
                  <a:pt x="94169" y="146604"/>
                </a:cubicBezTo>
                <a:cubicBezTo>
                  <a:pt x="86883" y="139391"/>
                  <a:pt x="83232" y="130547"/>
                  <a:pt x="83232" y="120072"/>
                </a:cubicBezTo>
                <a:cubicBezTo>
                  <a:pt x="83232" y="109596"/>
                  <a:pt x="86883" y="100708"/>
                  <a:pt x="94169" y="93415"/>
                </a:cubicBezTo>
                <a:cubicBezTo>
                  <a:pt x="101462" y="86122"/>
                  <a:pt x="110306" y="82479"/>
                  <a:pt x="120701" y="82479"/>
                </a:cubicBezTo>
                <a:cubicBezTo>
                  <a:pt x="131096" y="82479"/>
                  <a:pt x="139940" y="86122"/>
                  <a:pt x="147233" y="93415"/>
                </a:cubicBezTo>
                <a:cubicBezTo>
                  <a:pt x="154519" y="100708"/>
                  <a:pt x="158169" y="109640"/>
                  <a:pt x="158169" y="120196"/>
                </a:cubicBezTo>
                <a:cubicBezTo>
                  <a:pt x="158169" y="123685"/>
                  <a:pt x="157694" y="127160"/>
                  <a:pt x="156735" y="130635"/>
                </a:cubicBezTo>
                <a:cubicBezTo>
                  <a:pt x="155777" y="134102"/>
                  <a:pt x="154248" y="137233"/>
                  <a:pt x="152134" y="140013"/>
                </a:cubicBezTo>
                <a:lnTo>
                  <a:pt x="173656" y="160583"/>
                </a:lnTo>
                <a:cubicBezTo>
                  <a:pt x="177679" y="153458"/>
                  <a:pt x="180663" y="145521"/>
                  <a:pt x="182609" y="136772"/>
                </a:cubicBezTo>
                <a:cubicBezTo>
                  <a:pt x="184555" y="128038"/>
                  <a:pt x="185528" y="119157"/>
                  <a:pt x="185528" y="110138"/>
                </a:cubicBezTo>
                <a:lnTo>
                  <a:pt x="185528" y="60628"/>
                </a:lnTo>
                <a:lnTo>
                  <a:pt x="120701" y="37066"/>
                </a:lnTo>
                <a:lnTo>
                  <a:pt x="55852" y="60680"/>
                </a:lnTo>
                <a:lnTo>
                  <a:pt x="55852" y="110138"/>
                </a:lnTo>
                <a:cubicBezTo>
                  <a:pt x="55852" y="131952"/>
                  <a:pt x="61887" y="151608"/>
                  <a:pt x="73957" y="169105"/>
                </a:cubicBezTo>
                <a:cubicBezTo>
                  <a:pt x="86041" y="186611"/>
                  <a:pt x="101623" y="198644"/>
                  <a:pt x="120701" y="205213"/>
                </a:cubicBezTo>
                <a:cubicBezTo>
                  <a:pt x="124154" y="204328"/>
                  <a:pt x="128338" y="202499"/>
                  <a:pt x="133246" y="199734"/>
                </a:cubicBezTo>
                <a:cubicBezTo>
                  <a:pt x="138140" y="196969"/>
                  <a:pt x="142610" y="194043"/>
                  <a:pt x="146655" y="190956"/>
                </a:cubicBezTo>
                <a:cubicBezTo>
                  <a:pt x="148616" y="189617"/>
                  <a:pt x="150744" y="189061"/>
                  <a:pt x="153041" y="189303"/>
                </a:cubicBezTo>
                <a:cubicBezTo>
                  <a:pt x="155338" y="189537"/>
                  <a:pt x="157211" y="190649"/>
                  <a:pt x="158674" y="192646"/>
                </a:cubicBezTo>
                <a:cubicBezTo>
                  <a:pt x="160210" y="194636"/>
                  <a:pt x="160759" y="196859"/>
                  <a:pt x="160305" y="199310"/>
                </a:cubicBezTo>
                <a:cubicBezTo>
                  <a:pt x="159852" y="201753"/>
                  <a:pt x="158579" y="203692"/>
                  <a:pt x="156487" y="205118"/>
                </a:cubicBezTo>
                <a:cubicBezTo>
                  <a:pt x="151856" y="208600"/>
                  <a:pt x="147065" y="211592"/>
                  <a:pt x="142098" y="214094"/>
                </a:cubicBezTo>
                <a:cubicBezTo>
                  <a:pt x="137138" y="216588"/>
                  <a:pt x="131908" y="218871"/>
                  <a:pt x="126407" y="220934"/>
                </a:cubicBezTo>
                <a:cubicBezTo>
                  <a:pt x="125470" y="221182"/>
                  <a:pt x="124519" y="221395"/>
                  <a:pt x="123568" y="221563"/>
                </a:cubicBezTo>
                <a:cubicBezTo>
                  <a:pt x="122632" y="221731"/>
                  <a:pt x="121674" y="221811"/>
                  <a:pt x="120701" y="221811"/>
                </a:cubicBezTo>
                <a:cubicBezTo>
                  <a:pt x="119728" y="221811"/>
                  <a:pt x="118784" y="221731"/>
                  <a:pt x="117863" y="221563"/>
                </a:cubicBezTo>
                <a:close/>
                <a:moveTo>
                  <a:pt x="136063" y="135434"/>
                </a:moveTo>
                <a:cubicBezTo>
                  <a:pt x="140306" y="131279"/>
                  <a:pt x="142427" y="126158"/>
                  <a:pt x="142427" y="120072"/>
                </a:cubicBezTo>
                <a:cubicBezTo>
                  <a:pt x="142427" y="113985"/>
                  <a:pt x="140291" y="108821"/>
                  <a:pt x="136012" y="104585"/>
                </a:cubicBezTo>
                <a:cubicBezTo>
                  <a:pt x="131739" y="100343"/>
                  <a:pt x="126619" y="98221"/>
                  <a:pt x="120650" y="98221"/>
                </a:cubicBezTo>
                <a:cubicBezTo>
                  <a:pt x="114680" y="98221"/>
                  <a:pt x="109574" y="100343"/>
                  <a:pt x="105339" y="104585"/>
                </a:cubicBezTo>
                <a:cubicBezTo>
                  <a:pt x="101096" y="108821"/>
                  <a:pt x="98975" y="113985"/>
                  <a:pt x="98975" y="120072"/>
                </a:cubicBezTo>
                <a:cubicBezTo>
                  <a:pt x="98975" y="126158"/>
                  <a:pt x="101111" y="131279"/>
                  <a:pt x="105390" y="135434"/>
                </a:cubicBezTo>
                <a:cubicBezTo>
                  <a:pt x="109662" y="139596"/>
                  <a:pt x="114783" y="141673"/>
                  <a:pt x="120752" y="141673"/>
                </a:cubicBezTo>
                <a:cubicBezTo>
                  <a:pt x="126721" y="141673"/>
                  <a:pt x="131827" y="139596"/>
                  <a:pt x="136063" y="135434"/>
                </a:cubicBezTo>
                <a:close/>
                <a:moveTo>
                  <a:pt x="121608" y="1221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6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1250" y="161315"/>
                </a:moveTo>
                <a:lnTo>
                  <a:pt x="74586" y="184650"/>
                </a:lnTo>
                <a:cubicBezTo>
                  <a:pt x="76290" y="186391"/>
                  <a:pt x="77146" y="188403"/>
                  <a:pt x="77146" y="190685"/>
                </a:cubicBezTo>
                <a:cubicBezTo>
                  <a:pt x="77146" y="192960"/>
                  <a:pt x="76290" y="194957"/>
                  <a:pt x="74586" y="196669"/>
                </a:cubicBezTo>
                <a:cubicBezTo>
                  <a:pt x="72903" y="198410"/>
                  <a:pt x="70914" y="199281"/>
                  <a:pt x="68602" y="199281"/>
                </a:cubicBezTo>
                <a:cubicBezTo>
                  <a:pt x="66283" y="199281"/>
                  <a:pt x="64271" y="198425"/>
                  <a:pt x="62567" y="196720"/>
                </a:cubicBezTo>
                <a:lnTo>
                  <a:pt x="24594" y="158747"/>
                </a:lnTo>
                <a:cubicBezTo>
                  <a:pt x="23672" y="157825"/>
                  <a:pt x="22999" y="156874"/>
                  <a:pt x="22582" y="155909"/>
                </a:cubicBezTo>
                <a:cubicBezTo>
                  <a:pt x="22165" y="154936"/>
                  <a:pt x="21953" y="153868"/>
                  <a:pt x="21953" y="152712"/>
                </a:cubicBezTo>
                <a:cubicBezTo>
                  <a:pt x="21953" y="151556"/>
                  <a:pt x="22165" y="150488"/>
                  <a:pt x="22582" y="149515"/>
                </a:cubicBezTo>
                <a:cubicBezTo>
                  <a:pt x="22999" y="148542"/>
                  <a:pt x="23672" y="147599"/>
                  <a:pt x="24594" y="146677"/>
                </a:cubicBezTo>
                <a:lnTo>
                  <a:pt x="62567" y="108704"/>
                </a:lnTo>
                <a:cubicBezTo>
                  <a:pt x="64271" y="107029"/>
                  <a:pt x="66283" y="106180"/>
                  <a:pt x="68602" y="106165"/>
                </a:cubicBezTo>
                <a:cubicBezTo>
                  <a:pt x="70914" y="106151"/>
                  <a:pt x="72903" y="106999"/>
                  <a:pt x="74586" y="108704"/>
                </a:cubicBezTo>
                <a:cubicBezTo>
                  <a:pt x="76290" y="110416"/>
                  <a:pt x="77146" y="112427"/>
                  <a:pt x="77146" y="114739"/>
                </a:cubicBezTo>
                <a:cubicBezTo>
                  <a:pt x="77146" y="117058"/>
                  <a:pt x="76290" y="119048"/>
                  <a:pt x="74586" y="120723"/>
                </a:cubicBezTo>
                <a:lnTo>
                  <a:pt x="51250" y="144139"/>
                </a:lnTo>
                <a:lnTo>
                  <a:pt x="119743" y="144139"/>
                </a:lnTo>
                <a:cubicBezTo>
                  <a:pt x="122208" y="144139"/>
                  <a:pt x="124263" y="144951"/>
                  <a:pt x="125909" y="146575"/>
                </a:cubicBezTo>
                <a:cubicBezTo>
                  <a:pt x="127548" y="148199"/>
                  <a:pt x="128367" y="150254"/>
                  <a:pt x="128367" y="152734"/>
                </a:cubicBezTo>
                <a:cubicBezTo>
                  <a:pt x="128367" y="155221"/>
                  <a:pt x="127548" y="157269"/>
                  <a:pt x="125909" y="158901"/>
                </a:cubicBezTo>
                <a:cubicBezTo>
                  <a:pt x="124263" y="160525"/>
                  <a:pt x="122208" y="161337"/>
                  <a:pt x="119743" y="161337"/>
                </a:cubicBezTo>
                <a:lnTo>
                  <a:pt x="51250" y="161337"/>
                </a:lnTo>
                <a:close/>
                <a:moveTo>
                  <a:pt x="190203" y="97263"/>
                </a:moveTo>
                <a:lnTo>
                  <a:pt x="121659" y="97263"/>
                </a:lnTo>
                <a:cubicBezTo>
                  <a:pt x="119194" y="97263"/>
                  <a:pt x="117146" y="96451"/>
                  <a:pt x="115522" y="94827"/>
                </a:cubicBezTo>
                <a:cubicBezTo>
                  <a:pt x="113898" y="93203"/>
                  <a:pt x="113078" y="91147"/>
                  <a:pt x="113078" y="88668"/>
                </a:cubicBezTo>
                <a:cubicBezTo>
                  <a:pt x="113078" y="86180"/>
                  <a:pt x="113898" y="84132"/>
                  <a:pt x="115522" y="82501"/>
                </a:cubicBezTo>
                <a:cubicBezTo>
                  <a:pt x="117146" y="80877"/>
                  <a:pt x="119194" y="80065"/>
                  <a:pt x="121659" y="80065"/>
                </a:cubicBezTo>
                <a:lnTo>
                  <a:pt x="190203" y="80065"/>
                </a:lnTo>
                <a:lnTo>
                  <a:pt x="166794" y="56656"/>
                </a:lnTo>
                <a:cubicBezTo>
                  <a:pt x="165082" y="54944"/>
                  <a:pt x="164226" y="52947"/>
                  <a:pt x="164226" y="50672"/>
                </a:cubicBezTo>
                <a:cubicBezTo>
                  <a:pt x="164226" y="48390"/>
                  <a:pt x="165082" y="46378"/>
                  <a:pt x="166794" y="44637"/>
                </a:cubicBezTo>
                <a:cubicBezTo>
                  <a:pt x="168469" y="42926"/>
                  <a:pt x="170466" y="42070"/>
                  <a:pt x="172778" y="42070"/>
                </a:cubicBezTo>
                <a:cubicBezTo>
                  <a:pt x="175089" y="42070"/>
                  <a:pt x="177101" y="42926"/>
                  <a:pt x="178813" y="44637"/>
                </a:cubicBezTo>
                <a:lnTo>
                  <a:pt x="216786" y="82603"/>
                </a:lnTo>
                <a:cubicBezTo>
                  <a:pt x="217708" y="83525"/>
                  <a:pt x="218373" y="84476"/>
                  <a:pt x="218798" y="85449"/>
                </a:cubicBezTo>
                <a:cubicBezTo>
                  <a:pt x="219215" y="86422"/>
                  <a:pt x="219427" y="87482"/>
                  <a:pt x="219427" y="88638"/>
                </a:cubicBezTo>
                <a:cubicBezTo>
                  <a:pt x="219427" y="89794"/>
                  <a:pt x="219215" y="90862"/>
                  <a:pt x="218798" y="91835"/>
                </a:cubicBezTo>
                <a:cubicBezTo>
                  <a:pt x="218373" y="92808"/>
                  <a:pt x="217708" y="93752"/>
                  <a:pt x="216786" y="94673"/>
                </a:cubicBezTo>
                <a:lnTo>
                  <a:pt x="178813" y="132595"/>
                </a:lnTo>
                <a:cubicBezTo>
                  <a:pt x="177101" y="134307"/>
                  <a:pt x="175089" y="135170"/>
                  <a:pt x="172778" y="135185"/>
                </a:cubicBezTo>
                <a:cubicBezTo>
                  <a:pt x="170466" y="135200"/>
                  <a:pt x="168469" y="134336"/>
                  <a:pt x="166794" y="132595"/>
                </a:cubicBezTo>
                <a:cubicBezTo>
                  <a:pt x="165082" y="130920"/>
                  <a:pt x="164226" y="128923"/>
                  <a:pt x="164226" y="126611"/>
                </a:cubicBezTo>
                <a:cubicBezTo>
                  <a:pt x="164226" y="124300"/>
                  <a:pt x="165082" y="122288"/>
                  <a:pt x="166794" y="120576"/>
                </a:cubicBezTo>
                <a:lnTo>
                  <a:pt x="190203" y="9724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8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6276" y="121454"/>
                </a:moveTo>
                <a:cubicBezTo>
                  <a:pt x="56276" y="131849"/>
                  <a:pt x="58214" y="140876"/>
                  <a:pt x="62084" y="148535"/>
                </a:cubicBezTo>
                <a:cubicBezTo>
                  <a:pt x="65961" y="156201"/>
                  <a:pt x="71213" y="162836"/>
                  <a:pt x="77856" y="168454"/>
                </a:cubicBezTo>
                <a:lnTo>
                  <a:pt x="85047" y="173385"/>
                </a:lnTo>
                <a:lnTo>
                  <a:pt x="85047" y="151176"/>
                </a:lnTo>
                <a:cubicBezTo>
                  <a:pt x="85047" y="148916"/>
                  <a:pt x="85778" y="147043"/>
                  <a:pt x="87256" y="145572"/>
                </a:cubicBezTo>
                <a:cubicBezTo>
                  <a:pt x="88748" y="144080"/>
                  <a:pt x="90635" y="143334"/>
                  <a:pt x="92918" y="143334"/>
                </a:cubicBezTo>
                <a:cubicBezTo>
                  <a:pt x="95193" y="143334"/>
                  <a:pt x="97080" y="144080"/>
                  <a:pt x="98572" y="145572"/>
                </a:cubicBezTo>
                <a:cubicBezTo>
                  <a:pt x="100065" y="147065"/>
                  <a:pt x="100811" y="148930"/>
                  <a:pt x="100811" y="151176"/>
                </a:cubicBezTo>
                <a:lnTo>
                  <a:pt x="100811" y="193502"/>
                </a:lnTo>
                <a:cubicBezTo>
                  <a:pt x="100811" y="195960"/>
                  <a:pt x="99999" y="198008"/>
                  <a:pt x="98375" y="199632"/>
                </a:cubicBezTo>
                <a:cubicBezTo>
                  <a:pt x="96744" y="201263"/>
                  <a:pt x="94703" y="202075"/>
                  <a:pt x="92237" y="202075"/>
                </a:cubicBezTo>
                <a:lnTo>
                  <a:pt x="49963" y="202075"/>
                </a:lnTo>
                <a:cubicBezTo>
                  <a:pt x="47702" y="202075"/>
                  <a:pt x="45830" y="201322"/>
                  <a:pt x="44359" y="199807"/>
                </a:cubicBezTo>
                <a:cubicBezTo>
                  <a:pt x="42867" y="198300"/>
                  <a:pt x="42121" y="196413"/>
                  <a:pt x="42121" y="194153"/>
                </a:cubicBezTo>
                <a:cubicBezTo>
                  <a:pt x="42121" y="191892"/>
                  <a:pt x="42867" y="190020"/>
                  <a:pt x="44359" y="188542"/>
                </a:cubicBezTo>
                <a:cubicBezTo>
                  <a:pt x="45852" y="187050"/>
                  <a:pt x="47746" y="186304"/>
                  <a:pt x="50043" y="186304"/>
                </a:cubicBezTo>
                <a:lnTo>
                  <a:pt x="73328" y="186304"/>
                </a:lnTo>
                <a:lnTo>
                  <a:pt x="70160" y="183714"/>
                </a:lnTo>
                <a:cubicBezTo>
                  <a:pt x="59392" y="174965"/>
                  <a:pt x="51536" y="165536"/>
                  <a:pt x="46569" y="155426"/>
                </a:cubicBezTo>
                <a:cubicBezTo>
                  <a:pt x="41609" y="145302"/>
                  <a:pt x="39129" y="133978"/>
                  <a:pt x="39129" y="121454"/>
                </a:cubicBezTo>
                <a:cubicBezTo>
                  <a:pt x="39129" y="105375"/>
                  <a:pt x="43401" y="90730"/>
                  <a:pt x="51953" y="77497"/>
                </a:cubicBezTo>
                <a:cubicBezTo>
                  <a:pt x="60519" y="64271"/>
                  <a:pt x="71938" y="54279"/>
                  <a:pt x="86202" y="47527"/>
                </a:cubicBezTo>
                <a:cubicBezTo>
                  <a:pt x="88243" y="46605"/>
                  <a:pt x="90182" y="46664"/>
                  <a:pt x="92011" y="47702"/>
                </a:cubicBezTo>
                <a:cubicBezTo>
                  <a:pt x="93854" y="48741"/>
                  <a:pt x="95127" y="50329"/>
                  <a:pt x="95829" y="52457"/>
                </a:cubicBezTo>
                <a:cubicBezTo>
                  <a:pt x="96670" y="54586"/>
                  <a:pt x="96605" y="56722"/>
                  <a:pt x="95632" y="58865"/>
                </a:cubicBezTo>
                <a:cubicBezTo>
                  <a:pt x="94659" y="61016"/>
                  <a:pt x="93152" y="62647"/>
                  <a:pt x="91104" y="63774"/>
                </a:cubicBezTo>
                <a:cubicBezTo>
                  <a:pt x="80540" y="69385"/>
                  <a:pt x="72099" y="77358"/>
                  <a:pt x="65786" y="87687"/>
                </a:cubicBezTo>
                <a:cubicBezTo>
                  <a:pt x="59443" y="97994"/>
                  <a:pt x="56276" y="109253"/>
                  <a:pt x="56276" y="121454"/>
                </a:cubicBezTo>
                <a:close/>
                <a:moveTo>
                  <a:pt x="185097" y="119947"/>
                </a:moveTo>
                <a:cubicBezTo>
                  <a:pt x="185097" y="112069"/>
                  <a:pt x="183143" y="104044"/>
                  <a:pt x="179244" y="95880"/>
                </a:cubicBezTo>
                <a:cubicBezTo>
                  <a:pt x="175338" y="87717"/>
                  <a:pt x="170283" y="80489"/>
                  <a:pt x="164080" y="74205"/>
                </a:cubicBezTo>
                <a:lnTo>
                  <a:pt x="157138" y="68017"/>
                </a:lnTo>
                <a:lnTo>
                  <a:pt x="157138" y="90226"/>
                </a:lnTo>
                <a:cubicBezTo>
                  <a:pt x="157138" y="92486"/>
                  <a:pt x="156384" y="94359"/>
                  <a:pt x="154877" y="95829"/>
                </a:cubicBezTo>
                <a:cubicBezTo>
                  <a:pt x="153363" y="97321"/>
                  <a:pt x="151483" y="98068"/>
                  <a:pt x="149215" y="98068"/>
                </a:cubicBezTo>
                <a:cubicBezTo>
                  <a:pt x="146955" y="98068"/>
                  <a:pt x="145068" y="97314"/>
                  <a:pt x="143561" y="95807"/>
                </a:cubicBezTo>
                <a:cubicBezTo>
                  <a:pt x="142047" y="94300"/>
                  <a:pt x="141293" y="92420"/>
                  <a:pt x="141293" y="90174"/>
                </a:cubicBezTo>
                <a:lnTo>
                  <a:pt x="141293" y="47900"/>
                </a:lnTo>
                <a:cubicBezTo>
                  <a:pt x="141293" y="45442"/>
                  <a:pt x="142105" y="43394"/>
                  <a:pt x="143736" y="41770"/>
                </a:cubicBezTo>
                <a:cubicBezTo>
                  <a:pt x="145360" y="40139"/>
                  <a:pt x="147423" y="39327"/>
                  <a:pt x="149918" y="39327"/>
                </a:cubicBezTo>
                <a:lnTo>
                  <a:pt x="192119" y="39327"/>
                </a:lnTo>
                <a:cubicBezTo>
                  <a:pt x="194379" y="39327"/>
                  <a:pt x="196260" y="40073"/>
                  <a:pt x="197752" y="41565"/>
                </a:cubicBezTo>
                <a:cubicBezTo>
                  <a:pt x="199259" y="43057"/>
                  <a:pt x="200012" y="44930"/>
                  <a:pt x="200012" y="47176"/>
                </a:cubicBezTo>
                <a:cubicBezTo>
                  <a:pt x="200012" y="49421"/>
                  <a:pt x="199259" y="51309"/>
                  <a:pt x="197752" y="52830"/>
                </a:cubicBezTo>
                <a:cubicBezTo>
                  <a:pt x="196238" y="54337"/>
                  <a:pt x="194365" y="55098"/>
                  <a:pt x="192119" y="55098"/>
                </a:cubicBezTo>
                <a:lnTo>
                  <a:pt x="168601" y="55098"/>
                </a:lnTo>
                <a:lnTo>
                  <a:pt x="171819" y="58185"/>
                </a:lnTo>
                <a:cubicBezTo>
                  <a:pt x="181966" y="67658"/>
                  <a:pt x="189573" y="77819"/>
                  <a:pt x="194657" y="88668"/>
                </a:cubicBezTo>
                <a:cubicBezTo>
                  <a:pt x="199749" y="99509"/>
                  <a:pt x="202302" y="109940"/>
                  <a:pt x="202302" y="119947"/>
                </a:cubicBezTo>
                <a:cubicBezTo>
                  <a:pt x="202302" y="135858"/>
                  <a:pt x="198161" y="150342"/>
                  <a:pt x="189881" y="163400"/>
                </a:cubicBezTo>
                <a:cubicBezTo>
                  <a:pt x="181593" y="176457"/>
                  <a:pt x="170466" y="186530"/>
                  <a:pt x="156487" y="193626"/>
                </a:cubicBezTo>
                <a:cubicBezTo>
                  <a:pt x="154439" y="194716"/>
                  <a:pt x="152376" y="194782"/>
                  <a:pt x="150298" y="193824"/>
                </a:cubicBezTo>
                <a:cubicBezTo>
                  <a:pt x="148199" y="192873"/>
                  <a:pt x="146736" y="191241"/>
                  <a:pt x="145894" y="188944"/>
                </a:cubicBezTo>
                <a:cubicBezTo>
                  <a:pt x="145024" y="186816"/>
                  <a:pt x="145075" y="184680"/>
                  <a:pt x="146048" y="182536"/>
                </a:cubicBezTo>
                <a:cubicBezTo>
                  <a:pt x="147021" y="180386"/>
                  <a:pt x="148557" y="178754"/>
                  <a:pt x="150649" y="177628"/>
                </a:cubicBezTo>
                <a:cubicBezTo>
                  <a:pt x="161315" y="172185"/>
                  <a:pt x="169720" y="164256"/>
                  <a:pt x="175872" y="153846"/>
                </a:cubicBezTo>
                <a:cubicBezTo>
                  <a:pt x="182039" y="143451"/>
                  <a:pt x="185126" y="132149"/>
                  <a:pt x="185126" y="11994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90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6349" y="121081"/>
                </a:moveTo>
                <a:cubicBezTo>
                  <a:pt x="56349" y="124395"/>
                  <a:pt x="56561" y="127599"/>
                  <a:pt x="56978" y="130686"/>
                </a:cubicBezTo>
                <a:cubicBezTo>
                  <a:pt x="57402" y="133766"/>
                  <a:pt x="57988" y="136721"/>
                  <a:pt x="58741" y="139537"/>
                </a:cubicBezTo>
                <a:cubicBezTo>
                  <a:pt x="59326" y="141834"/>
                  <a:pt x="59217" y="144131"/>
                  <a:pt x="58412" y="146428"/>
                </a:cubicBezTo>
                <a:cubicBezTo>
                  <a:pt x="57629" y="148725"/>
                  <a:pt x="56188" y="150393"/>
                  <a:pt x="54089" y="151432"/>
                </a:cubicBezTo>
                <a:cubicBezTo>
                  <a:pt x="52011" y="152471"/>
                  <a:pt x="49868" y="152544"/>
                  <a:pt x="47651" y="151659"/>
                </a:cubicBezTo>
                <a:cubicBezTo>
                  <a:pt x="45442" y="150781"/>
                  <a:pt x="43964" y="149303"/>
                  <a:pt x="43226" y="147204"/>
                </a:cubicBezTo>
                <a:cubicBezTo>
                  <a:pt x="41799" y="142895"/>
                  <a:pt x="40775" y="138601"/>
                  <a:pt x="40160" y="134329"/>
                </a:cubicBezTo>
                <a:cubicBezTo>
                  <a:pt x="39539" y="130072"/>
                  <a:pt x="39231" y="125661"/>
                  <a:pt x="39231" y="121103"/>
                </a:cubicBezTo>
                <a:cubicBezTo>
                  <a:pt x="39231" y="98989"/>
                  <a:pt x="47212" y="79897"/>
                  <a:pt x="63189" y="63818"/>
                </a:cubicBezTo>
                <a:cubicBezTo>
                  <a:pt x="79165" y="47761"/>
                  <a:pt x="98207" y="39729"/>
                  <a:pt x="120298" y="39729"/>
                </a:cubicBezTo>
                <a:lnTo>
                  <a:pt x="131110" y="39729"/>
                </a:lnTo>
                <a:lnTo>
                  <a:pt x="116677" y="25296"/>
                </a:lnTo>
                <a:cubicBezTo>
                  <a:pt x="115251" y="23869"/>
                  <a:pt x="114541" y="22202"/>
                  <a:pt x="114541" y="20292"/>
                </a:cubicBezTo>
                <a:cubicBezTo>
                  <a:pt x="114541" y="18368"/>
                  <a:pt x="115273" y="16686"/>
                  <a:pt x="116729" y="15267"/>
                </a:cubicBezTo>
                <a:cubicBezTo>
                  <a:pt x="118155" y="13840"/>
                  <a:pt x="119874" y="13123"/>
                  <a:pt x="121886" y="13123"/>
                </a:cubicBezTo>
                <a:cubicBezTo>
                  <a:pt x="123898" y="13123"/>
                  <a:pt x="125609" y="13840"/>
                  <a:pt x="127036" y="15267"/>
                </a:cubicBezTo>
                <a:lnTo>
                  <a:pt x="154270" y="42245"/>
                </a:lnTo>
                <a:cubicBezTo>
                  <a:pt x="155982" y="43957"/>
                  <a:pt x="156838" y="45976"/>
                  <a:pt x="156838" y="48302"/>
                </a:cubicBezTo>
                <a:cubicBezTo>
                  <a:pt x="156838" y="50636"/>
                  <a:pt x="155982" y="52655"/>
                  <a:pt x="154270" y="54367"/>
                </a:cubicBezTo>
                <a:lnTo>
                  <a:pt x="127263" y="81323"/>
                </a:lnTo>
                <a:cubicBezTo>
                  <a:pt x="125836" y="82750"/>
                  <a:pt x="124080" y="83459"/>
                  <a:pt x="121981" y="83459"/>
                </a:cubicBezTo>
                <a:cubicBezTo>
                  <a:pt x="119889" y="83459"/>
                  <a:pt x="118126" y="82750"/>
                  <a:pt x="116699" y="81323"/>
                </a:cubicBezTo>
                <a:cubicBezTo>
                  <a:pt x="115244" y="79897"/>
                  <a:pt x="114527" y="78126"/>
                  <a:pt x="114541" y="76020"/>
                </a:cubicBezTo>
                <a:cubicBezTo>
                  <a:pt x="114556" y="73905"/>
                  <a:pt x="115280" y="72135"/>
                  <a:pt x="116699" y="70709"/>
                </a:cubicBezTo>
                <a:lnTo>
                  <a:pt x="130584" y="56832"/>
                </a:lnTo>
                <a:lnTo>
                  <a:pt x="120401" y="56832"/>
                </a:lnTo>
                <a:cubicBezTo>
                  <a:pt x="102866" y="56832"/>
                  <a:pt x="87804" y="63145"/>
                  <a:pt x="75215" y="75764"/>
                </a:cubicBezTo>
                <a:cubicBezTo>
                  <a:pt x="62625" y="88390"/>
                  <a:pt x="56327" y="103495"/>
                  <a:pt x="56327" y="121081"/>
                </a:cubicBezTo>
                <a:close/>
                <a:moveTo>
                  <a:pt x="185075" y="121001"/>
                </a:moveTo>
                <a:cubicBezTo>
                  <a:pt x="185075" y="117731"/>
                  <a:pt x="184877" y="114549"/>
                  <a:pt x="184475" y="111447"/>
                </a:cubicBezTo>
                <a:cubicBezTo>
                  <a:pt x="184072" y="108345"/>
                  <a:pt x="183473" y="105332"/>
                  <a:pt x="182682" y="102398"/>
                </a:cubicBezTo>
                <a:cubicBezTo>
                  <a:pt x="181980" y="100101"/>
                  <a:pt x="182017" y="97804"/>
                  <a:pt x="182785" y="95507"/>
                </a:cubicBezTo>
                <a:cubicBezTo>
                  <a:pt x="183560" y="93210"/>
                  <a:pt x="184994" y="91542"/>
                  <a:pt x="187086" y="90504"/>
                </a:cubicBezTo>
                <a:cubicBezTo>
                  <a:pt x="189134" y="89458"/>
                  <a:pt x="191219" y="89370"/>
                  <a:pt x="193348" y="90226"/>
                </a:cubicBezTo>
                <a:cubicBezTo>
                  <a:pt x="195477" y="91082"/>
                  <a:pt x="196932" y="92530"/>
                  <a:pt x="197723" y="94571"/>
                </a:cubicBezTo>
                <a:cubicBezTo>
                  <a:pt x="199317" y="98931"/>
                  <a:pt x="200466" y="103291"/>
                  <a:pt x="201168" y="107650"/>
                </a:cubicBezTo>
                <a:cubicBezTo>
                  <a:pt x="201870" y="112025"/>
                  <a:pt x="202221" y="116465"/>
                  <a:pt x="202221" y="120979"/>
                </a:cubicBezTo>
                <a:cubicBezTo>
                  <a:pt x="202221" y="143137"/>
                  <a:pt x="194233" y="162258"/>
                  <a:pt x="178257" y="178337"/>
                </a:cubicBezTo>
                <a:cubicBezTo>
                  <a:pt x="162280" y="194409"/>
                  <a:pt x="143276" y="202448"/>
                  <a:pt x="121227" y="202448"/>
                </a:cubicBezTo>
                <a:lnTo>
                  <a:pt x="109860" y="202448"/>
                </a:lnTo>
                <a:lnTo>
                  <a:pt x="124249" y="216837"/>
                </a:lnTo>
                <a:cubicBezTo>
                  <a:pt x="125704" y="218256"/>
                  <a:pt x="126429" y="219924"/>
                  <a:pt x="126407" y="221841"/>
                </a:cubicBezTo>
                <a:cubicBezTo>
                  <a:pt x="126392" y="223765"/>
                  <a:pt x="125668" y="225440"/>
                  <a:pt x="124249" y="226866"/>
                </a:cubicBezTo>
                <a:cubicBezTo>
                  <a:pt x="122786" y="228293"/>
                  <a:pt x="121059" y="229002"/>
                  <a:pt x="119070" y="229002"/>
                </a:cubicBezTo>
                <a:cubicBezTo>
                  <a:pt x="117072" y="229002"/>
                  <a:pt x="115368" y="228293"/>
                  <a:pt x="113964" y="226866"/>
                </a:cubicBezTo>
                <a:lnTo>
                  <a:pt x="86656" y="199939"/>
                </a:lnTo>
                <a:cubicBezTo>
                  <a:pt x="84944" y="198227"/>
                  <a:pt x="84088" y="196216"/>
                  <a:pt x="84088" y="193904"/>
                </a:cubicBezTo>
                <a:cubicBezTo>
                  <a:pt x="84088" y="191585"/>
                  <a:pt x="84944" y="189573"/>
                  <a:pt x="86656" y="187869"/>
                </a:cubicBezTo>
                <a:lnTo>
                  <a:pt x="113934" y="160634"/>
                </a:lnTo>
                <a:cubicBezTo>
                  <a:pt x="115309" y="159208"/>
                  <a:pt x="117007" y="158484"/>
                  <a:pt x="119018" y="158469"/>
                </a:cubicBezTo>
                <a:cubicBezTo>
                  <a:pt x="121030" y="158455"/>
                  <a:pt x="122756" y="159164"/>
                  <a:pt x="124197" y="160605"/>
                </a:cubicBezTo>
                <a:cubicBezTo>
                  <a:pt x="125639" y="162046"/>
                  <a:pt x="126355" y="163758"/>
                  <a:pt x="126355" y="165740"/>
                </a:cubicBezTo>
                <a:cubicBezTo>
                  <a:pt x="126355" y="167730"/>
                  <a:pt x="125646" y="169435"/>
                  <a:pt x="124219" y="170839"/>
                </a:cubicBezTo>
                <a:lnTo>
                  <a:pt x="109787" y="185272"/>
                </a:lnTo>
                <a:lnTo>
                  <a:pt x="120979" y="185272"/>
                </a:lnTo>
                <a:cubicBezTo>
                  <a:pt x="138513" y="185272"/>
                  <a:pt x="153575" y="178966"/>
                  <a:pt x="166165" y="166340"/>
                </a:cubicBezTo>
                <a:cubicBezTo>
                  <a:pt x="178754" y="153714"/>
                  <a:pt x="185053" y="138594"/>
                  <a:pt x="185053" y="12097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2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9670" y="200341"/>
                </a:moveTo>
                <a:cubicBezTo>
                  <a:pt x="51806" y="192412"/>
                  <a:pt x="47878" y="182821"/>
                  <a:pt x="47878" y="171571"/>
                </a:cubicBezTo>
                <a:lnTo>
                  <a:pt x="47878" y="85142"/>
                </a:lnTo>
                <a:cubicBezTo>
                  <a:pt x="41975" y="82830"/>
                  <a:pt x="37147" y="79260"/>
                  <a:pt x="33394" y="74432"/>
                </a:cubicBezTo>
                <a:cubicBezTo>
                  <a:pt x="29641" y="69604"/>
                  <a:pt x="27761" y="64096"/>
                  <a:pt x="27761" y="57914"/>
                </a:cubicBezTo>
                <a:cubicBezTo>
                  <a:pt x="27761" y="49868"/>
                  <a:pt x="30585" y="43057"/>
                  <a:pt x="36232" y="37490"/>
                </a:cubicBezTo>
                <a:cubicBezTo>
                  <a:pt x="41887" y="31924"/>
                  <a:pt x="48668" y="29144"/>
                  <a:pt x="56576" y="29144"/>
                </a:cubicBezTo>
                <a:cubicBezTo>
                  <a:pt x="64491" y="29144"/>
                  <a:pt x="71228" y="31938"/>
                  <a:pt x="76795" y="37520"/>
                </a:cubicBezTo>
                <a:cubicBezTo>
                  <a:pt x="82362" y="43101"/>
                  <a:pt x="85142" y="49882"/>
                  <a:pt x="85142" y="57863"/>
                </a:cubicBezTo>
                <a:cubicBezTo>
                  <a:pt x="85142" y="63993"/>
                  <a:pt x="83269" y="69494"/>
                  <a:pt x="79509" y="74359"/>
                </a:cubicBezTo>
                <a:cubicBezTo>
                  <a:pt x="75756" y="79238"/>
                  <a:pt x="70928" y="82823"/>
                  <a:pt x="65025" y="85120"/>
                </a:cubicBezTo>
                <a:lnTo>
                  <a:pt x="65025" y="171571"/>
                </a:lnTo>
                <a:cubicBezTo>
                  <a:pt x="65025" y="178059"/>
                  <a:pt x="67293" y="183597"/>
                  <a:pt x="71821" y="188191"/>
                </a:cubicBezTo>
                <a:cubicBezTo>
                  <a:pt x="76341" y="192785"/>
                  <a:pt x="81981" y="195082"/>
                  <a:pt x="88741" y="195082"/>
                </a:cubicBezTo>
                <a:cubicBezTo>
                  <a:pt x="95449" y="195082"/>
                  <a:pt x="101023" y="192777"/>
                  <a:pt x="105463" y="188169"/>
                </a:cubicBezTo>
                <a:cubicBezTo>
                  <a:pt x="109904" y="183560"/>
                  <a:pt x="112127" y="178023"/>
                  <a:pt x="112127" y="171571"/>
                </a:cubicBezTo>
                <a:lnTo>
                  <a:pt x="112127" y="69780"/>
                </a:lnTo>
                <a:cubicBezTo>
                  <a:pt x="112127" y="58361"/>
                  <a:pt x="116048" y="48734"/>
                  <a:pt x="123898" y="40885"/>
                </a:cubicBezTo>
                <a:cubicBezTo>
                  <a:pt x="131739" y="33043"/>
                  <a:pt x="141381" y="29122"/>
                  <a:pt x="152815" y="29122"/>
                </a:cubicBezTo>
                <a:cubicBezTo>
                  <a:pt x="164248" y="29122"/>
                  <a:pt x="173890" y="33043"/>
                  <a:pt x="181753" y="40885"/>
                </a:cubicBezTo>
                <a:cubicBezTo>
                  <a:pt x="189617" y="48734"/>
                  <a:pt x="193546" y="58361"/>
                  <a:pt x="193546" y="69780"/>
                </a:cubicBezTo>
                <a:lnTo>
                  <a:pt x="193546" y="156209"/>
                </a:lnTo>
                <a:cubicBezTo>
                  <a:pt x="199420" y="158506"/>
                  <a:pt x="204233" y="162076"/>
                  <a:pt x="208008" y="166918"/>
                </a:cubicBezTo>
                <a:cubicBezTo>
                  <a:pt x="211782" y="171761"/>
                  <a:pt x="213662" y="177291"/>
                  <a:pt x="213662" y="183487"/>
                </a:cubicBezTo>
                <a:cubicBezTo>
                  <a:pt x="213662" y="191336"/>
                  <a:pt x="210875" y="198081"/>
                  <a:pt x="205294" y="203736"/>
                </a:cubicBezTo>
                <a:cubicBezTo>
                  <a:pt x="199712" y="209383"/>
                  <a:pt x="192931" y="212207"/>
                  <a:pt x="184950" y="212207"/>
                </a:cubicBezTo>
                <a:cubicBezTo>
                  <a:pt x="177101" y="212207"/>
                  <a:pt x="170356" y="209376"/>
                  <a:pt x="164709" y="203706"/>
                </a:cubicBezTo>
                <a:cubicBezTo>
                  <a:pt x="159054" y="198044"/>
                  <a:pt x="156238" y="191329"/>
                  <a:pt x="156260" y="183568"/>
                </a:cubicBezTo>
                <a:cubicBezTo>
                  <a:pt x="156260" y="177379"/>
                  <a:pt x="158133" y="171819"/>
                  <a:pt x="161893" y="166896"/>
                </a:cubicBezTo>
                <a:cubicBezTo>
                  <a:pt x="165645" y="161966"/>
                  <a:pt x="170473" y="158418"/>
                  <a:pt x="176377" y="156260"/>
                </a:cubicBezTo>
                <a:lnTo>
                  <a:pt x="176377" y="69831"/>
                </a:lnTo>
                <a:cubicBezTo>
                  <a:pt x="176377" y="63211"/>
                  <a:pt x="174109" y="57636"/>
                  <a:pt x="169581" y="53108"/>
                </a:cubicBezTo>
                <a:cubicBezTo>
                  <a:pt x="165060" y="48580"/>
                  <a:pt x="159464" y="46320"/>
                  <a:pt x="152815" y="46320"/>
                </a:cubicBezTo>
                <a:cubicBezTo>
                  <a:pt x="146158" y="46320"/>
                  <a:pt x="140569" y="48580"/>
                  <a:pt x="136041" y="53108"/>
                </a:cubicBezTo>
                <a:cubicBezTo>
                  <a:pt x="131513" y="57636"/>
                  <a:pt x="129252" y="63203"/>
                  <a:pt x="129252" y="69809"/>
                </a:cubicBezTo>
                <a:lnTo>
                  <a:pt x="129252" y="171600"/>
                </a:lnTo>
                <a:cubicBezTo>
                  <a:pt x="129252" y="182829"/>
                  <a:pt x="125324" y="192419"/>
                  <a:pt x="117482" y="200363"/>
                </a:cubicBezTo>
                <a:cubicBezTo>
                  <a:pt x="109633" y="208293"/>
                  <a:pt x="100006" y="212258"/>
                  <a:pt x="88587" y="212258"/>
                </a:cubicBezTo>
                <a:cubicBezTo>
                  <a:pt x="77175" y="212258"/>
                  <a:pt x="67534" y="208293"/>
                  <a:pt x="59670" y="200363"/>
                </a:cubicBezTo>
                <a:close/>
                <a:moveTo>
                  <a:pt x="56554" y="70028"/>
                </a:moveTo>
                <a:cubicBezTo>
                  <a:pt x="59926" y="70028"/>
                  <a:pt x="62786" y="68814"/>
                  <a:pt x="65156" y="66385"/>
                </a:cubicBezTo>
                <a:cubicBezTo>
                  <a:pt x="67519" y="63957"/>
                  <a:pt x="68697" y="61060"/>
                  <a:pt x="68697" y="57710"/>
                </a:cubicBezTo>
                <a:cubicBezTo>
                  <a:pt x="68697" y="54337"/>
                  <a:pt x="67527" y="51484"/>
                  <a:pt x="65178" y="49136"/>
                </a:cubicBezTo>
                <a:cubicBezTo>
                  <a:pt x="62830" y="46788"/>
                  <a:pt x="59926" y="45618"/>
                  <a:pt x="56451" y="45618"/>
                </a:cubicBezTo>
                <a:cubicBezTo>
                  <a:pt x="53152" y="45618"/>
                  <a:pt x="50285" y="46781"/>
                  <a:pt x="47856" y="49107"/>
                </a:cubicBezTo>
                <a:cubicBezTo>
                  <a:pt x="45420" y="51440"/>
                  <a:pt x="44206" y="54330"/>
                  <a:pt x="44206" y="57783"/>
                </a:cubicBezTo>
                <a:cubicBezTo>
                  <a:pt x="44206" y="61075"/>
                  <a:pt x="45420" y="63928"/>
                  <a:pt x="47856" y="66363"/>
                </a:cubicBezTo>
                <a:cubicBezTo>
                  <a:pt x="50285" y="68792"/>
                  <a:pt x="53174" y="70006"/>
                  <a:pt x="56532" y="70006"/>
                </a:cubicBezTo>
                <a:close/>
                <a:moveTo>
                  <a:pt x="185075" y="195762"/>
                </a:moveTo>
                <a:cubicBezTo>
                  <a:pt x="188410" y="195762"/>
                  <a:pt x="191249" y="194548"/>
                  <a:pt x="193597" y="192119"/>
                </a:cubicBezTo>
                <a:cubicBezTo>
                  <a:pt x="195945" y="189683"/>
                  <a:pt x="197130" y="186794"/>
                  <a:pt x="197145" y="183443"/>
                </a:cubicBezTo>
                <a:cubicBezTo>
                  <a:pt x="197145" y="180071"/>
                  <a:pt x="195982" y="177211"/>
                  <a:pt x="193648" y="174863"/>
                </a:cubicBezTo>
                <a:cubicBezTo>
                  <a:pt x="191322" y="172522"/>
                  <a:pt x="188425" y="171344"/>
                  <a:pt x="184972" y="171344"/>
                </a:cubicBezTo>
                <a:cubicBezTo>
                  <a:pt x="181724" y="171344"/>
                  <a:pt x="178871" y="172507"/>
                  <a:pt x="176428" y="174841"/>
                </a:cubicBezTo>
                <a:cubicBezTo>
                  <a:pt x="173963" y="177167"/>
                  <a:pt x="172727" y="180064"/>
                  <a:pt x="172727" y="183516"/>
                </a:cubicBezTo>
                <a:cubicBezTo>
                  <a:pt x="172727" y="186801"/>
                  <a:pt x="173963" y="189661"/>
                  <a:pt x="176428" y="192090"/>
                </a:cubicBezTo>
                <a:cubicBezTo>
                  <a:pt x="178871" y="194518"/>
                  <a:pt x="181761" y="195740"/>
                  <a:pt x="185097" y="195740"/>
                </a:cubicBezTo>
                <a:close/>
                <a:moveTo>
                  <a:pt x="56503" y="57834"/>
                </a:moveTo>
                <a:close/>
                <a:moveTo>
                  <a:pt x="184950" y="18356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4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27" y="214218"/>
                </a:moveTo>
                <a:lnTo>
                  <a:pt x="112127" y="173934"/>
                </a:lnTo>
                <a:cubicBezTo>
                  <a:pt x="112127" y="166092"/>
                  <a:pt x="110869" y="159501"/>
                  <a:pt x="108353" y="154168"/>
                </a:cubicBezTo>
                <a:cubicBezTo>
                  <a:pt x="105836" y="148842"/>
                  <a:pt x="101732" y="143341"/>
                  <a:pt x="96034" y="137672"/>
                </a:cubicBezTo>
                <a:lnTo>
                  <a:pt x="108280" y="125426"/>
                </a:lnTo>
                <a:cubicBezTo>
                  <a:pt x="110291" y="127189"/>
                  <a:pt x="112479" y="129603"/>
                  <a:pt x="114841" y="132668"/>
                </a:cubicBezTo>
                <a:cubicBezTo>
                  <a:pt x="117190" y="135741"/>
                  <a:pt x="119143" y="138513"/>
                  <a:pt x="120701" y="140993"/>
                </a:cubicBezTo>
                <a:cubicBezTo>
                  <a:pt x="123466" y="136838"/>
                  <a:pt x="126195" y="133181"/>
                  <a:pt x="128872" y="130028"/>
                </a:cubicBezTo>
                <a:cubicBezTo>
                  <a:pt x="131557" y="126875"/>
                  <a:pt x="134197" y="124212"/>
                  <a:pt x="136794" y="122032"/>
                </a:cubicBezTo>
                <a:cubicBezTo>
                  <a:pt x="147006" y="114073"/>
                  <a:pt x="154219" y="104476"/>
                  <a:pt x="158447" y="93240"/>
                </a:cubicBezTo>
                <a:cubicBezTo>
                  <a:pt x="162683" y="82011"/>
                  <a:pt x="164277" y="67987"/>
                  <a:pt x="163224" y="51170"/>
                </a:cubicBezTo>
                <a:lnTo>
                  <a:pt x="146604" y="67797"/>
                </a:lnTo>
                <a:cubicBezTo>
                  <a:pt x="144892" y="69502"/>
                  <a:pt x="142888" y="70358"/>
                  <a:pt x="140591" y="70358"/>
                </a:cubicBezTo>
                <a:cubicBezTo>
                  <a:pt x="138294" y="70358"/>
                  <a:pt x="136289" y="69502"/>
                  <a:pt x="134585" y="67797"/>
                </a:cubicBezTo>
                <a:cubicBezTo>
                  <a:pt x="132873" y="66086"/>
                  <a:pt x="132017" y="64088"/>
                  <a:pt x="132017" y="61806"/>
                </a:cubicBezTo>
                <a:cubicBezTo>
                  <a:pt x="132017" y="59531"/>
                  <a:pt x="132873" y="57519"/>
                  <a:pt x="134585" y="55771"/>
                </a:cubicBezTo>
                <a:lnTo>
                  <a:pt x="165836" y="24521"/>
                </a:lnTo>
                <a:cubicBezTo>
                  <a:pt x="166706" y="23643"/>
                  <a:pt x="167650" y="22999"/>
                  <a:pt x="168652" y="22582"/>
                </a:cubicBezTo>
                <a:cubicBezTo>
                  <a:pt x="169661" y="22165"/>
                  <a:pt x="170729" y="21953"/>
                  <a:pt x="171871" y="21953"/>
                </a:cubicBezTo>
                <a:cubicBezTo>
                  <a:pt x="173012" y="21953"/>
                  <a:pt x="174072" y="22165"/>
                  <a:pt x="175038" y="22582"/>
                </a:cubicBezTo>
                <a:cubicBezTo>
                  <a:pt x="175996" y="22999"/>
                  <a:pt x="176933" y="23643"/>
                  <a:pt x="177854" y="24521"/>
                </a:cubicBezTo>
                <a:lnTo>
                  <a:pt x="209112" y="55771"/>
                </a:lnTo>
                <a:cubicBezTo>
                  <a:pt x="210824" y="57483"/>
                  <a:pt x="211680" y="59487"/>
                  <a:pt x="211680" y="61784"/>
                </a:cubicBezTo>
                <a:cubicBezTo>
                  <a:pt x="211680" y="64081"/>
                  <a:pt x="210824" y="66086"/>
                  <a:pt x="209112" y="67797"/>
                </a:cubicBezTo>
                <a:cubicBezTo>
                  <a:pt x="207371" y="69502"/>
                  <a:pt x="205360" y="70365"/>
                  <a:pt x="203077" y="70387"/>
                </a:cubicBezTo>
                <a:cubicBezTo>
                  <a:pt x="200802" y="70401"/>
                  <a:pt x="198805" y="69538"/>
                  <a:pt x="197093" y="67797"/>
                </a:cubicBezTo>
                <a:lnTo>
                  <a:pt x="180473" y="51170"/>
                </a:lnTo>
                <a:cubicBezTo>
                  <a:pt x="181190" y="71543"/>
                  <a:pt x="179135" y="87834"/>
                  <a:pt x="174285" y="100057"/>
                </a:cubicBezTo>
                <a:cubicBezTo>
                  <a:pt x="169442" y="112296"/>
                  <a:pt x="160737" y="124015"/>
                  <a:pt x="148162" y="135207"/>
                </a:cubicBezTo>
                <a:cubicBezTo>
                  <a:pt x="140466" y="142120"/>
                  <a:pt x="135390" y="148389"/>
                  <a:pt x="132924" y="154022"/>
                </a:cubicBezTo>
                <a:cubicBezTo>
                  <a:pt x="130459" y="159654"/>
                  <a:pt x="129223" y="166282"/>
                  <a:pt x="129223" y="173912"/>
                </a:cubicBezTo>
                <a:lnTo>
                  <a:pt x="129223" y="214196"/>
                </a:lnTo>
                <a:cubicBezTo>
                  <a:pt x="129223" y="216662"/>
                  <a:pt x="128411" y="218703"/>
                  <a:pt x="126787" y="220327"/>
                </a:cubicBezTo>
                <a:cubicBezTo>
                  <a:pt x="125163" y="221958"/>
                  <a:pt x="123115" y="222770"/>
                  <a:pt x="120650" y="222770"/>
                </a:cubicBezTo>
                <a:cubicBezTo>
                  <a:pt x="118184" y="222770"/>
                  <a:pt x="116143" y="221958"/>
                  <a:pt x="114512" y="220327"/>
                </a:cubicBezTo>
                <a:cubicBezTo>
                  <a:pt x="112888" y="218703"/>
                  <a:pt x="112076" y="216662"/>
                  <a:pt x="112076" y="214196"/>
                </a:cubicBezTo>
                <a:close/>
                <a:moveTo>
                  <a:pt x="62538" y="83510"/>
                </a:moveTo>
                <a:cubicBezTo>
                  <a:pt x="61865" y="80577"/>
                  <a:pt x="61309" y="76210"/>
                  <a:pt x="60855" y="70409"/>
                </a:cubicBezTo>
                <a:cubicBezTo>
                  <a:pt x="60402" y="64608"/>
                  <a:pt x="60343" y="58288"/>
                  <a:pt x="60680" y="51448"/>
                </a:cubicBezTo>
                <a:lnTo>
                  <a:pt x="44359" y="67768"/>
                </a:lnTo>
                <a:cubicBezTo>
                  <a:pt x="42611" y="69480"/>
                  <a:pt x="40592" y="70336"/>
                  <a:pt x="38295" y="70336"/>
                </a:cubicBezTo>
                <a:cubicBezTo>
                  <a:pt x="35998" y="70336"/>
                  <a:pt x="34023" y="69502"/>
                  <a:pt x="32362" y="67841"/>
                </a:cubicBezTo>
                <a:cubicBezTo>
                  <a:pt x="30621" y="66137"/>
                  <a:pt x="29751" y="64132"/>
                  <a:pt x="29751" y="61835"/>
                </a:cubicBezTo>
                <a:cubicBezTo>
                  <a:pt x="29751" y="59538"/>
                  <a:pt x="30621" y="57534"/>
                  <a:pt x="32362" y="55822"/>
                </a:cubicBezTo>
                <a:lnTo>
                  <a:pt x="63496" y="24564"/>
                </a:lnTo>
                <a:cubicBezTo>
                  <a:pt x="64418" y="23694"/>
                  <a:pt x="65361" y="23050"/>
                  <a:pt x="66334" y="22633"/>
                </a:cubicBezTo>
                <a:cubicBezTo>
                  <a:pt x="67307" y="22209"/>
                  <a:pt x="68375" y="22004"/>
                  <a:pt x="69531" y="22004"/>
                </a:cubicBezTo>
                <a:cubicBezTo>
                  <a:pt x="70687" y="22004"/>
                  <a:pt x="71747" y="22209"/>
                  <a:pt x="72720" y="22633"/>
                </a:cubicBezTo>
                <a:cubicBezTo>
                  <a:pt x="73693" y="23050"/>
                  <a:pt x="74644" y="23694"/>
                  <a:pt x="75566" y="24564"/>
                </a:cubicBezTo>
                <a:lnTo>
                  <a:pt x="106773" y="55822"/>
                </a:lnTo>
                <a:cubicBezTo>
                  <a:pt x="108477" y="57483"/>
                  <a:pt x="109333" y="59480"/>
                  <a:pt x="109333" y="61806"/>
                </a:cubicBezTo>
                <a:cubicBezTo>
                  <a:pt x="109333" y="64125"/>
                  <a:pt x="108477" y="66137"/>
                  <a:pt x="106773" y="67841"/>
                </a:cubicBezTo>
                <a:cubicBezTo>
                  <a:pt x="105061" y="69553"/>
                  <a:pt x="103057" y="70409"/>
                  <a:pt x="100760" y="70409"/>
                </a:cubicBezTo>
                <a:cubicBezTo>
                  <a:pt x="98463" y="70409"/>
                  <a:pt x="96458" y="69553"/>
                  <a:pt x="94754" y="67841"/>
                </a:cubicBezTo>
                <a:lnTo>
                  <a:pt x="78178" y="51221"/>
                </a:lnTo>
                <a:cubicBezTo>
                  <a:pt x="77812" y="57358"/>
                  <a:pt x="77709" y="62750"/>
                  <a:pt x="77878" y="67395"/>
                </a:cubicBezTo>
                <a:cubicBezTo>
                  <a:pt x="78046" y="72055"/>
                  <a:pt x="78477" y="76085"/>
                  <a:pt x="79187" y="79487"/>
                </a:cubicBezTo>
                <a:lnTo>
                  <a:pt x="62567" y="83532"/>
                </a:lnTo>
                <a:close/>
                <a:moveTo>
                  <a:pt x="84615" y="126758"/>
                </a:moveTo>
                <a:cubicBezTo>
                  <a:pt x="81601" y="123656"/>
                  <a:pt x="78338" y="119647"/>
                  <a:pt x="74834" y="114717"/>
                </a:cubicBezTo>
                <a:cubicBezTo>
                  <a:pt x="71316" y="109787"/>
                  <a:pt x="68617" y="104549"/>
                  <a:pt x="66737" y="98997"/>
                </a:cubicBezTo>
                <a:lnTo>
                  <a:pt x="83861" y="94622"/>
                </a:lnTo>
                <a:cubicBezTo>
                  <a:pt x="85288" y="98463"/>
                  <a:pt x="87234" y="102201"/>
                  <a:pt x="89699" y="105836"/>
                </a:cubicBezTo>
                <a:cubicBezTo>
                  <a:pt x="92142" y="109494"/>
                  <a:pt x="94439" y="112457"/>
                  <a:pt x="96583" y="114717"/>
                </a:cubicBezTo>
                <a:lnTo>
                  <a:pt x="84644" y="12671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6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73" y="67870"/>
                </a:moveTo>
                <a:lnTo>
                  <a:pt x="55873" y="88792"/>
                </a:lnTo>
                <a:cubicBezTo>
                  <a:pt x="55873" y="91206"/>
                  <a:pt x="55047" y="93232"/>
                  <a:pt x="53386" y="94878"/>
                </a:cubicBezTo>
                <a:cubicBezTo>
                  <a:pt x="51726" y="96517"/>
                  <a:pt x="49678" y="97343"/>
                  <a:pt x="47249" y="97343"/>
                </a:cubicBezTo>
                <a:cubicBezTo>
                  <a:pt x="44820" y="97343"/>
                  <a:pt x="42787" y="96517"/>
                  <a:pt x="41163" y="94878"/>
                </a:cubicBezTo>
                <a:cubicBezTo>
                  <a:pt x="39539" y="93232"/>
                  <a:pt x="38727" y="91206"/>
                  <a:pt x="38727" y="88792"/>
                </a:cubicBezTo>
                <a:lnTo>
                  <a:pt x="38727" y="47300"/>
                </a:lnTo>
                <a:cubicBezTo>
                  <a:pt x="38727" y="44886"/>
                  <a:pt x="39546" y="42838"/>
                  <a:pt x="41192" y="41163"/>
                </a:cubicBezTo>
                <a:cubicBezTo>
                  <a:pt x="42830" y="39502"/>
                  <a:pt x="44871" y="38675"/>
                  <a:pt x="47300" y="38675"/>
                </a:cubicBezTo>
                <a:lnTo>
                  <a:pt x="88792" y="38675"/>
                </a:lnTo>
                <a:cubicBezTo>
                  <a:pt x="91206" y="38675"/>
                  <a:pt x="93232" y="39509"/>
                  <a:pt x="94878" y="41192"/>
                </a:cubicBezTo>
                <a:cubicBezTo>
                  <a:pt x="96517" y="42867"/>
                  <a:pt x="97343" y="44923"/>
                  <a:pt x="97343" y="47351"/>
                </a:cubicBezTo>
                <a:cubicBezTo>
                  <a:pt x="97343" y="49780"/>
                  <a:pt x="96517" y="51806"/>
                  <a:pt x="94878" y="53438"/>
                </a:cubicBezTo>
                <a:cubicBezTo>
                  <a:pt x="93232" y="55062"/>
                  <a:pt x="91206" y="55873"/>
                  <a:pt x="88792" y="55873"/>
                </a:cubicBezTo>
                <a:lnTo>
                  <a:pt x="68119" y="55873"/>
                </a:lnTo>
                <a:lnTo>
                  <a:pt x="124651" y="112405"/>
                </a:lnTo>
                <a:cubicBezTo>
                  <a:pt x="126195" y="113942"/>
                  <a:pt x="127431" y="115792"/>
                  <a:pt x="128367" y="117936"/>
                </a:cubicBezTo>
                <a:cubicBezTo>
                  <a:pt x="129311" y="120079"/>
                  <a:pt x="129779" y="122317"/>
                  <a:pt x="129779" y="124651"/>
                </a:cubicBezTo>
                <a:lnTo>
                  <a:pt x="129779" y="194050"/>
                </a:lnTo>
                <a:cubicBezTo>
                  <a:pt x="129779" y="196516"/>
                  <a:pt x="128952" y="198571"/>
                  <a:pt x="127292" y="200210"/>
                </a:cubicBezTo>
                <a:cubicBezTo>
                  <a:pt x="125631" y="201856"/>
                  <a:pt x="123583" y="202675"/>
                  <a:pt x="121154" y="202675"/>
                </a:cubicBezTo>
                <a:cubicBezTo>
                  <a:pt x="118726" y="202675"/>
                  <a:pt x="116692" y="201856"/>
                  <a:pt x="115068" y="200210"/>
                </a:cubicBezTo>
                <a:cubicBezTo>
                  <a:pt x="113444" y="198571"/>
                  <a:pt x="112632" y="196516"/>
                  <a:pt x="112632" y="194050"/>
                </a:cubicBezTo>
                <a:lnTo>
                  <a:pt x="112632" y="124651"/>
                </a:lnTo>
                <a:lnTo>
                  <a:pt x="55873" y="67870"/>
                </a:lnTo>
                <a:close/>
                <a:moveTo>
                  <a:pt x="185550" y="67922"/>
                </a:moveTo>
                <a:lnTo>
                  <a:pt x="149596" y="103678"/>
                </a:lnTo>
                <a:cubicBezTo>
                  <a:pt x="147921" y="105390"/>
                  <a:pt x="145916" y="106239"/>
                  <a:pt x="143583" y="106239"/>
                </a:cubicBezTo>
                <a:cubicBezTo>
                  <a:pt x="141257" y="106239"/>
                  <a:pt x="139230" y="105390"/>
                  <a:pt x="137526" y="103678"/>
                </a:cubicBezTo>
                <a:cubicBezTo>
                  <a:pt x="135814" y="101967"/>
                  <a:pt x="134951" y="99948"/>
                  <a:pt x="134936" y="97614"/>
                </a:cubicBezTo>
                <a:cubicBezTo>
                  <a:pt x="134914" y="95288"/>
                  <a:pt x="135763" y="93298"/>
                  <a:pt x="137475" y="91659"/>
                </a:cubicBezTo>
                <a:lnTo>
                  <a:pt x="173231" y="55822"/>
                </a:lnTo>
                <a:lnTo>
                  <a:pt x="152610" y="55822"/>
                </a:lnTo>
                <a:cubicBezTo>
                  <a:pt x="150196" y="55822"/>
                  <a:pt x="148169" y="54996"/>
                  <a:pt x="146523" y="53335"/>
                </a:cubicBezTo>
                <a:cubicBezTo>
                  <a:pt x="144885" y="51675"/>
                  <a:pt x="144058" y="49626"/>
                  <a:pt x="144058" y="47198"/>
                </a:cubicBezTo>
                <a:cubicBezTo>
                  <a:pt x="144058" y="44769"/>
                  <a:pt x="144885" y="42728"/>
                  <a:pt x="146523" y="41089"/>
                </a:cubicBezTo>
                <a:cubicBezTo>
                  <a:pt x="148169" y="39444"/>
                  <a:pt x="150196" y="38624"/>
                  <a:pt x="152610" y="38624"/>
                </a:cubicBezTo>
                <a:lnTo>
                  <a:pt x="194102" y="38624"/>
                </a:lnTo>
                <a:cubicBezTo>
                  <a:pt x="196516" y="38624"/>
                  <a:pt x="198564" y="39451"/>
                  <a:pt x="200239" y="41111"/>
                </a:cubicBezTo>
                <a:cubicBezTo>
                  <a:pt x="201900" y="42772"/>
                  <a:pt x="202726" y="44820"/>
                  <a:pt x="202726" y="47249"/>
                </a:cubicBezTo>
                <a:lnTo>
                  <a:pt x="202726" y="88741"/>
                </a:lnTo>
                <a:cubicBezTo>
                  <a:pt x="202726" y="91155"/>
                  <a:pt x="201892" y="93181"/>
                  <a:pt x="200210" y="94827"/>
                </a:cubicBezTo>
                <a:cubicBezTo>
                  <a:pt x="198535" y="96466"/>
                  <a:pt x="196479" y="97292"/>
                  <a:pt x="194050" y="97292"/>
                </a:cubicBezTo>
                <a:cubicBezTo>
                  <a:pt x="191622" y="97292"/>
                  <a:pt x="189595" y="96466"/>
                  <a:pt x="187964" y="94827"/>
                </a:cubicBezTo>
                <a:cubicBezTo>
                  <a:pt x="186340" y="93181"/>
                  <a:pt x="185528" y="91155"/>
                  <a:pt x="185528" y="88741"/>
                </a:cubicBezTo>
                <a:lnTo>
                  <a:pt x="185528" y="6787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8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5507"/>
                </a:moveTo>
                <a:lnTo>
                  <a:pt x="69480" y="206728"/>
                </a:lnTo>
                <a:cubicBezTo>
                  <a:pt x="67768" y="208469"/>
                  <a:pt x="65764" y="209332"/>
                  <a:pt x="63467" y="209317"/>
                </a:cubicBezTo>
                <a:cubicBezTo>
                  <a:pt x="61170" y="209295"/>
                  <a:pt x="59165" y="208432"/>
                  <a:pt x="57461" y="206728"/>
                </a:cubicBezTo>
                <a:cubicBezTo>
                  <a:pt x="55749" y="205016"/>
                  <a:pt x="54893" y="203019"/>
                  <a:pt x="54893" y="200744"/>
                </a:cubicBezTo>
                <a:cubicBezTo>
                  <a:pt x="54893" y="198461"/>
                  <a:pt x="55749" y="196450"/>
                  <a:pt x="57461" y="194709"/>
                </a:cubicBezTo>
                <a:lnTo>
                  <a:pt x="102369" y="149793"/>
                </a:lnTo>
                <a:cubicBezTo>
                  <a:pt x="106275" y="145887"/>
                  <a:pt x="108872" y="142317"/>
                  <a:pt x="110167" y="139084"/>
                </a:cubicBezTo>
                <a:cubicBezTo>
                  <a:pt x="111469" y="135851"/>
                  <a:pt x="112127" y="131023"/>
                  <a:pt x="112127" y="124600"/>
                </a:cubicBezTo>
                <a:lnTo>
                  <a:pt x="112127" y="61206"/>
                </a:lnTo>
                <a:lnTo>
                  <a:pt x="95507" y="77878"/>
                </a:lnTo>
                <a:cubicBezTo>
                  <a:pt x="93795" y="79619"/>
                  <a:pt x="91791" y="80489"/>
                  <a:pt x="89494" y="80489"/>
                </a:cubicBezTo>
                <a:cubicBezTo>
                  <a:pt x="87197" y="80489"/>
                  <a:pt x="85193" y="79619"/>
                  <a:pt x="83488" y="77878"/>
                </a:cubicBezTo>
                <a:cubicBezTo>
                  <a:pt x="81777" y="76166"/>
                  <a:pt x="80921" y="74169"/>
                  <a:pt x="80921" y="71894"/>
                </a:cubicBezTo>
                <a:cubicBezTo>
                  <a:pt x="80921" y="69611"/>
                  <a:pt x="81777" y="67600"/>
                  <a:pt x="83488" y="65859"/>
                </a:cubicBezTo>
                <a:lnTo>
                  <a:pt x="114615" y="34725"/>
                </a:lnTo>
                <a:cubicBezTo>
                  <a:pt x="116326" y="33013"/>
                  <a:pt x="118345" y="32165"/>
                  <a:pt x="120679" y="32165"/>
                </a:cubicBezTo>
                <a:cubicBezTo>
                  <a:pt x="123005" y="32165"/>
                  <a:pt x="125024" y="33013"/>
                  <a:pt x="126736" y="34725"/>
                </a:cubicBezTo>
                <a:lnTo>
                  <a:pt x="157869" y="65859"/>
                </a:lnTo>
                <a:cubicBezTo>
                  <a:pt x="159574" y="67600"/>
                  <a:pt x="160430" y="69611"/>
                  <a:pt x="160430" y="71894"/>
                </a:cubicBezTo>
                <a:cubicBezTo>
                  <a:pt x="160430" y="74169"/>
                  <a:pt x="159574" y="76166"/>
                  <a:pt x="157869" y="77878"/>
                </a:cubicBezTo>
                <a:cubicBezTo>
                  <a:pt x="156158" y="79619"/>
                  <a:pt x="154153" y="80489"/>
                  <a:pt x="151856" y="80489"/>
                </a:cubicBezTo>
                <a:cubicBezTo>
                  <a:pt x="149559" y="80489"/>
                  <a:pt x="147555" y="79641"/>
                  <a:pt x="145850" y="77929"/>
                </a:cubicBezTo>
                <a:lnTo>
                  <a:pt x="129223" y="61228"/>
                </a:lnTo>
                <a:lnTo>
                  <a:pt x="129223" y="124622"/>
                </a:lnTo>
                <a:cubicBezTo>
                  <a:pt x="129223" y="131044"/>
                  <a:pt x="129881" y="135873"/>
                  <a:pt x="131183" y="139106"/>
                </a:cubicBezTo>
                <a:cubicBezTo>
                  <a:pt x="132493" y="142346"/>
                  <a:pt x="135090" y="145916"/>
                  <a:pt x="138981" y="149823"/>
                </a:cubicBezTo>
                <a:lnTo>
                  <a:pt x="183889" y="194731"/>
                </a:lnTo>
                <a:cubicBezTo>
                  <a:pt x="185601" y="196472"/>
                  <a:pt x="186457" y="198491"/>
                  <a:pt x="186457" y="200788"/>
                </a:cubicBezTo>
                <a:cubicBezTo>
                  <a:pt x="186457" y="203085"/>
                  <a:pt x="185601" y="205067"/>
                  <a:pt x="183889" y="206728"/>
                </a:cubicBezTo>
                <a:cubicBezTo>
                  <a:pt x="182185" y="208469"/>
                  <a:pt x="180181" y="209339"/>
                  <a:pt x="177884" y="209339"/>
                </a:cubicBezTo>
                <a:cubicBezTo>
                  <a:pt x="175587" y="209339"/>
                  <a:pt x="173582" y="208469"/>
                  <a:pt x="171871" y="206728"/>
                </a:cubicBezTo>
                <a:lnTo>
                  <a:pt x="120701" y="15550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0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190" y="224657"/>
                </a:moveTo>
                <a:cubicBezTo>
                  <a:pt x="31390" y="218834"/>
                  <a:pt x="28493" y="211731"/>
                  <a:pt x="28493" y="203333"/>
                </a:cubicBezTo>
                <a:cubicBezTo>
                  <a:pt x="28493" y="194935"/>
                  <a:pt x="31419" y="187832"/>
                  <a:pt x="37264" y="182031"/>
                </a:cubicBezTo>
                <a:cubicBezTo>
                  <a:pt x="43116" y="176245"/>
                  <a:pt x="50190" y="173356"/>
                  <a:pt x="58492" y="173356"/>
                </a:cubicBezTo>
                <a:cubicBezTo>
                  <a:pt x="60819" y="173356"/>
                  <a:pt x="62925" y="173560"/>
                  <a:pt x="64798" y="173963"/>
                </a:cubicBezTo>
                <a:cubicBezTo>
                  <a:pt x="66678" y="174365"/>
                  <a:pt x="68514" y="174958"/>
                  <a:pt x="70306" y="175748"/>
                </a:cubicBezTo>
                <a:lnTo>
                  <a:pt x="90855" y="149918"/>
                </a:lnTo>
                <a:cubicBezTo>
                  <a:pt x="87782" y="146099"/>
                  <a:pt x="85412" y="141739"/>
                  <a:pt x="83737" y="136845"/>
                </a:cubicBezTo>
                <a:cubicBezTo>
                  <a:pt x="82062" y="131952"/>
                  <a:pt x="81623" y="126875"/>
                  <a:pt x="82428" y="121630"/>
                </a:cubicBezTo>
                <a:lnTo>
                  <a:pt x="53035" y="111345"/>
                </a:lnTo>
                <a:cubicBezTo>
                  <a:pt x="50431" y="115573"/>
                  <a:pt x="47007" y="118879"/>
                  <a:pt x="42750" y="121279"/>
                </a:cubicBezTo>
                <a:cubicBezTo>
                  <a:pt x="38493" y="123656"/>
                  <a:pt x="33584" y="124849"/>
                  <a:pt x="28039" y="124849"/>
                </a:cubicBezTo>
                <a:cubicBezTo>
                  <a:pt x="19722" y="124849"/>
                  <a:pt x="12633" y="121922"/>
                  <a:pt x="6767" y="116078"/>
                </a:cubicBezTo>
                <a:cubicBezTo>
                  <a:pt x="914" y="110225"/>
                  <a:pt x="-2012" y="103152"/>
                  <a:pt x="-2012" y="94849"/>
                </a:cubicBezTo>
                <a:cubicBezTo>
                  <a:pt x="-2012" y="86539"/>
                  <a:pt x="914" y="79436"/>
                  <a:pt x="6767" y="73554"/>
                </a:cubicBezTo>
                <a:cubicBezTo>
                  <a:pt x="12611" y="67688"/>
                  <a:pt x="19707" y="64754"/>
                  <a:pt x="28039" y="64754"/>
                </a:cubicBezTo>
                <a:cubicBezTo>
                  <a:pt x="36349" y="64754"/>
                  <a:pt x="43438" y="67688"/>
                  <a:pt x="49290" y="73554"/>
                </a:cubicBezTo>
                <a:cubicBezTo>
                  <a:pt x="55120" y="79436"/>
                  <a:pt x="58039" y="86539"/>
                  <a:pt x="58039" y="94849"/>
                </a:cubicBezTo>
                <a:lnTo>
                  <a:pt x="58039" y="95654"/>
                </a:lnTo>
                <a:lnTo>
                  <a:pt x="87636" y="106217"/>
                </a:lnTo>
                <a:cubicBezTo>
                  <a:pt x="90650" y="100935"/>
                  <a:pt x="94286" y="96883"/>
                  <a:pt x="98550" y="94044"/>
                </a:cubicBezTo>
                <a:cubicBezTo>
                  <a:pt x="102808" y="91213"/>
                  <a:pt x="107475" y="89187"/>
                  <a:pt x="112552" y="87958"/>
                </a:cubicBezTo>
                <a:lnTo>
                  <a:pt x="112552" y="56503"/>
                </a:lnTo>
                <a:cubicBezTo>
                  <a:pt x="106019" y="54623"/>
                  <a:pt x="100745" y="50906"/>
                  <a:pt x="96736" y="45340"/>
                </a:cubicBezTo>
                <a:cubicBezTo>
                  <a:pt x="92727" y="39773"/>
                  <a:pt x="90730" y="33847"/>
                  <a:pt x="90730" y="27564"/>
                </a:cubicBezTo>
                <a:cubicBezTo>
                  <a:pt x="90730" y="19261"/>
                  <a:pt x="93635" y="12172"/>
                  <a:pt x="99450" y="6284"/>
                </a:cubicBezTo>
                <a:cubicBezTo>
                  <a:pt x="105273" y="402"/>
                  <a:pt x="112376" y="-2531"/>
                  <a:pt x="120774" y="-2516"/>
                </a:cubicBezTo>
                <a:cubicBezTo>
                  <a:pt x="129172" y="-2516"/>
                  <a:pt x="136282" y="417"/>
                  <a:pt x="142098" y="6284"/>
                </a:cubicBezTo>
                <a:cubicBezTo>
                  <a:pt x="147921" y="12151"/>
                  <a:pt x="150825" y="19246"/>
                  <a:pt x="150825" y="27564"/>
                </a:cubicBezTo>
                <a:cubicBezTo>
                  <a:pt x="150825" y="33847"/>
                  <a:pt x="148791" y="39773"/>
                  <a:pt x="144717" y="45340"/>
                </a:cubicBezTo>
                <a:cubicBezTo>
                  <a:pt x="140642" y="50906"/>
                  <a:pt x="135404" y="54623"/>
                  <a:pt x="128996" y="56503"/>
                </a:cubicBezTo>
                <a:lnTo>
                  <a:pt x="128996" y="87987"/>
                </a:lnTo>
                <a:cubicBezTo>
                  <a:pt x="134080" y="89194"/>
                  <a:pt x="138791" y="91221"/>
                  <a:pt x="143129" y="94073"/>
                </a:cubicBezTo>
                <a:cubicBezTo>
                  <a:pt x="147474" y="96919"/>
                  <a:pt x="151176" y="100972"/>
                  <a:pt x="154248" y="106217"/>
                </a:cubicBezTo>
                <a:lnTo>
                  <a:pt x="183516" y="95654"/>
                </a:lnTo>
                <a:lnTo>
                  <a:pt x="183516" y="94827"/>
                </a:lnTo>
                <a:cubicBezTo>
                  <a:pt x="183516" y="86510"/>
                  <a:pt x="186443" y="79414"/>
                  <a:pt x="192295" y="73525"/>
                </a:cubicBezTo>
                <a:cubicBezTo>
                  <a:pt x="198140" y="67658"/>
                  <a:pt x="205213" y="64725"/>
                  <a:pt x="213516" y="64725"/>
                </a:cubicBezTo>
                <a:cubicBezTo>
                  <a:pt x="221826" y="64725"/>
                  <a:pt x="228929" y="67644"/>
                  <a:pt x="234811" y="73474"/>
                </a:cubicBezTo>
                <a:cubicBezTo>
                  <a:pt x="240677" y="79311"/>
                  <a:pt x="243618" y="86429"/>
                  <a:pt x="243618" y="94827"/>
                </a:cubicBezTo>
                <a:cubicBezTo>
                  <a:pt x="243618" y="103225"/>
                  <a:pt x="240677" y="110321"/>
                  <a:pt x="234811" y="116121"/>
                </a:cubicBezTo>
                <a:cubicBezTo>
                  <a:pt x="228929" y="121908"/>
                  <a:pt x="221819" y="124797"/>
                  <a:pt x="213487" y="124797"/>
                </a:cubicBezTo>
                <a:cubicBezTo>
                  <a:pt x="207957" y="124797"/>
                  <a:pt x="203019" y="123612"/>
                  <a:pt x="198681" y="121227"/>
                </a:cubicBezTo>
                <a:cubicBezTo>
                  <a:pt x="194336" y="118850"/>
                  <a:pt x="190934" y="115522"/>
                  <a:pt x="188469" y="111250"/>
                </a:cubicBezTo>
                <a:lnTo>
                  <a:pt x="159128" y="121557"/>
                </a:lnTo>
                <a:cubicBezTo>
                  <a:pt x="159844" y="126838"/>
                  <a:pt x="159427" y="131922"/>
                  <a:pt x="157869" y="136816"/>
                </a:cubicBezTo>
                <a:cubicBezTo>
                  <a:pt x="156311" y="141695"/>
                  <a:pt x="153919" y="146048"/>
                  <a:pt x="150700" y="149874"/>
                </a:cubicBezTo>
                <a:lnTo>
                  <a:pt x="171293" y="175799"/>
                </a:lnTo>
                <a:cubicBezTo>
                  <a:pt x="173085" y="174958"/>
                  <a:pt x="174906" y="174329"/>
                  <a:pt x="176750" y="173912"/>
                </a:cubicBezTo>
                <a:cubicBezTo>
                  <a:pt x="178593" y="173487"/>
                  <a:pt x="180649" y="173282"/>
                  <a:pt x="182909" y="173282"/>
                </a:cubicBezTo>
                <a:cubicBezTo>
                  <a:pt x="191380" y="173282"/>
                  <a:pt x="198520" y="176172"/>
                  <a:pt x="204335" y="181958"/>
                </a:cubicBezTo>
                <a:cubicBezTo>
                  <a:pt x="210151" y="187759"/>
                  <a:pt x="213063" y="194855"/>
                  <a:pt x="213063" y="203253"/>
                </a:cubicBezTo>
                <a:cubicBezTo>
                  <a:pt x="213063" y="211651"/>
                  <a:pt x="210151" y="218761"/>
                  <a:pt x="204335" y="224577"/>
                </a:cubicBezTo>
                <a:cubicBezTo>
                  <a:pt x="198520" y="230400"/>
                  <a:pt x="191410" y="233304"/>
                  <a:pt x="183012" y="233304"/>
                </a:cubicBezTo>
                <a:cubicBezTo>
                  <a:pt x="174614" y="233304"/>
                  <a:pt x="167503" y="230378"/>
                  <a:pt x="161688" y="224525"/>
                </a:cubicBezTo>
                <a:cubicBezTo>
                  <a:pt x="155872" y="218681"/>
                  <a:pt x="152961" y="211578"/>
                  <a:pt x="152961" y="203231"/>
                </a:cubicBezTo>
                <a:cubicBezTo>
                  <a:pt x="152961" y="199763"/>
                  <a:pt x="153429" y="196625"/>
                  <a:pt x="154373" y="193824"/>
                </a:cubicBezTo>
                <a:cubicBezTo>
                  <a:pt x="155309" y="191029"/>
                  <a:pt x="156618" y="188352"/>
                  <a:pt x="158294" y="185806"/>
                </a:cubicBezTo>
                <a:lnTo>
                  <a:pt x="137826" y="160057"/>
                </a:lnTo>
                <a:cubicBezTo>
                  <a:pt x="132442" y="162785"/>
                  <a:pt x="126721" y="164153"/>
                  <a:pt x="120650" y="164153"/>
                </a:cubicBezTo>
                <a:cubicBezTo>
                  <a:pt x="114585" y="164153"/>
                  <a:pt x="108879" y="162785"/>
                  <a:pt x="103554" y="160057"/>
                </a:cubicBezTo>
                <a:lnTo>
                  <a:pt x="83262" y="186055"/>
                </a:lnTo>
                <a:cubicBezTo>
                  <a:pt x="84937" y="188600"/>
                  <a:pt x="86239" y="191234"/>
                  <a:pt x="87183" y="193948"/>
                </a:cubicBezTo>
                <a:cubicBezTo>
                  <a:pt x="88119" y="196669"/>
                  <a:pt x="88587" y="199763"/>
                  <a:pt x="88587" y="203231"/>
                </a:cubicBezTo>
                <a:cubicBezTo>
                  <a:pt x="88587" y="211578"/>
                  <a:pt x="85683" y="218681"/>
                  <a:pt x="79867" y="224525"/>
                </a:cubicBezTo>
                <a:cubicBezTo>
                  <a:pt x="74044" y="230378"/>
                  <a:pt x="66941" y="233304"/>
                  <a:pt x="58544" y="233304"/>
                </a:cubicBezTo>
                <a:cubicBezTo>
                  <a:pt x="50138" y="233304"/>
                  <a:pt x="43043" y="230400"/>
                  <a:pt x="37242" y="224577"/>
                </a:cubicBezTo>
                <a:close/>
                <a:moveTo>
                  <a:pt x="28010" y="108477"/>
                </a:moveTo>
                <a:cubicBezTo>
                  <a:pt x="31821" y="108477"/>
                  <a:pt x="35040" y="107160"/>
                  <a:pt x="37666" y="104534"/>
                </a:cubicBezTo>
                <a:cubicBezTo>
                  <a:pt x="40285" y="101901"/>
                  <a:pt x="41594" y="98675"/>
                  <a:pt x="41594" y="94849"/>
                </a:cubicBezTo>
                <a:cubicBezTo>
                  <a:pt x="41594" y="91008"/>
                  <a:pt x="40277" y="87790"/>
                  <a:pt x="37644" y="85193"/>
                </a:cubicBezTo>
                <a:cubicBezTo>
                  <a:pt x="35011" y="82611"/>
                  <a:pt x="31785" y="81323"/>
                  <a:pt x="27966" y="81323"/>
                </a:cubicBezTo>
                <a:cubicBezTo>
                  <a:pt x="24140" y="81323"/>
                  <a:pt x="20929" y="82618"/>
                  <a:pt x="18332" y="85222"/>
                </a:cubicBezTo>
                <a:cubicBezTo>
                  <a:pt x="15735" y="87819"/>
                  <a:pt x="14433" y="91038"/>
                  <a:pt x="14433" y="94878"/>
                </a:cubicBezTo>
                <a:cubicBezTo>
                  <a:pt x="14433" y="98711"/>
                  <a:pt x="15735" y="101945"/>
                  <a:pt x="18332" y="104556"/>
                </a:cubicBezTo>
                <a:cubicBezTo>
                  <a:pt x="20929" y="107175"/>
                  <a:pt x="24155" y="108477"/>
                  <a:pt x="28010" y="108477"/>
                </a:cubicBezTo>
                <a:close/>
                <a:moveTo>
                  <a:pt x="68170" y="213011"/>
                </a:moveTo>
                <a:cubicBezTo>
                  <a:pt x="70767" y="210414"/>
                  <a:pt x="72069" y="207196"/>
                  <a:pt x="72069" y="203355"/>
                </a:cubicBezTo>
                <a:cubicBezTo>
                  <a:pt x="72069" y="199537"/>
                  <a:pt x="70767" y="196303"/>
                  <a:pt x="68170" y="193677"/>
                </a:cubicBezTo>
                <a:cubicBezTo>
                  <a:pt x="65573" y="191058"/>
                  <a:pt x="62347" y="189749"/>
                  <a:pt x="58492" y="189749"/>
                </a:cubicBezTo>
                <a:cubicBezTo>
                  <a:pt x="54637" y="189749"/>
                  <a:pt x="51404" y="191066"/>
                  <a:pt x="48807" y="193699"/>
                </a:cubicBezTo>
                <a:cubicBezTo>
                  <a:pt x="46210" y="196333"/>
                  <a:pt x="44908" y="199559"/>
                  <a:pt x="44908" y="203385"/>
                </a:cubicBezTo>
                <a:cubicBezTo>
                  <a:pt x="44908" y="207203"/>
                  <a:pt x="46210" y="210414"/>
                  <a:pt x="48807" y="213011"/>
                </a:cubicBezTo>
                <a:cubicBezTo>
                  <a:pt x="51404" y="215608"/>
                  <a:pt x="54637" y="216910"/>
                  <a:pt x="58492" y="216910"/>
                </a:cubicBezTo>
                <a:cubicBezTo>
                  <a:pt x="62347" y="216910"/>
                  <a:pt x="65573" y="215608"/>
                  <a:pt x="68170" y="213011"/>
                </a:cubicBezTo>
                <a:close/>
                <a:moveTo>
                  <a:pt x="130379" y="37293"/>
                </a:moveTo>
                <a:cubicBezTo>
                  <a:pt x="132983" y="34659"/>
                  <a:pt x="134278" y="31433"/>
                  <a:pt x="134278" y="27608"/>
                </a:cubicBezTo>
                <a:cubicBezTo>
                  <a:pt x="134278" y="23789"/>
                  <a:pt x="132983" y="20570"/>
                  <a:pt x="130379" y="17952"/>
                </a:cubicBezTo>
                <a:cubicBezTo>
                  <a:pt x="127782" y="15355"/>
                  <a:pt x="124556" y="14060"/>
                  <a:pt x="120701" y="14060"/>
                </a:cubicBezTo>
                <a:cubicBezTo>
                  <a:pt x="116846" y="14060"/>
                  <a:pt x="113620" y="15355"/>
                  <a:pt x="111023" y="17952"/>
                </a:cubicBezTo>
                <a:cubicBezTo>
                  <a:pt x="108419" y="20570"/>
                  <a:pt x="107124" y="23796"/>
                  <a:pt x="107124" y="27637"/>
                </a:cubicBezTo>
                <a:cubicBezTo>
                  <a:pt x="107124" y="31477"/>
                  <a:pt x="108419" y="34703"/>
                  <a:pt x="111023" y="37315"/>
                </a:cubicBezTo>
                <a:cubicBezTo>
                  <a:pt x="113620" y="39934"/>
                  <a:pt x="116846" y="41243"/>
                  <a:pt x="120701" y="41243"/>
                </a:cubicBezTo>
                <a:cubicBezTo>
                  <a:pt x="124556" y="41243"/>
                  <a:pt x="127782" y="39926"/>
                  <a:pt x="130379" y="37293"/>
                </a:cubicBezTo>
                <a:close/>
                <a:moveTo>
                  <a:pt x="120825" y="147101"/>
                </a:moveTo>
                <a:cubicBezTo>
                  <a:pt x="126758" y="147101"/>
                  <a:pt x="131783" y="145009"/>
                  <a:pt x="135887" y="140818"/>
                </a:cubicBezTo>
                <a:cubicBezTo>
                  <a:pt x="140013" y="136626"/>
                  <a:pt x="142076" y="131564"/>
                  <a:pt x="142076" y="125631"/>
                </a:cubicBezTo>
                <a:cubicBezTo>
                  <a:pt x="142076" y="119699"/>
                  <a:pt x="140013" y="114673"/>
                  <a:pt x="135887" y="110569"/>
                </a:cubicBezTo>
                <a:cubicBezTo>
                  <a:pt x="131769" y="106443"/>
                  <a:pt x="126714" y="104381"/>
                  <a:pt x="120723" y="104381"/>
                </a:cubicBezTo>
                <a:cubicBezTo>
                  <a:pt x="114878" y="104381"/>
                  <a:pt x="109852" y="106443"/>
                  <a:pt x="105661" y="110569"/>
                </a:cubicBezTo>
                <a:cubicBezTo>
                  <a:pt x="101455" y="114688"/>
                  <a:pt x="99355" y="119743"/>
                  <a:pt x="99355" y="125734"/>
                </a:cubicBezTo>
                <a:cubicBezTo>
                  <a:pt x="99355" y="131579"/>
                  <a:pt x="101447" y="136604"/>
                  <a:pt x="105639" y="140796"/>
                </a:cubicBezTo>
                <a:cubicBezTo>
                  <a:pt x="109830" y="145002"/>
                  <a:pt x="114893" y="147101"/>
                  <a:pt x="120825" y="147101"/>
                </a:cubicBezTo>
                <a:close/>
                <a:moveTo>
                  <a:pt x="192595" y="213011"/>
                </a:moveTo>
                <a:cubicBezTo>
                  <a:pt x="195191" y="210414"/>
                  <a:pt x="196494" y="207196"/>
                  <a:pt x="196494" y="203355"/>
                </a:cubicBezTo>
                <a:cubicBezTo>
                  <a:pt x="196494" y="199537"/>
                  <a:pt x="195191" y="196303"/>
                  <a:pt x="192595" y="193677"/>
                </a:cubicBezTo>
                <a:cubicBezTo>
                  <a:pt x="189998" y="191058"/>
                  <a:pt x="186764" y="189749"/>
                  <a:pt x="182909" y="189749"/>
                </a:cubicBezTo>
                <a:cubicBezTo>
                  <a:pt x="179054" y="189749"/>
                  <a:pt x="175828" y="191066"/>
                  <a:pt x="173231" y="193699"/>
                </a:cubicBezTo>
                <a:cubicBezTo>
                  <a:pt x="170634" y="196333"/>
                  <a:pt x="169332" y="199559"/>
                  <a:pt x="169332" y="203385"/>
                </a:cubicBezTo>
                <a:cubicBezTo>
                  <a:pt x="169332" y="207203"/>
                  <a:pt x="170634" y="210414"/>
                  <a:pt x="173231" y="213011"/>
                </a:cubicBezTo>
                <a:cubicBezTo>
                  <a:pt x="175828" y="215608"/>
                  <a:pt x="179054" y="216910"/>
                  <a:pt x="182909" y="216910"/>
                </a:cubicBezTo>
                <a:cubicBezTo>
                  <a:pt x="186764" y="216910"/>
                  <a:pt x="189998" y="215608"/>
                  <a:pt x="192595" y="213011"/>
                </a:cubicBezTo>
                <a:close/>
                <a:moveTo>
                  <a:pt x="223099" y="104534"/>
                </a:moveTo>
                <a:cubicBezTo>
                  <a:pt x="225674" y="101901"/>
                  <a:pt x="226969" y="98675"/>
                  <a:pt x="226969" y="94849"/>
                </a:cubicBezTo>
                <a:cubicBezTo>
                  <a:pt x="226969" y="91008"/>
                  <a:pt x="225667" y="87790"/>
                  <a:pt x="223070" y="85193"/>
                </a:cubicBezTo>
                <a:cubicBezTo>
                  <a:pt x="220473" y="82611"/>
                  <a:pt x="217254" y="81323"/>
                  <a:pt x="213414" y="81323"/>
                </a:cubicBezTo>
                <a:cubicBezTo>
                  <a:pt x="209573" y="81323"/>
                  <a:pt x="206347" y="82618"/>
                  <a:pt x="203736" y="85222"/>
                </a:cubicBezTo>
                <a:cubicBezTo>
                  <a:pt x="201117" y="87819"/>
                  <a:pt x="199807" y="91038"/>
                  <a:pt x="199807" y="94878"/>
                </a:cubicBezTo>
                <a:cubicBezTo>
                  <a:pt x="199807" y="98711"/>
                  <a:pt x="201124" y="101945"/>
                  <a:pt x="203758" y="104556"/>
                </a:cubicBezTo>
                <a:cubicBezTo>
                  <a:pt x="206391" y="107175"/>
                  <a:pt x="209617" y="108477"/>
                  <a:pt x="213443" y="108477"/>
                </a:cubicBezTo>
                <a:cubicBezTo>
                  <a:pt x="217276" y="108477"/>
                  <a:pt x="220495" y="107160"/>
                  <a:pt x="223099" y="104534"/>
                </a:cubicBezTo>
                <a:close/>
                <a:moveTo>
                  <a:pt x="120701" y="27637"/>
                </a:moveTo>
                <a:close/>
                <a:moveTo>
                  <a:pt x="28010" y="94900"/>
                </a:moveTo>
                <a:close/>
                <a:moveTo>
                  <a:pt x="120701" y="125734"/>
                </a:moveTo>
                <a:close/>
                <a:moveTo>
                  <a:pt x="213392" y="94900"/>
                </a:moveTo>
                <a:close/>
                <a:moveTo>
                  <a:pt x="58492" y="203333"/>
                </a:moveTo>
                <a:close/>
                <a:moveTo>
                  <a:pt x="182939" y="20333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2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6443" y="134402"/>
                </a:moveTo>
                <a:cubicBezTo>
                  <a:pt x="128060" y="134402"/>
                  <a:pt x="120935" y="131469"/>
                  <a:pt x="115068" y="125602"/>
                </a:cubicBezTo>
                <a:cubicBezTo>
                  <a:pt x="109201" y="119735"/>
                  <a:pt x="106268" y="112610"/>
                  <a:pt x="106268" y="104227"/>
                </a:cubicBezTo>
                <a:cubicBezTo>
                  <a:pt x="106268" y="95851"/>
                  <a:pt x="109201" y="88726"/>
                  <a:pt x="115068" y="82859"/>
                </a:cubicBezTo>
                <a:cubicBezTo>
                  <a:pt x="120935" y="76985"/>
                  <a:pt x="128060" y="74052"/>
                  <a:pt x="136443" y="74052"/>
                </a:cubicBezTo>
                <a:cubicBezTo>
                  <a:pt x="144826" y="74052"/>
                  <a:pt x="151951" y="76985"/>
                  <a:pt x="157818" y="82859"/>
                </a:cubicBezTo>
                <a:cubicBezTo>
                  <a:pt x="163685" y="88726"/>
                  <a:pt x="166618" y="95851"/>
                  <a:pt x="166618" y="104227"/>
                </a:cubicBezTo>
                <a:cubicBezTo>
                  <a:pt x="166618" y="112610"/>
                  <a:pt x="163685" y="119735"/>
                  <a:pt x="157818" y="125602"/>
                </a:cubicBezTo>
                <a:cubicBezTo>
                  <a:pt x="151951" y="131469"/>
                  <a:pt x="144826" y="134402"/>
                  <a:pt x="136443" y="134402"/>
                </a:cubicBezTo>
                <a:close/>
                <a:moveTo>
                  <a:pt x="57432" y="170993"/>
                </a:moveTo>
                <a:cubicBezTo>
                  <a:pt x="52691" y="170993"/>
                  <a:pt x="48631" y="169318"/>
                  <a:pt x="45266" y="165967"/>
                </a:cubicBezTo>
                <a:cubicBezTo>
                  <a:pt x="41909" y="162610"/>
                  <a:pt x="40234" y="158557"/>
                  <a:pt x="40234" y="153795"/>
                </a:cubicBezTo>
                <a:lnTo>
                  <a:pt x="40234" y="54645"/>
                </a:lnTo>
                <a:cubicBezTo>
                  <a:pt x="40234" y="49912"/>
                  <a:pt x="41909" y="45866"/>
                  <a:pt x="45266" y="42494"/>
                </a:cubicBezTo>
                <a:cubicBezTo>
                  <a:pt x="48617" y="39144"/>
                  <a:pt x="52669" y="37468"/>
                  <a:pt x="57432" y="37468"/>
                </a:cubicBezTo>
                <a:lnTo>
                  <a:pt x="215601" y="37468"/>
                </a:lnTo>
                <a:cubicBezTo>
                  <a:pt x="220312" y="37468"/>
                  <a:pt x="224343" y="39151"/>
                  <a:pt x="227700" y="42523"/>
                </a:cubicBezTo>
                <a:cubicBezTo>
                  <a:pt x="231051" y="45888"/>
                  <a:pt x="232726" y="49941"/>
                  <a:pt x="232726" y="54666"/>
                </a:cubicBezTo>
                <a:lnTo>
                  <a:pt x="232726" y="153817"/>
                </a:lnTo>
                <a:cubicBezTo>
                  <a:pt x="232726" y="158564"/>
                  <a:pt x="231051" y="162617"/>
                  <a:pt x="227700" y="165989"/>
                </a:cubicBezTo>
                <a:cubicBezTo>
                  <a:pt x="224343" y="169325"/>
                  <a:pt x="220312" y="170993"/>
                  <a:pt x="215601" y="170993"/>
                </a:cubicBezTo>
                <a:lnTo>
                  <a:pt x="57432" y="170993"/>
                </a:lnTo>
                <a:close/>
                <a:moveTo>
                  <a:pt x="81850" y="154519"/>
                </a:moveTo>
                <a:lnTo>
                  <a:pt x="191110" y="154519"/>
                </a:lnTo>
                <a:cubicBezTo>
                  <a:pt x="191110" y="147482"/>
                  <a:pt x="193538" y="141527"/>
                  <a:pt x="198403" y="136670"/>
                </a:cubicBezTo>
                <a:cubicBezTo>
                  <a:pt x="203260" y="131805"/>
                  <a:pt x="209215" y="129377"/>
                  <a:pt x="216259" y="129377"/>
                </a:cubicBezTo>
                <a:lnTo>
                  <a:pt x="216259" y="79085"/>
                </a:lnTo>
                <a:cubicBezTo>
                  <a:pt x="209215" y="79085"/>
                  <a:pt x="203260" y="76649"/>
                  <a:pt x="198403" y="71769"/>
                </a:cubicBezTo>
                <a:cubicBezTo>
                  <a:pt x="193538" y="66890"/>
                  <a:pt x="191110" y="60943"/>
                  <a:pt x="191110" y="53935"/>
                </a:cubicBezTo>
                <a:lnTo>
                  <a:pt x="81850" y="53935"/>
                </a:lnTo>
                <a:cubicBezTo>
                  <a:pt x="81850" y="60943"/>
                  <a:pt x="79421" y="66890"/>
                  <a:pt x="74557" y="71769"/>
                </a:cubicBezTo>
                <a:cubicBezTo>
                  <a:pt x="69699" y="76649"/>
                  <a:pt x="63745" y="79085"/>
                  <a:pt x="56707" y="79085"/>
                </a:cubicBezTo>
                <a:lnTo>
                  <a:pt x="56707" y="129377"/>
                </a:lnTo>
                <a:cubicBezTo>
                  <a:pt x="63745" y="129377"/>
                  <a:pt x="69699" y="131805"/>
                  <a:pt x="74557" y="136670"/>
                </a:cubicBezTo>
                <a:cubicBezTo>
                  <a:pt x="79421" y="141527"/>
                  <a:pt x="81850" y="147482"/>
                  <a:pt x="81850" y="154519"/>
                </a:cubicBezTo>
                <a:close/>
                <a:moveTo>
                  <a:pt x="192595" y="202551"/>
                </a:moveTo>
                <a:lnTo>
                  <a:pt x="25801" y="202551"/>
                </a:lnTo>
                <a:cubicBezTo>
                  <a:pt x="21090" y="202551"/>
                  <a:pt x="17059" y="200875"/>
                  <a:pt x="13701" y="197525"/>
                </a:cubicBezTo>
                <a:cubicBezTo>
                  <a:pt x="10351" y="194167"/>
                  <a:pt x="8676" y="190137"/>
                  <a:pt x="8676" y="185426"/>
                </a:cubicBezTo>
                <a:lnTo>
                  <a:pt x="8676" y="78982"/>
                </a:lnTo>
                <a:cubicBezTo>
                  <a:pt x="8676" y="76568"/>
                  <a:pt x="9502" y="74535"/>
                  <a:pt x="11163" y="72874"/>
                </a:cubicBezTo>
                <a:cubicBezTo>
                  <a:pt x="12824" y="71213"/>
                  <a:pt x="14864" y="70394"/>
                  <a:pt x="17279" y="70409"/>
                </a:cubicBezTo>
                <a:cubicBezTo>
                  <a:pt x="19707" y="70409"/>
                  <a:pt x="21733" y="71228"/>
                  <a:pt x="23357" y="72874"/>
                </a:cubicBezTo>
                <a:cubicBezTo>
                  <a:pt x="24989" y="74513"/>
                  <a:pt x="25801" y="76554"/>
                  <a:pt x="25801" y="78982"/>
                </a:cubicBezTo>
                <a:lnTo>
                  <a:pt x="25801" y="185426"/>
                </a:lnTo>
                <a:lnTo>
                  <a:pt x="192595" y="185426"/>
                </a:lnTo>
                <a:cubicBezTo>
                  <a:pt x="195009" y="185426"/>
                  <a:pt x="197042" y="186260"/>
                  <a:pt x="198703" y="187913"/>
                </a:cubicBezTo>
                <a:cubicBezTo>
                  <a:pt x="200363" y="189573"/>
                  <a:pt x="201183" y="191622"/>
                  <a:pt x="201168" y="194050"/>
                </a:cubicBezTo>
                <a:cubicBezTo>
                  <a:pt x="201168" y="196479"/>
                  <a:pt x="200349" y="198513"/>
                  <a:pt x="198703" y="200137"/>
                </a:cubicBezTo>
                <a:cubicBezTo>
                  <a:pt x="197064" y="201761"/>
                  <a:pt x="195023" y="202580"/>
                  <a:pt x="192595" y="202580"/>
                </a:cubicBezTo>
                <a:close/>
                <a:moveTo>
                  <a:pt x="56707" y="154519"/>
                </a:moveTo>
                <a:lnTo>
                  <a:pt x="56707" y="53935"/>
                </a:lnTo>
                <a:lnTo>
                  <a:pt x="56707" y="15451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4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1081" y="211877"/>
                </a:moveTo>
                <a:cubicBezTo>
                  <a:pt x="118784" y="211877"/>
                  <a:pt x="116890" y="211153"/>
                  <a:pt x="115397" y="209690"/>
                </a:cubicBezTo>
                <a:cubicBezTo>
                  <a:pt x="113905" y="208234"/>
                  <a:pt x="113159" y="206347"/>
                  <a:pt x="113159" y="204036"/>
                </a:cubicBezTo>
                <a:lnTo>
                  <a:pt x="113159" y="190634"/>
                </a:lnTo>
                <a:cubicBezTo>
                  <a:pt x="104944" y="189259"/>
                  <a:pt x="97980" y="186355"/>
                  <a:pt x="92259" y="181929"/>
                </a:cubicBezTo>
                <a:cubicBezTo>
                  <a:pt x="86546" y="177503"/>
                  <a:pt x="82069" y="171922"/>
                  <a:pt x="78836" y="165185"/>
                </a:cubicBezTo>
                <a:cubicBezTo>
                  <a:pt x="77914" y="163173"/>
                  <a:pt x="77929" y="161073"/>
                  <a:pt x="78880" y="158901"/>
                </a:cubicBezTo>
                <a:cubicBezTo>
                  <a:pt x="79838" y="156699"/>
                  <a:pt x="81425" y="155141"/>
                  <a:pt x="83635" y="154219"/>
                </a:cubicBezTo>
                <a:cubicBezTo>
                  <a:pt x="85595" y="153385"/>
                  <a:pt x="87614" y="153400"/>
                  <a:pt x="89699" y="154270"/>
                </a:cubicBezTo>
                <a:cubicBezTo>
                  <a:pt x="91755" y="155141"/>
                  <a:pt x="93393" y="156604"/>
                  <a:pt x="94600" y="158645"/>
                </a:cubicBezTo>
                <a:cubicBezTo>
                  <a:pt x="97585" y="164175"/>
                  <a:pt x="101462" y="168308"/>
                  <a:pt x="106239" y="171044"/>
                </a:cubicBezTo>
                <a:cubicBezTo>
                  <a:pt x="111023" y="173773"/>
                  <a:pt x="116451" y="175141"/>
                  <a:pt x="122537" y="175141"/>
                </a:cubicBezTo>
                <a:cubicBezTo>
                  <a:pt x="130467" y="175141"/>
                  <a:pt x="136933" y="173195"/>
                  <a:pt x="141951" y="169310"/>
                </a:cubicBezTo>
                <a:cubicBezTo>
                  <a:pt x="146962" y="165419"/>
                  <a:pt x="149471" y="160093"/>
                  <a:pt x="149471" y="153341"/>
                </a:cubicBezTo>
                <a:cubicBezTo>
                  <a:pt x="149471" y="146165"/>
                  <a:pt x="147153" y="140576"/>
                  <a:pt x="142529" y="136567"/>
                </a:cubicBezTo>
                <a:cubicBezTo>
                  <a:pt x="137899" y="132559"/>
                  <a:pt x="129230" y="128506"/>
                  <a:pt x="116524" y="124395"/>
                </a:cubicBezTo>
                <a:cubicBezTo>
                  <a:pt x="104542" y="120628"/>
                  <a:pt x="95544" y="115478"/>
                  <a:pt x="89545" y="108960"/>
                </a:cubicBezTo>
                <a:cubicBezTo>
                  <a:pt x="83562" y="102457"/>
                  <a:pt x="80570" y="94366"/>
                  <a:pt x="80570" y="84695"/>
                </a:cubicBezTo>
                <a:cubicBezTo>
                  <a:pt x="80570" y="75588"/>
                  <a:pt x="83496" y="67870"/>
                  <a:pt x="89341" y="61535"/>
                </a:cubicBezTo>
                <a:cubicBezTo>
                  <a:pt x="95193" y="55193"/>
                  <a:pt x="103115" y="51506"/>
                  <a:pt x="113108" y="50468"/>
                </a:cubicBezTo>
                <a:lnTo>
                  <a:pt x="113108" y="37315"/>
                </a:lnTo>
                <a:cubicBezTo>
                  <a:pt x="113108" y="35018"/>
                  <a:pt x="113854" y="33131"/>
                  <a:pt x="115346" y="31660"/>
                </a:cubicBezTo>
                <a:cubicBezTo>
                  <a:pt x="116838" y="30183"/>
                  <a:pt x="118733" y="29451"/>
                  <a:pt x="121030" y="29473"/>
                </a:cubicBezTo>
                <a:cubicBezTo>
                  <a:pt x="123327" y="29473"/>
                  <a:pt x="125200" y="30197"/>
                  <a:pt x="126663" y="31660"/>
                </a:cubicBezTo>
                <a:cubicBezTo>
                  <a:pt x="128118" y="33116"/>
                  <a:pt x="128850" y="35003"/>
                  <a:pt x="128850" y="37315"/>
                </a:cubicBezTo>
                <a:lnTo>
                  <a:pt x="128850" y="50468"/>
                </a:lnTo>
                <a:cubicBezTo>
                  <a:pt x="134848" y="51389"/>
                  <a:pt x="140276" y="53277"/>
                  <a:pt x="145119" y="56122"/>
                </a:cubicBezTo>
                <a:cubicBezTo>
                  <a:pt x="149976" y="58975"/>
                  <a:pt x="154022" y="62706"/>
                  <a:pt x="157240" y="67314"/>
                </a:cubicBezTo>
                <a:cubicBezTo>
                  <a:pt x="158498" y="69158"/>
                  <a:pt x="158747" y="71133"/>
                  <a:pt x="157994" y="73225"/>
                </a:cubicBezTo>
                <a:cubicBezTo>
                  <a:pt x="157240" y="75339"/>
                  <a:pt x="155755" y="76853"/>
                  <a:pt x="153539" y="77775"/>
                </a:cubicBezTo>
                <a:cubicBezTo>
                  <a:pt x="151615" y="78646"/>
                  <a:pt x="149589" y="78741"/>
                  <a:pt x="147460" y="78053"/>
                </a:cubicBezTo>
                <a:cubicBezTo>
                  <a:pt x="145324" y="77366"/>
                  <a:pt x="143451" y="76042"/>
                  <a:pt x="141827" y="74081"/>
                </a:cubicBezTo>
                <a:cubicBezTo>
                  <a:pt x="139508" y="71228"/>
                  <a:pt x="136670" y="69107"/>
                  <a:pt x="133298" y="67717"/>
                </a:cubicBezTo>
                <a:cubicBezTo>
                  <a:pt x="129933" y="66327"/>
                  <a:pt x="125909" y="65632"/>
                  <a:pt x="121227" y="65632"/>
                </a:cubicBezTo>
                <a:cubicBezTo>
                  <a:pt x="113722" y="65632"/>
                  <a:pt x="107804" y="67300"/>
                  <a:pt x="103474" y="70636"/>
                </a:cubicBezTo>
                <a:cubicBezTo>
                  <a:pt x="99150" y="73971"/>
                  <a:pt x="96985" y="78536"/>
                  <a:pt x="96985" y="84337"/>
                </a:cubicBezTo>
                <a:cubicBezTo>
                  <a:pt x="96985" y="90474"/>
                  <a:pt x="99384" y="95471"/>
                  <a:pt x="104183" y="99326"/>
                </a:cubicBezTo>
                <a:cubicBezTo>
                  <a:pt x="108975" y="103181"/>
                  <a:pt x="118236" y="107234"/>
                  <a:pt x="131966" y="111469"/>
                </a:cubicBezTo>
                <a:cubicBezTo>
                  <a:pt x="143451" y="115075"/>
                  <a:pt x="151973" y="120233"/>
                  <a:pt x="157540" y="126941"/>
                </a:cubicBezTo>
                <a:cubicBezTo>
                  <a:pt x="163173" y="133641"/>
                  <a:pt x="165989" y="142127"/>
                  <a:pt x="165989" y="152383"/>
                </a:cubicBezTo>
                <a:cubicBezTo>
                  <a:pt x="165989" y="163063"/>
                  <a:pt x="162851" y="171680"/>
                  <a:pt x="156582" y="178235"/>
                </a:cubicBezTo>
                <a:cubicBezTo>
                  <a:pt x="150313" y="184789"/>
                  <a:pt x="141088" y="189003"/>
                  <a:pt x="128901" y="190883"/>
                </a:cubicBezTo>
                <a:lnTo>
                  <a:pt x="128901" y="204036"/>
                </a:lnTo>
                <a:cubicBezTo>
                  <a:pt x="128901" y="206333"/>
                  <a:pt x="128162" y="208220"/>
                  <a:pt x="126685" y="209690"/>
                </a:cubicBezTo>
                <a:cubicBezTo>
                  <a:pt x="125192" y="211153"/>
                  <a:pt x="123327" y="211877"/>
                  <a:pt x="121081" y="21187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6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483" y="212733"/>
                </a:moveTo>
                <a:cubicBezTo>
                  <a:pt x="53357" y="212733"/>
                  <a:pt x="49495" y="211380"/>
                  <a:pt x="45888" y="208659"/>
                </a:cubicBezTo>
                <a:cubicBezTo>
                  <a:pt x="42289" y="205945"/>
                  <a:pt x="39904" y="202624"/>
                  <a:pt x="38749" y="198703"/>
                </a:cubicBezTo>
                <a:cubicBezTo>
                  <a:pt x="34557" y="184372"/>
                  <a:pt x="31097" y="172002"/>
                  <a:pt x="28368" y="161585"/>
                </a:cubicBezTo>
                <a:cubicBezTo>
                  <a:pt x="25632" y="151176"/>
                  <a:pt x="23453" y="142025"/>
                  <a:pt x="21829" y="134132"/>
                </a:cubicBezTo>
                <a:cubicBezTo>
                  <a:pt x="20197" y="126231"/>
                  <a:pt x="19049" y="119245"/>
                  <a:pt x="18383" y="113159"/>
                </a:cubicBezTo>
                <a:cubicBezTo>
                  <a:pt x="17695" y="107036"/>
                  <a:pt x="17352" y="101169"/>
                  <a:pt x="17352" y="95558"/>
                </a:cubicBezTo>
                <a:cubicBezTo>
                  <a:pt x="17352" y="79728"/>
                  <a:pt x="22867" y="66290"/>
                  <a:pt x="33899" y="55244"/>
                </a:cubicBezTo>
                <a:cubicBezTo>
                  <a:pt x="44930" y="44198"/>
                  <a:pt x="58353" y="38675"/>
                  <a:pt x="74183" y="38675"/>
                </a:cubicBezTo>
                <a:lnTo>
                  <a:pt x="125982" y="38675"/>
                </a:lnTo>
                <a:cubicBezTo>
                  <a:pt x="130628" y="32640"/>
                  <a:pt x="136494" y="27776"/>
                  <a:pt x="143583" y="24089"/>
                </a:cubicBezTo>
                <a:cubicBezTo>
                  <a:pt x="150678" y="20402"/>
                  <a:pt x="158455" y="18559"/>
                  <a:pt x="166918" y="18559"/>
                </a:cubicBezTo>
                <a:cubicBezTo>
                  <a:pt x="171666" y="18559"/>
                  <a:pt x="175623" y="20168"/>
                  <a:pt x="178791" y="23387"/>
                </a:cubicBezTo>
                <a:cubicBezTo>
                  <a:pt x="181936" y="26605"/>
                  <a:pt x="183516" y="30504"/>
                  <a:pt x="183516" y="35076"/>
                </a:cubicBezTo>
                <a:cubicBezTo>
                  <a:pt x="183516" y="36152"/>
                  <a:pt x="183392" y="37220"/>
                  <a:pt x="183136" y="38273"/>
                </a:cubicBezTo>
                <a:cubicBezTo>
                  <a:pt x="182887" y="39327"/>
                  <a:pt x="182595" y="40307"/>
                  <a:pt x="182258" y="41214"/>
                </a:cubicBezTo>
                <a:cubicBezTo>
                  <a:pt x="181622" y="42889"/>
                  <a:pt x="181037" y="44601"/>
                  <a:pt x="180495" y="46342"/>
                </a:cubicBezTo>
                <a:cubicBezTo>
                  <a:pt x="179947" y="48068"/>
                  <a:pt x="179500" y="49985"/>
                  <a:pt x="179164" y="52077"/>
                </a:cubicBezTo>
                <a:lnTo>
                  <a:pt x="200970" y="73876"/>
                </a:lnTo>
                <a:lnTo>
                  <a:pt x="215477" y="73876"/>
                </a:lnTo>
                <a:cubicBezTo>
                  <a:pt x="217891" y="73876"/>
                  <a:pt x="219924" y="74717"/>
                  <a:pt x="221585" y="76393"/>
                </a:cubicBezTo>
                <a:cubicBezTo>
                  <a:pt x="223231" y="78053"/>
                  <a:pt x="224050" y="80101"/>
                  <a:pt x="224050" y="82530"/>
                </a:cubicBezTo>
                <a:lnTo>
                  <a:pt x="224050" y="140393"/>
                </a:lnTo>
                <a:cubicBezTo>
                  <a:pt x="224050" y="142354"/>
                  <a:pt x="223523" y="144095"/>
                  <a:pt x="222470" y="145624"/>
                </a:cubicBezTo>
                <a:cubicBezTo>
                  <a:pt x="221409" y="147145"/>
                  <a:pt x="219946" y="148177"/>
                  <a:pt x="218066" y="148711"/>
                </a:cubicBezTo>
                <a:lnTo>
                  <a:pt x="195060" y="156209"/>
                </a:lnTo>
                <a:lnTo>
                  <a:pt x="181834" y="200517"/>
                </a:lnTo>
                <a:cubicBezTo>
                  <a:pt x="180707" y="204204"/>
                  <a:pt x="178637" y="207166"/>
                  <a:pt x="175623" y="209420"/>
                </a:cubicBezTo>
                <a:cubicBezTo>
                  <a:pt x="172602" y="211665"/>
                  <a:pt x="169149" y="212785"/>
                  <a:pt x="165258" y="212785"/>
                </a:cubicBezTo>
                <a:lnTo>
                  <a:pt x="137350" y="212785"/>
                </a:lnTo>
                <a:cubicBezTo>
                  <a:pt x="132851" y="212785"/>
                  <a:pt x="128952" y="211321"/>
                  <a:pt x="125631" y="208388"/>
                </a:cubicBezTo>
                <a:cubicBezTo>
                  <a:pt x="122310" y="205455"/>
                  <a:pt x="120489" y="201892"/>
                  <a:pt x="120174" y="197701"/>
                </a:cubicBezTo>
                <a:lnTo>
                  <a:pt x="120174" y="192668"/>
                </a:lnTo>
                <a:lnTo>
                  <a:pt x="100789" y="192668"/>
                </a:lnTo>
                <a:lnTo>
                  <a:pt x="100789" y="197701"/>
                </a:lnTo>
                <a:cubicBezTo>
                  <a:pt x="100467" y="201892"/>
                  <a:pt x="98645" y="205455"/>
                  <a:pt x="95332" y="208388"/>
                </a:cubicBezTo>
                <a:cubicBezTo>
                  <a:pt x="92025" y="211321"/>
                  <a:pt x="88126" y="212785"/>
                  <a:pt x="83635" y="212785"/>
                </a:cubicBezTo>
                <a:lnTo>
                  <a:pt x="57483" y="212785"/>
                </a:lnTo>
                <a:close/>
                <a:moveTo>
                  <a:pt x="55749" y="195608"/>
                </a:moveTo>
                <a:lnTo>
                  <a:pt x="83935" y="195608"/>
                </a:lnTo>
                <a:lnTo>
                  <a:pt x="83935" y="175492"/>
                </a:lnTo>
                <a:lnTo>
                  <a:pt x="136999" y="175492"/>
                </a:lnTo>
                <a:lnTo>
                  <a:pt x="136999" y="195608"/>
                </a:lnTo>
                <a:lnTo>
                  <a:pt x="165185" y="195608"/>
                </a:lnTo>
                <a:lnTo>
                  <a:pt x="181000" y="142880"/>
                </a:lnTo>
                <a:lnTo>
                  <a:pt x="206852" y="134205"/>
                </a:lnTo>
                <a:lnTo>
                  <a:pt x="206852" y="91104"/>
                </a:lnTo>
                <a:lnTo>
                  <a:pt x="193772" y="91104"/>
                </a:lnTo>
                <a:lnTo>
                  <a:pt x="161585" y="58917"/>
                </a:lnTo>
                <a:cubicBezTo>
                  <a:pt x="161754" y="56151"/>
                  <a:pt x="162215" y="52713"/>
                  <a:pt x="162968" y="48610"/>
                </a:cubicBezTo>
                <a:cubicBezTo>
                  <a:pt x="163729" y="44498"/>
                  <a:pt x="164775" y="39912"/>
                  <a:pt x="166114" y="34850"/>
                </a:cubicBezTo>
                <a:cubicBezTo>
                  <a:pt x="159025" y="36730"/>
                  <a:pt x="152734" y="39539"/>
                  <a:pt x="147255" y="43277"/>
                </a:cubicBezTo>
                <a:cubicBezTo>
                  <a:pt x="141754" y="47000"/>
                  <a:pt x="137738" y="51214"/>
                  <a:pt x="135207" y="55925"/>
                </a:cubicBezTo>
                <a:lnTo>
                  <a:pt x="74183" y="55925"/>
                </a:lnTo>
                <a:cubicBezTo>
                  <a:pt x="63218" y="55925"/>
                  <a:pt x="53862" y="59794"/>
                  <a:pt x="46115" y="67541"/>
                </a:cubicBezTo>
                <a:cubicBezTo>
                  <a:pt x="38376" y="75288"/>
                  <a:pt x="34498" y="84644"/>
                  <a:pt x="34498" y="95602"/>
                </a:cubicBezTo>
                <a:cubicBezTo>
                  <a:pt x="34498" y="102647"/>
                  <a:pt x="36335" y="114885"/>
                  <a:pt x="40007" y="132317"/>
                </a:cubicBezTo>
                <a:cubicBezTo>
                  <a:pt x="43679" y="149749"/>
                  <a:pt x="48924" y="170861"/>
                  <a:pt x="55749" y="195638"/>
                </a:cubicBezTo>
                <a:close/>
                <a:moveTo>
                  <a:pt x="168732" y="109135"/>
                </a:moveTo>
                <a:cubicBezTo>
                  <a:pt x="170876" y="107007"/>
                  <a:pt x="171951" y="104373"/>
                  <a:pt x="171951" y="101235"/>
                </a:cubicBezTo>
                <a:cubicBezTo>
                  <a:pt x="171951" y="98104"/>
                  <a:pt x="170876" y="95471"/>
                  <a:pt x="168732" y="93342"/>
                </a:cubicBezTo>
                <a:cubicBezTo>
                  <a:pt x="166582" y="91213"/>
                  <a:pt x="163956" y="90145"/>
                  <a:pt x="160832" y="90145"/>
                </a:cubicBezTo>
                <a:cubicBezTo>
                  <a:pt x="157716" y="90145"/>
                  <a:pt x="155082" y="91213"/>
                  <a:pt x="152939" y="93342"/>
                </a:cubicBezTo>
                <a:cubicBezTo>
                  <a:pt x="150796" y="95471"/>
                  <a:pt x="149720" y="98104"/>
                  <a:pt x="149720" y="101235"/>
                </a:cubicBezTo>
                <a:cubicBezTo>
                  <a:pt x="149720" y="104373"/>
                  <a:pt x="150796" y="107007"/>
                  <a:pt x="152939" y="109135"/>
                </a:cubicBezTo>
                <a:cubicBezTo>
                  <a:pt x="155082" y="111264"/>
                  <a:pt x="157716" y="112325"/>
                  <a:pt x="160832" y="112325"/>
                </a:cubicBezTo>
                <a:cubicBezTo>
                  <a:pt x="163956" y="112325"/>
                  <a:pt x="166582" y="111264"/>
                  <a:pt x="168732" y="109135"/>
                </a:cubicBezTo>
                <a:close/>
                <a:moveTo>
                  <a:pt x="122413" y="87709"/>
                </a:moveTo>
                <a:cubicBezTo>
                  <a:pt x="124775" y="87709"/>
                  <a:pt x="126743" y="86912"/>
                  <a:pt x="128323" y="85317"/>
                </a:cubicBezTo>
                <a:cubicBezTo>
                  <a:pt x="129911" y="83730"/>
                  <a:pt x="130708" y="81755"/>
                  <a:pt x="130708" y="79414"/>
                </a:cubicBezTo>
                <a:cubicBezTo>
                  <a:pt x="130708" y="77066"/>
                  <a:pt x="129911" y="75105"/>
                  <a:pt x="128323" y="73525"/>
                </a:cubicBezTo>
                <a:cubicBezTo>
                  <a:pt x="126729" y="71952"/>
                  <a:pt x="124761" y="71162"/>
                  <a:pt x="122413" y="71162"/>
                </a:cubicBezTo>
                <a:lnTo>
                  <a:pt x="86729" y="71162"/>
                </a:lnTo>
                <a:cubicBezTo>
                  <a:pt x="84366" y="71162"/>
                  <a:pt x="82406" y="71967"/>
                  <a:pt x="80848" y="73576"/>
                </a:cubicBezTo>
                <a:cubicBezTo>
                  <a:pt x="79282" y="75186"/>
                  <a:pt x="78507" y="77153"/>
                  <a:pt x="78507" y="79487"/>
                </a:cubicBezTo>
                <a:cubicBezTo>
                  <a:pt x="78507" y="81813"/>
                  <a:pt x="79304" y="83766"/>
                  <a:pt x="80891" y="85346"/>
                </a:cubicBezTo>
                <a:cubicBezTo>
                  <a:pt x="82486" y="86905"/>
                  <a:pt x="84454" y="87687"/>
                  <a:pt x="86802" y="87687"/>
                </a:cubicBezTo>
                <a:lnTo>
                  <a:pt x="122435" y="87687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8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2792"/>
                </a:moveTo>
                <a:cubicBezTo>
                  <a:pt x="106700" y="222792"/>
                  <a:pt x="93503" y="220122"/>
                  <a:pt x="81096" y="214774"/>
                </a:cubicBezTo>
                <a:cubicBezTo>
                  <a:pt x="68690" y="209427"/>
                  <a:pt x="57841" y="202112"/>
                  <a:pt x="48558" y="192843"/>
                </a:cubicBezTo>
                <a:cubicBezTo>
                  <a:pt x="39290" y="183575"/>
                  <a:pt x="31975" y="172727"/>
                  <a:pt x="26627" y="160305"/>
                </a:cubicBezTo>
                <a:cubicBezTo>
                  <a:pt x="21280" y="147899"/>
                  <a:pt x="18610" y="134702"/>
                  <a:pt x="18610" y="120701"/>
                </a:cubicBezTo>
                <a:cubicBezTo>
                  <a:pt x="18610" y="106539"/>
                  <a:pt x="21280" y="93247"/>
                  <a:pt x="26627" y="80848"/>
                </a:cubicBezTo>
                <a:cubicBezTo>
                  <a:pt x="31975" y="68441"/>
                  <a:pt x="39290" y="57636"/>
                  <a:pt x="48558" y="48434"/>
                </a:cubicBezTo>
                <a:cubicBezTo>
                  <a:pt x="57827" y="39231"/>
                  <a:pt x="68675" y="31953"/>
                  <a:pt x="81096" y="26605"/>
                </a:cubicBezTo>
                <a:cubicBezTo>
                  <a:pt x="93518" y="21243"/>
                  <a:pt x="106729" y="18559"/>
                  <a:pt x="120723" y="18559"/>
                </a:cubicBezTo>
                <a:cubicBezTo>
                  <a:pt x="134892" y="18559"/>
                  <a:pt x="148184" y="21229"/>
                  <a:pt x="160605" y="26576"/>
                </a:cubicBezTo>
                <a:cubicBezTo>
                  <a:pt x="173026" y="31924"/>
                  <a:pt x="183831" y="39202"/>
                  <a:pt x="193019" y="48405"/>
                </a:cubicBezTo>
                <a:cubicBezTo>
                  <a:pt x="202207" y="57593"/>
                  <a:pt x="209485" y="68397"/>
                  <a:pt x="214847" y="80818"/>
                </a:cubicBezTo>
                <a:cubicBezTo>
                  <a:pt x="220209" y="93240"/>
                  <a:pt x="222894" y="106539"/>
                  <a:pt x="222894" y="120701"/>
                </a:cubicBezTo>
                <a:cubicBezTo>
                  <a:pt x="222894" y="134702"/>
                  <a:pt x="220209" y="147906"/>
                  <a:pt x="214847" y="160335"/>
                </a:cubicBezTo>
                <a:cubicBezTo>
                  <a:pt x="209485" y="172756"/>
                  <a:pt x="202207" y="183597"/>
                  <a:pt x="193019" y="192873"/>
                </a:cubicBezTo>
                <a:cubicBezTo>
                  <a:pt x="183816" y="202141"/>
                  <a:pt x="173012" y="209449"/>
                  <a:pt x="160605" y="214796"/>
                </a:cubicBezTo>
                <a:cubicBezTo>
                  <a:pt x="148199" y="220144"/>
                  <a:pt x="134914" y="222821"/>
                  <a:pt x="120752" y="222821"/>
                </a:cubicBezTo>
                <a:close/>
                <a:moveTo>
                  <a:pt x="120701" y="205667"/>
                </a:moveTo>
                <a:cubicBezTo>
                  <a:pt x="144336" y="205667"/>
                  <a:pt x="164402" y="197386"/>
                  <a:pt x="180898" y="180824"/>
                </a:cubicBezTo>
                <a:cubicBezTo>
                  <a:pt x="197393" y="164263"/>
                  <a:pt x="205645" y="144219"/>
                  <a:pt x="205645" y="120701"/>
                </a:cubicBezTo>
                <a:cubicBezTo>
                  <a:pt x="205645" y="97065"/>
                  <a:pt x="197393" y="77000"/>
                  <a:pt x="180898" y="60504"/>
                </a:cubicBezTo>
                <a:cubicBezTo>
                  <a:pt x="164402" y="44008"/>
                  <a:pt x="144322" y="35757"/>
                  <a:pt x="120650" y="35757"/>
                </a:cubicBezTo>
                <a:cubicBezTo>
                  <a:pt x="97146" y="35757"/>
                  <a:pt x="77124" y="44008"/>
                  <a:pt x="60577" y="60504"/>
                </a:cubicBezTo>
                <a:cubicBezTo>
                  <a:pt x="44016" y="77000"/>
                  <a:pt x="35735" y="97080"/>
                  <a:pt x="35735" y="120752"/>
                </a:cubicBezTo>
                <a:cubicBezTo>
                  <a:pt x="35735" y="144256"/>
                  <a:pt x="44016" y="164277"/>
                  <a:pt x="60577" y="180824"/>
                </a:cubicBezTo>
                <a:cubicBezTo>
                  <a:pt x="77139" y="197386"/>
                  <a:pt x="97182" y="205667"/>
                  <a:pt x="120701" y="205667"/>
                </a:cubicBezTo>
                <a:close/>
                <a:moveTo>
                  <a:pt x="120701" y="120701"/>
                </a:moveTo>
                <a:close/>
                <a:moveTo>
                  <a:pt x="125478" y="190758"/>
                </a:moveTo>
                <a:cubicBezTo>
                  <a:pt x="126889" y="189347"/>
                  <a:pt x="127592" y="187620"/>
                  <a:pt x="127592" y="185579"/>
                </a:cubicBezTo>
                <a:lnTo>
                  <a:pt x="127592" y="180020"/>
                </a:lnTo>
                <a:cubicBezTo>
                  <a:pt x="137614" y="178879"/>
                  <a:pt x="145529" y="175499"/>
                  <a:pt x="151330" y="169888"/>
                </a:cubicBezTo>
                <a:cubicBezTo>
                  <a:pt x="157130" y="164270"/>
                  <a:pt x="160027" y="157006"/>
                  <a:pt x="160027" y="148082"/>
                </a:cubicBezTo>
                <a:cubicBezTo>
                  <a:pt x="160027" y="139281"/>
                  <a:pt x="157621" y="132244"/>
                  <a:pt x="152815" y="126963"/>
                </a:cubicBezTo>
                <a:cubicBezTo>
                  <a:pt x="148001" y="121696"/>
                  <a:pt x="139676" y="117131"/>
                  <a:pt x="127840" y="113261"/>
                </a:cubicBezTo>
                <a:cubicBezTo>
                  <a:pt x="117350" y="109735"/>
                  <a:pt x="110160" y="106268"/>
                  <a:pt x="106268" y="102844"/>
                </a:cubicBezTo>
                <a:cubicBezTo>
                  <a:pt x="102391" y="99428"/>
                  <a:pt x="100460" y="94988"/>
                  <a:pt x="100460" y="89523"/>
                </a:cubicBezTo>
                <a:cubicBezTo>
                  <a:pt x="100460" y="84505"/>
                  <a:pt x="102296" y="80584"/>
                  <a:pt x="105968" y="77753"/>
                </a:cubicBezTo>
                <a:cubicBezTo>
                  <a:pt x="109633" y="74915"/>
                  <a:pt x="114644" y="73503"/>
                  <a:pt x="120979" y="73503"/>
                </a:cubicBezTo>
                <a:cubicBezTo>
                  <a:pt x="125002" y="73503"/>
                  <a:pt x="128594" y="74249"/>
                  <a:pt x="131761" y="75742"/>
                </a:cubicBezTo>
                <a:cubicBezTo>
                  <a:pt x="134936" y="77234"/>
                  <a:pt x="137701" y="79502"/>
                  <a:pt x="140064" y="82552"/>
                </a:cubicBezTo>
                <a:cubicBezTo>
                  <a:pt x="141337" y="84015"/>
                  <a:pt x="142866" y="84966"/>
                  <a:pt x="144643" y="85420"/>
                </a:cubicBezTo>
                <a:cubicBezTo>
                  <a:pt x="146414" y="85859"/>
                  <a:pt x="148104" y="85624"/>
                  <a:pt x="149691" y="84717"/>
                </a:cubicBezTo>
                <a:cubicBezTo>
                  <a:pt x="151622" y="83759"/>
                  <a:pt x="152851" y="82325"/>
                  <a:pt x="153392" y="80416"/>
                </a:cubicBezTo>
                <a:cubicBezTo>
                  <a:pt x="153941" y="78507"/>
                  <a:pt x="153612" y="76736"/>
                  <a:pt x="152383" y="75112"/>
                </a:cubicBezTo>
                <a:cubicBezTo>
                  <a:pt x="149501" y="71089"/>
                  <a:pt x="146041" y="67922"/>
                  <a:pt x="142003" y="65603"/>
                </a:cubicBezTo>
                <a:cubicBezTo>
                  <a:pt x="137979" y="63291"/>
                  <a:pt x="133341" y="61843"/>
                  <a:pt x="128096" y="61257"/>
                </a:cubicBezTo>
                <a:lnTo>
                  <a:pt x="128096" y="55771"/>
                </a:lnTo>
                <a:cubicBezTo>
                  <a:pt x="128096" y="53694"/>
                  <a:pt x="127372" y="52004"/>
                  <a:pt x="125931" y="50694"/>
                </a:cubicBezTo>
                <a:cubicBezTo>
                  <a:pt x="124490" y="49385"/>
                  <a:pt x="122830" y="48748"/>
                  <a:pt x="120950" y="48785"/>
                </a:cubicBezTo>
                <a:cubicBezTo>
                  <a:pt x="119055" y="48785"/>
                  <a:pt x="117350" y="49436"/>
                  <a:pt x="115822" y="50746"/>
                </a:cubicBezTo>
                <a:cubicBezTo>
                  <a:pt x="114300" y="52055"/>
                  <a:pt x="113532" y="53745"/>
                  <a:pt x="113532" y="55822"/>
                </a:cubicBezTo>
                <a:lnTo>
                  <a:pt x="113532" y="61309"/>
                </a:lnTo>
                <a:cubicBezTo>
                  <a:pt x="104871" y="62560"/>
                  <a:pt x="98090" y="65742"/>
                  <a:pt x="93188" y="70833"/>
                </a:cubicBezTo>
                <a:cubicBezTo>
                  <a:pt x="88309" y="75932"/>
                  <a:pt x="85873" y="82245"/>
                  <a:pt x="85873" y="89772"/>
                </a:cubicBezTo>
                <a:cubicBezTo>
                  <a:pt x="85873" y="98119"/>
                  <a:pt x="88068" y="104768"/>
                  <a:pt x="92464" y="109713"/>
                </a:cubicBezTo>
                <a:cubicBezTo>
                  <a:pt x="96853" y="114658"/>
                  <a:pt x="105017" y="119369"/>
                  <a:pt x="116955" y="123846"/>
                </a:cubicBezTo>
                <a:cubicBezTo>
                  <a:pt x="128455" y="128206"/>
                  <a:pt x="136085" y="132025"/>
                  <a:pt x="139837" y="135309"/>
                </a:cubicBezTo>
                <a:cubicBezTo>
                  <a:pt x="143590" y="138579"/>
                  <a:pt x="145470" y="142851"/>
                  <a:pt x="145470" y="148133"/>
                </a:cubicBezTo>
                <a:cubicBezTo>
                  <a:pt x="145470" y="153553"/>
                  <a:pt x="143276" y="158111"/>
                  <a:pt x="138879" y="161812"/>
                </a:cubicBezTo>
                <a:cubicBezTo>
                  <a:pt x="134490" y="165521"/>
                  <a:pt x="129011" y="167372"/>
                  <a:pt x="122435" y="167372"/>
                </a:cubicBezTo>
                <a:cubicBezTo>
                  <a:pt x="116955" y="167372"/>
                  <a:pt x="111945" y="166055"/>
                  <a:pt x="107402" y="163422"/>
                </a:cubicBezTo>
                <a:cubicBezTo>
                  <a:pt x="102859" y="160810"/>
                  <a:pt x="99333" y="157101"/>
                  <a:pt x="96839" y="152310"/>
                </a:cubicBezTo>
                <a:cubicBezTo>
                  <a:pt x="95917" y="150854"/>
                  <a:pt x="94703" y="149720"/>
                  <a:pt x="93188" y="148916"/>
                </a:cubicBezTo>
                <a:cubicBezTo>
                  <a:pt x="91681" y="148125"/>
                  <a:pt x="90116" y="148001"/>
                  <a:pt x="88492" y="148535"/>
                </a:cubicBezTo>
                <a:cubicBezTo>
                  <a:pt x="86195" y="149406"/>
                  <a:pt x="84673" y="150796"/>
                  <a:pt x="83935" y="152683"/>
                </a:cubicBezTo>
                <a:cubicBezTo>
                  <a:pt x="83203" y="154563"/>
                  <a:pt x="83459" y="156465"/>
                  <a:pt x="84717" y="158396"/>
                </a:cubicBezTo>
                <a:cubicBezTo>
                  <a:pt x="88104" y="164014"/>
                  <a:pt x="92120" y="168535"/>
                  <a:pt x="96765" y="171973"/>
                </a:cubicBezTo>
                <a:cubicBezTo>
                  <a:pt x="101403" y="175411"/>
                  <a:pt x="106831" y="177928"/>
                  <a:pt x="113034" y="179515"/>
                </a:cubicBezTo>
                <a:lnTo>
                  <a:pt x="113034" y="185755"/>
                </a:lnTo>
                <a:cubicBezTo>
                  <a:pt x="113034" y="187715"/>
                  <a:pt x="113781" y="189391"/>
                  <a:pt x="115273" y="190780"/>
                </a:cubicBezTo>
                <a:cubicBezTo>
                  <a:pt x="116758" y="192178"/>
                  <a:pt x="118492" y="192873"/>
                  <a:pt x="120452" y="192873"/>
                </a:cubicBezTo>
                <a:cubicBezTo>
                  <a:pt x="122376" y="192873"/>
                  <a:pt x="124051" y="192163"/>
                  <a:pt x="125478" y="19075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10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1923" y="173004"/>
                </a:moveTo>
                <a:lnTo>
                  <a:pt x="51923" y="104227"/>
                </a:lnTo>
                <a:cubicBezTo>
                  <a:pt x="51923" y="101930"/>
                  <a:pt x="52721" y="99991"/>
                  <a:pt x="54315" y="98397"/>
                </a:cubicBezTo>
                <a:cubicBezTo>
                  <a:pt x="55910" y="96802"/>
                  <a:pt x="57878" y="96005"/>
                  <a:pt x="60226" y="96005"/>
                </a:cubicBezTo>
                <a:cubicBezTo>
                  <a:pt x="62574" y="96005"/>
                  <a:pt x="64513" y="96802"/>
                  <a:pt x="66056" y="98397"/>
                </a:cubicBezTo>
                <a:cubicBezTo>
                  <a:pt x="67600" y="99991"/>
                  <a:pt x="68375" y="101930"/>
                  <a:pt x="68375" y="104227"/>
                </a:cubicBezTo>
                <a:lnTo>
                  <a:pt x="68375" y="173056"/>
                </a:lnTo>
                <a:cubicBezTo>
                  <a:pt x="68375" y="175382"/>
                  <a:pt x="67585" y="177335"/>
                  <a:pt x="66005" y="178915"/>
                </a:cubicBezTo>
                <a:cubicBezTo>
                  <a:pt x="64432" y="180473"/>
                  <a:pt x="62472" y="181256"/>
                  <a:pt x="60124" y="181256"/>
                </a:cubicBezTo>
                <a:cubicBezTo>
                  <a:pt x="57775" y="181256"/>
                  <a:pt x="55815" y="180459"/>
                  <a:pt x="54242" y="178864"/>
                </a:cubicBezTo>
                <a:cubicBezTo>
                  <a:pt x="52684" y="177269"/>
                  <a:pt x="51901" y="175309"/>
                  <a:pt x="51901" y="172983"/>
                </a:cubicBezTo>
                <a:close/>
                <a:moveTo>
                  <a:pt x="113510" y="173056"/>
                </a:moveTo>
                <a:lnTo>
                  <a:pt x="113510" y="104227"/>
                </a:lnTo>
                <a:cubicBezTo>
                  <a:pt x="113510" y="101930"/>
                  <a:pt x="114307" y="99991"/>
                  <a:pt x="115895" y="98397"/>
                </a:cubicBezTo>
                <a:cubicBezTo>
                  <a:pt x="117489" y="96802"/>
                  <a:pt x="119443" y="96005"/>
                  <a:pt x="121754" y="96005"/>
                </a:cubicBezTo>
                <a:cubicBezTo>
                  <a:pt x="124073" y="96005"/>
                  <a:pt x="126004" y="96802"/>
                  <a:pt x="127562" y="98397"/>
                </a:cubicBezTo>
                <a:cubicBezTo>
                  <a:pt x="129128" y="99991"/>
                  <a:pt x="129903" y="101930"/>
                  <a:pt x="129903" y="104227"/>
                </a:cubicBezTo>
                <a:lnTo>
                  <a:pt x="129903" y="173056"/>
                </a:lnTo>
                <a:cubicBezTo>
                  <a:pt x="129903" y="175353"/>
                  <a:pt x="129106" y="177299"/>
                  <a:pt x="127519" y="178886"/>
                </a:cubicBezTo>
                <a:cubicBezTo>
                  <a:pt x="125924" y="180481"/>
                  <a:pt x="123971" y="181278"/>
                  <a:pt x="121659" y="181278"/>
                </a:cubicBezTo>
                <a:cubicBezTo>
                  <a:pt x="119340" y="181278"/>
                  <a:pt x="117409" y="180481"/>
                  <a:pt x="115851" y="178886"/>
                </a:cubicBezTo>
                <a:cubicBezTo>
                  <a:pt x="114285" y="177299"/>
                  <a:pt x="113510" y="175353"/>
                  <a:pt x="113510" y="173056"/>
                </a:cubicBezTo>
                <a:close/>
                <a:moveTo>
                  <a:pt x="27183" y="212104"/>
                </a:moveTo>
                <a:cubicBezTo>
                  <a:pt x="24769" y="212104"/>
                  <a:pt x="22736" y="211278"/>
                  <a:pt x="21075" y="209617"/>
                </a:cubicBezTo>
                <a:cubicBezTo>
                  <a:pt x="19415" y="207957"/>
                  <a:pt x="18588" y="205916"/>
                  <a:pt x="18610" y="203480"/>
                </a:cubicBezTo>
                <a:cubicBezTo>
                  <a:pt x="18610" y="201051"/>
                  <a:pt x="19429" y="199025"/>
                  <a:pt x="21075" y="197393"/>
                </a:cubicBezTo>
                <a:cubicBezTo>
                  <a:pt x="22714" y="195769"/>
                  <a:pt x="24755" y="194957"/>
                  <a:pt x="27183" y="194957"/>
                </a:cubicBezTo>
                <a:lnTo>
                  <a:pt x="214218" y="194957"/>
                </a:lnTo>
                <a:cubicBezTo>
                  <a:pt x="216632" y="194957"/>
                  <a:pt x="218681" y="195784"/>
                  <a:pt x="220356" y="197445"/>
                </a:cubicBezTo>
                <a:cubicBezTo>
                  <a:pt x="222016" y="199105"/>
                  <a:pt x="222843" y="201153"/>
                  <a:pt x="222843" y="203582"/>
                </a:cubicBezTo>
                <a:cubicBezTo>
                  <a:pt x="222843" y="206011"/>
                  <a:pt x="222016" y="208044"/>
                  <a:pt x="220356" y="209668"/>
                </a:cubicBezTo>
                <a:cubicBezTo>
                  <a:pt x="218695" y="211292"/>
                  <a:pt x="216647" y="212104"/>
                  <a:pt x="214218" y="212104"/>
                </a:cubicBezTo>
                <a:lnTo>
                  <a:pt x="27183" y="212104"/>
                </a:lnTo>
                <a:close/>
                <a:moveTo>
                  <a:pt x="173004" y="173004"/>
                </a:moveTo>
                <a:lnTo>
                  <a:pt x="173004" y="104227"/>
                </a:lnTo>
                <a:cubicBezTo>
                  <a:pt x="173004" y="101930"/>
                  <a:pt x="173802" y="99991"/>
                  <a:pt x="175397" y="98397"/>
                </a:cubicBezTo>
                <a:cubicBezTo>
                  <a:pt x="176984" y="96802"/>
                  <a:pt x="178959" y="96005"/>
                  <a:pt x="181300" y="96005"/>
                </a:cubicBezTo>
                <a:cubicBezTo>
                  <a:pt x="183648" y="96005"/>
                  <a:pt x="185594" y="96802"/>
                  <a:pt x="187137" y="98397"/>
                </a:cubicBezTo>
                <a:cubicBezTo>
                  <a:pt x="188681" y="99991"/>
                  <a:pt x="189449" y="101930"/>
                  <a:pt x="189449" y="104227"/>
                </a:cubicBezTo>
                <a:lnTo>
                  <a:pt x="189449" y="173056"/>
                </a:lnTo>
                <a:cubicBezTo>
                  <a:pt x="189449" y="175382"/>
                  <a:pt x="188659" y="177335"/>
                  <a:pt x="187086" y="178915"/>
                </a:cubicBezTo>
                <a:cubicBezTo>
                  <a:pt x="185513" y="180473"/>
                  <a:pt x="183546" y="181256"/>
                  <a:pt x="181205" y="181256"/>
                </a:cubicBezTo>
                <a:cubicBezTo>
                  <a:pt x="178857" y="181256"/>
                  <a:pt x="176896" y="180459"/>
                  <a:pt x="175316" y="178864"/>
                </a:cubicBezTo>
                <a:cubicBezTo>
                  <a:pt x="173758" y="177269"/>
                  <a:pt x="172983" y="175309"/>
                  <a:pt x="172983" y="172983"/>
                </a:cubicBezTo>
                <a:close/>
                <a:moveTo>
                  <a:pt x="215052" y="82325"/>
                </a:moveTo>
                <a:lnTo>
                  <a:pt x="25472" y="82325"/>
                </a:lnTo>
                <a:cubicBezTo>
                  <a:pt x="23548" y="82325"/>
                  <a:pt x="21916" y="81660"/>
                  <a:pt x="20592" y="80314"/>
                </a:cubicBezTo>
                <a:cubicBezTo>
                  <a:pt x="19268" y="78975"/>
                  <a:pt x="18610" y="77358"/>
                  <a:pt x="18610" y="75464"/>
                </a:cubicBezTo>
                <a:lnTo>
                  <a:pt x="18610" y="70460"/>
                </a:lnTo>
                <a:cubicBezTo>
                  <a:pt x="18610" y="69253"/>
                  <a:pt x="18946" y="68097"/>
                  <a:pt x="19612" y="66993"/>
                </a:cubicBezTo>
                <a:cubicBezTo>
                  <a:pt x="20285" y="65881"/>
                  <a:pt x="21141" y="65017"/>
                  <a:pt x="22180" y="64396"/>
                </a:cubicBezTo>
                <a:lnTo>
                  <a:pt x="112252" y="13102"/>
                </a:lnTo>
                <a:cubicBezTo>
                  <a:pt x="114871" y="11646"/>
                  <a:pt x="117687" y="10914"/>
                  <a:pt x="120701" y="10914"/>
                </a:cubicBezTo>
                <a:cubicBezTo>
                  <a:pt x="123722" y="10914"/>
                  <a:pt x="126538" y="11646"/>
                  <a:pt x="129150" y="13102"/>
                </a:cubicBezTo>
                <a:lnTo>
                  <a:pt x="218871" y="64096"/>
                </a:lnTo>
                <a:cubicBezTo>
                  <a:pt x="220078" y="64886"/>
                  <a:pt x="221043" y="65881"/>
                  <a:pt x="221760" y="67088"/>
                </a:cubicBezTo>
                <a:cubicBezTo>
                  <a:pt x="222484" y="68295"/>
                  <a:pt x="222843" y="69648"/>
                  <a:pt x="222843" y="71140"/>
                </a:cubicBezTo>
                <a:lnTo>
                  <a:pt x="222843" y="74183"/>
                </a:lnTo>
                <a:cubicBezTo>
                  <a:pt x="222843" y="76480"/>
                  <a:pt x="222097" y="78404"/>
                  <a:pt x="220604" y="79962"/>
                </a:cubicBezTo>
                <a:cubicBezTo>
                  <a:pt x="219112" y="81521"/>
                  <a:pt x="217261" y="82303"/>
                  <a:pt x="215052" y="82303"/>
                </a:cubicBezTo>
                <a:close/>
                <a:moveTo>
                  <a:pt x="56151" y="65127"/>
                </a:moveTo>
                <a:lnTo>
                  <a:pt x="185228" y="65127"/>
                </a:lnTo>
                <a:lnTo>
                  <a:pt x="56151" y="65127"/>
                </a:lnTo>
                <a:close/>
                <a:moveTo>
                  <a:pt x="56151" y="65127"/>
                </a:moveTo>
                <a:lnTo>
                  <a:pt x="185228" y="65127"/>
                </a:lnTo>
                <a:lnTo>
                  <a:pt x="120701" y="28112"/>
                </a:lnTo>
                <a:lnTo>
                  <a:pt x="56151" y="6512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2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808" y="180854"/>
                </a:moveTo>
                <a:lnTo>
                  <a:pt x="112808" y="186662"/>
                </a:lnTo>
                <a:cubicBezTo>
                  <a:pt x="112808" y="187818"/>
                  <a:pt x="113239" y="188813"/>
                  <a:pt x="114110" y="189654"/>
                </a:cubicBezTo>
                <a:cubicBezTo>
                  <a:pt x="114988" y="190488"/>
                  <a:pt x="115982" y="190912"/>
                  <a:pt x="117102" y="190912"/>
                </a:cubicBezTo>
                <a:lnTo>
                  <a:pt x="124344" y="190912"/>
                </a:lnTo>
                <a:cubicBezTo>
                  <a:pt x="125470" y="190912"/>
                  <a:pt x="126458" y="190473"/>
                  <a:pt x="127314" y="189603"/>
                </a:cubicBezTo>
                <a:cubicBezTo>
                  <a:pt x="128170" y="188747"/>
                  <a:pt x="128594" y="187737"/>
                  <a:pt x="128594" y="186581"/>
                </a:cubicBezTo>
                <a:lnTo>
                  <a:pt x="128594" y="180824"/>
                </a:lnTo>
                <a:lnTo>
                  <a:pt x="143334" y="180824"/>
                </a:lnTo>
                <a:cubicBezTo>
                  <a:pt x="145609" y="180824"/>
                  <a:pt x="147496" y="180078"/>
                  <a:pt x="148989" y="178586"/>
                </a:cubicBezTo>
                <a:cubicBezTo>
                  <a:pt x="150481" y="177094"/>
                  <a:pt x="151227" y="175228"/>
                  <a:pt x="151227" y="172983"/>
                </a:cubicBezTo>
                <a:lnTo>
                  <a:pt x="151227" y="139911"/>
                </a:lnTo>
                <a:cubicBezTo>
                  <a:pt x="151227" y="137665"/>
                  <a:pt x="150481" y="135792"/>
                  <a:pt x="148989" y="134278"/>
                </a:cubicBezTo>
                <a:cubicBezTo>
                  <a:pt x="147496" y="132771"/>
                  <a:pt x="145602" y="132017"/>
                  <a:pt x="143305" y="132017"/>
                </a:cubicBezTo>
                <a:lnTo>
                  <a:pt x="105968" y="132017"/>
                </a:lnTo>
                <a:lnTo>
                  <a:pt x="105968" y="114768"/>
                </a:lnTo>
                <a:lnTo>
                  <a:pt x="143385" y="114768"/>
                </a:lnTo>
                <a:cubicBezTo>
                  <a:pt x="145609" y="114768"/>
                  <a:pt x="147474" y="114000"/>
                  <a:pt x="148967" y="112479"/>
                </a:cubicBezTo>
                <a:cubicBezTo>
                  <a:pt x="150474" y="110950"/>
                  <a:pt x="151227" y="109077"/>
                  <a:pt x="151227" y="106846"/>
                </a:cubicBezTo>
                <a:cubicBezTo>
                  <a:pt x="151227" y="104615"/>
                  <a:pt x="150474" y="102757"/>
                  <a:pt x="148967" y="101264"/>
                </a:cubicBezTo>
                <a:cubicBezTo>
                  <a:pt x="147460" y="99772"/>
                  <a:pt x="145594" y="99026"/>
                  <a:pt x="143385" y="99026"/>
                </a:cubicBezTo>
                <a:lnTo>
                  <a:pt x="128594" y="99026"/>
                </a:lnTo>
                <a:lnTo>
                  <a:pt x="128594" y="93218"/>
                </a:lnTo>
                <a:cubicBezTo>
                  <a:pt x="128594" y="92091"/>
                  <a:pt x="128162" y="91104"/>
                  <a:pt x="127292" y="90248"/>
                </a:cubicBezTo>
                <a:cubicBezTo>
                  <a:pt x="126414" y="89392"/>
                  <a:pt x="125419" y="88967"/>
                  <a:pt x="124300" y="88967"/>
                </a:cubicBezTo>
                <a:lnTo>
                  <a:pt x="117058" y="88967"/>
                </a:lnTo>
                <a:cubicBezTo>
                  <a:pt x="115931" y="88967"/>
                  <a:pt x="114944" y="89392"/>
                  <a:pt x="114088" y="90248"/>
                </a:cubicBezTo>
                <a:cubicBezTo>
                  <a:pt x="113232" y="91104"/>
                  <a:pt x="112808" y="92091"/>
                  <a:pt x="112808" y="93218"/>
                </a:cubicBezTo>
                <a:lnTo>
                  <a:pt x="112808" y="99026"/>
                </a:lnTo>
                <a:lnTo>
                  <a:pt x="98068" y="99026"/>
                </a:lnTo>
                <a:cubicBezTo>
                  <a:pt x="95793" y="99026"/>
                  <a:pt x="93905" y="99779"/>
                  <a:pt x="92413" y="101286"/>
                </a:cubicBezTo>
                <a:cubicBezTo>
                  <a:pt x="90921" y="102793"/>
                  <a:pt x="90174" y="104659"/>
                  <a:pt x="90174" y="106868"/>
                </a:cubicBezTo>
                <a:lnTo>
                  <a:pt x="90174" y="139940"/>
                </a:lnTo>
                <a:cubicBezTo>
                  <a:pt x="90174" y="142200"/>
                  <a:pt x="90921" y="144080"/>
                  <a:pt x="92413" y="145572"/>
                </a:cubicBezTo>
                <a:cubicBezTo>
                  <a:pt x="93905" y="147065"/>
                  <a:pt x="95800" y="147811"/>
                  <a:pt x="98097" y="147811"/>
                </a:cubicBezTo>
                <a:lnTo>
                  <a:pt x="135434" y="147811"/>
                </a:lnTo>
                <a:lnTo>
                  <a:pt x="135434" y="165060"/>
                </a:lnTo>
                <a:lnTo>
                  <a:pt x="98016" y="165060"/>
                </a:lnTo>
                <a:cubicBezTo>
                  <a:pt x="95793" y="165060"/>
                  <a:pt x="93927" y="165821"/>
                  <a:pt x="92435" y="167350"/>
                </a:cubicBezTo>
                <a:cubicBezTo>
                  <a:pt x="90928" y="168871"/>
                  <a:pt x="90174" y="170759"/>
                  <a:pt x="90174" y="173004"/>
                </a:cubicBezTo>
                <a:cubicBezTo>
                  <a:pt x="90174" y="175250"/>
                  <a:pt x="90928" y="177123"/>
                  <a:pt x="92435" y="178615"/>
                </a:cubicBezTo>
                <a:cubicBezTo>
                  <a:pt x="93949" y="180108"/>
                  <a:pt x="95822" y="180854"/>
                  <a:pt x="98068" y="180854"/>
                </a:cubicBezTo>
                <a:lnTo>
                  <a:pt x="112808" y="180854"/>
                </a:lnTo>
                <a:close/>
                <a:moveTo>
                  <a:pt x="55873" y="222792"/>
                </a:moveTo>
                <a:cubicBezTo>
                  <a:pt x="51250" y="222792"/>
                  <a:pt x="47234" y="221095"/>
                  <a:pt x="43833" y="217686"/>
                </a:cubicBezTo>
                <a:cubicBezTo>
                  <a:pt x="40424" y="214284"/>
                  <a:pt x="38727" y="210268"/>
                  <a:pt x="38727" y="205645"/>
                </a:cubicBezTo>
                <a:lnTo>
                  <a:pt x="38727" y="35735"/>
                </a:lnTo>
                <a:cubicBezTo>
                  <a:pt x="38727" y="31090"/>
                  <a:pt x="40424" y="27066"/>
                  <a:pt x="43833" y="23665"/>
                </a:cubicBezTo>
                <a:cubicBezTo>
                  <a:pt x="47234" y="20256"/>
                  <a:pt x="51250" y="18559"/>
                  <a:pt x="55873" y="18559"/>
                </a:cubicBezTo>
                <a:lnTo>
                  <a:pt x="145872" y="18559"/>
                </a:lnTo>
                <a:lnTo>
                  <a:pt x="202755" y="75442"/>
                </a:lnTo>
                <a:lnTo>
                  <a:pt x="202755" y="205667"/>
                </a:lnTo>
                <a:cubicBezTo>
                  <a:pt x="202755" y="210297"/>
                  <a:pt x="201051" y="214313"/>
                  <a:pt x="197649" y="217715"/>
                </a:cubicBezTo>
                <a:cubicBezTo>
                  <a:pt x="194248" y="221117"/>
                  <a:pt x="190224" y="222821"/>
                  <a:pt x="185579" y="222821"/>
                </a:cubicBezTo>
                <a:lnTo>
                  <a:pt x="55903" y="222821"/>
                </a:lnTo>
                <a:close/>
                <a:moveTo>
                  <a:pt x="55873" y="205667"/>
                </a:moveTo>
                <a:lnTo>
                  <a:pt x="185550" y="205667"/>
                </a:lnTo>
                <a:lnTo>
                  <a:pt x="185550" y="81974"/>
                </a:lnTo>
                <a:lnTo>
                  <a:pt x="147884" y="81974"/>
                </a:lnTo>
                <a:cubicBezTo>
                  <a:pt x="145470" y="81974"/>
                  <a:pt x="143436" y="81155"/>
                  <a:pt x="141776" y="79509"/>
                </a:cubicBezTo>
                <a:cubicBezTo>
                  <a:pt x="140115" y="77870"/>
                  <a:pt x="139289" y="75829"/>
                  <a:pt x="139311" y="73401"/>
                </a:cubicBezTo>
                <a:lnTo>
                  <a:pt x="139311" y="35735"/>
                </a:lnTo>
                <a:lnTo>
                  <a:pt x="55873" y="35735"/>
                </a:lnTo>
                <a:lnTo>
                  <a:pt x="55873" y="205645"/>
                </a:lnTo>
                <a:close/>
                <a:moveTo>
                  <a:pt x="55873" y="35757"/>
                </a:moveTo>
                <a:lnTo>
                  <a:pt x="55873" y="81974"/>
                </a:lnTo>
                <a:lnTo>
                  <a:pt x="55873" y="35757"/>
                </a:lnTo>
                <a:lnTo>
                  <a:pt x="55873" y="205667"/>
                </a:lnTo>
                <a:lnTo>
                  <a:pt x="55873" y="3575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4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757" y="202675"/>
                </a:moveTo>
                <a:cubicBezTo>
                  <a:pt x="31133" y="202675"/>
                  <a:pt x="27117" y="200978"/>
                  <a:pt x="23716" y="197569"/>
                </a:cubicBezTo>
                <a:cubicBezTo>
                  <a:pt x="20307" y="194167"/>
                  <a:pt x="18610" y="190151"/>
                  <a:pt x="18610" y="185528"/>
                </a:cubicBezTo>
                <a:lnTo>
                  <a:pt x="18610" y="55852"/>
                </a:lnTo>
                <a:cubicBezTo>
                  <a:pt x="18610" y="51206"/>
                  <a:pt x="20307" y="47183"/>
                  <a:pt x="23716" y="43781"/>
                </a:cubicBezTo>
                <a:cubicBezTo>
                  <a:pt x="27117" y="40373"/>
                  <a:pt x="31133" y="38675"/>
                  <a:pt x="35757" y="38675"/>
                </a:cubicBezTo>
                <a:lnTo>
                  <a:pt x="205667" y="38675"/>
                </a:lnTo>
                <a:cubicBezTo>
                  <a:pt x="210312" y="38675"/>
                  <a:pt x="214335" y="40373"/>
                  <a:pt x="217737" y="43781"/>
                </a:cubicBezTo>
                <a:cubicBezTo>
                  <a:pt x="221146" y="47183"/>
                  <a:pt x="222843" y="51206"/>
                  <a:pt x="222843" y="55852"/>
                </a:cubicBezTo>
                <a:lnTo>
                  <a:pt x="222843" y="185528"/>
                </a:lnTo>
                <a:cubicBezTo>
                  <a:pt x="222843" y="190151"/>
                  <a:pt x="221146" y="194167"/>
                  <a:pt x="217737" y="197569"/>
                </a:cubicBezTo>
                <a:cubicBezTo>
                  <a:pt x="214335" y="200978"/>
                  <a:pt x="210312" y="202675"/>
                  <a:pt x="205667" y="202675"/>
                </a:cubicBezTo>
                <a:lnTo>
                  <a:pt x="35757" y="202675"/>
                </a:lnTo>
                <a:close/>
                <a:moveTo>
                  <a:pt x="205667" y="71089"/>
                </a:moveTo>
                <a:lnTo>
                  <a:pt x="125331" y="123971"/>
                </a:lnTo>
                <a:cubicBezTo>
                  <a:pt x="124541" y="124388"/>
                  <a:pt x="123802" y="124731"/>
                  <a:pt x="123115" y="125002"/>
                </a:cubicBezTo>
                <a:cubicBezTo>
                  <a:pt x="122427" y="125265"/>
                  <a:pt x="121623" y="125404"/>
                  <a:pt x="120701" y="125404"/>
                </a:cubicBezTo>
                <a:cubicBezTo>
                  <a:pt x="119779" y="125404"/>
                  <a:pt x="118974" y="125265"/>
                  <a:pt x="118287" y="125002"/>
                </a:cubicBezTo>
                <a:cubicBezTo>
                  <a:pt x="117599" y="124731"/>
                  <a:pt x="116860" y="124388"/>
                  <a:pt x="116070" y="123971"/>
                </a:cubicBezTo>
                <a:lnTo>
                  <a:pt x="35757" y="71060"/>
                </a:lnTo>
                <a:lnTo>
                  <a:pt x="35757" y="185528"/>
                </a:lnTo>
                <a:lnTo>
                  <a:pt x="205667" y="185528"/>
                </a:lnTo>
                <a:lnTo>
                  <a:pt x="205667" y="71060"/>
                </a:lnTo>
                <a:close/>
                <a:moveTo>
                  <a:pt x="120701" y="110664"/>
                </a:moveTo>
                <a:lnTo>
                  <a:pt x="204665" y="55852"/>
                </a:lnTo>
                <a:lnTo>
                  <a:pt x="37015" y="55852"/>
                </a:lnTo>
                <a:lnTo>
                  <a:pt x="120723" y="110664"/>
                </a:lnTo>
                <a:close/>
                <a:moveTo>
                  <a:pt x="35735" y="71060"/>
                </a:moveTo>
                <a:lnTo>
                  <a:pt x="35735" y="72998"/>
                </a:lnTo>
                <a:lnTo>
                  <a:pt x="35735" y="62187"/>
                </a:lnTo>
                <a:lnTo>
                  <a:pt x="35735" y="62384"/>
                </a:lnTo>
                <a:lnTo>
                  <a:pt x="35735" y="55852"/>
                </a:lnTo>
                <a:lnTo>
                  <a:pt x="35735" y="62289"/>
                </a:lnTo>
                <a:lnTo>
                  <a:pt x="35735" y="62011"/>
                </a:lnTo>
                <a:lnTo>
                  <a:pt x="35735" y="72998"/>
                </a:lnTo>
                <a:lnTo>
                  <a:pt x="35735" y="71060"/>
                </a:lnTo>
                <a:lnTo>
                  <a:pt x="35735" y="185528"/>
                </a:lnTo>
                <a:lnTo>
                  <a:pt x="35735" y="7106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6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843" y="182558"/>
                </a:moveTo>
                <a:lnTo>
                  <a:pt x="33240" y="208161"/>
                </a:lnTo>
                <a:cubicBezTo>
                  <a:pt x="30526" y="210875"/>
                  <a:pt x="27410" y="211504"/>
                  <a:pt x="23891" y="210041"/>
                </a:cubicBezTo>
                <a:cubicBezTo>
                  <a:pt x="20366" y="208586"/>
                  <a:pt x="18610" y="205981"/>
                  <a:pt x="18610" y="202221"/>
                </a:cubicBezTo>
                <a:lnTo>
                  <a:pt x="18610" y="35757"/>
                </a:lnTo>
                <a:cubicBezTo>
                  <a:pt x="18610" y="31112"/>
                  <a:pt x="20307" y="27088"/>
                  <a:pt x="23716" y="23687"/>
                </a:cubicBezTo>
                <a:cubicBezTo>
                  <a:pt x="27117" y="20285"/>
                  <a:pt x="31133" y="18581"/>
                  <a:pt x="35757" y="18581"/>
                </a:cubicBezTo>
                <a:lnTo>
                  <a:pt x="205667" y="18581"/>
                </a:lnTo>
                <a:cubicBezTo>
                  <a:pt x="210312" y="18581"/>
                  <a:pt x="214335" y="20285"/>
                  <a:pt x="217737" y="23687"/>
                </a:cubicBezTo>
                <a:cubicBezTo>
                  <a:pt x="221146" y="27088"/>
                  <a:pt x="222843" y="31112"/>
                  <a:pt x="222843" y="35757"/>
                </a:cubicBezTo>
                <a:lnTo>
                  <a:pt x="222843" y="165433"/>
                </a:lnTo>
                <a:cubicBezTo>
                  <a:pt x="222843" y="170064"/>
                  <a:pt x="221146" y="174080"/>
                  <a:pt x="217737" y="177481"/>
                </a:cubicBezTo>
                <a:cubicBezTo>
                  <a:pt x="214335" y="180883"/>
                  <a:pt x="210312" y="182587"/>
                  <a:pt x="205667" y="182587"/>
                </a:cubicBezTo>
                <a:lnTo>
                  <a:pt x="58843" y="182587"/>
                </a:lnTo>
                <a:close/>
                <a:moveTo>
                  <a:pt x="52304" y="165433"/>
                </a:moveTo>
                <a:lnTo>
                  <a:pt x="205645" y="165433"/>
                </a:lnTo>
                <a:lnTo>
                  <a:pt x="205645" y="35757"/>
                </a:lnTo>
                <a:lnTo>
                  <a:pt x="35735" y="35757"/>
                </a:lnTo>
                <a:lnTo>
                  <a:pt x="35735" y="183516"/>
                </a:lnTo>
                <a:lnTo>
                  <a:pt x="52304" y="165433"/>
                </a:lnTo>
                <a:close/>
                <a:moveTo>
                  <a:pt x="35735" y="165433"/>
                </a:moveTo>
                <a:lnTo>
                  <a:pt x="35735" y="35757"/>
                </a:lnTo>
                <a:lnTo>
                  <a:pt x="35735" y="165433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56" y="141066"/>
                  <a:pt x="135456" y="140342"/>
                  <a:pt x="136897" y="138879"/>
                </a:cubicBezTo>
                <a:cubicBezTo>
                  <a:pt x="138338" y="137423"/>
                  <a:pt x="139055" y="135624"/>
                  <a:pt x="139055" y="133473"/>
                </a:cubicBezTo>
                <a:cubicBezTo>
                  <a:pt x="139055" y="131330"/>
                  <a:pt x="138338" y="129545"/>
                  <a:pt x="136897" y="128118"/>
                </a:cubicBezTo>
                <a:cubicBezTo>
                  <a:pt x="135456" y="126692"/>
                  <a:pt x="133656" y="125982"/>
                  <a:pt x="131513" y="125982"/>
                </a:cubicBezTo>
                <a:lnTo>
                  <a:pt x="67892" y="125982"/>
                </a:lnTo>
                <a:cubicBezTo>
                  <a:pt x="65749" y="125982"/>
                  <a:pt x="63957" y="126714"/>
                  <a:pt x="62516" y="128170"/>
                </a:cubicBezTo>
                <a:cubicBezTo>
                  <a:pt x="61075" y="129625"/>
                  <a:pt x="60350" y="131432"/>
                  <a:pt x="60350" y="133576"/>
                </a:cubicBezTo>
                <a:cubicBezTo>
                  <a:pt x="60350" y="135719"/>
                  <a:pt x="61075" y="137504"/>
                  <a:pt x="62516" y="138930"/>
                </a:cubicBezTo>
                <a:cubicBezTo>
                  <a:pt x="63957" y="140357"/>
                  <a:pt x="65749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53" y="108382"/>
                  <a:pt x="177445" y="107650"/>
                  <a:pt x="178886" y="106195"/>
                </a:cubicBezTo>
                <a:cubicBezTo>
                  <a:pt x="180327" y="104732"/>
                  <a:pt x="181051" y="102932"/>
                  <a:pt x="181051" y="100789"/>
                </a:cubicBezTo>
                <a:cubicBezTo>
                  <a:pt x="181051" y="98638"/>
                  <a:pt x="180327" y="96853"/>
                  <a:pt x="178886" y="95427"/>
                </a:cubicBezTo>
                <a:cubicBezTo>
                  <a:pt x="177445" y="94008"/>
                  <a:pt x="175653" y="93291"/>
                  <a:pt x="173509" y="93291"/>
                </a:cubicBezTo>
                <a:lnTo>
                  <a:pt x="67892" y="93291"/>
                </a:lnTo>
                <a:cubicBezTo>
                  <a:pt x="65749" y="93291"/>
                  <a:pt x="63957" y="94022"/>
                  <a:pt x="62516" y="95478"/>
                </a:cubicBezTo>
                <a:cubicBezTo>
                  <a:pt x="61075" y="96941"/>
                  <a:pt x="60350" y="98741"/>
                  <a:pt x="60350" y="100884"/>
                </a:cubicBezTo>
                <a:cubicBezTo>
                  <a:pt x="60350" y="103035"/>
                  <a:pt x="61075" y="104820"/>
                  <a:pt x="62516" y="106239"/>
                </a:cubicBezTo>
                <a:cubicBezTo>
                  <a:pt x="63957" y="107665"/>
                  <a:pt x="65749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53" y="75690"/>
                  <a:pt x="177445" y="74959"/>
                  <a:pt x="178886" y="73503"/>
                </a:cubicBezTo>
                <a:cubicBezTo>
                  <a:pt x="180327" y="72040"/>
                  <a:pt x="181051" y="70241"/>
                  <a:pt x="181051" y="68097"/>
                </a:cubicBezTo>
                <a:cubicBezTo>
                  <a:pt x="181051" y="65947"/>
                  <a:pt x="180327" y="64162"/>
                  <a:pt x="178886" y="62742"/>
                </a:cubicBezTo>
                <a:cubicBezTo>
                  <a:pt x="177445" y="61316"/>
                  <a:pt x="175653" y="60599"/>
                  <a:pt x="173509" y="60599"/>
                </a:cubicBezTo>
                <a:lnTo>
                  <a:pt x="67892" y="60599"/>
                </a:lnTo>
                <a:cubicBezTo>
                  <a:pt x="65749" y="60599"/>
                  <a:pt x="63957" y="61331"/>
                  <a:pt x="62516" y="62786"/>
                </a:cubicBezTo>
                <a:cubicBezTo>
                  <a:pt x="61075" y="64249"/>
                  <a:pt x="60350" y="66049"/>
                  <a:pt x="60350" y="68200"/>
                </a:cubicBezTo>
                <a:cubicBezTo>
                  <a:pt x="60350" y="70343"/>
                  <a:pt x="61075" y="72128"/>
                  <a:pt x="62516" y="73554"/>
                </a:cubicBezTo>
                <a:cubicBezTo>
                  <a:pt x="63957" y="74973"/>
                  <a:pt x="65749" y="75690"/>
                  <a:pt x="67892" y="7569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8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5374" y="211731"/>
                </a:moveTo>
                <a:cubicBezTo>
                  <a:pt x="214321" y="211731"/>
                  <a:pt x="213260" y="211526"/>
                  <a:pt x="212207" y="211124"/>
                </a:cubicBezTo>
                <a:cubicBezTo>
                  <a:pt x="211153" y="210722"/>
                  <a:pt x="210158" y="210071"/>
                  <a:pt x="209237" y="209164"/>
                </a:cubicBezTo>
                <a:lnTo>
                  <a:pt x="183465" y="183392"/>
                </a:lnTo>
                <a:lnTo>
                  <a:pt x="76693" y="183392"/>
                </a:lnTo>
                <a:cubicBezTo>
                  <a:pt x="71938" y="183392"/>
                  <a:pt x="67892" y="181717"/>
                  <a:pt x="64579" y="178359"/>
                </a:cubicBezTo>
                <a:cubicBezTo>
                  <a:pt x="61236" y="175009"/>
                  <a:pt x="59568" y="170949"/>
                  <a:pt x="59568" y="166187"/>
                </a:cubicBezTo>
                <a:lnTo>
                  <a:pt x="59568" y="146070"/>
                </a:lnTo>
                <a:lnTo>
                  <a:pt x="169435" y="146070"/>
                </a:lnTo>
                <a:cubicBezTo>
                  <a:pt x="174146" y="146070"/>
                  <a:pt x="178176" y="144402"/>
                  <a:pt x="181527" y="141066"/>
                </a:cubicBezTo>
                <a:cubicBezTo>
                  <a:pt x="184884" y="137731"/>
                  <a:pt x="186560" y="133693"/>
                  <a:pt x="186560" y="128952"/>
                </a:cubicBezTo>
                <a:lnTo>
                  <a:pt x="186560" y="59370"/>
                </a:lnTo>
                <a:lnTo>
                  <a:pt x="206676" y="59370"/>
                </a:lnTo>
                <a:cubicBezTo>
                  <a:pt x="211439" y="59370"/>
                  <a:pt x="215491" y="61045"/>
                  <a:pt x="218849" y="64396"/>
                </a:cubicBezTo>
                <a:cubicBezTo>
                  <a:pt x="222199" y="67753"/>
                  <a:pt x="223874" y="71806"/>
                  <a:pt x="223874" y="76568"/>
                </a:cubicBezTo>
                <a:lnTo>
                  <a:pt x="223874" y="203158"/>
                </a:lnTo>
                <a:cubicBezTo>
                  <a:pt x="223874" y="205820"/>
                  <a:pt x="222960" y="207913"/>
                  <a:pt x="221131" y="209441"/>
                </a:cubicBezTo>
                <a:cubicBezTo>
                  <a:pt x="219310" y="210963"/>
                  <a:pt x="217386" y="211731"/>
                  <a:pt x="215374" y="211731"/>
                </a:cubicBezTo>
                <a:close/>
                <a:moveTo>
                  <a:pt x="34725" y="130635"/>
                </a:moveTo>
                <a:lnTo>
                  <a:pt x="51477" y="113883"/>
                </a:lnTo>
                <a:lnTo>
                  <a:pt x="154343" y="113883"/>
                </a:lnTo>
                <a:lnTo>
                  <a:pt x="154343" y="34550"/>
                </a:lnTo>
                <a:lnTo>
                  <a:pt x="34725" y="34550"/>
                </a:lnTo>
                <a:lnTo>
                  <a:pt x="34725" y="130635"/>
                </a:lnTo>
                <a:close/>
                <a:moveTo>
                  <a:pt x="26101" y="159954"/>
                </a:moveTo>
                <a:cubicBezTo>
                  <a:pt x="24023" y="159954"/>
                  <a:pt x="22077" y="159193"/>
                  <a:pt x="20270" y="157665"/>
                </a:cubicBezTo>
                <a:cubicBezTo>
                  <a:pt x="18456" y="156143"/>
                  <a:pt x="17549" y="154043"/>
                  <a:pt x="17549" y="151381"/>
                </a:cubicBezTo>
                <a:lnTo>
                  <a:pt x="17549" y="34550"/>
                </a:lnTo>
                <a:cubicBezTo>
                  <a:pt x="17549" y="29787"/>
                  <a:pt x="19232" y="25735"/>
                  <a:pt x="22582" y="22377"/>
                </a:cubicBezTo>
                <a:cubicBezTo>
                  <a:pt x="25903" y="19027"/>
                  <a:pt x="29948" y="17352"/>
                  <a:pt x="34725" y="17352"/>
                </a:cubicBezTo>
                <a:lnTo>
                  <a:pt x="154343" y="17352"/>
                </a:lnTo>
                <a:cubicBezTo>
                  <a:pt x="159054" y="17352"/>
                  <a:pt x="163085" y="19027"/>
                  <a:pt x="166443" y="22377"/>
                </a:cubicBezTo>
                <a:cubicBezTo>
                  <a:pt x="169793" y="25735"/>
                  <a:pt x="171468" y="29787"/>
                  <a:pt x="171468" y="34550"/>
                </a:cubicBezTo>
                <a:lnTo>
                  <a:pt x="171468" y="113883"/>
                </a:lnTo>
                <a:cubicBezTo>
                  <a:pt x="171468" y="118631"/>
                  <a:pt x="169793" y="122669"/>
                  <a:pt x="166443" y="126004"/>
                </a:cubicBezTo>
                <a:cubicBezTo>
                  <a:pt x="163085" y="129340"/>
                  <a:pt x="159054" y="131008"/>
                  <a:pt x="154343" y="131008"/>
                </a:cubicBezTo>
                <a:lnTo>
                  <a:pt x="58492" y="131008"/>
                </a:lnTo>
                <a:lnTo>
                  <a:pt x="32165" y="157335"/>
                </a:lnTo>
                <a:cubicBezTo>
                  <a:pt x="31207" y="158294"/>
                  <a:pt x="30212" y="158974"/>
                  <a:pt x="29173" y="159376"/>
                </a:cubicBezTo>
                <a:cubicBezTo>
                  <a:pt x="28127" y="159779"/>
                  <a:pt x="27110" y="159976"/>
                  <a:pt x="26101" y="159976"/>
                </a:cubicBezTo>
                <a:close/>
                <a:moveTo>
                  <a:pt x="34725" y="113861"/>
                </a:moveTo>
                <a:lnTo>
                  <a:pt x="34725" y="34528"/>
                </a:lnTo>
                <a:lnTo>
                  <a:pt x="34725" y="11386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0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5857" y="128901"/>
                </a:moveTo>
                <a:lnTo>
                  <a:pt x="192521" y="128901"/>
                </a:lnTo>
                <a:cubicBezTo>
                  <a:pt x="190173" y="128901"/>
                  <a:pt x="188213" y="128104"/>
                  <a:pt x="186633" y="126509"/>
                </a:cubicBezTo>
                <a:cubicBezTo>
                  <a:pt x="185060" y="124914"/>
                  <a:pt x="184263" y="122961"/>
                  <a:pt x="184248" y="120650"/>
                </a:cubicBezTo>
                <a:cubicBezTo>
                  <a:pt x="184248" y="118338"/>
                  <a:pt x="185038" y="116392"/>
                  <a:pt x="186633" y="114819"/>
                </a:cubicBezTo>
                <a:cubicBezTo>
                  <a:pt x="188227" y="113261"/>
                  <a:pt x="190188" y="112479"/>
                  <a:pt x="192521" y="112479"/>
                </a:cubicBezTo>
                <a:lnTo>
                  <a:pt x="215879" y="112479"/>
                </a:lnTo>
                <a:cubicBezTo>
                  <a:pt x="218190" y="112479"/>
                  <a:pt x="220136" y="113276"/>
                  <a:pt x="221709" y="114871"/>
                </a:cubicBezTo>
                <a:cubicBezTo>
                  <a:pt x="223289" y="116458"/>
                  <a:pt x="224079" y="118411"/>
                  <a:pt x="224079" y="120723"/>
                </a:cubicBezTo>
                <a:cubicBezTo>
                  <a:pt x="224079" y="123042"/>
                  <a:pt x="223289" y="124988"/>
                  <a:pt x="221709" y="126560"/>
                </a:cubicBezTo>
                <a:cubicBezTo>
                  <a:pt x="220136" y="128118"/>
                  <a:pt x="218190" y="128901"/>
                  <a:pt x="215879" y="128901"/>
                </a:cubicBezTo>
                <a:close/>
                <a:moveTo>
                  <a:pt x="171095" y="172075"/>
                </a:moveTo>
                <a:cubicBezTo>
                  <a:pt x="172551" y="170283"/>
                  <a:pt x="174372" y="169208"/>
                  <a:pt x="176552" y="168857"/>
                </a:cubicBezTo>
                <a:cubicBezTo>
                  <a:pt x="178732" y="168506"/>
                  <a:pt x="180751" y="169040"/>
                  <a:pt x="182609" y="170466"/>
                </a:cubicBezTo>
                <a:lnTo>
                  <a:pt x="201519" y="184475"/>
                </a:lnTo>
                <a:cubicBezTo>
                  <a:pt x="203311" y="185894"/>
                  <a:pt x="204394" y="187701"/>
                  <a:pt x="204767" y="189881"/>
                </a:cubicBezTo>
                <a:cubicBezTo>
                  <a:pt x="205133" y="192053"/>
                  <a:pt x="204599" y="194080"/>
                  <a:pt x="203158" y="195938"/>
                </a:cubicBezTo>
                <a:cubicBezTo>
                  <a:pt x="201709" y="197781"/>
                  <a:pt x="199902" y="198886"/>
                  <a:pt x="197723" y="199259"/>
                </a:cubicBezTo>
                <a:cubicBezTo>
                  <a:pt x="195543" y="199624"/>
                  <a:pt x="193502" y="199083"/>
                  <a:pt x="191585" y="197620"/>
                </a:cubicBezTo>
                <a:lnTo>
                  <a:pt x="172705" y="183641"/>
                </a:lnTo>
                <a:cubicBezTo>
                  <a:pt x="170912" y="182214"/>
                  <a:pt x="169822" y="180407"/>
                  <a:pt x="169435" y="178213"/>
                </a:cubicBezTo>
                <a:cubicBezTo>
                  <a:pt x="169062" y="176011"/>
                  <a:pt x="169610" y="173985"/>
                  <a:pt x="171066" y="172127"/>
                </a:cubicBezTo>
                <a:close/>
                <a:moveTo>
                  <a:pt x="201497" y="56934"/>
                </a:moveTo>
                <a:lnTo>
                  <a:pt x="183341" y="70687"/>
                </a:lnTo>
                <a:cubicBezTo>
                  <a:pt x="181475" y="72113"/>
                  <a:pt x="179456" y="72647"/>
                  <a:pt x="177277" y="72296"/>
                </a:cubicBezTo>
                <a:cubicBezTo>
                  <a:pt x="175097" y="71945"/>
                  <a:pt x="173282" y="70870"/>
                  <a:pt x="171819" y="69077"/>
                </a:cubicBezTo>
                <a:cubicBezTo>
                  <a:pt x="170349" y="67285"/>
                  <a:pt x="169786" y="65274"/>
                  <a:pt x="170137" y="63042"/>
                </a:cubicBezTo>
                <a:cubicBezTo>
                  <a:pt x="170488" y="60811"/>
                  <a:pt x="171585" y="58982"/>
                  <a:pt x="173429" y="57556"/>
                </a:cubicBezTo>
                <a:lnTo>
                  <a:pt x="191636" y="43752"/>
                </a:lnTo>
                <a:cubicBezTo>
                  <a:pt x="193502" y="42326"/>
                  <a:pt x="195521" y="41806"/>
                  <a:pt x="197701" y="42194"/>
                </a:cubicBezTo>
                <a:cubicBezTo>
                  <a:pt x="199881" y="42567"/>
                  <a:pt x="201680" y="43642"/>
                  <a:pt x="203107" y="45442"/>
                </a:cubicBezTo>
                <a:cubicBezTo>
                  <a:pt x="204562" y="47285"/>
                  <a:pt x="205111" y="49304"/>
                  <a:pt x="204738" y="51499"/>
                </a:cubicBezTo>
                <a:cubicBezTo>
                  <a:pt x="204372" y="53716"/>
                  <a:pt x="203289" y="55530"/>
                  <a:pt x="201497" y="56956"/>
                </a:cubicBezTo>
                <a:close/>
                <a:moveTo>
                  <a:pt x="50043" y="152383"/>
                </a:moveTo>
                <a:lnTo>
                  <a:pt x="33818" y="152383"/>
                </a:lnTo>
                <a:cubicBezTo>
                  <a:pt x="29232" y="152215"/>
                  <a:pt x="25340" y="150466"/>
                  <a:pt x="22150" y="147131"/>
                </a:cubicBezTo>
                <a:cubicBezTo>
                  <a:pt x="18968" y="143795"/>
                  <a:pt x="17366" y="139837"/>
                  <a:pt x="17352" y="135258"/>
                </a:cubicBezTo>
                <a:lnTo>
                  <a:pt x="17352" y="106165"/>
                </a:lnTo>
                <a:cubicBezTo>
                  <a:pt x="17352" y="101440"/>
                  <a:pt x="19034" y="97387"/>
                  <a:pt x="22406" y="94022"/>
                </a:cubicBezTo>
                <a:cubicBezTo>
                  <a:pt x="25771" y="90650"/>
                  <a:pt x="29824" y="88967"/>
                  <a:pt x="34550" y="88967"/>
                </a:cubicBezTo>
                <a:lnTo>
                  <a:pt x="78785" y="88967"/>
                </a:lnTo>
                <a:lnTo>
                  <a:pt x="118184" y="65405"/>
                </a:lnTo>
                <a:cubicBezTo>
                  <a:pt x="121052" y="63693"/>
                  <a:pt x="123919" y="63672"/>
                  <a:pt x="126787" y="65332"/>
                </a:cubicBezTo>
                <a:cubicBezTo>
                  <a:pt x="129633" y="66993"/>
                  <a:pt x="131059" y="69472"/>
                  <a:pt x="131059" y="72772"/>
                </a:cubicBezTo>
                <a:lnTo>
                  <a:pt x="131059" y="168630"/>
                </a:lnTo>
                <a:cubicBezTo>
                  <a:pt x="131059" y="171915"/>
                  <a:pt x="129633" y="174394"/>
                  <a:pt x="126787" y="176070"/>
                </a:cubicBezTo>
                <a:cubicBezTo>
                  <a:pt x="123934" y="177730"/>
                  <a:pt x="121067" y="177708"/>
                  <a:pt x="118184" y="175996"/>
                </a:cubicBezTo>
                <a:lnTo>
                  <a:pt x="78785" y="152383"/>
                </a:lnTo>
                <a:lnTo>
                  <a:pt x="67468" y="152383"/>
                </a:lnTo>
                <a:lnTo>
                  <a:pt x="67468" y="183941"/>
                </a:lnTo>
                <a:cubicBezTo>
                  <a:pt x="67468" y="186406"/>
                  <a:pt x="66627" y="188469"/>
                  <a:pt x="64952" y="190129"/>
                </a:cubicBezTo>
                <a:cubicBezTo>
                  <a:pt x="63276" y="191790"/>
                  <a:pt x="61206" y="192617"/>
                  <a:pt x="58741" y="192617"/>
                </a:cubicBezTo>
                <a:cubicBezTo>
                  <a:pt x="56276" y="192617"/>
                  <a:pt x="54206" y="191790"/>
                  <a:pt x="52530" y="190129"/>
                </a:cubicBezTo>
                <a:cubicBezTo>
                  <a:pt x="50870" y="188469"/>
                  <a:pt x="50043" y="186406"/>
                  <a:pt x="50043" y="183941"/>
                </a:cubicBezTo>
                <a:lnTo>
                  <a:pt x="50043" y="152383"/>
                </a:lnTo>
                <a:close/>
                <a:moveTo>
                  <a:pt x="113861" y="153495"/>
                </a:moveTo>
                <a:lnTo>
                  <a:pt x="113861" y="87907"/>
                </a:lnTo>
                <a:lnTo>
                  <a:pt x="83232" y="106165"/>
                </a:lnTo>
                <a:lnTo>
                  <a:pt x="34550" y="106165"/>
                </a:lnTo>
                <a:lnTo>
                  <a:pt x="34550" y="135258"/>
                </a:lnTo>
                <a:lnTo>
                  <a:pt x="83232" y="135258"/>
                </a:lnTo>
                <a:lnTo>
                  <a:pt x="113861" y="153517"/>
                </a:lnTo>
                <a:close/>
                <a:moveTo>
                  <a:pt x="141118" y="155909"/>
                </a:moveTo>
                <a:lnTo>
                  <a:pt x="141118" y="85449"/>
                </a:lnTo>
                <a:cubicBezTo>
                  <a:pt x="146085" y="89589"/>
                  <a:pt x="150071" y="94703"/>
                  <a:pt x="153093" y="100789"/>
                </a:cubicBezTo>
                <a:cubicBezTo>
                  <a:pt x="156092" y="106868"/>
                  <a:pt x="157591" y="113510"/>
                  <a:pt x="157591" y="120701"/>
                </a:cubicBezTo>
                <a:cubicBezTo>
                  <a:pt x="157591" y="127892"/>
                  <a:pt x="156092" y="134534"/>
                  <a:pt x="153093" y="140613"/>
                </a:cubicBezTo>
                <a:cubicBezTo>
                  <a:pt x="150086" y="146699"/>
                  <a:pt x="146099" y="151798"/>
                  <a:pt x="141118" y="155909"/>
                </a:cubicBezTo>
                <a:close/>
                <a:moveTo>
                  <a:pt x="74235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2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00034" y="212733"/>
                </a:moveTo>
                <a:cubicBezTo>
                  <a:pt x="180342" y="212733"/>
                  <a:pt x="160305" y="208000"/>
                  <a:pt x="139940" y="198527"/>
                </a:cubicBezTo>
                <a:cubicBezTo>
                  <a:pt x="119552" y="189054"/>
                  <a:pt x="100657" y="175623"/>
                  <a:pt x="83262" y="158220"/>
                </a:cubicBezTo>
                <a:cubicBezTo>
                  <a:pt x="65859" y="140818"/>
                  <a:pt x="52413" y="121915"/>
                  <a:pt x="42926" y="101513"/>
                </a:cubicBezTo>
                <a:cubicBezTo>
                  <a:pt x="33438" y="81111"/>
                  <a:pt x="28690" y="61089"/>
                  <a:pt x="28690" y="41441"/>
                </a:cubicBezTo>
                <a:cubicBezTo>
                  <a:pt x="28690" y="37805"/>
                  <a:pt x="29912" y="34762"/>
                  <a:pt x="32362" y="32311"/>
                </a:cubicBezTo>
                <a:cubicBezTo>
                  <a:pt x="34813" y="29868"/>
                  <a:pt x="37842" y="28639"/>
                  <a:pt x="41463" y="28639"/>
                </a:cubicBezTo>
                <a:lnTo>
                  <a:pt x="76671" y="28639"/>
                </a:lnTo>
                <a:cubicBezTo>
                  <a:pt x="79706" y="28639"/>
                  <a:pt x="82245" y="29612"/>
                  <a:pt x="84293" y="31558"/>
                </a:cubicBezTo>
                <a:cubicBezTo>
                  <a:pt x="86349" y="33504"/>
                  <a:pt x="87775" y="36049"/>
                  <a:pt x="88565" y="39202"/>
                </a:cubicBezTo>
                <a:lnTo>
                  <a:pt x="95332" y="69831"/>
                </a:lnTo>
                <a:cubicBezTo>
                  <a:pt x="95749" y="72713"/>
                  <a:pt x="95690" y="75295"/>
                  <a:pt x="95156" y="77578"/>
                </a:cubicBezTo>
                <a:cubicBezTo>
                  <a:pt x="94615" y="79838"/>
                  <a:pt x="93496" y="81784"/>
                  <a:pt x="91784" y="83408"/>
                </a:cubicBezTo>
                <a:lnTo>
                  <a:pt x="66459" y="108382"/>
                </a:lnTo>
                <a:cubicBezTo>
                  <a:pt x="70650" y="115434"/>
                  <a:pt x="75105" y="122032"/>
                  <a:pt x="79816" y="128170"/>
                </a:cubicBezTo>
                <a:cubicBezTo>
                  <a:pt x="84505" y="134307"/>
                  <a:pt x="89728" y="140137"/>
                  <a:pt x="95478" y="145668"/>
                </a:cubicBezTo>
                <a:cubicBezTo>
                  <a:pt x="101513" y="151922"/>
                  <a:pt x="107826" y="157584"/>
                  <a:pt x="114417" y="162646"/>
                </a:cubicBezTo>
                <a:cubicBezTo>
                  <a:pt x="120986" y="167708"/>
                  <a:pt x="127840" y="172134"/>
                  <a:pt x="134987" y="175923"/>
                </a:cubicBezTo>
                <a:lnTo>
                  <a:pt x="159171" y="151103"/>
                </a:lnTo>
                <a:cubicBezTo>
                  <a:pt x="161139" y="148974"/>
                  <a:pt x="163370" y="147533"/>
                  <a:pt x="165887" y="146779"/>
                </a:cubicBezTo>
                <a:cubicBezTo>
                  <a:pt x="168418" y="146026"/>
                  <a:pt x="170971" y="145894"/>
                  <a:pt x="173531" y="146399"/>
                </a:cubicBezTo>
                <a:lnTo>
                  <a:pt x="202251" y="152763"/>
                </a:lnTo>
                <a:cubicBezTo>
                  <a:pt x="205404" y="153634"/>
                  <a:pt x="207949" y="155236"/>
                  <a:pt x="209895" y="157562"/>
                </a:cubicBezTo>
                <a:cubicBezTo>
                  <a:pt x="211841" y="159910"/>
                  <a:pt x="212814" y="162639"/>
                  <a:pt x="212814" y="165740"/>
                </a:cubicBezTo>
                <a:lnTo>
                  <a:pt x="212814" y="200034"/>
                </a:lnTo>
                <a:cubicBezTo>
                  <a:pt x="212814" y="203677"/>
                  <a:pt x="211578" y="206706"/>
                  <a:pt x="209112" y="209142"/>
                </a:cubicBezTo>
                <a:cubicBezTo>
                  <a:pt x="206647" y="211570"/>
                  <a:pt x="203626" y="212785"/>
                  <a:pt x="200034" y="212785"/>
                </a:cubicBezTo>
                <a:close/>
                <a:moveTo>
                  <a:pt x="57885" y="92815"/>
                </a:moveTo>
                <a:lnTo>
                  <a:pt x="78207" y="72625"/>
                </a:lnTo>
                <a:lnTo>
                  <a:pt x="72472" y="45793"/>
                </a:lnTo>
                <a:lnTo>
                  <a:pt x="45918" y="45793"/>
                </a:lnTo>
                <a:cubicBezTo>
                  <a:pt x="46217" y="52596"/>
                  <a:pt x="47293" y="59794"/>
                  <a:pt x="49136" y="67395"/>
                </a:cubicBezTo>
                <a:cubicBezTo>
                  <a:pt x="50980" y="74988"/>
                  <a:pt x="53898" y="83459"/>
                  <a:pt x="57885" y="92815"/>
                </a:cubicBezTo>
                <a:close/>
                <a:moveTo>
                  <a:pt x="150854" y="184343"/>
                </a:moveTo>
                <a:cubicBezTo>
                  <a:pt x="157526" y="187445"/>
                  <a:pt x="164790" y="189983"/>
                  <a:pt x="172653" y="191965"/>
                </a:cubicBezTo>
                <a:cubicBezTo>
                  <a:pt x="180517" y="193941"/>
                  <a:pt x="188162" y="195118"/>
                  <a:pt x="195587" y="195484"/>
                </a:cubicBezTo>
                <a:lnTo>
                  <a:pt x="195587" y="168828"/>
                </a:lnTo>
                <a:lnTo>
                  <a:pt x="170590" y="163648"/>
                </a:lnTo>
                <a:lnTo>
                  <a:pt x="150854" y="184343"/>
                </a:lnTo>
                <a:close/>
                <a:moveTo>
                  <a:pt x="57885" y="92815"/>
                </a:moveTo>
                <a:close/>
                <a:moveTo>
                  <a:pt x="150854" y="18434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4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757" y="202675"/>
                </a:moveTo>
                <a:cubicBezTo>
                  <a:pt x="31133" y="202675"/>
                  <a:pt x="27117" y="200978"/>
                  <a:pt x="23716" y="197569"/>
                </a:cubicBezTo>
                <a:cubicBezTo>
                  <a:pt x="20307" y="194167"/>
                  <a:pt x="18610" y="190151"/>
                  <a:pt x="18610" y="185528"/>
                </a:cubicBezTo>
                <a:lnTo>
                  <a:pt x="18610" y="55852"/>
                </a:lnTo>
                <a:cubicBezTo>
                  <a:pt x="18610" y="51206"/>
                  <a:pt x="20307" y="47183"/>
                  <a:pt x="23716" y="43781"/>
                </a:cubicBezTo>
                <a:cubicBezTo>
                  <a:pt x="27117" y="40373"/>
                  <a:pt x="31133" y="38675"/>
                  <a:pt x="35757" y="38675"/>
                </a:cubicBezTo>
                <a:lnTo>
                  <a:pt x="165433" y="38675"/>
                </a:lnTo>
                <a:cubicBezTo>
                  <a:pt x="170078" y="38675"/>
                  <a:pt x="174102" y="40373"/>
                  <a:pt x="177503" y="43781"/>
                </a:cubicBezTo>
                <a:cubicBezTo>
                  <a:pt x="180912" y="47183"/>
                  <a:pt x="182609" y="51206"/>
                  <a:pt x="182609" y="55852"/>
                </a:cubicBezTo>
                <a:lnTo>
                  <a:pt x="182609" y="109384"/>
                </a:lnTo>
                <a:lnTo>
                  <a:pt x="215403" y="76597"/>
                </a:lnTo>
                <a:cubicBezTo>
                  <a:pt x="216691" y="75251"/>
                  <a:pt x="218249" y="74930"/>
                  <a:pt x="220078" y="75617"/>
                </a:cubicBezTo>
                <a:cubicBezTo>
                  <a:pt x="221907" y="76305"/>
                  <a:pt x="222821" y="77585"/>
                  <a:pt x="222821" y="79465"/>
                </a:cubicBezTo>
                <a:lnTo>
                  <a:pt x="222821" y="161944"/>
                </a:lnTo>
                <a:cubicBezTo>
                  <a:pt x="222821" y="163817"/>
                  <a:pt x="221907" y="165097"/>
                  <a:pt x="220078" y="165784"/>
                </a:cubicBezTo>
                <a:cubicBezTo>
                  <a:pt x="218249" y="166472"/>
                  <a:pt x="216691" y="166150"/>
                  <a:pt x="215403" y="164804"/>
                </a:cubicBezTo>
                <a:lnTo>
                  <a:pt x="182609" y="132017"/>
                </a:lnTo>
                <a:lnTo>
                  <a:pt x="182609" y="185528"/>
                </a:lnTo>
                <a:cubicBezTo>
                  <a:pt x="182609" y="190151"/>
                  <a:pt x="180912" y="194167"/>
                  <a:pt x="177503" y="197569"/>
                </a:cubicBezTo>
                <a:cubicBezTo>
                  <a:pt x="174102" y="200978"/>
                  <a:pt x="170078" y="202675"/>
                  <a:pt x="165433" y="202675"/>
                </a:cubicBezTo>
                <a:lnTo>
                  <a:pt x="35757" y="202675"/>
                </a:lnTo>
                <a:close/>
                <a:moveTo>
                  <a:pt x="35757" y="185550"/>
                </a:moveTo>
                <a:lnTo>
                  <a:pt x="165433" y="185550"/>
                </a:lnTo>
                <a:lnTo>
                  <a:pt x="165433" y="55873"/>
                </a:lnTo>
                <a:lnTo>
                  <a:pt x="35757" y="55873"/>
                </a:lnTo>
                <a:lnTo>
                  <a:pt x="35757" y="185550"/>
                </a:lnTo>
                <a:close/>
                <a:moveTo>
                  <a:pt x="35757" y="185550"/>
                </a:moveTo>
                <a:lnTo>
                  <a:pt x="35757" y="55873"/>
                </a:lnTo>
                <a:lnTo>
                  <a:pt x="35757" y="18555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6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0943" y="214745"/>
                </a:moveTo>
                <a:cubicBezTo>
                  <a:pt x="68521" y="209383"/>
                  <a:pt x="57710" y="202097"/>
                  <a:pt x="48507" y="192895"/>
                </a:cubicBezTo>
                <a:cubicBezTo>
                  <a:pt x="39290" y="183692"/>
                  <a:pt x="32004" y="172887"/>
                  <a:pt x="26657" y="160481"/>
                </a:cubicBezTo>
                <a:cubicBezTo>
                  <a:pt x="21287" y="148074"/>
                  <a:pt x="18610" y="134819"/>
                  <a:pt x="18610" y="120701"/>
                </a:cubicBezTo>
                <a:cubicBezTo>
                  <a:pt x="18610" y="106582"/>
                  <a:pt x="21287" y="93327"/>
                  <a:pt x="26657" y="80921"/>
                </a:cubicBezTo>
                <a:cubicBezTo>
                  <a:pt x="32019" y="68514"/>
                  <a:pt x="39305" y="57710"/>
                  <a:pt x="48507" y="48507"/>
                </a:cubicBezTo>
                <a:cubicBezTo>
                  <a:pt x="57724" y="39305"/>
                  <a:pt x="68551" y="32011"/>
                  <a:pt x="80972" y="26627"/>
                </a:cubicBezTo>
                <a:cubicBezTo>
                  <a:pt x="93393" y="21251"/>
                  <a:pt x="106663" y="18559"/>
                  <a:pt x="120774" y="18559"/>
                </a:cubicBezTo>
                <a:cubicBezTo>
                  <a:pt x="134892" y="18559"/>
                  <a:pt x="148155" y="21251"/>
                  <a:pt x="160554" y="26627"/>
                </a:cubicBezTo>
                <a:cubicBezTo>
                  <a:pt x="172961" y="32011"/>
                  <a:pt x="183765" y="39297"/>
                  <a:pt x="192968" y="48478"/>
                </a:cubicBezTo>
                <a:cubicBezTo>
                  <a:pt x="202177" y="57666"/>
                  <a:pt x="209456" y="68470"/>
                  <a:pt x="214825" y="80891"/>
                </a:cubicBezTo>
                <a:cubicBezTo>
                  <a:pt x="220188" y="93320"/>
                  <a:pt x="222872" y="106582"/>
                  <a:pt x="222872" y="120701"/>
                </a:cubicBezTo>
                <a:cubicBezTo>
                  <a:pt x="222872" y="134819"/>
                  <a:pt x="220188" y="148082"/>
                  <a:pt x="214825" y="160510"/>
                </a:cubicBezTo>
                <a:cubicBezTo>
                  <a:pt x="209478" y="172909"/>
                  <a:pt x="202192" y="183729"/>
                  <a:pt x="192968" y="192946"/>
                </a:cubicBezTo>
                <a:cubicBezTo>
                  <a:pt x="183751" y="202148"/>
                  <a:pt x="172946" y="209427"/>
                  <a:pt x="160554" y="214774"/>
                </a:cubicBezTo>
                <a:cubicBezTo>
                  <a:pt x="148155" y="220122"/>
                  <a:pt x="134892" y="222792"/>
                  <a:pt x="120774" y="222792"/>
                </a:cubicBezTo>
                <a:cubicBezTo>
                  <a:pt x="106663" y="222792"/>
                  <a:pt x="93393" y="220114"/>
                  <a:pt x="80972" y="214745"/>
                </a:cubicBezTo>
                <a:close/>
                <a:moveTo>
                  <a:pt x="109991" y="205418"/>
                </a:moveTo>
                <a:lnTo>
                  <a:pt x="109991" y="184848"/>
                </a:lnTo>
                <a:cubicBezTo>
                  <a:pt x="104125" y="184848"/>
                  <a:pt x="99194" y="182675"/>
                  <a:pt x="95200" y="178337"/>
                </a:cubicBezTo>
                <a:cubicBezTo>
                  <a:pt x="91213" y="173992"/>
                  <a:pt x="89216" y="168908"/>
                  <a:pt x="89216" y="163070"/>
                </a:cubicBezTo>
                <a:lnTo>
                  <a:pt x="89216" y="152061"/>
                </a:lnTo>
                <a:lnTo>
                  <a:pt x="38068" y="100884"/>
                </a:lnTo>
                <a:cubicBezTo>
                  <a:pt x="37234" y="104242"/>
                  <a:pt x="36649" y="107533"/>
                  <a:pt x="36313" y="110767"/>
                </a:cubicBezTo>
                <a:cubicBezTo>
                  <a:pt x="35976" y="114000"/>
                  <a:pt x="35808" y="117285"/>
                  <a:pt x="35808" y="120598"/>
                </a:cubicBezTo>
                <a:cubicBezTo>
                  <a:pt x="35808" y="142244"/>
                  <a:pt x="42838" y="161168"/>
                  <a:pt x="56905" y="177379"/>
                </a:cubicBezTo>
                <a:cubicBezTo>
                  <a:pt x="70972" y="193589"/>
                  <a:pt x="88675" y="202931"/>
                  <a:pt x="110013" y="205396"/>
                </a:cubicBezTo>
                <a:close/>
                <a:moveTo>
                  <a:pt x="183443" y="178440"/>
                </a:moveTo>
                <a:cubicBezTo>
                  <a:pt x="190766" y="170473"/>
                  <a:pt x="196296" y="161520"/>
                  <a:pt x="200034" y="151578"/>
                </a:cubicBezTo>
                <a:cubicBezTo>
                  <a:pt x="203772" y="141637"/>
                  <a:pt x="205645" y="131322"/>
                  <a:pt x="205645" y="120628"/>
                </a:cubicBezTo>
                <a:cubicBezTo>
                  <a:pt x="205645" y="102991"/>
                  <a:pt x="200824" y="86970"/>
                  <a:pt x="191183" y="72574"/>
                </a:cubicBezTo>
                <a:cubicBezTo>
                  <a:pt x="181549" y="58170"/>
                  <a:pt x="168652" y="47644"/>
                  <a:pt x="152507" y="40987"/>
                </a:cubicBezTo>
                <a:lnTo>
                  <a:pt x="152507" y="45464"/>
                </a:lnTo>
                <a:cubicBezTo>
                  <a:pt x="152507" y="51280"/>
                  <a:pt x="150496" y="56349"/>
                  <a:pt x="146472" y="60680"/>
                </a:cubicBezTo>
                <a:cubicBezTo>
                  <a:pt x="142449" y="65003"/>
                  <a:pt x="137533" y="67168"/>
                  <a:pt x="131717" y="67168"/>
                </a:cubicBezTo>
                <a:lnTo>
                  <a:pt x="110013" y="67168"/>
                </a:lnTo>
                <a:lnTo>
                  <a:pt x="110013" y="88916"/>
                </a:lnTo>
                <a:cubicBezTo>
                  <a:pt x="110013" y="91784"/>
                  <a:pt x="108879" y="94125"/>
                  <a:pt x="106619" y="95932"/>
                </a:cubicBezTo>
                <a:cubicBezTo>
                  <a:pt x="104359" y="97760"/>
                  <a:pt x="101791" y="98675"/>
                  <a:pt x="98923" y="98675"/>
                </a:cubicBezTo>
                <a:lnTo>
                  <a:pt x="78258" y="98675"/>
                </a:lnTo>
                <a:lnTo>
                  <a:pt x="78258" y="120628"/>
                </a:lnTo>
                <a:lnTo>
                  <a:pt x="142727" y="120628"/>
                </a:lnTo>
                <a:cubicBezTo>
                  <a:pt x="145565" y="120628"/>
                  <a:pt x="147899" y="121718"/>
                  <a:pt x="149742" y="123898"/>
                </a:cubicBezTo>
                <a:cubicBezTo>
                  <a:pt x="151586" y="126070"/>
                  <a:pt x="152507" y="128579"/>
                  <a:pt x="152507" y="131410"/>
                </a:cubicBezTo>
                <a:lnTo>
                  <a:pt x="152507" y="163122"/>
                </a:lnTo>
                <a:lnTo>
                  <a:pt x="163195" y="163122"/>
                </a:lnTo>
                <a:cubicBezTo>
                  <a:pt x="168023" y="163122"/>
                  <a:pt x="172273" y="164548"/>
                  <a:pt x="175945" y="167394"/>
                </a:cubicBezTo>
                <a:cubicBezTo>
                  <a:pt x="179617" y="170247"/>
                  <a:pt x="182127" y="173934"/>
                  <a:pt x="183465" y="17846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8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0210"/>
                </a:moveTo>
                <a:cubicBezTo>
                  <a:pt x="142793" y="180166"/>
                  <a:pt x="159128" y="162076"/>
                  <a:pt x="169683" y="145946"/>
                </a:cubicBezTo>
                <a:cubicBezTo>
                  <a:pt x="180247" y="129823"/>
                  <a:pt x="185528" y="115309"/>
                  <a:pt x="185528" y="102420"/>
                </a:cubicBezTo>
                <a:cubicBezTo>
                  <a:pt x="185528" y="82837"/>
                  <a:pt x="179252" y="66832"/>
                  <a:pt x="166691" y="54389"/>
                </a:cubicBezTo>
                <a:cubicBezTo>
                  <a:pt x="154139" y="41953"/>
                  <a:pt x="138806" y="35735"/>
                  <a:pt x="120701" y="35735"/>
                </a:cubicBezTo>
                <a:cubicBezTo>
                  <a:pt x="102596" y="35735"/>
                  <a:pt x="87263" y="41953"/>
                  <a:pt x="74710" y="54389"/>
                </a:cubicBezTo>
                <a:cubicBezTo>
                  <a:pt x="62150" y="66832"/>
                  <a:pt x="55873" y="82837"/>
                  <a:pt x="55873" y="102420"/>
                </a:cubicBezTo>
                <a:cubicBezTo>
                  <a:pt x="55873" y="115309"/>
                  <a:pt x="61279" y="129816"/>
                  <a:pt x="72091" y="145924"/>
                </a:cubicBezTo>
                <a:cubicBezTo>
                  <a:pt x="82903" y="162032"/>
                  <a:pt x="99106" y="180129"/>
                  <a:pt x="120701" y="200210"/>
                </a:cubicBezTo>
                <a:close/>
                <a:moveTo>
                  <a:pt x="114995" y="216581"/>
                </a:moveTo>
                <a:cubicBezTo>
                  <a:pt x="113115" y="215959"/>
                  <a:pt x="111462" y="214957"/>
                  <a:pt x="110043" y="213567"/>
                </a:cubicBezTo>
                <a:cubicBezTo>
                  <a:pt x="102764" y="207108"/>
                  <a:pt x="94951" y="199720"/>
                  <a:pt x="86605" y="191388"/>
                </a:cubicBezTo>
                <a:cubicBezTo>
                  <a:pt x="78273" y="183056"/>
                  <a:pt x="70548" y="174080"/>
                  <a:pt x="63445" y="164453"/>
                </a:cubicBezTo>
                <a:cubicBezTo>
                  <a:pt x="56334" y="154834"/>
                  <a:pt x="50431" y="144760"/>
                  <a:pt x="45742" y="134227"/>
                </a:cubicBezTo>
                <a:cubicBezTo>
                  <a:pt x="41046" y="123700"/>
                  <a:pt x="38697" y="113100"/>
                  <a:pt x="38697" y="102420"/>
                </a:cubicBezTo>
                <a:cubicBezTo>
                  <a:pt x="38697" y="76868"/>
                  <a:pt x="46949" y="56510"/>
                  <a:pt x="63445" y="41338"/>
                </a:cubicBezTo>
                <a:cubicBezTo>
                  <a:pt x="79941" y="26152"/>
                  <a:pt x="99019" y="18559"/>
                  <a:pt x="120679" y="18559"/>
                </a:cubicBezTo>
                <a:cubicBezTo>
                  <a:pt x="142332" y="18559"/>
                  <a:pt x="161417" y="26152"/>
                  <a:pt x="177935" y="41338"/>
                </a:cubicBezTo>
                <a:cubicBezTo>
                  <a:pt x="194445" y="56510"/>
                  <a:pt x="202704" y="76868"/>
                  <a:pt x="202704" y="102420"/>
                </a:cubicBezTo>
                <a:cubicBezTo>
                  <a:pt x="202704" y="113100"/>
                  <a:pt x="200349" y="123700"/>
                  <a:pt x="195638" y="134227"/>
                </a:cubicBezTo>
                <a:cubicBezTo>
                  <a:pt x="190927" y="144760"/>
                  <a:pt x="185016" y="154834"/>
                  <a:pt x="177906" y="164453"/>
                </a:cubicBezTo>
                <a:cubicBezTo>
                  <a:pt x="170803" y="174080"/>
                  <a:pt x="163078" y="183056"/>
                  <a:pt x="154746" y="191388"/>
                </a:cubicBezTo>
                <a:cubicBezTo>
                  <a:pt x="146414" y="199720"/>
                  <a:pt x="138630" y="207108"/>
                  <a:pt x="131388" y="213567"/>
                </a:cubicBezTo>
                <a:cubicBezTo>
                  <a:pt x="129933" y="214943"/>
                  <a:pt x="128265" y="215945"/>
                  <a:pt x="126385" y="216581"/>
                </a:cubicBezTo>
                <a:cubicBezTo>
                  <a:pt x="124505" y="217203"/>
                  <a:pt x="122603" y="217510"/>
                  <a:pt x="120679" y="217510"/>
                </a:cubicBezTo>
                <a:cubicBezTo>
                  <a:pt x="118748" y="217510"/>
                  <a:pt x="116846" y="217203"/>
                  <a:pt x="114966" y="216581"/>
                </a:cubicBezTo>
                <a:close/>
                <a:moveTo>
                  <a:pt x="120701" y="100584"/>
                </a:moveTo>
                <a:close/>
                <a:moveTo>
                  <a:pt x="133502" y="113356"/>
                </a:moveTo>
                <a:cubicBezTo>
                  <a:pt x="137021" y="109852"/>
                  <a:pt x="138784" y="105595"/>
                  <a:pt x="138784" y="100584"/>
                </a:cubicBezTo>
                <a:cubicBezTo>
                  <a:pt x="138784" y="95573"/>
                  <a:pt x="137021" y="91308"/>
                  <a:pt x="133502" y="87782"/>
                </a:cubicBezTo>
                <a:cubicBezTo>
                  <a:pt x="129976" y="84264"/>
                  <a:pt x="125712" y="82501"/>
                  <a:pt x="120701" y="82501"/>
                </a:cubicBezTo>
                <a:cubicBezTo>
                  <a:pt x="115690" y="82501"/>
                  <a:pt x="111432" y="84264"/>
                  <a:pt x="107928" y="87782"/>
                </a:cubicBezTo>
                <a:cubicBezTo>
                  <a:pt x="104424" y="91308"/>
                  <a:pt x="102669" y="95573"/>
                  <a:pt x="102669" y="100584"/>
                </a:cubicBezTo>
                <a:cubicBezTo>
                  <a:pt x="102669" y="105595"/>
                  <a:pt x="104424" y="109852"/>
                  <a:pt x="107928" y="113356"/>
                </a:cubicBezTo>
                <a:cubicBezTo>
                  <a:pt x="111432" y="116860"/>
                  <a:pt x="115690" y="118616"/>
                  <a:pt x="120701" y="118616"/>
                </a:cubicBezTo>
                <a:cubicBezTo>
                  <a:pt x="125712" y="118616"/>
                  <a:pt x="129976" y="116860"/>
                  <a:pt x="133502" y="11335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0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3260"/>
                </a:moveTo>
                <a:cubicBezTo>
                  <a:pt x="40504" y="213260"/>
                  <a:pt x="36459" y="211592"/>
                  <a:pt x="33145" y="208256"/>
                </a:cubicBezTo>
                <a:cubicBezTo>
                  <a:pt x="29824" y="204921"/>
                  <a:pt x="28156" y="200883"/>
                  <a:pt x="28142" y="196142"/>
                </a:cubicBezTo>
                <a:lnTo>
                  <a:pt x="28142" y="86751"/>
                </a:lnTo>
                <a:cubicBezTo>
                  <a:pt x="28142" y="81996"/>
                  <a:pt x="29809" y="77936"/>
                  <a:pt x="33145" y="74586"/>
                </a:cubicBezTo>
                <a:cubicBezTo>
                  <a:pt x="36481" y="71228"/>
                  <a:pt x="40519" y="69553"/>
                  <a:pt x="45266" y="69553"/>
                </a:cubicBezTo>
                <a:lnTo>
                  <a:pt x="69626" y="69553"/>
                </a:lnTo>
                <a:lnTo>
                  <a:pt x="69626" y="45266"/>
                </a:lnTo>
                <a:cubicBezTo>
                  <a:pt x="69626" y="40504"/>
                  <a:pt x="71294" y="36444"/>
                  <a:pt x="74630" y="33094"/>
                </a:cubicBezTo>
                <a:cubicBezTo>
                  <a:pt x="77973" y="29736"/>
                  <a:pt x="82011" y="28061"/>
                  <a:pt x="86751" y="28061"/>
                </a:cubicBezTo>
                <a:lnTo>
                  <a:pt x="154651" y="28061"/>
                </a:lnTo>
                <a:cubicBezTo>
                  <a:pt x="159406" y="28061"/>
                  <a:pt x="163465" y="29736"/>
                  <a:pt x="166816" y="33094"/>
                </a:cubicBezTo>
                <a:cubicBezTo>
                  <a:pt x="170173" y="36444"/>
                  <a:pt x="171849" y="40504"/>
                  <a:pt x="171849" y="45266"/>
                </a:cubicBezTo>
                <a:lnTo>
                  <a:pt x="171849" y="111045"/>
                </a:lnTo>
                <a:lnTo>
                  <a:pt x="196142" y="111045"/>
                </a:lnTo>
                <a:cubicBezTo>
                  <a:pt x="200897" y="111045"/>
                  <a:pt x="204957" y="112720"/>
                  <a:pt x="208308" y="116078"/>
                </a:cubicBezTo>
                <a:cubicBezTo>
                  <a:pt x="211665" y="119428"/>
                  <a:pt x="213340" y="123481"/>
                  <a:pt x="213340" y="128243"/>
                </a:cubicBezTo>
                <a:lnTo>
                  <a:pt x="213340" y="196142"/>
                </a:lnTo>
                <a:cubicBezTo>
                  <a:pt x="213340" y="200897"/>
                  <a:pt x="211665" y="204943"/>
                  <a:pt x="208308" y="208256"/>
                </a:cubicBezTo>
                <a:cubicBezTo>
                  <a:pt x="204957" y="211578"/>
                  <a:pt x="200897" y="213245"/>
                  <a:pt x="196142" y="213260"/>
                </a:cubicBezTo>
                <a:lnTo>
                  <a:pt x="134029" y="213260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3260"/>
                </a:lnTo>
                <a:lnTo>
                  <a:pt x="45266" y="213260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2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2530" y="198425"/>
                </a:moveTo>
                <a:cubicBezTo>
                  <a:pt x="45018" y="190715"/>
                  <a:pt x="39166" y="181805"/>
                  <a:pt x="34981" y="171695"/>
                </a:cubicBezTo>
                <a:cubicBezTo>
                  <a:pt x="30768" y="161585"/>
                  <a:pt x="28668" y="151256"/>
                  <a:pt x="28668" y="140693"/>
                </a:cubicBezTo>
                <a:cubicBezTo>
                  <a:pt x="28668" y="128338"/>
                  <a:pt x="30848" y="116999"/>
                  <a:pt x="35208" y="106670"/>
                </a:cubicBezTo>
                <a:cubicBezTo>
                  <a:pt x="39561" y="96341"/>
                  <a:pt x="46056" y="86861"/>
                  <a:pt x="54696" y="78229"/>
                </a:cubicBezTo>
                <a:cubicBezTo>
                  <a:pt x="65486" y="67468"/>
                  <a:pt x="80877" y="59729"/>
                  <a:pt x="100862" y="55018"/>
                </a:cubicBezTo>
                <a:cubicBezTo>
                  <a:pt x="120840" y="50307"/>
                  <a:pt x="145360" y="48288"/>
                  <a:pt x="174416" y="48961"/>
                </a:cubicBezTo>
                <a:cubicBezTo>
                  <a:pt x="178169" y="49129"/>
                  <a:pt x="181585" y="49890"/>
                  <a:pt x="184672" y="51250"/>
                </a:cubicBezTo>
                <a:cubicBezTo>
                  <a:pt x="187759" y="52604"/>
                  <a:pt x="190539" y="54498"/>
                  <a:pt x="193019" y="56934"/>
                </a:cubicBezTo>
                <a:cubicBezTo>
                  <a:pt x="195499" y="59377"/>
                  <a:pt x="197452" y="62135"/>
                  <a:pt x="198878" y="65200"/>
                </a:cubicBezTo>
                <a:cubicBezTo>
                  <a:pt x="200305" y="68287"/>
                  <a:pt x="201095" y="71726"/>
                  <a:pt x="201241" y="75515"/>
                </a:cubicBezTo>
                <a:cubicBezTo>
                  <a:pt x="201709" y="90050"/>
                  <a:pt x="201526" y="103466"/>
                  <a:pt x="200693" y="115770"/>
                </a:cubicBezTo>
                <a:cubicBezTo>
                  <a:pt x="199851" y="128075"/>
                  <a:pt x="198220" y="139281"/>
                  <a:pt x="195784" y="149391"/>
                </a:cubicBezTo>
                <a:cubicBezTo>
                  <a:pt x="193355" y="159486"/>
                  <a:pt x="190181" y="168469"/>
                  <a:pt x="186260" y="176348"/>
                </a:cubicBezTo>
                <a:cubicBezTo>
                  <a:pt x="182331" y="184226"/>
                  <a:pt x="177598" y="190941"/>
                  <a:pt x="172046" y="196494"/>
                </a:cubicBezTo>
                <a:cubicBezTo>
                  <a:pt x="163502" y="205074"/>
                  <a:pt x="154197" y="211585"/>
                  <a:pt x="144139" y="216032"/>
                </a:cubicBezTo>
                <a:cubicBezTo>
                  <a:pt x="134080" y="220473"/>
                  <a:pt x="123334" y="222697"/>
                  <a:pt x="111901" y="222697"/>
                </a:cubicBezTo>
                <a:cubicBezTo>
                  <a:pt x="100101" y="222697"/>
                  <a:pt x="89304" y="220729"/>
                  <a:pt x="79509" y="216808"/>
                </a:cubicBezTo>
                <a:cubicBezTo>
                  <a:pt x="69707" y="212887"/>
                  <a:pt x="60731" y="206742"/>
                  <a:pt x="52582" y="198374"/>
                </a:cubicBezTo>
                <a:close/>
                <a:moveTo>
                  <a:pt x="79765" y="196867"/>
                </a:moveTo>
                <a:cubicBezTo>
                  <a:pt x="83986" y="199720"/>
                  <a:pt x="88858" y="201878"/>
                  <a:pt x="94373" y="203355"/>
                </a:cubicBezTo>
                <a:cubicBezTo>
                  <a:pt x="99889" y="204833"/>
                  <a:pt x="105712" y="205572"/>
                  <a:pt x="111849" y="205572"/>
                </a:cubicBezTo>
                <a:cubicBezTo>
                  <a:pt x="120664" y="205572"/>
                  <a:pt x="129216" y="203736"/>
                  <a:pt x="137496" y="200063"/>
                </a:cubicBezTo>
                <a:cubicBezTo>
                  <a:pt x="145799" y="196391"/>
                  <a:pt x="153327" y="191095"/>
                  <a:pt x="160079" y="184167"/>
                </a:cubicBezTo>
                <a:cubicBezTo>
                  <a:pt x="164892" y="179325"/>
                  <a:pt x="168901" y="173041"/>
                  <a:pt x="172097" y="165309"/>
                </a:cubicBezTo>
                <a:cubicBezTo>
                  <a:pt x="175301" y="157584"/>
                  <a:pt x="177847" y="148652"/>
                  <a:pt x="179742" y="138528"/>
                </a:cubicBezTo>
                <a:cubicBezTo>
                  <a:pt x="181636" y="128418"/>
                  <a:pt x="182858" y="117263"/>
                  <a:pt x="183414" y="105061"/>
                </a:cubicBezTo>
                <a:cubicBezTo>
                  <a:pt x="183970" y="92874"/>
                  <a:pt x="183926" y="79911"/>
                  <a:pt x="183290" y="66188"/>
                </a:cubicBezTo>
                <a:cubicBezTo>
                  <a:pt x="167650" y="65815"/>
                  <a:pt x="153627" y="66020"/>
                  <a:pt x="141220" y="66788"/>
                </a:cubicBezTo>
                <a:cubicBezTo>
                  <a:pt x="128813" y="67556"/>
                  <a:pt x="117863" y="68953"/>
                  <a:pt x="108353" y="70965"/>
                </a:cubicBezTo>
                <a:cubicBezTo>
                  <a:pt x="98850" y="72976"/>
                  <a:pt x="90701" y="75537"/>
                  <a:pt x="83913" y="78660"/>
                </a:cubicBezTo>
                <a:cubicBezTo>
                  <a:pt x="77124" y="81777"/>
                  <a:pt x="71608" y="85537"/>
                  <a:pt x="67366" y="89948"/>
                </a:cubicBezTo>
                <a:cubicBezTo>
                  <a:pt x="60445" y="96985"/>
                  <a:pt x="55120" y="104527"/>
                  <a:pt x="51397" y="112552"/>
                </a:cubicBezTo>
                <a:cubicBezTo>
                  <a:pt x="47673" y="120569"/>
                  <a:pt x="45815" y="128689"/>
                  <a:pt x="45815" y="136919"/>
                </a:cubicBezTo>
                <a:cubicBezTo>
                  <a:pt x="45815" y="144797"/>
                  <a:pt x="47483" y="153100"/>
                  <a:pt x="50819" y="161812"/>
                </a:cubicBezTo>
                <a:cubicBezTo>
                  <a:pt x="54154" y="170547"/>
                  <a:pt x="58346" y="177569"/>
                  <a:pt x="63394" y="182887"/>
                </a:cubicBezTo>
                <a:cubicBezTo>
                  <a:pt x="72025" y="166691"/>
                  <a:pt x="82486" y="152142"/>
                  <a:pt x="94776" y="139230"/>
                </a:cubicBezTo>
                <a:cubicBezTo>
                  <a:pt x="107065" y="126326"/>
                  <a:pt x="120320" y="115997"/>
                  <a:pt x="134556" y="108250"/>
                </a:cubicBezTo>
                <a:cubicBezTo>
                  <a:pt x="120138" y="120862"/>
                  <a:pt x="108419" y="134483"/>
                  <a:pt x="99399" y="149113"/>
                </a:cubicBezTo>
                <a:cubicBezTo>
                  <a:pt x="90387" y="163751"/>
                  <a:pt x="83847" y="179661"/>
                  <a:pt x="79787" y="196845"/>
                </a:cubicBezTo>
                <a:close/>
                <a:moveTo>
                  <a:pt x="79765" y="196867"/>
                </a:moveTo>
                <a:close/>
                <a:moveTo>
                  <a:pt x="79765" y="19686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4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436" y="84615"/>
                </a:moveTo>
                <a:lnTo>
                  <a:pt x="114871" y="54615"/>
                </a:lnTo>
                <a:lnTo>
                  <a:pt x="99852" y="29619"/>
                </a:lnTo>
                <a:cubicBezTo>
                  <a:pt x="97760" y="26269"/>
                  <a:pt x="94812" y="24594"/>
                  <a:pt x="91001" y="24594"/>
                </a:cubicBezTo>
                <a:cubicBezTo>
                  <a:pt x="87197" y="24594"/>
                  <a:pt x="84293" y="26269"/>
                  <a:pt x="82281" y="29619"/>
                </a:cubicBezTo>
                <a:lnTo>
                  <a:pt x="61579" y="63774"/>
                </a:lnTo>
                <a:cubicBezTo>
                  <a:pt x="60241" y="65851"/>
                  <a:pt x="59904" y="67987"/>
                  <a:pt x="60577" y="70182"/>
                </a:cubicBezTo>
                <a:cubicBezTo>
                  <a:pt x="61250" y="72377"/>
                  <a:pt x="62625" y="74140"/>
                  <a:pt x="64703" y="75464"/>
                </a:cubicBezTo>
                <a:lnTo>
                  <a:pt x="84739" y="87760"/>
                </a:lnTo>
                <a:cubicBezTo>
                  <a:pt x="86824" y="88931"/>
                  <a:pt x="88960" y="89223"/>
                  <a:pt x="91155" y="88638"/>
                </a:cubicBezTo>
                <a:cubicBezTo>
                  <a:pt x="93349" y="88053"/>
                  <a:pt x="95112" y="86722"/>
                  <a:pt x="96436" y="84644"/>
                </a:cubicBezTo>
                <a:close/>
                <a:moveTo>
                  <a:pt x="190832" y="161410"/>
                </a:moveTo>
                <a:lnTo>
                  <a:pt x="172727" y="131088"/>
                </a:lnTo>
                <a:cubicBezTo>
                  <a:pt x="171439" y="129011"/>
                  <a:pt x="171110" y="126816"/>
                  <a:pt x="171746" y="124527"/>
                </a:cubicBezTo>
                <a:cubicBezTo>
                  <a:pt x="172405" y="122230"/>
                  <a:pt x="173765" y="120503"/>
                  <a:pt x="175843" y="119340"/>
                </a:cubicBezTo>
                <a:lnTo>
                  <a:pt x="196142" y="107548"/>
                </a:lnTo>
                <a:cubicBezTo>
                  <a:pt x="198220" y="106429"/>
                  <a:pt x="200407" y="106100"/>
                  <a:pt x="202704" y="106568"/>
                </a:cubicBezTo>
                <a:cubicBezTo>
                  <a:pt x="205001" y="107058"/>
                  <a:pt x="206728" y="108338"/>
                  <a:pt x="207883" y="110416"/>
                </a:cubicBezTo>
                <a:lnTo>
                  <a:pt x="219902" y="130554"/>
                </a:lnTo>
                <a:cubicBezTo>
                  <a:pt x="221746" y="133495"/>
                  <a:pt x="222741" y="136736"/>
                  <a:pt x="222894" y="140291"/>
                </a:cubicBezTo>
                <a:cubicBezTo>
                  <a:pt x="223048" y="143846"/>
                  <a:pt x="222302" y="147153"/>
                  <a:pt x="220656" y="150225"/>
                </a:cubicBezTo>
                <a:cubicBezTo>
                  <a:pt x="218944" y="153656"/>
                  <a:pt x="216435" y="156384"/>
                  <a:pt x="213114" y="158396"/>
                </a:cubicBezTo>
                <a:cubicBezTo>
                  <a:pt x="209807" y="160408"/>
                  <a:pt x="206208" y="161410"/>
                  <a:pt x="202302" y="161410"/>
                </a:cubicBezTo>
                <a:lnTo>
                  <a:pt x="190810" y="161410"/>
                </a:lnTo>
                <a:close/>
                <a:moveTo>
                  <a:pt x="154043" y="225330"/>
                </a:moveTo>
                <a:lnTo>
                  <a:pt x="126758" y="198074"/>
                </a:lnTo>
                <a:cubicBezTo>
                  <a:pt x="125053" y="196362"/>
                  <a:pt x="124197" y="194343"/>
                  <a:pt x="124197" y="192017"/>
                </a:cubicBezTo>
                <a:cubicBezTo>
                  <a:pt x="124197" y="189683"/>
                  <a:pt x="125053" y="187664"/>
                  <a:pt x="126758" y="185952"/>
                </a:cubicBezTo>
                <a:lnTo>
                  <a:pt x="154043" y="158674"/>
                </a:lnTo>
                <a:cubicBezTo>
                  <a:pt x="155382" y="157328"/>
                  <a:pt x="156962" y="157006"/>
                  <a:pt x="158769" y="157694"/>
                </a:cubicBezTo>
                <a:cubicBezTo>
                  <a:pt x="160583" y="158381"/>
                  <a:pt x="161490" y="159662"/>
                  <a:pt x="161490" y="161542"/>
                </a:cubicBezTo>
                <a:lnTo>
                  <a:pt x="161490" y="171571"/>
                </a:lnTo>
                <a:lnTo>
                  <a:pt x="209917" y="171571"/>
                </a:lnTo>
                <a:lnTo>
                  <a:pt x="195155" y="201168"/>
                </a:lnTo>
                <a:cubicBezTo>
                  <a:pt x="193282" y="204606"/>
                  <a:pt x="190722" y="207327"/>
                  <a:pt x="187489" y="209339"/>
                </a:cubicBezTo>
                <a:cubicBezTo>
                  <a:pt x="184270" y="211351"/>
                  <a:pt x="180707" y="212360"/>
                  <a:pt x="176801" y="212360"/>
                </a:cubicBezTo>
                <a:lnTo>
                  <a:pt x="161461" y="212360"/>
                </a:lnTo>
                <a:lnTo>
                  <a:pt x="161461" y="222470"/>
                </a:lnTo>
                <a:cubicBezTo>
                  <a:pt x="161461" y="224343"/>
                  <a:pt x="160554" y="225630"/>
                  <a:pt x="158747" y="226318"/>
                </a:cubicBezTo>
                <a:cubicBezTo>
                  <a:pt x="156933" y="226998"/>
                  <a:pt x="155360" y="226676"/>
                  <a:pt x="154022" y="225330"/>
                </a:cubicBezTo>
                <a:close/>
                <a:moveTo>
                  <a:pt x="62838" y="212360"/>
                </a:moveTo>
                <a:cubicBezTo>
                  <a:pt x="59451" y="212360"/>
                  <a:pt x="56349" y="211475"/>
                  <a:pt x="53533" y="209719"/>
                </a:cubicBezTo>
                <a:cubicBezTo>
                  <a:pt x="50716" y="207957"/>
                  <a:pt x="48646" y="205608"/>
                  <a:pt x="47322" y="202675"/>
                </a:cubicBezTo>
                <a:cubicBezTo>
                  <a:pt x="45947" y="199961"/>
                  <a:pt x="45303" y="197123"/>
                  <a:pt x="45391" y="194153"/>
                </a:cubicBezTo>
                <a:cubicBezTo>
                  <a:pt x="45471" y="191183"/>
                  <a:pt x="46283" y="188410"/>
                  <a:pt x="47827" y="185828"/>
                </a:cubicBezTo>
                <a:lnTo>
                  <a:pt x="56503" y="171571"/>
                </a:lnTo>
                <a:lnTo>
                  <a:pt x="91733" y="171571"/>
                </a:lnTo>
                <a:cubicBezTo>
                  <a:pt x="94198" y="171571"/>
                  <a:pt x="96253" y="172390"/>
                  <a:pt x="97892" y="174036"/>
                </a:cubicBezTo>
                <a:cubicBezTo>
                  <a:pt x="99538" y="175682"/>
                  <a:pt x="100357" y="177730"/>
                  <a:pt x="100357" y="180195"/>
                </a:cubicBezTo>
                <a:lnTo>
                  <a:pt x="100357" y="203787"/>
                </a:lnTo>
                <a:cubicBezTo>
                  <a:pt x="100357" y="206245"/>
                  <a:pt x="99538" y="208293"/>
                  <a:pt x="97892" y="209917"/>
                </a:cubicBezTo>
                <a:cubicBezTo>
                  <a:pt x="96253" y="211548"/>
                  <a:pt x="94198" y="212360"/>
                  <a:pt x="91733" y="212360"/>
                </a:cubicBezTo>
                <a:lnTo>
                  <a:pt x="62838" y="212360"/>
                </a:lnTo>
                <a:close/>
                <a:moveTo>
                  <a:pt x="37593" y="183341"/>
                </a:moveTo>
                <a:lnTo>
                  <a:pt x="21046" y="150225"/>
                </a:lnTo>
                <a:cubicBezTo>
                  <a:pt x="19451" y="147175"/>
                  <a:pt x="18712" y="143905"/>
                  <a:pt x="18807" y="140415"/>
                </a:cubicBezTo>
                <a:cubicBezTo>
                  <a:pt x="18910" y="136948"/>
                  <a:pt x="19905" y="133656"/>
                  <a:pt x="21799" y="130562"/>
                </a:cubicBezTo>
                <a:lnTo>
                  <a:pt x="25874" y="123642"/>
                </a:lnTo>
                <a:lnTo>
                  <a:pt x="17425" y="118587"/>
                </a:lnTo>
                <a:cubicBezTo>
                  <a:pt x="15881" y="117636"/>
                  <a:pt x="15208" y="116173"/>
                  <a:pt x="15391" y="114212"/>
                </a:cubicBezTo>
                <a:cubicBezTo>
                  <a:pt x="15574" y="112252"/>
                  <a:pt x="16627" y="111059"/>
                  <a:pt x="18559" y="110642"/>
                </a:cubicBezTo>
                <a:lnTo>
                  <a:pt x="56100" y="101191"/>
                </a:lnTo>
                <a:cubicBezTo>
                  <a:pt x="58397" y="100599"/>
                  <a:pt x="60533" y="100928"/>
                  <a:pt x="62516" y="102171"/>
                </a:cubicBezTo>
                <a:cubicBezTo>
                  <a:pt x="64491" y="103393"/>
                  <a:pt x="65771" y="105149"/>
                  <a:pt x="66363" y="107446"/>
                </a:cubicBezTo>
                <a:lnTo>
                  <a:pt x="75815" y="145243"/>
                </a:lnTo>
                <a:cubicBezTo>
                  <a:pt x="76232" y="147123"/>
                  <a:pt x="75683" y="148586"/>
                  <a:pt x="74154" y="149647"/>
                </a:cubicBezTo>
                <a:cubicBezTo>
                  <a:pt x="72633" y="150700"/>
                  <a:pt x="71082" y="150752"/>
                  <a:pt x="69502" y="149793"/>
                </a:cubicBezTo>
                <a:lnTo>
                  <a:pt x="60855" y="144563"/>
                </a:lnTo>
                <a:lnTo>
                  <a:pt x="37622" y="183341"/>
                </a:lnTo>
                <a:close/>
                <a:moveTo>
                  <a:pt x="166991" y="94147"/>
                </a:moveTo>
                <a:lnTo>
                  <a:pt x="129450" y="84695"/>
                </a:lnTo>
                <a:cubicBezTo>
                  <a:pt x="127577" y="84322"/>
                  <a:pt x="126494" y="83145"/>
                  <a:pt x="126209" y="81148"/>
                </a:cubicBezTo>
                <a:cubicBezTo>
                  <a:pt x="125924" y="79165"/>
                  <a:pt x="126626" y="77702"/>
                  <a:pt x="128323" y="76744"/>
                </a:cubicBezTo>
                <a:lnTo>
                  <a:pt x="137043" y="71689"/>
                </a:lnTo>
                <a:lnTo>
                  <a:pt x="105134" y="18661"/>
                </a:lnTo>
                <a:lnTo>
                  <a:pt x="141118" y="18661"/>
                </a:lnTo>
                <a:cubicBezTo>
                  <a:pt x="144673" y="18661"/>
                  <a:pt x="148016" y="19554"/>
                  <a:pt x="151154" y="21346"/>
                </a:cubicBezTo>
                <a:cubicBezTo>
                  <a:pt x="154285" y="23145"/>
                  <a:pt x="156794" y="25552"/>
                  <a:pt x="158674" y="28566"/>
                </a:cubicBezTo>
                <a:lnTo>
                  <a:pt x="171922" y="50746"/>
                </a:lnTo>
                <a:lnTo>
                  <a:pt x="180451" y="45515"/>
                </a:lnTo>
                <a:cubicBezTo>
                  <a:pt x="181988" y="44506"/>
                  <a:pt x="183524" y="44593"/>
                  <a:pt x="185053" y="45764"/>
                </a:cubicBezTo>
                <a:cubicBezTo>
                  <a:pt x="186574" y="46942"/>
                  <a:pt x="187145" y="48456"/>
                  <a:pt x="186757" y="50314"/>
                </a:cubicBezTo>
                <a:lnTo>
                  <a:pt x="177255" y="87863"/>
                </a:lnTo>
                <a:cubicBezTo>
                  <a:pt x="176633" y="90160"/>
                  <a:pt x="175345" y="91915"/>
                  <a:pt x="173385" y="93144"/>
                </a:cubicBezTo>
                <a:cubicBezTo>
                  <a:pt x="171417" y="94366"/>
                  <a:pt x="169288" y="94688"/>
                  <a:pt x="166991" y="9412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6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5660"/>
                </a:moveTo>
                <a:cubicBezTo>
                  <a:pt x="141491" y="195660"/>
                  <a:pt x="159164" y="188388"/>
                  <a:pt x="173736" y="173831"/>
                </a:cubicBezTo>
                <a:cubicBezTo>
                  <a:pt x="188301" y="159281"/>
                  <a:pt x="195587" y="141630"/>
                  <a:pt x="195587" y="120876"/>
                </a:cubicBezTo>
                <a:lnTo>
                  <a:pt x="195587" y="45742"/>
                </a:lnTo>
                <a:lnTo>
                  <a:pt x="120650" y="45742"/>
                </a:lnTo>
                <a:cubicBezTo>
                  <a:pt x="99860" y="45742"/>
                  <a:pt x="82186" y="53035"/>
                  <a:pt x="67614" y="67614"/>
                </a:cubicBezTo>
                <a:cubicBezTo>
                  <a:pt x="53050" y="82201"/>
                  <a:pt x="45764" y="99896"/>
                  <a:pt x="45764" y="120701"/>
                </a:cubicBezTo>
                <a:cubicBezTo>
                  <a:pt x="45764" y="141491"/>
                  <a:pt x="53057" y="159186"/>
                  <a:pt x="67644" y="173787"/>
                </a:cubicBezTo>
                <a:cubicBezTo>
                  <a:pt x="82230" y="188366"/>
                  <a:pt x="99918" y="195660"/>
                  <a:pt x="120723" y="195660"/>
                </a:cubicBezTo>
                <a:close/>
                <a:moveTo>
                  <a:pt x="107124" y="170693"/>
                </a:moveTo>
                <a:lnTo>
                  <a:pt x="159903" y="123268"/>
                </a:lnTo>
                <a:cubicBezTo>
                  <a:pt x="161578" y="121725"/>
                  <a:pt x="162083" y="119881"/>
                  <a:pt x="161410" y="117731"/>
                </a:cubicBezTo>
                <a:cubicBezTo>
                  <a:pt x="160744" y="115587"/>
                  <a:pt x="159230" y="114359"/>
                  <a:pt x="156889" y="114037"/>
                </a:cubicBezTo>
                <a:lnTo>
                  <a:pt x="115595" y="109962"/>
                </a:lnTo>
                <a:lnTo>
                  <a:pt x="140342" y="75968"/>
                </a:lnTo>
                <a:cubicBezTo>
                  <a:pt x="141044" y="75127"/>
                  <a:pt x="141337" y="74213"/>
                  <a:pt x="141220" y="73225"/>
                </a:cubicBezTo>
                <a:cubicBezTo>
                  <a:pt x="141103" y="72238"/>
                  <a:pt x="140708" y="71345"/>
                  <a:pt x="140035" y="70562"/>
                </a:cubicBezTo>
                <a:cubicBezTo>
                  <a:pt x="139201" y="69721"/>
                  <a:pt x="138228" y="69297"/>
                  <a:pt x="137123" y="69275"/>
                </a:cubicBezTo>
                <a:cubicBezTo>
                  <a:pt x="136012" y="69260"/>
                  <a:pt x="135046" y="69670"/>
                  <a:pt x="134205" y="70511"/>
                </a:cubicBezTo>
                <a:lnTo>
                  <a:pt x="81696" y="117884"/>
                </a:lnTo>
                <a:cubicBezTo>
                  <a:pt x="80021" y="119391"/>
                  <a:pt x="79524" y="121227"/>
                  <a:pt x="80189" y="123393"/>
                </a:cubicBezTo>
                <a:cubicBezTo>
                  <a:pt x="80862" y="125551"/>
                  <a:pt x="82369" y="126780"/>
                  <a:pt x="84717" y="127065"/>
                </a:cubicBezTo>
                <a:lnTo>
                  <a:pt x="126056" y="131264"/>
                </a:lnTo>
                <a:lnTo>
                  <a:pt x="101059" y="165258"/>
                </a:lnTo>
                <a:cubicBezTo>
                  <a:pt x="100394" y="166099"/>
                  <a:pt x="100109" y="166991"/>
                  <a:pt x="100204" y="167950"/>
                </a:cubicBezTo>
                <a:cubicBezTo>
                  <a:pt x="100306" y="168908"/>
                  <a:pt x="100774" y="169800"/>
                  <a:pt x="101615" y="170642"/>
                </a:cubicBezTo>
                <a:cubicBezTo>
                  <a:pt x="102420" y="171476"/>
                  <a:pt x="103342" y="171907"/>
                  <a:pt x="104381" y="171922"/>
                </a:cubicBezTo>
                <a:cubicBezTo>
                  <a:pt x="105419" y="171936"/>
                  <a:pt x="106341" y="171527"/>
                  <a:pt x="107146" y="170693"/>
                </a:cubicBezTo>
                <a:close/>
                <a:moveTo>
                  <a:pt x="120701" y="212733"/>
                </a:moveTo>
                <a:cubicBezTo>
                  <a:pt x="109435" y="212733"/>
                  <a:pt x="98836" y="210868"/>
                  <a:pt x="88894" y="207130"/>
                </a:cubicBezTo>
                <a:cubicBezTo>
                  <a:pt x="78968" y="203392"/>
                  <a:pt x="69955" y="198191"/>
                  <a:pt x="61857" y="191534"/>
                </a:cubicBezTo>
                <a:lnTo>
                  <a:pt x="43174" y="210224"/>
                </a:lnTo>
                <a:cubicBezTo>
                  <a:pt x="42253" y="211146"/>
                  <a:pt x="41316" y="211790"/>
                  <a:pt x="40358" y="212155"/>
                </a:cubicBezTo>
                <a:cubicBezTo>
                  <a:pt x="39407" y="212529"/>
                  <a:pt x="38361" y="212711"/>
                  <a:pt x="37242" y="212711"/>
                </a:cubicBezTo>
                <a:cubicBezTo>
                  <a:pt x="34908" y="212711"/>
                  <a:pt x="32896" y="211863"/>
                  <a:pt x="31207" y="210173"/>
                </a:cubicBezTo>
                <a:cubicBezTo>
                  <a:pt x="29510" y="208476"/>
                  <a:pt x="28668" y="206464"/>
                  <a:pt x="28668" y="204138"/>
                </a:cubicBezTo>
                <a:cubicBezTo>
                  <a:pt x="28668" y="203011"/>
                  <a:pt x="28851" y="201973"/>
                  <a:pt x="29217" y="201014"/>
                </a:cubicBezTo>
                <a:cubicBezTo>
                  <a:pt x="29590" y="200063"/>
                  <a:pt x="30234" y="199120"/>
                  <a:pt x="31155" y="198198"/>
                </a:cubicBezTo>
                <a:lnTo>
                  <a:pt x="49838" y="179515"/>
                </a:lnTo>
                <a:cubicBezTo>
                  <a:pt x="43167" y="171439"/>
                  <a:pt x="37973" y="162427"/>
                  <a:pt x="34250" y="152485"/>
                </a:cubicBezTo>
                <a:cubicBezTo>
                  <a:pt x="30512" y="142559"/>
                  <a:pt x="28639" y="131959"/>
                  <a:pt x="28639" y="120679"/>
                </a:cubicBezTo>
                <a:cubicBezTo>
                  <a:pt x="28639" y="95090"/>
                  <a:pt x="37593" y="73350"/>
                  <a:pt x="55500" y="55449"/>
                </a:cubicBezTo>
                <a:cubicBezTo>
                  <a:pt x="73415" y="37556"/>
                  <a:pt x="95156" y="28617"/>
                  <a:pt x="120701" y="28617"/>
                </a:cubicBezTo>
                <a:lnTo>
                  <a:pt x="195608" y="28617"/>
                </a:lnTo>
                <a:cubicBezTo>
                  <a:pt x="200407" y="28617"/>
                  <a:pt x="204467" y="30285"/>
                  <a:pt x="207810" y="33621"/>
                </a:cubicBezTo>
                <a:cubicBezTo>
                  <a:pt x="211146" y="36956"/>
                  <a:pt x="212814" y="41024"/>
                  <a:pt x="212814" y="45815"/>
                </a:cubicBezTo>
                <a:lnTo>
                  <a:pt x="212814" y="120701"/>
                </a:lnTo>
                <a:cubicBezTo>
                  <a:pt x="212814" y="146253"/>
                  <a:pt x="203860" y="167979"/>
                  <a:pt x="185952" y="185879"/>
                </a:cubicBezTo>
                <a:cubicBezTo>
                  <a:pt x="168037" y="203787"/>
                  <a:pt x="146282" y="212733"/>
                  <a:pt x="120701" y="212733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8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40291" y="96210"/>
                </a:moveTo>
                <a:cubicBezTo>
                  <a:pt x="137943" y="96210"/>
                  <a:pt x="135975" y="95412"/>
                  <a:pt x="134380" y="93817"/>
                </a:cubicBezTo>
                <a:cubicBezTo>
                  <a:pt x="132786" y="92230"/>
                  <a:pt x="131988" y="90277"/>
                  <a:pt x="131988" y="87958"/>
                </a:cubicBezTo>
                <a:cubicBezTo>
                  <a:pt x="131988" y="85646"/>
                  <a:pt x="132786" y="83701"/>
                  <a:pt x="134380" y="82128"/>
                </a:cubicBezTo>
                <a:cubicBezTo>
                  <a:pt x="135975" y="80570"/>
                  <a:pt x="137935" y="79787"/>
                  <a:pt x="140262" y="79787"/>
                </a:cubicBezTo>
                <a:lnTo>
                  <a:pt x="183743" y="79787"/>
                </a:lnTo>
                <a:cubicBezTo>
                  <a:pt x="186055" y="79787"/>
                  <a:pt x="188001" y="80584"/>
                  <a:pt x="189573" y="82179"/>
                </a:cubicBezTo>
                <a:cubicBezTo>
                  <a:pt x="191153" y="83766"/>
                  <a:pt x="191936" y="85720"/>
                  <a:pt x="191936" y="88038"/>
                </a:cubicBezTo>
                <a:cubicBezTo>
                  <a:pt x="191936" y="90350"/>
                  <a:pt x="191153" y="92296"/>
                  <a:pt x="189573" y="93869"/>
                </a:cubicBezTo>
                <a:cubicBezTo>
                  <a:pt x="188001" y="95427"/>
                  <a:pt x="186055" y="96210"/>
                  <a:pt x="183743" y="96210"/>
                </a:cubicBezTo>
                <a:lnTo>
                  <a:pt x="140291" y="96210"/>
                </a:lnTo>
                <a:close/>
                <a:moveTo>
                  <a:pt x="140262" y="64703"/>
                </a:moveTo>
                <a:cubicBezTo>
                  <a:pt x="137935" y="64703"/>
                  <a:pt x="135975" y="63906"/>
                  <a:pt x="134380" y="62311"/>
                </a:cubicBezTo>
                <a:cubicBezTo>
                  <a:pt x="132786" y="60716"/>
                  <a:pt x="131988" y="58748"/>
                  <a:pt x="131988" y="56400"/>
                </a:cubicBezTo>
                <a:cubicBezTo>
                  <a:pt x="131988" y="54052"/>
                  <a:pt x="132786" y="52092"/>
                  <a:pt x="134380" y="50519"/>
                </a:cubicBezTo>
                <a:cubicBezTo>
                  <a:pt x="135975" y="48946"/>
                  <a:pt x="137935" y="48156"/>
                  <a:pt x="140262" y="48156"/>
                </a:cubicBezTo>
                <a:lnTo>
                  <a:pt x="206376" y="48156"/>
                </a:lnTo>
                <a:cubicBezTo>
                  <a:pt x="208688" y="48156"/>
                  <a:pt x="210634" y="48961"/>
                  <a:pt x="212207" y="50570"/>
                </a:cubicBezTo>
                <a:cubicBezTo>
                  <a:pt x="213779" y="52179"/>
                  <a:pt x="214569" y="54147"/>
                  <a:pt x="214569" y="56481"/>
                </a:cubicBezTo>
                <a:cubicBezTo>
                  <a:pt x="214569" y="58822"/>
                  <a:pt x="213779" y="60775"/>
                  <a:pt x="212207" y="62340"/>
                </a:cubicBezTo>
                <a:cubicBezTo>
                  <a:pt x="210634" y="63898"/>
                  <a:pt x="208688" y="64674"/>
                  <a:pt x="206376" y="64674"/>
                </a:cubicBezTo>
                <a:lnTo>
                  <a:pt x="140262" y="64674"/>
                </a:lnTo>
                <a:close/>
                <a:moveTo>
                  <a:pt x="39553" y="198652"/>
                </a:moveTo>
                <a:cubicBezTo>
                  <a:pt x="30365" y="189464"/>
                  <a:pt x="25771" y="178315"/>
                  <a:pt x="25771" y="165206"/>
                </a:cubicBezTo>
                <a:cubicBezTo>
                  <a:pt x="25771" y="157043"/>
                  <a:pt x="27776" y="149362"/>
                  <a:pt x="31785" y="142149"/>
                </a:cubicBezTo>
                <a:cubicBezTo>
                  <a:pt x="35793" y="134943"/>
                  <a:pt x="41331" y="129077"/>
                  <a:pt x="48405" y="124549"/>
                </a:cubicBezTo>
                <a:lnTo>
                  <a:pt x="48405" y="53313"/>
                </a:lnTo>
                <a:cubicBezTo>
                  <a:pt x="48405" y="46452"/>
                  <a:pt x="50797" y="40629"/>
                  <a:pt x="55574" y="35830"/>
                </a:cubicBezTo>
                <a:cubicBezTo>
                  <a:pt x="60350" y="31024"/>
                  <a:pt x="66159" y="28617"/>
                  <a:pt x="72998" y="28617"/>
                </a:cubicBezTo>
                <a:cubicBezTo>
                  <a:pt x="79838" y="28617"/>
                  <a:pt x="85661" y="31024"/>
                  <a:pt x="90474" y="35830"/>
                </a:cubicBezTo>
                <a:cubicBezTo>
                  <a:pt x="95288" y="40643"/>
                  <a:pt x="97694" y="46473"/>
                  <a:pt x="97694" y="53313"/>
                </a:cubicBezTo>
                <a:lnTo>
                  <a:pt x="97694" y="124549"/>
                </a:lnTo>
                <a:cubicBezTo>
                  <a:pt x="104768" y="129091"/>
                  <a:pt x="110306" y="134958"/>
                  <a:pt x="114315" y="142149"/>
                </a:cubicBezTo>
                <a:cubicBezTo>
                  <a:pt x="118323" y="149362"/>
                  <a:pt x="120320" y="157043"/>
                  <a:pt x="120320" y="165206"/>
                </a:cubicBezTo>
                <a:cubicBezTo>
                  <a:pt x="120320" y="178315"/>
                  <a:pt x="115741" y="189478"/>
                  <a:pt x="106568" y="198681"/>
                </a:cubicBezTo>
                <a:cubicBezTo>
                  <a:pt x="97402" y="207883"/>
                  <a:pt x="86224" y="212485"/>
                  <a:pt x="73050" y="212485"/>
                </a:cubicBezTo>
                <a:cubicBezTo>
                  <a:pt x="59875" y="212485"/>
                  <a:pt x="48697" y="207883"/>
                  <a:pt x="39531" y="198681"/>
                </a:cubicBezTo>
                <a:close/>
                <a:moveTo>
                  <a:pt x="42977" y="165206"/>
                </a:moveTo>
                <a:lnTo>
                  <a:pt x="103203" y="165206"/>
                </a:lnTo>
                <a:cubicBezTo>
                  <a:pt x="103203" y="158389"/>
                  <a:pt x="101557" y="152302"/>
                  <a:pt x="98272" y="146955"/>
                </a:cubicBezTo>
                <a:cubicBezTo>
                  <a:pt x="94988" y="141608"/>
                  <a:pt x="90599" y="137760"/>
                  <a:pt x="85120" y="135412"/>
                </a:cubicBezTo>
                <a:lnTo>
                  <a:pt x="80570" y="133627"/>
                </a:lnTo>
                <a:lnTo>
                  <a:pt x="80570" y="53313"/>
                </a:lnTo>
                <a:cubicBezTo>
                  <a:pt x="80570" y="51199"/>
                  <a:pt x="79838" y="49414"/>
                  <a:pt x="78382" y="47951"/>
                </a:cubicBezTo>
                <a:cubicBezTo>
                  <a:pt x="76919" y="46510"/>
                  <a:pt x="75142" y="45793"/>
                  <a:pt x="73050" y="45793"/>
                </a:cubicBezTo>
                <a:cubicBezTo>
                  <a:pt x="70935" y="45793"/>
                  <a:pt x="69165" y="46510"/>
                  <a:pt x="67746" y="47951"/>
                </a:cubicBezTo>
                <a:cubicBezTo>
                  <a:pt x="66320" y="49392"/>
                  <a:pt x="65603" y="51177"/>
                  <a:pt x="65603" y="53313"/>
                </a:cubicBezTo>
                <a:lnTo>
                  <a:pt x="65603" y="133649"/>
                </a:lnTo>
                <a:lnTo>
                  <a:pt x="61104" y="135434"/>
                </a:lnTo>
                <a:cubicBezTo>
                  <a:pt x="55537" y="137818"/>
                  <a:pt x="51119" y="141717"/>
                  <a:pt x="47856" y="147131"/>
                </a:cubicBezTo>
                <a:cubicBezTo>
                  <a:pt x="44586" y="152529"/>
                  <a:pt x="42948" y="158564"/>
                  <a:pt x="42948" y="16523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40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165" y="198732"/>
                </a:moveTo>
                <a:cubicBezTo>
                  <a:pt x="46539" y="182682"/>
                  <a:pt x="38727" y="162712"/>
                  <a:pt x="38727" y="138806"/>
                </a:cubicBezTo>
                <a:cubicBezTo>
                  <a:pt x="38727" y="128477"/>
                  <a:pt x="41002" y="118170"/>
                  <a:pt x="45566" y="107877"/>
                </a:cubicBezTo>
                <a:cubicBezTo>
                  <a:pt x="50124" y="97570"/>
                  <a:pt x="55976" y="87541"/>
                  <a:pt x="63116" y="77804"/>
                </a:cubicBezTo>
                <a:cubicBezTo>
                  <a:pt x="70241" y="68061"/>
                  <a:pt x="78126" y="58763"/>
                  <a:pt x="86780" y="49912"/>
                </a:cubicBezTo>
                <a:cubicBezTo>
                  <a:pt x="95427" y="41060"/>
                  <a:pt x="103876" y="32948"/>
                  <a:pt x="112127" y="25574"/>
                </a:cubicBezTo>
                <a:cubicBezTo>
                  <a:pt x="113466" y="24447"/>
                  <a:pt x="114841" y="23643"/>
                  <a:pt x="116253" y="23160"/>
                </a:cubicBezTo>
                <a:cubicBezTo>
                  <a:pt x="117658" y="22670"/>
                  <a:pt x="119135" y="22428"/>
                  <a:pt x="120679" y="22428"/>
                </a:cubicBezTo>
                <a:cubicBezTo>
                  <a:pt x="122215" y="22428"/>
                  <a:pt x="123693" y="22670"/>
                  <a:pt x="125105" y="23160"/>
                </a:cubicBezTo>
                <a:cubicBezTo>
                  <a:pt x="126524" y="23643"/>
                  <a:pt x="127899" y="24447"/>
                  <a:pt x="129223" y="25574"/>
                </a:cubicBezTo>
                <a:cubicBezTo>
                  <a:pt x="137489" y="32948"/>
                  <a:pt x="145938" y="41060"/>
                  <a:pt x="154570" y="49912"/>
                </a:cubicBezTo>
                <a:cubicBezTo>
                  <a:pt x="163224" y="58763"/>
                  <a:pt x="171110" y="68061"/>
                  <a:pt x="178235" y="77804"/>
                </a:cubicBezTo>
                <a:cubicBezTo>
                  <a:pt x="185360" y="87541"/>
                  <a:pt x="191219" y="97570"/>
                  <a:pt x="195813" y="107877"/>
                </a:cubicBezTo>
                <a:cubicBezTo>
                  <a:pt x="200385" y="118170"/>
                  <a:pt x="202675" y="128477"/>
                  <a:pt x="202675" y="138806"/>
                </a:cubicBezTo>
                <a:cubicBezTo>
                  <a:pt x="202675" y="162712"/>
                  <a:pt x="194855" y="182682"/>
                  <a:pt x="179215" y="198732"/>
                </a:cubicBezTo>
                <a:cubicBezTo>
                  <a:pt x="163612" y="214774"/>
                  <a:pt x="144102" y="222792"/>
                  <a:pt x="120701" y="222792"/>
                </a:cubicBezTo>
                <a:cubicBezTo>
                  <a:pt x="97299" y="222792"/>
                  <a:pt x="77783" y="214774"/>
                  <a:pt x="62165" y="198732"/>
                </a:cubicBezTo>
                <a:close/>
                <a:moveTo>
                  <a:pt x="167094" y="186560"/>
                </a:moveTo>
                <a:cubicBezTo>
                  <a:pt x="179398" y="173831"/>
                  <a:pt x="185550" y="157921"/>
                  <a:pt x="185550" y="138806"/>
                </a:cubicBezTo>
                <a:cubicBezTo>
                  <a:pt x="185550" y="125763"/>
                  <a:pt x="180027" y="110913"/>
                  <a:pt x="168981" y="94249"/>
                </a:cubicBezTo>
                <a:cubicBezTo>
                  <a:pt x="157921" y="77585"/>
                  <a:pt x="141827" y="59838"/>
                  <a:pt x="120701" y="41016"/>
                </a:cubicBezTo>
                <a:cubicBezTo>
                  <a:pt x="99582" y="59838"/>
                  <a:pt x="83496" y="77585"/>
                  <a:pt x="72442" y="94249"/>
                </a:cubicBezTo>
                <a:cubicBezTo>
                  <a:pt x="61396" y="110913"/>
                  <a:pt x="55873" y="125763"/>
                  <a:pt x="55873" y="138806"/>
                </a:cubicBezTo>
                <a:cubicBezTo>
                  <a:pt x="55873" y="157921"/>
                  <a:pt x="62026" y="173831"/>
                  <a:pt x="74330" y="186560"/>
                </a:cubicBezTo>
                <a:cubicBezTo>
                  <a:pt x="86634" y="199281"/>
                  <a:pt x="102091" y="205645"/>
                  <a:pt x="120701" y="205645"/>
                </a:cubicBezTo>
                <a:cubicBezTo>
                  <a:pt x="139311" y="205645"/>
                  <a:pt x="154768" y="199281"/>
                  <a:pt x="167072" y="186560"/>
                </a:cubicBezTo>
                <a:close/>
                <a:moveTo>
                  <a:pt x="120701" y="120452"/>
                </a:moveTo>
                <a:close/>
                <a:moveTo>
                  <a:pt x="120576" y="188849"/>
                </a:moveTo>
                <a:cubicBezTo>
                  <a:pt x="123378" y="188849"/>
                  <a:pt x="125543" y="188337"/>
                  <a:pt x="127087" y="187313"/>
                </a:cubicBezTo>
                <a:cubicBezTo>
                  <a:pt x="128630" y="186289"/>
                  <a:pt x="129399" y="184811"/>
                  <a:pt x="129399" y="182887"/>
                </a:cubicBezTo>
                <a:cubicBezTo>
                  <a:pt x="129399" y="180927"/>
                  <a:pt x="128638" y="179391"/>
                  <a:pt x="127116" y="178286"/>
                </a:cubicBezTo>
                <a:cubicBezTo>
                  <a:pt x="125587" y="177181"/>
                  <a:pt x="123320" y="176626"/>
                  <a:pt x="120298" y="176626"/>
                </a:cubicBezTo>
                <a:cubicBezTo>
                  <a:pt x="113056" y="176626"/>
                  <a:pt x="105990" y="174424"/>
                  <a:pt x="99099" y="170013"/>
                </a:cubicBezTo>
                <a:cubicBezTo>
                  <a:pt x="92208" y="165601"/>
                  <a:pt x="87775" y="158023"/>
                  <a:pt x="85800" y="147277"/>
                </a:cubicBezTo>
                <a:cubicBezTo>
                  <a:pt x="85463" y="145741"/>
                  <a:pt x="84681" y="144453"/>
                  <a:pt x="83459" y="143436"/>
                </a:cubicBezTo>
                <a:cubicBezTo>
                  <a:pt x="82216" y="142412"/>
                  <a:pt x="80855" y="141900"/>
                  <a:pt x="79363" y="141900"/>
                </a:cubicBezTo>
                <a:cubicBezTo>
                  <a:pt x="77314" y="141900"/>
                  <a:pt x="75756" y="142654"/>
                  <a:pt x="74681" y="144161"/>
                </a:cubicBezTo>
                <a:cubicBezTo>
                  <a:pt x="73613" y="145668"/>
                  <a:pt x="73240" y="147240"/>
                  <a:pt x="73576" y="148864"/>
                </a:cubicBezTo>
                <a:cubicBezTo>
                  <a:pt x="76093" y="162983"/>
                  <a:pt x="82040" y="173173"/>
                  <a:pt x="91433" y="179442"/>
                </a:cubicBezTo>
                <a:cubicBezTo>
                  <a:pt x="100818" y="185711"/>
                  <a:pt x="110525" y="188849"/>
                  <a:pt x="120547" y="18884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2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438912" y="395386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5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81" y="257283"/>
                  </a:moveTo>
                  <a:cubicBezTo>
                    <a:pt x="60577" y="257283"/>
                    <a:pt x="56876" y="255791"/>
                    <a:pt x="53891" y="252799"/>
                  </a:cubicBezTo>
                  <a:cubicBezTo>
                    <a:pt x="50899" y="249814"/>
                    <a:pt x="49407" y="246113"/>
                    <a:pt x="49407" y="241709"/>
                  </a:cubicBezTo>
                  <a:cubicBezTo>
                    <a:pt x="49407" y="237298"/>
                    <a:pt x="50899" y="233596"/>
                    <a:pt x="53891" y="230612"/>
                  </a:cubicBezTo>
                  <a:cubicBezTo>
                    <a:pt x="56876" y="227627"/>
                    <a:pt x="60577" y="226135"/>
                    <a:pt x="64981" y="226135"/>
                  </a:cubicBezTo>
                  <a:lnTo>
                    <a:pt x="89370" y="226135"/>
                  </a:lnTo>
                  <a:lnTo>
                    <a:pt x="58002" y="119084"/>
                  </a:lnTo>
                  <a:cubicBezTo>
                    <a:pt x="50870" y="116078"/>
                    <a:pt x="45274" y="111791"/>
                    <a:pt x="41207" y="106224"/>
                  </a:cubicBezTo>
                  <a:cubicBezTo>
                    <a:pt x="37147" y="100657"/>
                    <a:pt x="35113" y="93291"/>
                    <a:pt x="35113" y="84125"/>
                  </a:cubicBezTo>
                  <a:cubicBezTo>
                    <a:pt x="35113" y="74147"/>
                    <a:pt x="38778" y="65478"/>
                    <a:pt x="46115" y="58127"/>
                  </a:cubicBezTo>
                  <a:cubicBezTo>
                    <a:pt x="53430" y="50767"/>
                    <a:pt x="62091" y="47095"/>
                    <a:pt x="72084" y="47095"/>
                  </a:cubicBezTo>
                  <a:cubicBezTo>
                    <a:pt x="81477" y="47095"/>
                    <a:pt x="89275" y="49612"/>
                    <a:pt x="95493" y="54652"/>
                  </a:cubicBezTo>
                  <a:cubicBezTo>
                    <a:pt x="101732" y="59692"/>
                    <a:pt x="105939" y="66466"/>
                    <a:pt x="108111" y="74981"/>
                  </a:cubicBezTo>
                  <a:lnTo>
                    <a:pt x="149903" y="74981"/>
                  </a:lnTo>
                  <a:lnTo>
                    <a:pt x="149903" y="57000"/>
                  </a:lnTo>
                  <a:cubicBezTo>
                    <a:pt x="149903" y="54315"/>
                    <a:pt x="150883" y="51989"/>
                    <a:pt x="152858" y="50021"/>
                  </a:cubicBezTo>
                  <a:cubicBezTo>
                    <a:pt x="154826" y="48046"/>
                    <a:pt x="157152" y="47059"/>
                    <a:pt x="159837" y="47059"/>
                  </a:cubicBezTo>
                  <a:cubicBezTo>
                    <a:pt x="162032" y="47059"/>
                    <a:pt x="163890" y="47885"/>
                    <a:pt x="165419" y="49531"/>
                  </a:cubicBezTo>
                  <a:cubicBezTo>
                    <a:pt x="166940" y="51177"/>
                    <a:pt x="167723" y="53094"/>
                    <a:pt x="167759" y="55288"/>
                  </a:cubicBezTo>
                  <a:lnTo>
                    <a:pt x="190107" y="33862"/>
                  </a:lnTo>
                  <a:cubicBezTo>
                    <a:pt x="191870" y="32136"/>
                    <a:pt x="194094" y="31002"/>
                    <a:pt x="196779" y="30446"/>
                  </a:cubicBezTo>
                  <a:cubicBezTo>
                    <a:pt x="199464" y="29897"/>
                    <a:pt x="202192" y="30256"/>
                    <a:pt x="204979" y="31514"/>
                  </a:cubicBezTo>
                  <a:lnTo>
                    <a:pt x="253135" y="54681"/>
                  </a:lnTo>
                  <a:cubicBezTo>
                    <a:pt x="255213" y="55800"/>
                    <a:pt x="256639" y="57395"/>
                    <a:pt x="257437" y="59465"/>
                  </a:cubicBezTo>
                  <a:cubicBezTo>
                    <a:pt x="258227" y="61543"/>
                    <a:pt x="258036" y="63715"/>
                    <a:pt x="256859" y="65990"/>
                  </a:cubicBezTo>
                  <a:cubicBezTo>
                    <a:pt x="255739" y="68163"/>
                    <a:pt x="254101" y="69502"/>
                    <a:pt x="251950" y="70014"/>
                  </a:cubicBezTo>
                  <a:cubicBezTo>
                    <a:pt x="249792" y="70519"/>
                    <a:pt x="247715" y="70197"/>
                    <a:pt x="245703" y="69041"/>
                  </a:cubicBezTo>
                  <a:lnTo>
                    <a:pt x="199032" y="46393"/>
                  </a:lnTo>
                  <a:lnTo>
                    <a:pt x="169837" y="75895"/>
                  </a:lnTo>
                  <a:lnTo>
                    <a:pt x="169837" y="91016"/>
                  </a:lnTo>
                  <a:lnTo>
                    <a:pt x="199032" y="121827"/>
                  </a:lnTo>
                  <a:lnTo>
                    <a:pt x="245703" y="99033"/>
                  </a:lnTo>
                  <a:cubicBezTo>
                    <a:pt x="247978" y="97914"/>
                    <a:pt x="250107" y="97614"/>
                    <a:pt x="252096" y="98148"/>
                  </a:cubicBezTo>
                  <a:cubicBezTo>
                    <a:pt x="254093" y="98675"/>
                    <a:pt x="255674" y="100028"/>
                    <a:pt x="256859" y="102201"/>
                  </a:cubicBezTo>
                  <a:cubicBezTo>
                    <a:pt x="258014" y="104476"/>
                    <a:pt x="258205" y="106751"/>
                    <a:pt x="257437" y="109026"/>
                  </a:cubicBezTo>
                  <a:cubicBezTo>
                    <a:pt x="256639" y="111301"/>
                    <a:pt x="255110" y="112998"/>
                    <a:pt x="252835" y="114117"/>
                  </a:cubicBezTo>
                  <a:lnTo>
                    <a:pt x="206413" y="136004"/>
                  </a:lnTo>
                  <a:cubicBezTo>
                    <a:pt x="203319" y="137570"/>
                    <a:pt x="200378" y="138287"/>
                    <a:pt x="197569" y="138169"/>
                  </a:cubicBezTo>
                  <a:cubicBezTo>
                    <a:pt x="194767" y="138045"/>
                    <a:pt x="192265" y="136897"/>
                    <a:pt x="190071" y="134724"/>
                  </a:cubicBezTo>
                  <a:lnTo>
                    <a:pt x="167730" y="113298"/>
                  </a:lnTo>
                  <a:cubicBezTo>
                    <a:pt x="167694" y="116136"/>
                    <a:pt x="166918" y="118221"/>
                    <a:pt x="165411" y="119545"/>
                  </a:cubicBezTo>
                  <a:cubicBezTo>
                    <a:pt x="163912" y="120862"/>
                    <a:pt x="162039" y="121527"/>
                    <a:pt x="159808" y="121527"/>
                  </a:cubicBezTo>
                  <a:cubicBezTo>
                    <a:pt x="157123" y="121527"/>
                    <a:pt x="154797" y="120540"/>
                    <a:pt x="152829" y="118565"/>
                  </a:cubicBezTo>
                  <a:cubicBezTo>
                    <a:pt x="150854" y="116597"/>
                    <a:pt x="149867" y="114271"/>
                    <a:pt x="149867" y="111586"/>
                  </a:cubicBezTo>
                  <a:lnTo>
                    <a:pt x="149867" y="93298"/>
                  </a:lnTo>
                  <a:lnTo>
                    <a:pt x="107475" y="93298"/>
                  </a:lnTo>
                  <a:cubicBezTo>
                    <a:pt x="107373" y="95983"/>
                    <a:pt x="106568" y="98814"/>
                    <a:pt x="105068" y="101806"/>
                  </a:cubicBezTo>
                  <a:cubicBezTo>
                    <a:pt x="103539" y="104790"/>
                    <a:pt x="101791" y="107087"/>
                    <a:pt x="99823" y="108689"/>
                  </a:cubicBezTo>
                  <a:lnTo>
                    <a:pt x="160693" y="226164"/>
                  </a:lnTo>
                  <a:lnTo>
                    <a:pt x="195191" y="226164"/>
                  </a:lnTo>
                  <a:cubicBezTo>
                    <a:pt x="199603" y="226164"/>
                    <a:pt x="203304" y="227656"/>
                    <a:pt x="206289" y="230641"/>
                  </a:cubicBezTo>
                  <a:cubicBezTo>
                    <a:pt x="209273" y="233633"/>
                    <a:pt x="210773" y="237327"/>
                    <a:pt x="210773" y="241738"/>
                  </a:cubicBezTo>
                  <a:cubicBezTo>
                    <a:pt x="210773" y="246149"/>
                    <a:pt x="209273" y="249843"/>
                    <a:pt x="206289" y="252835"/>
                  </a:cubicBezTo>
                  <a:cubicBezTo>
                    <a:pt x="203304" y="255820"/>
                    <a:pt x="199603" y="257312"/>
                    <a:pt x="195191" y="257312"/>
                  </a:cubicBezTo>
                  <a:lnTo>
                    <a:pt x="64981" y="257312"/>
                  </a:lnTo>
                  <a:close/>
                  <a:moveTo>
                    <a:pt x="84249" y="96319"/>
                  </a:moveTo>
                  <a:cubicBezTo>
                    <a:pt x="87497" y="93064"/>
                    <a:pt x="89121" y="89004"/>
                    <a:pt x="89121" y="84125"/>
                  </a:cubicBezTo>
                  <a:cubicBezTo>
                    <a:pt x="89121" y="79246"/>
                    <a:pt x="87497" y="75186"/>
                    <a:pt x="84249" y="71930"/>
                  </a:cubicBezTo>
                  <a:cubicBezTo>
                    <a:pt x="80994" y="68682"/>
                    <a:pt x="76934" y="67058"/>
                    <a:pt x="72055" y="67058"/>
                  </a:cubicBezTo>
                  <a:cubicBezTo>
                    <a:pt x="67175" y="67058"/>
                    <a:pt x="63116" y="68682"/>
                    <a:pt x="59860" y="71930"/>
                  </a:cubicBezTo>
                  <a:cubicBezTo>
                    <a:pt x="56612" y="75186"/>
                    <a:pt x="54988" y="79246"/>
                    <a:pt x="54988" y="84125"/>
                  </a:cubicBezTo>
                  <a:cubicBezTo>
                    <a:pt x="54988" y="89004"/>
                    <a:pt x="56612" y="93064"/>
                    <a:pt x="59860" y="96319"/>
                  </a:cubicBezTo>
                  <a:cubicBezTo>
                    <a:pt x="63116" y="99567"/>
                    <a:pt x="67175" y="101191"/>
                    <a:pt x="72055" y="101191"/>
                  </a:cubicBezTo>
                  <a:cubicBezTo>
                    <a:pt x="76934" y="101191"/>
                    <a:pt x="80994" y="99567"/>
                    <a:pt x="84249" y="96319"/>
                  </a:cubicBezTo>
                  <a:close/>
                  <a:moveTo>
                    <a:pt x="109545" y="226135"/>
                  </a:moveTo>
                  <a:lnTo>
                    <a:pt x="140269" y="226135"/>
                  </a:lnTo>
                  <a:lnTo>
                    <a:pt x="84154" y="116890"/>
                  </a:lnTo>
                  <a:cubicBezTo>
                    <a:pt x="83444" y="117336"/>
                    <a:pt x="82369" y="117782"/>
                    <a:pt x="80928" y="118228"/>
                  </a:cubicBezTo>
                  <a:cubicBezTo>
                    <a:pt x="79480" y="118660"/>
                    <a:pt x="78353" y="118974"/>
                    <a:pt x="77541" y="119179"/>
                  </a:cubicBezTo>
                  <a:lnTo>
                    <a:pt x="109574" y="226135"/>
                  </a:lnTo>
                  <a:close/>
                  <a:moveTo>
                    <a:pt x="140269" y="226135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8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562"/>
                  </a:moveTo>
                  <a:cubicBezTo>
                    <a:pt x="219624" y="209551"/>
                    <a:pt x="222126" y="203443"/>
                    <a:pt x="222126" y="196230"/>
                  </a:cubicBezTo>
                  <a:cubicBezTo>
                    <a:pt x="222126" y="189010"/>
                    <a:pt x="219624" y="182909"/>
                    <a:pt x="214613" y="177920"/>
                  </a:cubicBezTo>
                  <a:cubicBezTo>
                    <a:pt x="209624" y="172931"/>
                    <a:pt x="203509" y="170430"/>
                    <a:pt x="196281" y="170430"/>
                  </a:cubicBezTo>
                  <a:cubicBezTo>
                    <a:pt x="189047" y="170430"/>
                    <a:pt x="182931" y="172909"/>
                    <a:pt x="177920" y="177869"/>
                  </a:cubicBezTo>
                  <a:cubicBezTo>
                    <a:pt x="172931" y="182821"/>
                    <a:pt x="170430" y="188915"/>
                    <a:pt x="170430" y="196150"/>
                  </a:cubicBezTo>
                  <a:cubicBezTo>
                    <a:pt x="170430" y="203363"/>
                    <a:pt x="172931" y="209493"/>
                    <a:pt x="177920" y="214533"/>
                  </a:cubicBezTo>
                  <a:cubicBezTo>
                    <a:pt x="182909" y="219580"/>
                    <a:pt x="189025" y="222104"/>
                    <a:pt x="196252" y="222104"/>
                  </a:cubicBezTo>
                  <a:cubicBezTo>
                    <a:pt x="203502" y="222104"/>
                    <a:pt x="209632" y="219595"/>
                    <a:pt x="214643" y="214591"/>
                  </a:cubicBezTo>
                  <a:close/>
                  <a:moveTo>
                    <a:pt x="196413" y="239222"/>
                  </a:moveTo>
                  <a:cubicBezTo>
                    <a:pt x="184453" y="239222"/>
                    <a:pt x="174285" y="235015"/>
                    <a:pt x="165909" y="226603"/>
                  </a:cubicBezTo>
                  <a:cubicBezTo>
                    <a:pt x="157533" y="218183"/>
                    <a:pt x="153341" y="208044"/>
                    <a:pt x="153341" y="196172"/>
                  </a:cubicBezTo>
                  <a:cubicBezTo>
                    <a:pt x="153341" y="184394"/>
                    <a:pt x="157540" y="174307"/>
                    <a:pt x="165938" y="165909"/>
                  </a:cubicBezTo>
                  <a:cubicBezTo>
                    <a:pt x="174329" y="157511"/>
                    <a:pt x="184445" y="153312"/>
                    <a:pt x="196281" y="153312"/>
                  </a:cubicBezTo>
                  <a:cubicBezTo>
                    <a:pt x="208117" y="153312"/>
                    <a:pt x="218227" y="157511"/>
                    <a:pt x="226625" y="165909"/>
                  </a:cubicBezTo>
                  <a:cubicBezTo>
                    <a:pt x="235023" y="174285"/>
                    <a:pt x="239222" y="184416"/>
                    <a:pt x="239222" y="196303"/>
                  </a:cubicBezTo>
                  <a:cubicBezTo>
                    <a:pt x="239222" y="200100"/>
                    <a:pt x="238578" y="203977"/>
                    <a:pt x="237290" y="207949"/>
                  </a:cubicBezTo>
                  <a:cubicBezTo>
                    <a:pt x="236003" y="211914"/>
                    <a:pt x="234145" y="215857"/>
                    <a:pt x="231731" y="219771"/>
                  </a:cubicBezTo>
                  <a:lnTo>
                    <a:pt x="253267" y="241307"/>
                  </a:lnTo>
                  <a:cubicBezTo>
                    <a:pt x="254979" y="243018"/>
                    <a:pt x="255791" y="245023"/>
                    <a:pt x="255703" y="247312"/>
                  </a:cubicBezTo>
                  <a:cubicBezTo>
                    <a:pt x="255615" y="249609"/>
                    <a:pt x="254730" y="251621"/>
                    <a:pt x="253055" y="253347"/>
                  </a:cubicBezTo>
                  <a:cubicBezTo>
                    <a:pt x="251328" y="255037"/>
                    <a:pt x="249317" y="255871"/>
                    <a:pt x="247027" y="255834"/>
                  </a:cubicBezTo>
                  <a:cubicBezTo>
                    <a:pt x="244715" y="255820"/>
                    <a:pt x="242704" y="254949"/>
                    <a:pt x="240992" y="253245"/>
                  </a:cubicBezTo>
                  <a:lnTo>
                    <a:pt x="219719" y="232053"/>
                  </a:lnTo>
                  <a:cubicBezTo>
                    <a:pt x="215806" y="234394"/>
                    <a:pt x="211877" y="236179"/>
                    <a:pt x="207949" y="237393"/>
                  </a:cubicBezTo>
                  <a:cubicBezTo>
                    <a:pt x="204036" y="238607"/>
                    <a:pt x="200180" y="239222"/>
                    <a:pt x="196384" y="239222"/>
                  </a:cubicBezTo>
                  <a:close/>
                  <a:moveTo>
                    <a:pt x="126041" y="301657"/>
                  </a:moveTo>
                  <a:cubicBezTo>
                    <a:pt x="121169" y="301657"/>
                    <a:pt x="116948" y="299865"/>
                    <a:pt x="113364" y="296288"/>
                  </a:cubicBezTo>
                  <a:cubicBezTo>
                    <a:pt x="109787" y="292703"/>
                    <a:pt x="107994" y="288482"/>
                    <a:pt x="107994" y="283610"/>
                  </a:cubicBezTo>
                  <a:lnTo>
                    <a:pt x="107994" y="247685"/>
                  </a:lnTo>
                  <a:cubicBezTo>
                    <a:pt x="107994" y="245147"/>
                    <a:pt x="108865" y="243004"/>
                    <a:pt x="110613" y="241255"/>
                  </a:cubicBezTo>
                  <a:cubicBezTo>
                    <a:pt x="112361" y="239507"/>
                    <a:pt x="114512" y="238644"/>
                    <a:pt x="117072" y="238666"/>
                  </a:cubicBezTo>
                  <a:cubicBezTo>
                    <a:pt x="119625" y="238666"/>
                    <a:pt x="121762" y="239529"/>
                    <a:pt x="123473" y="241255"/>
                  </a:cubicBezTo>
                  <a:cubicBezTo>
                    <a:pt x="125185" y="242982"/>
                    <a:pt x="126041" y="245125"/>
                    <a:pt x="126041" y="247685"/>
                  </a:cubicBezTo>
                  <a:lnTo>
                    <a:pt x="126041" y="283610"/>
                  </a:lnTo>
                  <a:lnTo>
                    <a:pt x="161966" y="283610"/>
                  </a:lnTo>
                  <a:cubicBezTo>
                    <a:pt x="164504" y="283610"/>
                    <a:pt x="166648" y="284488"/>
                    <a:pt x="168396" y="286229"/>
                  </a:cubicBezTo>
                  <a:cubicBezTo>
                    <a:pt x="170144" y="287977"/>
                    <a:pt x="171007" y="290128"/>
                    <a:pt x="170985" y="292688"/>
                  </a:cubicBezTo>
                  <a:cubicBezTo>
                    <a:pt x="170985" y="295249"/>
                    <a:pt x="170122" y="297378"/>
                    <a:pt x="168396" y="299089"/>
                  </a:cubicBezTo>
                  <a:cubicBezTo>
                    <a:pt x="166670" y="300801"/>
                    <a:pt x="164526" y="301657"/>
                    <a:pt x="161966" y="301657"/>
                  </a:cubicBezTo>
                  <a:lnTo>
                    <a:pt x="126041" y="301657"/>
                  </a:lnTo>
                  <a:close/>
                  <a:moveTo>
                    <a:pt x="283640" y="301657"/>
                  </a:moveTo>
                  <a:lnTo>
                    <a:pt x="247715" y="301657"/>
                  </a:lnTo>
                  <a:cubicBezTo>
                    <a:pt x="245169" y="301657"/>
                    <a:pt x="243026" y="300786"/>
                    <a:pt x="241285" y="299038"/>
                  </a:cubicBezTo>
                  <a:cubicBezTo>
                    <a:pt x="239536" y="297290"/>
                    <a:pt x="238673" y="295139"/>
                    <a:pt x="238688" y="292579"/>
                  </a:cubicBezTo>
                  <a:cubicBezTo>
                    <a:pt x="238688" y="290026"/>
                    <a:pt x="239551" y="287890"/>
                    <a:pt x="241285" y="286178"/>
                  </a:cubicBezTo>
                  <a:cubicBezTo>
                    <a:pt x="243011" y="284466"/>
                    <a:pt x="245154" y="283610"/>
                    <a:pt x="247715" y="283610"/>
                  </a:cubicBezTo>
                  <a:lnTo>
                    <a:pt x="283640" y="283610"/>
                  </a:lnTo>
                  <a:lnTo>
                    <a:pt x="283640" y="247685"/>
                  </a:lnTo>
                  <a:cubicBezTo>
                    <a:pt x="283640" y="245147"/>
                    <a:pt x="284510" y="243004"/>
                    <a:pt x="286258" y="241255"/>
                  </a:cubicBezTo>
                  <a:cubicBezTo>
                    <a:pt x="288007" y="239507"/>
                    <a:pt x="290157" y="238644"/>
                    <a:pt x="292718" y="238666"/>
                  </a:cubicBezTo>
                  <a:cubicBezTo>
                    <a:pt x="295271" y="238666"/>
                    <a:pt x="297414" y="239529"/>
                    <a:pt x="299140" y="241255"/>
                  </a:cubicBezTo>
                  <a:cubicBezTo>
                    <a:pt x="300874" y="242982"/>
                    <a:pt x="301737" y="245125"/>
                    <a:pt x="301737" y="247685"/>
                  </a:cubicBezTo>
                  <a:lnTo>
                    <a:pt x="301737" y="283610"/>
                  </a:lnTo>
                  <a:cubicBezTo>
                    <a:pt x="301737" y="288482"/>
                    <a:pt x="299945" y="292703"/>
                    <a:pt x="296368" y="296288"/>
                  </a:cubicBezTo>
                  <a:cubicBezTo>
                    <a:pt x="292784" y="299865"/>
                    <a:pt x="288555" y="301657"/>
                    <a:pt x="283669" y="301657"/>
                  </a:cubicBezTo>
                  <a:close/>
                  <a:moveTo>
                    <a:pt x="107994" y="161937"/>
                  </a:moveTo>
                  <a:lnTo>
                    <a:pt x="107994" y="126012"/>
                  </a:lnTo>
                  <a:cubicBezTo>
                    <a:pt x="107994" y="121125"/>
                    <a:pt x="109787" y="116890"/>
                    <a:pt x="113364" y="113312"/>
                  </a:cubicBezTo>
                  <a:cubicBezTo>
                    <a:pt x="116948" y="109728"/>
                    <a:pt x="121169" y="107943"/>
                    <a:pt x="126041" y="107943"/>
                  </a:cubicBezTo>
                  <a:lnTo>
                    <a:pt x="161966" y="107943"/>
                  </a:lnTo>
                  <a:cubicBezTo>
                    <a:pt x="164504" y="107943"/>
                    <a:pt x="166648" y="108821"/>
                    <a:pt x="168396" y="110584"/>
                  </a:cubicBezTo>
                  <a:cubicBezTo>
                    <a:pt x="170122" y="112354"/>
                    <a:pt x="170985" y="114512"/>
                    <a:pt x="170985" y="117072"/>
                  </a:cubicBezTo>
                  <a:cubicBezTo>
                    <a:pt x="170985" y="119625"/>
                    <a:pt x="170122" y="121762"/>
                    <a:pt x="168396" y="123473"/>
                  </a:cubicBezTo>
                  <a:cubicBezTo>
                    <a:pt x="166670" y="125185"/>
                    <a:pt x="164526" y="126041"/>
                    <a:pt x="161966" y="126041"/>
                  </a:cubicBezTo>
                  <a:lnTo>
                    <a:pt x="126041" y="126041"/>
                  </a:lnTo>
                  <a:lnTo>
                    <a:pt x="126041" y="161966"/>
                  </a:lnTo>
                  <a:cubicBezTo>
                    <a:pt x="126041" y="164504"/>
                    <a:pt x="125163" y="166648"/>
                    <a:pt x="123422" y="168396"/>
                  </a:cubicBezTo>
                  <a:cubicBezTo>
                    <a:pt x="121674" y="170144"/>
                    <a:pt x="119523" y="170993"/>
                    <a:pt x="116963" y="170964"/>
                  </a:cubicBezTo>
                  <a:cubicBezTo>
                    <a:pt x="114402" y="170964"/>
                    <a:pt x="112274" y="170100"/>
                    <a:pt x="110562" y="168367"/>
                  </a:cubicBezTo>
                  <a:cubicBezTo>
                    <a:pt x="108850" y="166640"/>
                    <a:pt x="107994" y="164497"/>
                    <a:pt x="107994" y="161937"/>
                  </a:cubicBezTo>
                  <a:close/>
                  <a:moveTo>
                    <a:pt x="283610" y="161937"/>
                  </a:moveTo>
                  <a:lnTo>
                    <a:pt x="283610" y="126012"/>
                  </a:lnTo>
                  <a:lnTo>
                    <a:pt x="247715" y="126012"/>
                  </a:lnTo>
                  <a:cubicBezTo>
                    <a:pt x="245169" y="126012"/>
                    <a:pt x="243026" y="125141"/>
                    <a:pt x="241285" y="123393"/>
                  </a:cubicBezTo>
                  <a:cubicBezTo>
                    <a:pt x="239536" y="121644"/>
                    <a:pt x="238673" y="119501"/>
                    <a:pt x="238688" y="116963"/>
                  </a:cubicBezTo>
                  <a:cubicBezTo>
                    <a:pt x="238688" y="114402"/>
                    <a:pt x="239551" y="112259"/>
                    <a:pt x="241285" y="110533"/>
                  </a:cubicBezTo>
                  <a:cubicBezTo>
                    <a:pt x="243011" y="108806"/>
                    <a:pt x="245154" y="107943"/>
                    <a:pt x="247715" y="107943"/>
                  </a:cubicBezTo>
                  <a:lnTo>
                    <a:pt x="283640" y="107943"/>
                  </a:lnTo>
                  <a:cubicBezTo>
                    <a:pt x="288526" y="107943"/>
                    <a:pt x="292762" y="109728"/>
                    <a:pt x="296339" y="113312"/>
                  </a:cubicBezTo>
                  <a:cubicBezTo>
                    <a:pt x="299923" y="116890"/>
                    <a:pt x="301708" y="121125"/>
                    <a:pt x="301708" y="126012"/>
                  </a:cubicBezTo>
                  <a:lnTo>
                    <a:pt x="301708" y="161937"/>
                  </a:lnTo>
                  <a:cubicBezTo>
                    <a:pt x="301708" y="164482"/>
                    <a:pt x="300830" y="166626"/>
                    <a:pt x="299067" y="168367"/>
                  </a:cubicBezTo>
                  <a:cubicBezTo>
                    <a:pt x="297297" y="170100"/>
                    <a:pt x="295139" y="170964"/>
                    <a:pt x="292579" y="170964"/>
                  </a:cubicBezTo>
                  <a:cubicBezTo>
                    <a:pt x="290026" y="170964"/>
                    <a:pt x="287890" y="170100"/>
                    <a:pt x="286178" y="168367"/>
                  </a:cubicBezTo>
                  <a:cubicBezTo>
                    <a:pt x="284466" y="166640"/>
                    <a:pt x="283610" y="164497"/>
                    <a:pt x="283610" y="161937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1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91" y="247576"/>
                    <a:pt x="134029" y="244913"/>
                    <a:pt x="128828" y="239595"/>
                  </a:cubicBezTo>
                  <a:cubicBezTo>
                    <a:pt x="123627" y="234277"/>
                    <a:pt x="120547" y="228234"/>
                    <a:pt x="119589" y="221453"/>
                  </a:cubicBezTo>
                  <a:cubicBezTo>
                    <a:pt x="110547" y="221073"/>
                    <a:pt x="102969" y="217569"/>
                    <a:pt x="96839" y="210934"/>
                  </a:cubicBezTo>
                  <a:cubicBezTo>
                    <a:pt x="90694" y="204299"/>
                    <a:pt x="87621" y="196113"/>
                    <a:pt x="87621" y="186377"/>
                  </a:cubicBezTo>
                  <a:cubicBezTo>
                    <a:pt x="87621" y="183026"/>
                    <a:pt x="88053" y="179800"/>
                    <a:pt x="88902" y="176706"/>
                  </a:cubicBezTo>
                  <a:cubicBezTo>
                    <a:pt x="89758" y="173604"/>
                    <a:pt x="91038" y="170627"/>
                    <a:pt x="92727" y="167774"/>
                  </a:cubicBezTo>
                  <a:cubicBezTo>
                    <a:pt x="91038" y="165089"/>
                    <a:pt x="89758" y="162229"/>
                    <a:pt x="88902" y="159186"/>
                  </a:cubicBezTo>
                  <a:cubicBezTo>
                    <a:pt x="88053" y="156143"/>
                    <a:pt x="87621" y="152880"/>
                    <a:pt x="87621" y="149384"/>
                  </a:cubicBezTo>
                  <a:cubicBezTo>
                    <a:pt x="87621" y="140518"/>
                    <a:pt x="90708" y="132881"/>
                    <a:pt x="96883" y="126480"/>
                  </a:cubicBezTo>
                  <a:cubicBezTo>
                    <a:pt x="103057" y="120079"/>
                    <a:pt x="110394" y="116392"/>
                    <a:pt x="118894" y="115419"/>
                  </a:cubicBezTo>
                  <a:cubicBezTo>
                    <a:pt x="119435" y="108002"/>
                    <a:pt x="122383" y="101732"/>
                    <a:pt x="127738" y="96619"/>
                  </a:cubicBezTo>
                  <a:cubicBezTo>
                    <a:pt x="133100" y="91506"/>
                    <a:pt x="139537" y="88946"/>
                    <a:pt x="147036" y="88946"/>
                  </a:cubicBezTo>
                  <a:cubicBezTo>
                    <a:pt x="151432" y="88946"/>
                    <a:pt x="155309" y="89750"/>
                    <a:pt x="158689" y="91360"/>
                  </a:cubicBezTo>
                  <a:cubicBezTo>
                    <a:pt x="162061" y="92969"/>
                    <a:pt x="165250" y="95310"/>
                    <a:pt x="168250" y="98382"/>
                  </a:cubicBezTo>
                  <a:cubicBezTo>
                    <a:pt x="171249" y="95354"/>
                    <a:pt x="174409" y="93020"/>
                    <a:pt x="177723" y="91381"/>
                  </a:cubicBezTo>
                  <a:cubicBezTo>
                    <a:pt x="181044" y="89758"/>
                    <a:pt x="184884" y="88946"/>
                    <a:pt x="189244" y="88946"/>
                  </a:cubicBezTo>
                  <a:cubicBezTo>
                    <a:pt x="196589" y="88946"/>
                    <a:pt x="202916" y="91513"/>
                    <a:pt x="208234" y="96641"/>
                  </a:cubicBezTo>
                  <a:cubicBezTo>
                    <a:pt x="213567" y="101769"/>
                    <a:pt x="216566" y="108046"/>
                    <a:pt x="217232" y="115463"/>
                  </a:cubicBezTo>
                  <a:cubicBezTo>
                    <a:pt x="225871" y="116173"/>
                    <a:pt x="233311" y="119743"/>
                    <a:pt x="239551" y="126173"/>
                  </a:cubicBezTo>
                  <a:cubicBezTo>
                    <a:pt x="245798" y="132595"/>
                    <a:pt x="248922" y="140327"/>
                    <a:pt x="248922" y="149384"/>
                  </a:cubicBezTo>
                  <a:cubicBezTo>
                    <a:pt x="248922" y="152939"/>
                    <a:pt x="248439" y="156282"/>
                    <a:pt x="247488" y="159427"/>
                  </a:cubicBezTo>
                  <a:cubicBezTo>
                    <a:pt x="246530" y="162558"/>
                    <a:pt x="245184" y="165470"/>
                    <a:pt x="243443" y="168162"/>
                  </a:cubicBezTo>
                  <a:cubicBezTo>
                    <a:pt x="245037" y="171088"/>
                    <a:pt x="246266" y="174175"/>
                    <a:pt x="247137" y="177423"/>
                  </a:cubicBezTo>
                  <a:cubicBezTo>
                    <a:pt x="248007" y="180663"/>
                    <a:pt x="248439" y="183824"/>
                    <a:pt x="248439" y="186896"/>
                  </a:cubicBezTo>
                  <a:cubicBezTo>
                    <a:pt x="248439" y="196486"/>
                    <a:pt x="245432" y="204453"/>
                    <a:pt x="239419" y="210802"/>
                  </a:cubicBezTo>
                  <a:cubicBezTo>
                    <a:pt x="233413" y="217144"/>
                    <a:pt x="225959" y="220583"/>
                    <a:pt x="217057" y="221102"/>
                  </a:cubicBezTo>
                  <a:cubicBezTo>
                    <a:pt x="216135" y="227986"/>
                    <a:pt x="213011" y="234130"/>
                    <a:pt x="207693" y="239529"/>
                  </a:cubicBezTo>
                  <a:cubicBezTo>
                    <a:pt x="202375" y="244935"/>
                    <a:pt x="196113" y="247612"/>
                    <a:pt x="188893" y="247576"/>
                  </a:cubicBezTo>
                  <a:cubicBezTo>
                    <a:pt x="184533" y="247576"/>
                    <a:pt x="180773" y="246859"/>
                    <a:pt x="177613" y="245440"/>
                  </a:cubicBezTo>
                  <a:cubicBezTo>
                    <a:pt x="174460" y="244020"/>
                    <a:pt x="171337" y="241899"/>
                    <a:pt x="168250" y="239075"/>
                  </a:cubicBezTo>
                  <a:cubicBezTo>
                    <a:pt x="165177" y="241914"/>
                    <a:pt x="162046" y="244035"/>
                    <a:pt x="158864" y="245440"/>
                  </a:cubicBezTo>
                  <a:cubicBezTo>
                    <a:pt x="155689" y="246851"/>
                    <a:pt x="151937" y="247554"/>
                    <a:pt x="147606" y="247554"/>
                  </a:cubicBezTo>
                  <a:close/>
                  <a:moveTo>
                    <a:pt x="175506" y="116092"/>
                  </a:moveTo>
                  <a:lnTo>
                    <a:pt x="175506" y="220780"/>
                  </a:lnTo>
                  <a:cubicBezTo>
                    <a:pt x="175506" y="224226"/>
                    <a:pt x="176838" y="227152"/>
                    <a:pt x="179508" y="229558"/>
                  </a:cubicBezTo>
                  <a:cubicBezTo>
                    <a:pt x="182170" y="231950"/>
                    <a:pt x="185374" y="233143"/>
                    <a:pt x="189113" y="233143"/>
                  </a:cubicBezTo>
                  <a:cubicBezTo>
                    <a:pt x="192704" y="233143"/>
                    <a:pt x="195821" y="231563"/>
                    <a:pt x="198454" y="228402"/>
                  </a:cubicBezTo>
                  <a:cubicBezTo>
                    <a:pt x="201095" y="225250"/>
                    <a:pt x="202536" y="222016"/>
                    <a:pt x="202785" y="218710"/>
                  </a:cubicBezTo>
                  <a:cubicBezTo>
                    <a:pt x="199727" y="217583"/>
                    <a:pt x="196874" y="216098"/>
                    <a:pt x="194219" y="214255"/>
                  </a:cubicBezTo>
                  <a:cubicBezTo>
                    <a:pt x="191570" y="212404"/>
                    <a:pt x="189317" y="210129"/>
                    <a:pt x="187459" y="207430"/>
                  </a:cubicBezTo>
                  <a:cubicBezTo>
                    <a:pt x="186201" y="205696"/>
                    <a:pt x="185733" y="203897"/>
                    <a:pt x="186047" y="202046"/>
                  </a:cubicBezTo>
                  <a:cubicBezTo>
                    <a:pt x="186384" y="200188"/>
                    <a:pt x="187408" y="198630"/>
                    <a:pt x="189134" y="197371"/>
                  </a:cubicBezTo>
                  <a:cubicBezTo>
                    <a:pt x="190861" y="196113"/>
                    <a:pt x="192660" y="195645"/>
                    <a:pt x="194548" y="195982"/>
                  </a:cubicBezTo>
                  <a:cubicBezTo>
                    <a:pt x="196413" y="196296"/>
                    <a:pt x="197979" y="197328"/>
                    <a:pt x="199237" y="199069"/>
                  </a:cubicBezTo>
                  <a:cubicBezTo>
                    <a:pt x="201051" y="201570"/>
                    <a:pt x="203282" y="203487"/>
                    <a:pt x="205930" y="204804"/>
                  </a:cubicBezTo>
                  <a:cubicBezTo>
                    <a:pt x="208586" y="206120"/>
                    <a:pt x="211519" y="206779"/>
                    <a:pt x="214738" y="206779"/>
                  </a:cubicBezTo>
                  <a:cubicBezTo>
                    <a:pt x="220034" y="206779"/>
                    <a:pt x="224569" y="204965"/>
                    <a:pt x="228337" y="201329"/>
                  </a:cubicBezTo>
                  <a:cubicBezTo>
                    <a:pt x="232104" y="197686"/>
                    <a:pt x="233991" y="192873"/>
                    <a:pt x="233991" y="186874"/>
                  </a:cubicBezTo>
                  <a:cubicBezTo>
                    <a:pt x="233991" y="185616"/>
                    <a:pt x="233852" y="184277"/>
                    <a:pt x="233574" y="182873"/>
                  </a:cubicBezTo>
                  <a:cubicBezTo>
                    <a:pt x="233304" y="181468"/>
                    <a:pt x="233004" y="180064"/>
                    <a:pt x="232689" y="178659"/>
                  </a:cubicBezTo>
                  <a:cubicBezTo>
                    <a:pt x="230253" y="180342"/>
                    <a:pt x="227569" y="181614"/>
                    <a:pt x="224642" y="182485"/>
                  </a:cubicBezTo>
                  <a:cubicBezTo>
                    <a:pt x="221716" y="183355"/>
                    <a:pt x="218688" y="183787"/>
                    <a:pt x="215564" y="183787"/>
                  </a:cubicBezTo>
                  <a:cubicBezTo>
                    <a:pt x="213501" y="183787"/>
                    <a:pt x="211797" y="183107"/>
                    <a:pt x="210429" y="181746"/>
                  </a:cubicBezTo>
                  <a:cubicBezTo>
                    <a:pt x="209054" y="180371"/>
                    <a:pt x="208366" y="178644"/>
                    <a:pt x="208366" y="176574"/>
                  </a:cubicBezTo>
                  <a:cubicBezTo>
                    <a:pt x="208366" y="174504"/>
                    <a:pt x="209054" y="172778"/>
                    <a:pt x="210429" y="171402"/>
                  </a:cubicBezTo>
                  <a:cubicBezTo>
                    <a:pt x="211812" y="170042"/>
                    <a:pt x="213516" y="169362"/>
                    <a:pt x="215564" y="169362"/>
                  </a:cubicBezTo>
                  <a:cubicBezTo>
                    <a:pt x="220846" y="169362"/>
                    <a:pt x="225315" y="167394"/>
                    <a:pt x="228973" y="163465"/>
                  </a:cubicBezTo>
                  <a:cubicBezTo>
                    <a:pt x="232623" y="159545"/>
                    <a:pt x="234445" y="154855"/>
                    <a:pt x="234445" y="149406"/>
                  </a:cubicBezTo>
                  <a:cubicBezTo>
                    <a:pt x="234445" y="144087"/>
                    <a:pt x="232492" y="139552"/>
                    <a:pt x="228578" y="135785"/>
                  </a:cubicBezTo>
                  <a:cubicBezTo>
                    <a:pt x="224664" y="132003"/>
                    <a:pt x="220202" y="129962"/>
                    <a:pt x="215191" y="129677"/>
                  </a:cubicBezTo>
                  <a:cubicBezTo>
                    <a:pt x="213670" y="133327"/>
                    <a:pt x="211526" y="136553"/>
                    <a:pt x="208761" y="139347"/>
                  </a:cubicBezTo>
                  <a:cubicBezTo>
                    <a:pt x="205989" y="142142"/>
                    <a:pt x="202785" y="144226"/>
                    <a:pt x="199134" y="145602"/>
                  </a:cubicBezTo>
                  <a:cubicBezTo>
                    <a:pt x="197189" y="146355"/>
                    <a:pt x="195316" y="146311"/>
                    <a:pt x="193502" y="145477"/>
                  </a:cubicBezTo>
                  <a:cubicBezTo>
                    <a:pt x="191695" y="144622"/>
                    <a:pt x="190466" y="143224"/>
                    <a:pt x="189829" y="141278"/>
                  </a:cubicBezTo>
                  <a:cubicBezTo>
                    <a:pt x="189222" y="139369"/>
                    <a:pt x="189332" y="137496"/>
                    <a:pt x="190159" y="135675"/>
                  </a:cubicBezTo>
                  <a:cubicBezTo>
                    <a:pt x="190978" y="133846"/>
                    <a:pt x="192339" y="132595"/>
                    <a:pt x="194219" y="131915"/>
                  </a:cubicBezTo>
                  <a:cubicBezTo>
                    <a:pt x="196772" y="131044"/>
                    <a:pt x="198842" y="129318"/>
                    <a:pt x="200436" y="126743"/>
                  </a:cubicBezTo>
                  <a:cubicBezTo>
                    <a:pt x="202046" y="124161"/>
                    <a:pt x="202850" y="121264"/>
                    <a:pt x="202850" y="118045"/>
                  </a:cubicBezTo>
                  <a:cubicBezTo>
                    <a:pt x="202850" y="113964"/>
                    <a:pt x="201483" y="110496"/>
                    <a:pt x="198761" y="107636"/>
                  </a:cubicBezTo>
                  <a:cubicBezTo>
                    <a:pt x="196040" y="104783"/>
                    <a:pt x="192814" y="103356"/>
                    <a:pt x="189091" y="103356"/>
                  </a:cubicBezTo>
                  <a:cubicBezTo>
                    <a:pt x="185396" y="103356"/>
                    <a:pt x="182207" y="104600"/>
                    <a:pt x="179530" y="107095"/>
                  </a:cubicBezTo>
                  <a:cubicBezTo>
                    <a:pt x="176845" y="109589"/>
                    <a:pt x="175506" y="112588"/>
                    <a:pt x="175506" y="116092"/>
                  </a:cubicBezTo>
                  <a:close/>
                  <a:moveTo>
                    <a:pt x="161059" y="220780"/>
                  </a:moveTo>
                  <a:lnTo>
                    <a:pt x="161059" y="116092"/>
                  </a:lnTo>
                  <a:cubicBezTo>
                    <a:pt x="161059" y="112588"/>
                    <a:pt x="159735" y="109589"/>
                    <a:pt x="157101" y="107095"/>
                  </a:cubicBezTo>
                  <a:cubicBezTo>
                    <a:pt x="154468" y="104600"/>
                    <a:pt x="151249" y="103356"/>
                    <a:pt x="147452" y="103356"/>
                  </a:cubicBezTo>
                  <a:cubicBezTo>
                    <a:pt x="143714" y="103356"/>
                    <a:pt x="140452" y="104783"/>
                    <a:pt x="137672" y="107636"/>
                  </a:cubicBezTo>
                  <a:cubicBezTo>
                    <a:pt x="134892" y="110496"/>
                    <a:pt x="133502" y="113956"/>
                    <a:pt x="133502" y="118023"/>
                  </a:cubicBezTo>
                  <a:cubicBezTo>
                    <a:pt x="133502" y="121271"/>
                    <a:pt x="134263" y="124139"/>
                    <a:pt x="135785" y="126633"/>
                  </a:cubicBezTo>
                  <a:cubicBezTo>
                    <a:pt x="137306" y="129128"/>
                    <a:pt x="139333" y="130810"/>
                    <a:pt x="141864" y="131696"/>
                  </a:cubicBezTo>
                  <a:cubicBezTo>
                    <a:pt x="143751" y="132376"/>
                    <a:pt x="145134" y="133627"/>
                    <a:pt x="146019" y="135456"/>
                  </a:cubicBezTo>
                  <a:cubicBezTo>
                    <a:pt x="146904" y="137284"/>
                    <a:pt x="147036" y="139077"/>
                    <a:pt x="146428" y="140847"/>
                  </a:cubicBezTo>
                  <a:cubicBezTo>
                    <a:pt x="145675" y="142785"/>
                    <a:pt x="144358" y="144219"/>
                    <a:pt x="142478" y="145148"/>
                  </a:cubicBezTo>
                  <a:cubicBezTo>
                    <a:pt x="140605" y="146077"/>
                    <a:pt x="138696" y="146158"/>
                    <a:pt x="136736" y="145390"/>
                  </a:cubicBezTo>
                  <a:cubicBezTo>
                    <a:pt x="133085" y="144153"/>
                    <a:pt x="129911" y="142142"/>
                    <a:pt x="127219" y="139347"/>
                  </a:cubicBezTo>
                  <a:cubicBezTo>
                    <a:pt x="124527" y="136553"/>
                    <a:pt x="122420" y="133327"/>
                    <a:pt x="120898" y="129677"/>
                  </a:cubicBezTo>
                  <a:cubicBezTo>
                    <a:pt x="115997" y="130137"/>
                    <a:pt x="111637" y="132215"/>
                    <a:pt x="107811" y="135909"/>
                  </a:cubicBezTo>
                  <a:cubicBezTo>
                    <a:pt x="103986" y="139589"/>
                    <a:pt x="102076" y="144073"/>
                    <a:pt x="102076" y="149362"/>
                  </a:cubicBezTo>
                  <a:cubicBezTo>
                    <a:pt x="102076" y="154855"/>
                    <a:pt x="103890" y="159566"/>
                    <a:pt x="107526" y="163487"/>
                  </a:cubicBezTo>
                  <a:cubicBezTo>
                    <a:pt x="111169" y="167401"/>
                    <a:pt x="115631" y="169362"/>
                    <a:pt x="120920" y="169362"/>
                  </a:cubicBezTo>
                  <a:cubicBezTo>
                    <a:pt x="122990" y="169362"/>
                    <a:pt x="124710" y="170042"/>
                    <a:pt x="126092" y="171402"/>
                  </a:cubicBezTo>
                  <a:cubicBezTo>
                    <a:pt x="127467" y="172778"/>
                    <a:pt x="128155" y="174504"/>
                    <a:pt x="128155" y="176574"/>
                  </a:cubicBezTo>
                  <a:cubicBezTo>
                    <a:pt x="128155" y="178644"/>
                    <a:pt x="127467" y="180371"/>
                    <a:pt x="126092" y="181746"/>
                  </a:cubicBezTo>
                  <a:cubicBezTo>
                    <a:pt x="124710" y="183107"/>
                    <a:pt x="122990" y="183787"/>
                    <a:pt x="120920" y="183787"/>
                  </a:cubicBezTo>
                  <a:cubicBezTo>
                    <a:pt x="117760" y="183787"/>
                    <a:pt x="114702" y="183326"/>
                    <a:pt x="111747" y="182397"/>
                  </a:cubicBezTo>
                  <a:cubicBezTo>
                    <a:pt x="108792" y="181468"/>
                    <a:pt x="106056" y="180210"/>
                    <a:pt x="103554" y="178615"/>
                  </a:cubicBezTo>
                  <a:cubicBezTo>
                    <a:pt x="103086" y="179873"/>
                    <a:pt x="102727" y="181176"/>
                    <a:pt x="102464" y="182507"/>
                  </a:cubicBezTo>
                  <a:cubicBezTo>
                    <a:pt x="102223" y="183838"/>
                    <a:pt x="102098" y="185192"/>
                    <a:pt x="102098" y="186567"/>
                  </a:cubicBezTo>
                  <a:cubicBezTo>
                    <a:pt x="102098" y="192609"/>
                    <a:pt x="103942" y="197562"/>
                    <a:pt x="107636" y="201409"/>
                  </a:cubicBezTo>
                  <a:cubicBezTo>
                    <a:pt x="111330" y="205265"/>
                    <a:pt x="115829" y="207196"/>
                    <a:pt x="121132" y="207196"/>
                  </a:cubicBezTo>
                  <a:cubicBezTo>
                    <a:pt x="124190" y="207196"/>
                    <a:pt x="127087" y="206501"/>
                    <a:pt x="129830" y="205111"/>
                  </a:cubicBezTo>
                  <a:cubicBezTo>
                    <a:pt x="132566" y="203714"/>
                    <a:pt x="134841" y="201819"/>
                    <a:pt x="136648" y="199412"/>
                  </a:cubicBezTo>
                  <a:cubicBezTo>
                    <a:pt x="137913" y="197818"/>
                    <a:pt x="139515" y="196830"/>
                    <a:pt x="141454" y="196435"/>
                  </a:cubicBezTo>
                  <a:cubicBezTo>
                    <a:pt x="143378" y="196047"/>
                    <a:pt x="145148" y="196486"/>
                    <a:pt x="146758" y="197759"/>
                  </a:cubicBezTo>
                  <a:cubicBezTo>
                    <a:pt x="148367" y="199010"/>
                    <a:pt x="149362" y="200612"/>
                    <a:pt x="149757" y="202565"/>
                  </a:cubicBezTo>
                  <a:cubicBezTo>
                    <a:pt x="150144" y="204504"/>
                    <a:pt x="149713" y="206274"/>
                    <a:pt x="148455" y="207869"/>
                  </a:cubicBezTo>
                  <a:cubicBezTo>
                    <a:pt x="146626" y="210458"/>
                    <a:pt x="144461" y="212646"/>
                    <a:pt x="141951" y="214430"/>
                  </a:cubicBezTo>
                  <a:cubicBezTo>
                    <a:pt x="139435" y="216215"/>
                    <a:pt x="136714" y="217649"/>
                    <a:pt x="133802" y="218732"/>
                  </a:cubicBezTo>
                  <a:cubicBezTo>
                    <a:pt x="134066" y="222053"/>
                    <a:pt x="135499" y="225286"/>
                    <a:pt x="138104" y="228446"/>
                  </a:cubicBezTo>
                  <a:cubicBezTo>
                    <a:pt x="140730" y="231607"/>
                    <a:pt x="143912" y="233187"/>
                    <a:pt x="147650" y="233187"/>
                  </a:cubicBezTo>
                  <a:cubicBezTo>
                    <a:pt x="151388" y="233187"/>
                    <a:pt x="154556" y="231987"/>
                    <a:pt x="157167" y="229602"/>
                  </a:cubicBezTo>
                  <a:cubicBezTo>
                    <a:pt x="159771" y="227210"/>
                    <a:pt x="161081" y="224284"/>
                    <a:pt x="161081" y="220817"/>
                  </a:cubicBezTo>
                  <a:close/>
                  <a:moveTo>
                    <a:pt x="168250" y="16862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5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049"/>
                  </a:moveTo>
                  <a:lnTo>
                    <a:pt x="111315" y="137189"/>
                  </a:lnTo>
                  <a:cubicBezTo>
                    <a:pt x="109384" y="135061"/>
                    <a:pt x="107036" y="133993"/>
                    <a:pt x="104271" y="133993"/>
                  </a:cubicBezTo>
                  <a:cubicBezTo>
                    <a:pt x="101506" y="133993"/>
                    <a:pt x="99062" y="134922"/>
                    <a:pt x="96926" y="136794"/>
                  </a:cubicBezTo>
                  <a:cubicBezTo>
                    <a:pt x="94790" y="138945"/>
                    <a:pt x="93722" y="141396"/>
                    <a:pt x="93722" y="144139"/>
                  </a:cubicBezTo>
                  <a:cubicBezTo>
                    <a:pt x="93722" y="146882"/>
                    <a:pt x="94790" y="149325"/>
                    <a:pt x="96926" y="151454"/>
                  </a:cubicBezTo>
                  <a:lnTo>
                    <a:pt x="125821" y="180049"/>
                  </a:lnTo>
                  <a:cubicBezTo>
                    <a:pt x="127914" y="182156"/>
                    <a:pt x="130364" y="183216"/>
                    <a:pt x="133166" y="183216"/>
                  </a:cubicBezTo>
                  <a:cubicBezTo>
                    <a:pt x="135975" y="183216"/>
                    <a:pt x="138418" y="182156"/>
                    <a:pt x="140510" y="180049"/>
                  </a:cubicBezTo>
                  <a:lnTo>
                    <a:pt x="195623" y="125244"/>
                  </a:lnTo>
                  <a:cubicBezTo>
                    <a:pt x="197554" y="123371"/>
                    <a:pt x="198513" y="121037"/>
                    <a:pt x="198513" y="118236"/>
                  </a:cubicBezTo>
                  <a:cubicBezTo>
                    <a:pt x="198513" y="115427"/>
                    <a:pt x="197452" y="113071"/>
                    <a:pt x="195316" y="111162"/>
                  </a:cubicBezTo>
                  <a:cubicBezTo>
                    <a:pt x="193385" y="109494"/>
                    <a:pt x="191088" y="108711"/>
                    <a:pt x="188425" y="108814"/>
                  </a:cubicBezTo>
                  <a:cubicBezTo>
                    <a:pt x="185762" y="108916"/>
                    <a:pt x="183604" y="109830"/>
                    <a:pt x="181936" y="111557"/>
                  </a:cubicBezTo>
                  <a:lnTo>
                    <a:pt x="133195" y="160049"/>
                  </a:lnTo>
                  <a:close/>
                  <a:moveTo>
                    <a:pt x="99882" y="268380"/>
                  </a:moveTo>
                  <a:lnTo>
                    <a:pt x="81140" y="236281"/>
                  </a:lnTo>
                  <a:lnTo>
                    <a:pt x="43650" y="228659"/>
                  </a:lnTo>
                  <a:cubicBezTo>
                    <a:pt x="41068" y="228212"/>
                    <a:pt x="38931" y="226844"/>
                    <a:pt x="37249" y="224547"/>
                  </a:cubicBezTo>
                  <a:cubicBezTo>
                    <a:pt x="35559" y="222272"/>
                    <a:pt x="34923" y="219851"/>
                    <a:pt x="35325" y="217291"/>
                  </a:cubicBezTo>
                  <a:lnTo>
                    <a:pt x="39597" y="181022"/>
                  </a:lnTo>
                  <a:lnTo>
                    <a:pt x="15728" y="153195"/>
                  </a:lnTo>
                  <a:cubicBezTo>
                    <a:pt x="13899" y="151300"/>
                    <a:pt x="12984" y="148996"/>
                    <a:pt x="12984" y="146275"/>
                  </a:cubicBezTo>
                  <a:cubicBezTo>
                    <a:pt x="12984" y="143553"/>
                    <a:pt x="13899" y="141257"/>
                    <a:pt x="15728" y="139384"/>
                  </a:cubicBezTo>
                  <a:lnTo>
                    <a:pt x="39597" y="111864"/>
                  </a:lnTo>
                  <a:lnTo>
                    <a:pt x="35325" y="75588"/>
                  </a:lnTo>
                  <a:cubicBezTo>
                    <a:pt x="34923" y="73028"/>
                    <a:pt x="35559" y="70614"/>
                    <a:pt x="37249" y="68339"/>
                  </a:cubicBezTo>
                  <a:cubicBezTo>
                    <a:pt x="38931" y="66064"/>
                    <a:pt x="41068" y="64666"/>
                    <a:pt x="43650" y="64162"/>
                  </a:cubicBezTo>
                  <a:lnTo>
                    <a:pt x="81169" y="56605"/>
                  </a:lnTo>
                  <a:lnTo>
                    <a:pt x="99911" y="24235"/>
                  </a:lnTo>
                  <a:cubicBezTo>
                    <a:pt x="101272" y="21975"/>
                    <a:pt x="103239" y="20380"/>
                    <a:pt x="105800" y="19444"/>
                  </a:cubicBezTo>
                  <a:cubicBezTo>
                    <a:pt x="108360" y="18493"/>
                    <a:pt x="110898" y="18603"/>
                    <a:pt x="113415" y="19780"/>
                  </a:cubicBezTo>
                  <a:lnTo>
                    <a:pt x="146304" y="35142"/>
                  </a:lnTo>
                  <a:lnTo>
                    <a:pt x="179222" y="19751"/>
                  </a:lnTo>
                  <a:cubicBezTo>
                    <a:pt x="181739" y="18632"/>
                    <a:pt x="184285" y="18493"/>
                    <a:pt x="186845" y="19327"/>
                  </a:cubicBezTo>
                  <a:cubicBezTo>
                    <a:pt x="189405" y="20139"/>
                    <a:pt x="191366" y="21675"/>
                    <a:pt x="192726" y="23928"/>
                  </a:cubicBezTo>
                  <a:lnTo>
                    <a:pt x="211775" y="56605"/>
                  </a:lnTo>
                  <a:lnTo>
                    <a:pt x="248995" y="64162"/>
                  </a:lnTo>
                  <a:cubicBezTo>
                    <a:pt x="251570" y="64666"/>
                    <a:pt x="253706" y="66064"/>
                    <a:pt x="255396" y="68339"/>
                  </a:cubicBezTo>
                  <a:cubicBezTo>
                    <a:pt x="257078" y="70614"/>
                    <a:pt x="257722" y="73028"/>
                    <a:pt x="257312" y="75588"/>
                  </a:cubicBezTo>
                  <a:lnTo>
                    <a:pt x="253047" y="111864"/>
                  </a:lnTo>
                  <a:lnTo>
                    <a:pt x="276910" y="139384"/>
                  </a:lnTo>
                  <a:cubicBezTo>
                    <a:pt x="278738" y="141278"/>
                    <a:pt x="279653" y="143583"/>
                    <a:pt x="279653" y="146304"/>
                  </a:cubicBezTo>
                  <a:cubicBezTo>
                    <a:pt x="279653" y="149025"/>
                    <a:pt x="278738" y="151322"/>
                    <a:pt x="276910" y="153195"/>
                  </a:cubicBezTo>
                  <a:lnTo>
                    <a:pt x="253047" y="181022"/>
                  </a:lnTo>
                  <a:lnTo>
                    <a:pt x="257312" y="217291"/>
                  </a:lnTo>
                  <a:cubicBezTo>
                    <a:pt x="257722" y="219851"/>
                    <a:pt x="257078" y="222272"/>
                    <a:pt x="255396" y="224547"/>
                  </a:cubicBezTo>
                  <a:cubicBezTo>
                    <a:pt x="253706" y="226822"/>
                    <a:pt x="251570" y="228190"/>
                    <a:pt x="248995" y="228659"/>
                  </a:cubicBezTo>
                  <a:lnTo>
                    <a:pt x="211804" y="236281"/>
                  </a:lnTo>
                  <a:lnTo>
                    <a:pt x="192726" y="268680"/>
                  </a:lnTo>
                  <a:cubicBezTo>
                    <a:pt x="191366" y="270940"/>
                    <a:pt x="189405" y="272469"/>
                    <a:pt x="186845" y="273281"/>
                  </a:cubicBezTo>
                  <a:cubicBezTo>
                    <a:pt x="184285" y="274093"/>
                    <a:pt x="181739" y="273954"/>
                    <a:pt x="179222" y="272857"/>
                  </a:cubicBezTo>
                  <a:lnTo>
                    <a:pt x="146304" y="257466"/>
                  </a:lnTo>
                  <a:lnTo>
                    <a:pt x="113386" y="272857"/>
                  </a:lnTo>
                  <a:cubicBezTo>
                    <a:pt x="110869" y="273976"/>
                    <a:pt x="108323" y="274064"/>
                    <a:pt x="105763" y="273135"/>
                  </a:cubicBezTo>
                  <a:cubicBezTo>
                    <a:pt x="103203" y="272221"/>
                    <a:pt x="101242" y="270633"/>
                    <a:pt x="99882" y="268380"/>
                  </a:cubicBezTo>
                  <a:close/>
                  <a:moveTo>
                    <a:pt x="113964" y="249419"/>
                  </a:moveTo>
                  <a:lnTo>
                    <a:pt x="146304" y="235732"/>
                  </a:lnTo>
                  <a:lnTo>
                    <a:pt x="179559" y="249419"/>
                  </a:lnTo>
                  <a:lnTo>
                    <a:pt x="199829" y="219149"/>
                  </a:lnTo>
                  <a:lnTo>
                    <a:pt x="235184" y="210071"/>
                  </a:lnTo>
                  <a:lnTo>
                    <a:pt x="231621" y="174043"/>
                  </a:lnTo>
                  <a:lnTo>
                    <a:pt x="256003" y="146304"/>
                  </a:lnTo>
                  <a:lnTo>
                    <a:pt x="231621" y="117958"/>
                  </a:lnTo>
                  <a:lnTo>
                    <a:pt x="235213" y="81901"/>
                  </a:lnTo>
                  <a:lnTo>
                    <a:pt x="199859" y="73430"/>
                  </a:lnTo>
                  <a:lnTo>
                    <a:pt x="179010" y="43160"/>
                  </a:lnTo>
                  <a:lnTo>
                    <a:pt x="146363" y="56846"/>
                  </a:lnTo>
                  <a:lnTo>
                    <a:pt x="113108" y="43160"/>
                  </a:lnTo>
                  <a:lnTo>
                    <a:pt x="92845" y="73430"/>
                  </a:lnTo>
                  <a:lnTo>
                    <a:pt x="57512" y="81842"/>
                  </a:lnTo>
                  <a:lnTo>
                    <a:pt x="61023" y="117928"/>
                  </a:lnTo>
                  <a:lnTo>
                    <a:pt x="36605" y="146304"/>
                  </a:lnTo>
                  <a:lnTo>
                    <a:pt x="60994" y="174043"/>
                  </a:lnTo>
                  <a:lnTo>
                    <a:pt x="57483" y="210736"/>
                  </a:lnTo>
                  <a:lnTo>
                    <a:pt x="92779" y="219149"/>
                  </a:lnTo>
                  <a:lnTo>
                    <a:pt x="113934" y="249419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9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586"/>
                  </a:moveTo>
                  <a:cubicBezTo>
                    <a:pt x="172558" y="164651"/>
                    <a:pt x="174526" y="159844"/>
                    <a:pt x="174526" y="154175"/>
                  </a:cubicBezTo>
                  <a:cubicBezTo>
                    <a:pt x="174526" y="148513"/>
                    <a:pt x="172558" y="143714"/>
                    <a:pt x="168623" y="139793"/>
                  </a:cubicBezTo>
                  <a:cubicBezTo>
                    <a:pt x="164702" y="135873"/>
                    <a:pt x="159903" y="133912"/>
                    <a:pt x="154219" y="133912"/>
                  </a:cubicBezTo>
                  <a:cubicBezTo>
                    <a:pt x="148535" y="133912"/>
                    <a:pt x="143729" y="135858"/>
                    <a:pt x="139793" y="139750"/>
                  </a:cubicBezTo>
                  <a:cubicBezTo>
                    <a:pt x="135873" y="143649"/>
                    <a:pt x="133912" y="148433"/>
                    <a:pt x="133912" y="154117"/>
                  </a:cubicBezTo>
                  <a:cubicBezTo>
                    <a:pt x="133912" y="159786"/>
                    <a:pt x="135873" y="164599"/>
                    <a:pt x="139793" y="168564"/>
                  </a:cubicBezTo>
                  <a:cubicBezTo>
                    <a:pt x="143714" y="172529"/>
                    <a:pt x="148521" y="174511"/>
                    <a:pt x="154197" y="174511"/>
                  </a:cubicBezTo>
                  <a:cubicBezTo>
                    <a:pt x="159896" y="174511"/>
                    <a:pt x="164709" y="172544"/>
                    <a:pt x="168645" y="168608"/>
                  </a:cubicBezTo>
                  <a:close/>
                  <a:moveTo>
                    <a:pt x="154321" y="187957"/>
                  </a:moveTo>
                  <a:cubicBezTo>
                    <a:pt x="144929" y="187957"/>
                    <a:pt x="136941" y="184650"/>
                    <a:pt x="130357" y="178045"/>
                  </a:cubicBezTo>
                  <a:cubicBezTo>
                    <a:pt x="123773" y="171432"/>
                    <a:pt x="120481" y="163465"/>
                    <a:pt x="120481" y="154139"/>
                  </a:cubicBezTo>
                  <a:cubicBezTo>
                    <a:pt x="120481" y="144878"/>
                    <a:pt x="123780" y="136955"/>
                    <a:pt x="130379" y="130357"/>
                  </a:cubicBezTo>
                  <a:cubicBezTo>
                    <a:pt x="136977" y="123759"/>
                    <a:pt x="144921" y="120459"/>
                    <a:pt x="154219" y="120459"/>
                  </a:cubicBezTo>
                  <a:cubicBezTo>
                    <a:pt x="163517" y="120459"/>
                    <a:pt x="171468" y="123759"/>
                    <a:pt x="178067" y="130357"/>
                  </a:cubicBezTo>
                  <a:cubicBezTo>
                    <a:pt x="184658" y="136941"/>
                    <a:pt x="187957" y="144899"/>
                    <a:pt x="187957" y="154241"/>
                  </a:cubicBezTo>
                  <a:cubicBezTo>
                    <a:pt x="187957" y="157218"/>
                    <a:pt x="187452" y="160269"/>
                    <a:pt x="186443" y="163385"/>
                  </a:cubicBezTo>
                  <a:cubicBezTo>
                    <a:pt x="185426" y="166509"/>
                    <a:pt x="183977" y="169603"/>
                    <a:pt x="182075" y="172683"/>
                  </a:cubicBezTo>
                  <a:lnTo>
                    <a:pt x="198995" y="189603"/>
                  </a:lnTo>
                  <a:cubicBezTo>
                    <a:pt x="200341" y="190941"/>
                    <a:pt x="200978" y="192514"/>
                    <a:pt x="200912" y="194321"/>
                  </a:cubicBezTo>
                  <a:cubicBezTo>
                    <a:pt x="200839" y="196121"/>
                    <a:pt x="200144" y="197701"/>
                    <a:pt x="198827" y="199061"/>
                  </a:cubicBezTo>
                  <a:cubicBezTo>
                    <a:pt x="197474" y="200385"/>
                    <a:pt x="195894" y="201044"/>
                    <a:pt x="194087" y="201014"/>
                  </a:cubicBezTo>
                  <a:cubicBezTo>
                    <a:pt x="192273" y="201000"/>
                    <a:pt x="190693" y="200319"/>
                    <a:pt x="189354" y="198973"/>
                  </a:cubicBezTo>
                  <a:lnTo>
                    <a:pt x="172639" y="182324"/>
                  </a:lnTo>
                  <a:cubicBezTo>
                    <a:pt x="169559" y="184167"/>
                    <a:pt x="166479" y="185565"/>
                    <a:pt x="163385" y="186523"/>
                  </a:cubicBezTo>
                  <a:cubicBezTo>
                    <a:pt x="160313" y="187481"/>
                    <a:pt x="157284" y="187957"/>
                    <a:pt x="154307" y="187957"/>
                  </a:cubicBezTo>
                  <a:close/>
                  <a:moveTo>
                    <a:pt x="99033" y="237020"/>
                  </a:moveTo>
                  <a:cubicBezTo>
                    <a:pt x="95207" y="237020"/>
                    <a:pt x="91886" y="235608"/>
                    <a:pt x="89070" y="232799"/>
                  </a:cubicBezTo>
                  <a:cubicBezTo>
                    <a:pt x="86261" y="229983"/>
                    <a:pt x="84856" y="226661"/>
                    <a:pt x="84856" y="222836"/>
                  </a:cubicBezTo>
                  <a:lnTo>
                    <a:pt x="84856" y="194614"/>
                  </a:lnTo>
                  <a:cubicBezTo>
                    <a:pt x="84856" y="192617"/>
                    <a:pt x="85537" y="190934"/>
                    <a:pt x="86912" y="189559"/>
                  </a:cubicBezTo>
                  <a:cubicBezTo>
                    <a:pt x="88280" y="188184"/>
                    <a:pt x="89970" y="187511"/>
                    <a:pt x="91981" y="187518"/>
                  </a:cubicBezTo>
                  <a:cubicBezTo>
                    <a:pt x="93993" y="187518"/>
                    <a:pt x="95668" y="188198"/>
                    <a:pt x="97014" y="189559"/>
                  </a:cubicBezTo>
                  <a:cubicBezTo>
                    <a:pt x="98360" y="190919"/>
                    <a:pt x="99033" y="192602"/>
                    <a:pt x="99033" y="194614"/>
                  </a:cubicBezTo>
                  <a:lnTo>
                    <a:pt x="99033" y="222836"/>
                  </a:lnTo>
                  <a:lnTo>
                    <a:pt x="127263" y="222836"/>
                  </a:lnTo>
                  <a:cubicBezTo>
                    <a:pt x="129252" y="222836"/>
                    <a:pt x="130935" y="223523"/>
                    <a:pt x="132310" y="224899"/>
                  </a:cubicBezTo>
                  <a:cubicBezTo>
                    <a:pt x="133685" y="226266"/>
                    <a:pt x="134358" y="227956"/>
                    <a:pt x="134351" y="229968"/>
                  </a:cubicBezTo>
                  <a:cubicBezTo>
                    <a:pt x="134351" y="231980"/>
                    <a:pt x="133671" y="233655"/>
                    <a:pt x="132310" y="235001"/>
                  </a:cubicBezTo>
                  <a:cubicBezTo>
                    <a:pt x="130949" y="236347"/>
                    <a:pt x="129267" y="237020"/>
                    <a:pt x="127263" y="237020"/>
                  </a:cubicBezTo>
                  <a:lnTo>
                    <a:pt x="99033" y="237020"/>
                  </a:lnTo>
                  <a:close/>
                  <a:moveTo>
                    <a:pt x="222858" y="237020"/>
                  </a:moveTo>
                  <a:lnTo>
                    <a:pt x="194628" y="237020"/>
                  </a:lnTo>
                  <a:cubicBezTo>
                    <a:pt x="192638" y="237020"/>
                    <a:pt x="190949" y="236332"/>
                    <a:pt x="189581" y="234957"/>
                  </a:cubicBezTo>
                  <a:cubicBezTo>
                    <a:pt x="188205" y="233589"/>
                    <a:pt x="187525" y="231899"/>
                    <a:pt x="187540" y="229887"/>
                  </a:cubicBezTo>
                  <a:cubicBezTo>
                    <a:pt x="187540" y="227876"/>
                    <a:pt x="188220" y="226201"/>
                    <a:pt x="189581" y="224855"/>
                  </a:cubicBezTo>
                  <a:cubicBezTo>
                    <a:pt x="190934" y="223509"/>
                    <a:pt x="192624" y="222836"/>
                    <a:pt x="194628" y="222836"/>
                  </a:cubicBezTo>
                  <a:lnTo>
                    <a:pt x="222858" y="222836"/>
                  </a:lnTo>
                  <a:lnTo>
                    <a:pt x="222858" y="194614"/>
                  </a:lnTo>
                  <a:cubicBezTo>
                    <a:pt x="222858" y="192617"/>
                    <a:pt x="223545" y="190934"/>
                    <a:pt x="224920" y="189559"/>
                  </a:cubicBezTo>
                  <a:cubicBezTo>
                    <a:pt x="226288" y="188184"/>
                    <a:pt x="227978" y="187511"/>
                    <a:pt x="229990" y="187518"/>
                  </a:cubicBezTo>
                  <a:cubicBezTo>
                    <a:pt x="232002" y="187518"/>
                    <a:pt x="233684" y="188198"/>
                    <a:pt x="235045" y="189559"/>
                  </a:cubicBezTo>
                  <a:cubicBezTo>
                    <a:pt x="236398" y="190919"/>
                    <a:pt x="237078" y="192602"/>
                    <a:pt x="237078" y="194614"/>
                  </a:cubicBezTo>
                  <a:lnTo>
                    <a:pt x="237078" y="222836"/>
                  </a:lnTo>
                  <a:cubicBezTo>
                    <a:pt x="237078" y="226661"/>
                    <a:pt x="235674" y="229983"/>
                    <a:pt x="232857" y="232799"/>
                  </a:cubicBezTo>
                  <a:cubicBezTo>
                    <a:pt x="230048" y="235608"/>
                    <a:pt x="226720" y="237020"/>
                    <a:pt x="222880" y="237020"/>
                  </a:cubicBezTo>
                  <a:close/>
                  <a:moveTo>
                    <a:pt x="84856" y="127241"/>
                  </a:moveTo>
                  <a:lnTo>
                    <a:pt x="84856" y="99011"/>
                  </a:lnTo>
                  <a:cubicBezTo>
                    <a:pt x="84856" y="95171"/>
                    <a:pt x="86261" y="91842"/>
                    <a:pt x="89070" y="89033"/>
                  </a:cubicBezTo>
                  <a:cubicBezTo>
                    <a:pt x="91886" y="86217"/>
                    <a:pt x="95207" y="84812"/>
                    <a:pt x="99033" y="84812"/>
                  </a:cubicBezTo>
                  <a:lnTo>
                    <a:pt x="127263" y="84812"/>
                  </a:lnTo>
                  <a:cubicBezTo>
                    <a:pt x="129252" y="84812"/>
                    <a:pt x="130935" y="85507"/>
                    <a:pt x="132310" y="86890"/>
                  </a:cubicBezTo>
                  <a:cubicBezTo>
                    <a:pt x="133671" y="88273"/>
                    <a:pt x="134351" y="89970"/>
                    <a:pt x="134351" y="91981"/>
                  </a:cubicBezTo>
                  <a:cubicBezTo>
                    <a:pt x="134351" y="93993"/>
                    <a:pt x="133671" y="95668"/>
                    <a:pt x="132310" y="97014"/>
                  </a:cubicBezTo>
                  <a:cubicBezTo>
                    <a:pt x="130949" y="98360"/>
                    <a:pt x="129267" y="99033"/>
                    <a:pt x="127263" y="99033"/>
                  </a:cubicBezTo>
                  <a:lnTo>
                    <a:pt x="99033" y="99033"/>
                  </a:lnTo>
                  <a:lnTo>
                    <a:pt x="99033" y="127263"/>
                  </a:lnTo>
                  <a:cubicBezTo>
                    <a:pt x="99033" y="129252"/>
                    <a:pt x="98346" y="130935"/>
                    <a:pt x="96970" y="132310"/>
                  </a:cubicBezTo>
                  <a:cubicBezTo>
                    <a:pt x="95602" y="133685"/>
                    <a:pt x="93913" y="134351"/>
                    <a:pt x="91901" y="134329"/>
                  </a:cubicBezTo>
                  <a:cubicBezTo>
                    <a:pt x="89889" y="134329"/>
                    <a:pt x="88214" y="133649"/>
                    <a:pt x="86868" y="132288"/>
                  </a:cubicBezTo>
                  <a:cubicBezTo>
                    <a:pt x="85522" y="130935"/>
                    <a:pt x="84856" y="129245"/>
                    <a:pt x="84856" y="127241"/>
                  </a:cubicBezTo>
                  <a:close/>
                  <a:moveTo>
                    <a:pt x="222836" y="127241"/>
                  </a:moveTo>
                  <a:lnTo>
                    <a:pt x="222836" y="99011"/>
                  </a:lnTo>
                  <a:lnTo>
                    <a:pt x="194628" y="99011"/>
                  </a:lnTo>
                  <a:cubicBezTo>
                    <a:pt x="192638" y="99011"/>
                    <a:pt x="190949" y="98324"/>
                    <a:pt x="189581" y="96948"/>
                  </a:cubicBezTo>
                  <a:cubicBezTo>
                    <a:pt x="188205" y="95580"/>
                    <a:pt x="187525" y="93898"/>
                    <a:pt x="187540" y="91901"/>
                  </a:cubicBezTo>
                  <a:cubicBezTo>
                    <a:pt x="187540" y="89889"/>
                    <a:pt x="188220" y="88207"/>
                    <a:pt x="189581" y="86846"/>
                  </a:cubicBezTo>
                  <a:cubicBezTo>
                    <a:pt x="190934" y="85493"/>
                    <a:pt x="192624" y="84812"/>
                    <a:pt x="194628" y="84812"/>
                  </a:cubicBezTo>
                  <a:lnTo>
                    <a:pt x="222858" y="84812"/>
                  </a:lnTo>
                  <a:cubicBezTo>
                    <a:pt x="226698" y="84812"/>
                    <a:pt x="230026" y="86217"/>
                    <a:pt x="232836" y="89033"/>
                  </a:cubicBezTo>
                  <a:cubicBezTo>
                    <a:pt x="235652" y="91842"/>
                    <a:pt x="237056" y="95171"/>
                    <a:pt x="237056" y="99011"/>
                  </a:cubicBezTo>
                  <a:lnTo>
                    <a:pt x="237056" y="127241"/>
                  </a:lnTo>
                  <a:cubicBezTo>
                    <a:pt x="237056" y="129230"/>
                    <a:pt x="236361" y="130920"/>
                    <a:pt x="234979" y="132288"/>
                  </a:cubicBezTo>
                  <a:cubicBezTo>
                    <a:pt x="233596" y="133649"/>
                    <a:pt x="231899" y="134329"/>
                    <a:pt x="229887" y="134329"/>
                  </a:cubicBezTo>
                  <a:cubicBezTo>
                    <a:pt x="227876" y="134329"/>
                    <a:pt x="226201" y="133649"/>
                    <a:pt x="224855" y="132288"/>
                  </a:cubicBezTo>
                  <a:cubicBezTo>
                    <a:pt x="223509" y="130935"/>
                    <a:pt x="222836" y="129245"/>
                    <a:pt x="222836" y="127241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205" y="184650"/>
                  </a:moveTo>
                  <a:cubicBezTo>
                    <a:pt x="120416" y="184650"/>
                    <a:pt x="108704" y="179844"/>
                    <a:pt x="99070" y="170225"/>
                  </a:cubicBezTo>
                  <a:cubicBezTo>
                    <a:pt x="89443" y="160605"/>
                    <a:pt x="84622" y="148959"/>
                    <a:pt x="84622" y="135280"/>
                  </a:cubicBezTo>
                  <a:cubicBezTo>
                    <a:pt x="84622" y="132508"/>
                    <a:pt x="84849" y="129911"/>
                    <a:pt x="85288" y="127489"/>
                  </a:cubicBezTo>
                  <a:cubicBezTo>
                    <a:pt x="85734" y="125061"/>
                    <a:pt x="86480" y="122500"/>
                    <a:pt x="87534" y="119794"/>
                  </a:cubicBezTo>
                  <a:cubicBezTo>
                    <a:pt x="87980" y="118660"/>
                    <a:pt x="88653" y="117767"/>
                    <a:pt x="89553" y="117116"/>
                  </a:cubicBezTo>
                  <a:cubicBezTo>
                    <a:pt x="90452" y="116480"/>
                    <a:pt x="91418" y="116019"/>
                    <a:pt x="92442" y="115741"/>
                  </a:cubicBezTo>
                  <a:cubicBezTo>
                    <a:pt x="93466" y="115463"/>
                    <a:pt x="94520" y="115470"/>
                    <a:pt x="95602" y="115763"/>
                  </a:cubicBezTo>
                  <a:cubicBezTo>
                    <a:pt x="96678" y="116056"/>
                    <a:pt x="97673" y="116648"/>
                    <a:pt x="98572" y="117548"/>
                  </a:cubicBezTo>
                  <a:lnTo>
                    <a:pt x="121747" y="140752"/>
                  </a:lnTo>
                  <a:lnTo>
                    <a:pt x="140876" y="122873"/>
                  </a:lnTo>
                  <a:lnTo>
                    <a:pt x="116655" y="98653"/>
                  </a:lnTo>
                  <a:cubicBezTo>
                    <a:pt x="115726" y="97768"/>
                    <a:pt x="115127" y="96802"/>
                    <a:pt x="114849" y="95749"/>
                  </a:cubicBezTo>
                  <a:cubicBezTo>
                    <a:pt x="114571" y="94695"/>
                    <a:pt x="114571" y="93649"/>
                    <a:pt x="114849" y="92603"/>
                  </a:cubicBezTo>
                  <a:cubicBezTo>
                    <a:pt x="115127" y="91564"/>
                    <a:pt x="115573" y="90635"/>
                    <a:pt x="116202" y="89823"/>
                  </a:cubicBezTo>
                  <a:cubicBezTo>
                    <a:pt x="116824" y="89004"/>
                    <a:pt x="117716" y="88338"/>
                    <a:pt x="118879" y="87826"/>
                  </a:cubicBezTo>
                  <a:cubicBezTo>
                    <a:pt x="121542" y="86788"/>
                    <a:pt x="124073" y="85997"/>
                    <a:pt x="126472" y="85456"/>
                  </a:cubicBezTo>
                  <a:cubicBezTo>
                    <a:pt x="128850" y="84915"/>
                    <a:pt x="131425" y="84644"/>
                    <a:pt x="134183" y="84644"/>
                  </a:cubicBezTo>
                  <a:cubicBezTo>
                    <a:pt x="148235" y="84644"/>
                    <a:pt x="160181" y="89567"/>
                    <a:pt x="170020" y="99406"/>
                  </a:cubicBezTo>
                  <a:cubicBezTo>
                    <a:pt x="179859" y="109245"/>
                    <a:pt x="184775" y="121198"/>
                    <a:pt x="184775" y="135265"/>
                  </a:cubicBezTo>
                  <a:cubicBezTo>
                    <a:pt x="184775" y="138535"/>
                    <a:pt x="184460" y="141732"/>
                    <a:pt x="183824" y="144863"/>
                  </a:cubicBezTo>
                  <a:cubicBezTo>
                    <a:pt x="183187" y="148001"/>
                    <a:pt x="182324" y="151154"/>
                    <a:pt x="181241" y="154343"/>
                  </a:cubicBezTo>
                  <a:lnTo>
                    <a:pt x="227810" y="200890"/>
                  </a:lnTo>
                  <a:cubicBezTo>
                    <a:pt x="231782" y="204752"/>
                    <a:pt x="233735" y="209441"/>
                    <a:pt x="233647" y="214943"/>
                  </a:cubicBezTo>
                  <a:cubicBezTo>
                    <a:pt x="233567" y="220444"/>
                    <a:pt x="231490" y="225089"/>
                    <a:pt x="227415" y="228885"/>
                  </a:cubicBezTo>
                  <a:cubicBezTo>
                    <a:pt x="223589" y="232448"/>
                    <a:pt x="219054" y="234196"/>
                    <a:pt x="213816" y="234130"/>
                  </a:cubicBezTo>
                  <a:cubicBezTo>
                    <a:pt x="208578" y="234057"/>
                    <a:pt x="204058" y="232126"/>
                    <a:pt x="200246" y="228329"/>
                  </a:cubicBezTo>
                  <a:lnTo>
                    <a:pt x="153224" y="181095"/>
                  </a:lnTo>
                  <a:cubicBezTo>
                    <a:pt x="150101" y="182178"/>
                    <a:pt x="146999" y="183041"/>
                    <a:pt x="143912" y="183677"/>
                  </a:cubicBezTo>
                  <a:cubicBezTo>
                    <a:pt x="140832" y="184328"/>
                    <a:pt x="137592" y="184650"/>
                    <a:pt x="134183" y="184650"/>
                  </a:cubicBezTo>
                  <a:close/>
                  <a:moveTo>
                    <a:pt x="134205" y="171037"/>
                  </a:moveTo>
                  <a:cubicBezTo>
                    <a:pt x="137665" y="171037"/>
                    <a:pt x="141337" y="170481"/>
                    <a:pt x="145221" y="169376"/>
                  </a:cubicBezTo>
                  <a:cubicBezTo>
                    <a:pt x="149098" y="168264"/>
                    <a:pt x="152493" y="166604"/>
                    <a:pt x="155404" y="164387"/>
                  </a:cubicBezTo>
                  <a:lnTo>
                    <a:pt x="209968" y="218951"/>
                  </a:lnTo>
                  <a:cubicBezTo>
                    <a:pt x="211080" y="220085"/>
                    <a:pt x="212463" y="220656"/>
                    <a:pt x="214131" y="220656"/>
                  </a:cubicBezTo>
                  <a:cubicBezTo>
                    <a:pt x="215791" y="220656"/>
                    <a:pt x="217181" y="220092"/>
                    <a:pt x="218286" y="218973"/>
                  </a:cubicBezTo>
                  <a:cubicBezTo>
                    <a:pt x="219397" y="217847"/>
                    <a:pt x="219946" y="216464"/>
                    <a:pt x="219946" y="214818"/>
                  </a:cubicBezTo>
                  <a:cubicBezTo>
                    <a:pt x="219946" y="213165"/>
                    <a:pt x="219397" y="211775"/>
                    <a:pt x="218286" y="210634"/>
                  </a:cubicBezTo>
                  <a:lnTo>
                    <a:pt x="164548" y="156904"/>
                  </a:lnTo>
                  <a:cubicBezTo>
                    <a:pt x="166772" y="153992"/>
                    <a:pt x="168432" y="150561"/>
                    <a:pt x="169537" y="146611"/>
                  </a:cubicBezTo>
                  <a:cubicBezTo>
                    <a:pt x="170649" y="142661"/>
                    <a:pt x="171205" y="138886"/>
                    <a:pt x="171205" y="135280"/>
                  </a:cubicBezTo>
                  <a:cubicBezTo>
                    <a:pt x="171205" y="124892"/>
                    <a:pt x="167357" y="116092"/>
                    <a:pt x="159669" y="108879"/>
                  </a:cubicBezTo>
                  <a:cubicBezTo>
                    <a:pt x="151973" y="101674"/>
                    <a:pt x="143210" y="98002"/>
                    <a:pt x="133371" y="97863"/>
                  </a:cubicBezTo>
                  <a:lnTo>
                    <a:pt x="153926" y="118843"/>
                  </a:lnTo>
                  <a:cubicBezTo>
                    <a:pt x="155346" y="120284"/>
                    <a:pt x="156011" y="121996"/>
                    <a:pt x="155945" y="123978"/>
                  </a:cubicBezTo>
                  <a:cubicBezTo>
                    <a:pt x="155880" y="125953"/>
                    <a:pt x="155133" y="127650"/>
                    <a:pt x="153722" y="129069"/>
                  </a:cubicBezTo>
                  <a:lnTo>
                    <a:pt x="127365" y="153766"/>
                  </a:lnTo>
                  <a:cubicBezTo>
                    <a:pt x="125865" y="155068"/>
                    <a:pt x="124139" y="155719"/>
                    <a:pt x="122186" y="155719"/>
                  </a:cubicBezTo>
                  <a:cubicBezTo>
                    <a:pt x="120233" y="155719"/>
                    <a:pt x="118616" y="155068"/>
                    <a:pt x="117343" y="153766"/>
                  </a:cubicBezTo>
                  <a:lnTo>
                    <a:pt x="97614" y="134241"/>
                  </a:lnTo>
                  <a:cubicBezTo>
                    <a:pt x="98031" y="144914"/>
                    <a:pt x="101820" y="153714"/>
                    <a:pt x="108989" y="160642"/>
                  </a:cubicBezTo>
                  <a:cubicBezTo>
                    <a:pt x="116151" y="167569"/>
                    <a:pt x="124556" y="171037"/>
                    <a:pt x="134205" y="171037"/>
                  </a:cubicBezTo>
                  <a:close/>
                  <a:moveTo>
                    <a:pt x="159062" y="15955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04175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91510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669280" y="1894637"/>
            <a:ext cx="1060704" cy="131674"/>
          </a:xfrm>
          <a:custGeom>
            <a:avLst/>
            <a:gdLst/>
            <a:ahLst/>
            <a:cxnLst/>
            <a:rect l="l" t="t" r="r" b="b"/>
            <a:pathLst>
              <a:path w="1060704" h="131674">
                <a:moveTo>
                  <a:pt x="0" y="131674"/>
                </a:moveTo>
                <a:lnTo>
                  <a:pt x="0" y="36576"/>
                </a:lnTo>
                <a:arcTo hR="36576" wR="36576" stAng="10800000" swAng="5400000"/>
                <a:lnTo>
                  <a:pt x="1024128" y="0"/>
                </a:lnTo>
                <a:arcTo hR="36576" wR="36576" stAng="16200000" swAng="5400000"/>
                <a:lnTo>
                  <a:pt x="1060704" y="1316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36576"/>
                </a:lnTo>
                <a:arcTo hR="36576" wR="36576" stAng="10800000" swAng="5400000"/>
                <a:lnTo>
                  <a:pt x="914400" y="0"/>
                </a:lnTo>
                <a:arcTo hR="36576" wR="36576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800" dirty="0"/>
          </a:p>
        </p:txBody>
      </p:sp>
      <p:sp>
        <p:nvSpPr>
          <p:cNvPr id="53" name="標籤"/>
          <p:cNvSpPr/>
          <p:nvPr/>
        </p:nvSpPr>
        <p:spPr>
          <a:xfrm>
            <a:off x="5669280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767596" y="2573731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6380415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78731" y="2573731"/>
            <a:ext cx="60960" cy="60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7091550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189866" y="2573731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800" dirty="0"/>
          </a:p>
        </p:txBody>
      </p:sp>
      <p:sp>
        <p:nvSpPr>
          <p:cNvPr id="62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906292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359835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813377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73" name="分隔"/>
          <p:cNvSpPr/>
          <p:nvPr/>
        </p:nvSpPr>
        <p:spPr>
          <a:xfrm>
            <a:off x="6254496" y="3533242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5" name="分隔"/>
          <p:cNvSpPr/>
          <p:nvPr/>
        </p:nvSpPr>
        <p:spPr>
          <a:xfrm>
            <a:off x="7132320" y="3533242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7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800" dirty="0"/>
          </a:p>
        </p:txBody>
      </p:sp>
      <p:sp>
        <p:nvSpPr>
          <p:cNvPr id="80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800" dirty="0"/>
          </a:p>
        </p:txBody>
      </p:sp>
      <p:sp>
        <p:nvSpPr>
          <p:cNvPr id="85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6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7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126959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438912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9107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9107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3512393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02588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2588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331033" y="1397203"/>
            <a:ext cx="7489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26131" y="1474216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3673328" y="3116275"/>
            <a:ext cx="7489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68425" y="3193288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8912" y="3734410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7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7228" y="4168445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7228" y="4475683"/>
            <a:ext cx="60960" cy="60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4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7228" y="4782922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52160" y="3734410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42783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55663" y="197134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1618309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35060" y="1971345"/>
            <a:ext cx="66040" cy="66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2797706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14457" y="197134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3977104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093854" y="197134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7595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8" name="標籤"/>
          <p:cNvSpPr/>
          <p:nvPr/>
        </p:nvSpPr>
        <p:spPr>
          <a:xfrm>
            <a:off x="5961173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56270" y="197896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6616696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11794" y="197896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7272219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67317" y="197896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38912" y="252740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7952" y="3053994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7952" y="3507537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7952" y="3961079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7952" y="4414622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90448" y="252740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737848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191390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44933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098475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41983" y="252740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2716317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4993721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2032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7271126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分隔"/>
          <p:cNvSpPr/>
          <p:nvPr/>
        </p:nvSpPr>
        <p:spPr>
          <a:xfrm>
            <a:off x="989975" y="4023360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分隔"/>
          <p:cNvSpPr/>
          <p:nvPr/>
        </p:nvSpPr>
        <p:spPr>
          <a:xfrm>
            <a:off x="1784863" y="4023360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42783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2032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9067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2032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2032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04175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3A3A3A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155489" y="2582266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50586" y="2664054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296660" y="2582266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91758" y="2664054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155489" y="3635654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250586" y="3717442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6296660" y="3635654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91758" y="3717442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38835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6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50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53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5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6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7443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分隔"/>
          <p:cNvSpPr/>
          <p:nvPr/>
        </p:nvSpPr>
        <p:spPr>
          <a:xfrm>
            <a:off x="3309640" y="2282342"/>
            <a:ext cx="175565" cy="263347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6268151" y="2282342"/>
            <a:ext cx="175565" cy="263347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05959" y="3778199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205959" y="418053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05959" y="4582871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22981" y="3778199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122981" y="418053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122981" y="4582871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358607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分隔"/>
          <p:cNvSpPr/>
          <p:nvPr/>
        </p:nvSpPr>
        <p:spPr>
          <a:xfrm>
            <a:off x="2039917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分隔"/>
          <p:cNvSpPr/>
          <p:nvPr/>
        </p:nvSpPr>
        <p:spPr>
          <a:xfrm>
            <a:off x="3882323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分隔"/>
          <p:cNvSpPr/>
          <p:nvPr/>
        </p:nvSpPr>
        <p:spPr>
          <a:xfrm>
            <a:off x="5724729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分隔"/>
          <p:cNvSpPr/>
          <p:nvPr/>
        </p:nvSpPr>
        <p:spPr>
          <a:xfrm>
            <a:off x="7567135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2032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9020" y="158871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4" name="標籤"/>
          <p:cNvSpPr/>
          <p:nvPr/>
        </p:nvSpPr>
        <p:spPr>
          <a:xfrm>
            <a:off x="1060704" y="186537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59020" y="195447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8357177" y="149961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455493" y="158871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8357177" y="186537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455493" y="195447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831801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1131724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標籤"/>
          <p:cNvSpPr/>
          <p:nvPr/>
        </p:nvSpPr>
        <p:spPr>
          <a:xfrm>
            <a:off x="1453593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551910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050684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3350607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3672476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770793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5419529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5" name="標籤"/>
          <p:cNvSpPr/>
          <p:nvPr/>
        </p:nvSpPr>
        <p:spPr>
          <a:xfrm>
            <a:off x="5741398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39714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7488450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788374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標籤"/>
          <p:cNvSpPr/>
          <p:nvPr/>
        </p:nvSpPr>
        <p:spPr>
          <a:xfrm>
            <a:off x="8110242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208559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647997" y="1828800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43094" y="1905813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3950208" y="2355494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45306" y="2432507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7" name="標籤"/>
          <p:cNvSpPr/>
          <p:nvPr/>
        </p:nvSpPr>
        <p:spPr>
          <a:xfrm>
            <a:off x="4647997" y="2889504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743094" y="2966517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3950208" y="3416198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45306" y="3493211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43" name="標籤"/>
          <p:cNvSpPr/>
          <p:nvPr/>
        </p:nvSpPr>
        <p:spPr>
          <a:xfrm>
            <a:off x="4647997" y="3950208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43094" y="4027221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3950208" y="4476902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45306" y="455391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62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4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7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9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72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4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2026-10-09T03:26:59Z</dcterms:created>
  <dcterms:modified xsi:type="dcterms:W3CDTF">2026-10-09T03:26:59Z</dcterms:modified>
</cp:coreProperties>
</file>