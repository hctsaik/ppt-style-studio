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753356" cy="5486400"/>
  <p:notesSz cx="5486400" cy="975335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38912" y="29260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元件總表 Element Catalog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5435397" y="682752"/>
            <a:ext cx="117043" cy="117043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8912" y="819302"/>
            <a:ext cx="8046720" cy="277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一頁看完本風格的所有元件變化：挑好樣式，直接複製圖形使用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8912" y="1170432"/>
            <a:ext cx="365760" cy="43891"/>
          </a:xfrm>
          <a:prstGeom prst="rect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類別"/>
          <p:cNvSpPr/>
          <p:nvPr/>
        </p:nvSpPr>
        <p:spPr>
          <a:xfrm>
            <a:off x="438912" y="1393546"/>
            <a:ext cx="965606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流程方塊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Process</a:t>
            </a:r>
            <a:endParaRPr lang="en-US" sz="1100" dirty="0"/>
          </a:p>
        </p:txBody>
      </p:sp>
      <p:sp>
        <p:nvSpPr>
          <p:cNvPr id="7" name="流程方塊"/>
          <p:cNvSpPr/>
          <p:nvPr/>
        </p:nvSpPr>
        <p:spPr>
          <a:xfrm>
            <a:off x="1598528" y="1338682"/>
            <a:ext cx="877824" cy="30723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0160">
            <a:solidFill>
              <a:srgbClr val="BFBFBF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900" dirty="0"/>
          </a:p>
        </p:txBody>
      </p:sp>
      <p:sp>
        <p:nvSpPr>
          <p:cNvPr id="8" name="圖說"/>
          <p:cNvSpPr/>
          <p:nvPr/>
        </p:nvSpPr>
        <p:spPr>
          <a:xfrm>
            <a:off x="1499616" y="167152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無陰影・外框</a:t>
            </a:r>
            <a:endParaRPr lang="en-US" sz="700" dirty="0"/>
          </a:p>
        </p:txBody>
      </p:sp>
      <p:sp>
        <p:nvSpPr>
          <p:cNvPr id="9" name="流程方塊"/>
          <p:cNvSpPr/>
          <p:nvPr/>
        </p:nvSpPr>
        <p:spPr>
          <a:xfrm>
            <a:off x="2718067" y="1338682"/>
            <a:ext cx="877824" cy="30723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  <a:effectLst>
            <a:outerShdw blurRad="67818" dist="19431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900" dirty="0"/>
          </a:p>
        </p:txBody>
      </p:sp>
      <p:sp>
        <p:nvSpPr>
          <p:cNvPr id="10" name="圖說"/>
          <p:cNvSpPr/>
          <p:nvPr/>
        </p:nvSpPr>
        <p:spPr>
          <a:xfrm>
            <a:off x="2619155" y="167152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700" dirty="0"/>
          </a:p>
        </p:txBody>
      </p:sp>
      <p:sp>
        <p:nvSpPr>
          <p:cNvPr id="11" name="流程方塊"/>
          <p:cNvSpPr/>
          <p:nvPr/>
        </p:nvSpPr>
        <p:spPr>
          <a:xfrm>
            <a:off x="3837606" y="1338682"/>
            <a:ext cx="877824" cy="307238"/>
          </a:xfrm>
          <a:prstGeom prst="roundRect">
            <a:avLst>
              <a:gd name="adj" fmla="val 11905"/>
            </a:avLst>
          </a:prstGeom>
          <a:solidFill>
            <a:srgbClr val="EDEDED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900" dirty="0"/>
          </a:p>
        </p:txBody>
      </p:sp>
      <p:sp>
        <p:nvSpPr>
          <p:cNvPr id="12" name="圖說"/>
          <p:cNvSpPr/>
          <p:nvPr/>
        </p:nvSpPr>
        <p:spPr>
          <a:xfrm>
            <a:off x="3738694" y="167152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700" dirty="0"/>
          </a:p>
        </p:txBody>
      </p:sp>
      <p:sp>
        <p:nvSpPr>
          <p:cNvPr id="13" name="流程方塊"/>
          <p:cNvSpPr/>
          <p:nvPr/>
        </p:nvSpPr>
        <p:spPr>
          <a:xfrm>
            <a:off x="4957145" y="1338682"/>
            <a:ext cx="877824" cy="307238"/>
          </a:xfrm>
          <a:prstGeom prst="roundRect">
            <a:avLst>
              <a:gd name="adj" fmla="val 11905"/>
            </a:avLst>
          </a:prstGeom>
          <a:solidFill>
            <a:srgbClr val="F2F2F2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900" dirty="0"/>
          </a:p>
        </p:txBody>
      </p:sp>
      <p:sp>
        <p:nvSpPr>
          <p:cNvPr id="14" name="圖說"/>
          <p:cNvSpPr/>
          <p:nvPr/>
        </p:nvSpPr>
        <p:spPr>
          <a:xfrm>
            <a:off x="4858233" y="167152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700" dirty="0"/>
          </a:p>
        </p:txBody>
      </p:sp>
      <p:sp>
        <p:nvSpPr>
          <p:cNvPr id="15" name="流程方塊"/>
          <p:cNvSpPr/>
          <p:nvPr/>
        </p:nvSpPr>
        <p:spPr>
          <a:xfrm>
            <a:off x="6076684" y="1338682"/>
            <a:ext cx="877824" cy="30723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7780">
            <a:solidFill>
              <a:srgbClr val="3A3A3A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900" dirty="0"/>
          </a:p>
        </p:txBody>
      </p:sp>
      <p:sp>
        <p:nvSpPr>
          <p:cNvPr id="16" name="圖說"/>
          <p:cNvSpPr/>
          <p:nvPr/>
        </p:nvSpPr>
        <p:spPr>
          <a:xfrm>
            <a:off x="5977772" y="167152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主色粗外框</a:t>
            </a:r>
            <a:endParaRPr lang="en-US" sz="700" dirty="0"/>
          </a:p>
        </p:txBody>
      </p:sp>
      <p:sp>
        <p:nvSpPr>
          <p:cNvPr id="17" name="流程方塊"/>
          <p:cNvSpPr/>
          <p:nvPr/>
        </p:nvSpPr>
        <p:spPr>
          <a:xfrm>
            <a:off x="7196223" y="1338682"/>
            <a:ext cx="877824" cy="307238"/>
          </a:xfrm>
          <a:prstGeom prst="roundRect">
            <a:avLst>
              <a:gd name="adj" fmla="val 11905"/>
            </a:avLst>
          </a:prstGeom>
          <a:solidFill>
            <a:srgbClr val="3A3A3A"/>
          </a:solidFill>
          <a:ln>
            <a:noFill/>
          </a:ln>
          <a:effectLst>
            <a:outerShdw blurRad="42672" dist="15240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關鍵步驟</a:t>
            </a:r>
            <a:endParaRPr lang="en-US" sz="900" dirty="0"/>
          </a:p>
        </p:txBody>
      </p:sp>
      <p:sp>
        <p:nvSpPr>
          <p:cNvPr id="18" name="圖說"/>
          <p:cNvSpPr/>
          <p:nvPr/>
        </p:nvSpPr>
        <p:spPr>
          <a:xfrm>
            <a:off x="7097312" y="167152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700" dirty="0"/>
          </a:p>
        </p:txBody>
      </p:sp>
      <p:sp>
        <p:nvSpPr>
          <p:cNvPr id="19" name="流程方塊"/>
          <p:cNvSpPr/>
          <p:nvPr/>
        </p:nvSpPr>
        <p:spPr>
          <a:xfrm>
            <a:off x="8315763" y="1338682"/>
            <a:ext cx="877824" cy="30723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0160">
            <a:solidFill>
              <a:srgbClr val="8C8C8C"/>
            </a:solidFill>
            <a:prstDash val="dash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待定步驟</a:t>
            </a:r>
            <a:endParaRPr lang="en-US" sz="900" dirty="0"/>
          </a:p>
        </p:txBody>
      </p:sp>
      <p:sp>
        <p:nvSpPr>
          <p:cNvPr id="20" name="圖說"/>
          <p:cNvSpPr/>
          <p:nvPr/>
        </p:nvSpPr>
        <p:spPr>
          <a:xfrm>
            <a:off x="8216851" y="167152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虛線・待定</a:t>
            </a:r>
            <a:endParaRPr lang="en-US" sz="700" dirty="0"/>
          </a:p>
        </p:txBody>
      </p:sp>
      <p:sp>
        <p:nvSpPr>
          <p:cNvPr id="21" name="線條"/>
          <p:cNvSpPr/>
          <p:nvPr/>
        </p:nvSpPr>
        <p:spPr>
          <a:xfrm>
            <a:off x="438912" y="1810512"/>
            <a:ext cx="8875532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22" name="類別"/>
          <p:cNvSpPr/>
          <p:nvPr/>
        </p:nvSpPr>
        <p:spPr>
          <a:xfrm>
            <a:off x="438912" y="1942186"/>
            <a:ext cx="965606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判斷菱形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23" name="判斷菱形"/>
          <p:cNvSpPr/>
          <p:nvPr/>
        </p:nvSpPr>
        <p:spPr>
          <a:xfrm>
            <a:off x="1653392" y="1850746"/>
            <a:ext cx="768096" cy="380390"/>
          </a:xfrm>
          <a:prstGeom prst="diamond">
            <a:avLst/>
          </a:prstGeom>
          <a:solidFill>
            <a:srgbClr val="FFFFFF"/>
          </a:solidFill>
          <a:ln w="1016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24" name="圖說"/>
          <p:cNvSpPr/>
          <p:nvPr/>
        </p:nvSpPr>
        <p:spPr>
          <a:xfrm>
            <a:off x="1499616" y="2256739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700" dirty="0"/>
          </a:p>
        </p:txBody>
      </p:sp>
      <p:sp>
        <p:nvSpPr>
          <p:cNvPr id="25" name="判斷菱形"/>
          <p:cNvSpPr/>
          <p:nvPr/>
        </p:nvSpPr>
        <p:spPr>
          <a:xfrm>
            <a:off x="2772931" y="1850746"/>
            <a:ext cx="768096" cy="380390"/>
          </a:xfrm>
          <a:prstGeom prst="diamond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  <a:effectLst>
            <a:outerShdw blurRad="71120" dist="2032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26" name="圖說"/>
          <p:cNvSpPr/>
          <p:nvPr/>
        </p:nvSpPr>
        <p:spPr>
          <a:xfrm>
            <a:off x="2619155" y="2256739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700" dirty="0"/>
          </a:p>
        </p:txBody>
      </p:sp>
      <p:sp>
        <p:nvSpPr>
          <p:cNvPr id="27" name="判斷菱形"/>
          <p:cNvSpPr/>
          <p:nvPr/>
        </p:nvSpPr>
        <p:spPr>
          <a:xfrm>
            <a:off x="3892470" y="1850746"/>
            <a:ext cx="768096" cy="380390"/>
          </a:xfrm>
          <a:prstGeom prst="diamond">
            <a:avLst/>
          </a:prstGeom>
          <a:solidFill>
            <a:srgbClr val="EDED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28" name="圖說"/>
          <p:cNvSpPr/>
          <p:nvPr/>
        </p:nvSpPr>
        <p:spPr>
          <a:xfrm>
            <a:off x="3738694" y="2256739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700" dirty="0"/>
          </a:p>
        </p:txBody>
      </p:sp>
      <p:sp>
        <p:nvSpPr>
          <p:cNvPr id="29" name="判斷菱形"/>
          <p:cNvSpPr/>
          <p:nvPr/>
        </p:nvSpPr>
        <p:spPr>
          <a:xfrm>
            <a:off x="5012009" y="1850746"/>
            <a:ext cx="768096" cy="380390"/>
          </a:xfrm>
          <a:prstGeom prst="diamond">
            <a:avLst/>
          </a:prstGeom>
          <a:solidFill>
            <a:srgbClr val="FFFFFF"/>
          </a:solidFill>
          <a:ln w="15240">
            <a:solidFill>
              <a:srgbClr val="3A3A3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30" name="圖說"/>
          <p:cNvSpPr/>
          <p:nvPr/>
        </p:nvSpPr>
        <p:spPr>
          <a:xfrm>
            <a:off x="4858233" y="2256739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主色外框</a:t>
            </a:r>
            <a:endParaRPr lang="en-US" sz="700" dirty="0"/>
          </a:p>
        </p:txBody>
      </p:sp>
      <p:sp>
        <p:nvSpPr>
          <p:cNvPr id="31" name="判斷菱形"/>
          <p:cNvSpPr/>
          <p:nvPr/>
        </p:nvSpPr>
        <p:spPr>
          <a:xfrm>
            <a:off x="6131548" y="1850746"/>
            <a:ext cx="768096" cy="380390"/>
          </a:xfrm>
          <a:prstGeom prst="diamond">
            <a:avLst/>
          </a:prstGeom>
          <a:solidFill>
            <a:srgbClr val="3A3A3A"/>
          </a:solidFill>
          <a:ln>
            <a:noFill/>
          </a:ln>
          <a:effectLst>
            <a:outerShdw blurRad="42672" dist="15240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32" name="圖說"/>
          <p:cNvSpPr/>
          <p:nvPr/>
        </p:nvSpPr>
        <p:spPr>
          <a:xfrm>
            <a:off x="5977772" y="2256739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700" dirty="0"/>
          </a:p>
        </p:txBody>
      </p:sp>
      <p:sp>
        <p:nvSpPr>
          <p:cNvPr id="33" name="判斷菱形"/>
          <p:cNvSpPr/>
          <p:nvPr/>
        </p:nvSpPr>
        <p:spPr>
          <a:xfrm>
            <a:off x="7251087" y="1850746"/>
            <a:ext cx="768096" cy="380390"/>
          </a:xfrm>
          <a:prstGeom prst="diamond">
            <a:avLst/>
          </a:prstGeom>
          <a:solidFill>
            <a:srgbClr val="FFFFFF"/>
          </a:solidFill>
          <a:ln w="10160">
            <a:solidFill>
              <a:srgbClr val="8C8C8C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34" name="圖說"/>
          <p:cNvSpPr/>
          <p:nvPr/>
        </p:nvSpPr>
        <p:spPr>
          <a:xfrm>
            <a:off x="7097312" y="2256739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虛線・待確認</a:t>
            </a:r>
            <a:endParaRPr lang="en-US" sz="700" dirty="0"/>
          </a:p>
        </p:txBody>
      </p:sp>
      <p:grpSp>
        <p:nvGrpSpPr>
          <p:cNvPr id="5000" name="判斷＋分岔箭頭"/>
          <p:cNvGrpSpPr/>
          <p:nvPr/>
        </p:nvGrpSpPr>
        <p:grpSpPr>
          <a:xfrm>
            <a:off x="8264556" y="1850746"/>
            <a:ext cx="892454" cy="380390"/>
            <a:chOff x="8264556" y="1850746"/>
            <a:chExt cx="892454" cy="380390"/>
          </a:xfrm>
        </p:grpSpPr>
        <p:sp>
          <p:nvSpPr>
            <p:cNvPr id="35" name="判斷菱形"/>
            <p:cNvSpPr/>
            <p:nvPr/>
          </p:nvSpPr>
          <p:spPr>
            <a:xfrm>
              <a:off x="8264556" y="1850746"/>
              <a:ext cx="453542" cy="380390"/>
            </a:xfrm>
            <a:prstGeom prst="diamond">
              <a:avLst/>
            </a:prstGeom>
            <a:solidFill>
              <a:srgbClr val="FFFFFF"/>
            </a:solidFill>
            <a:ln w="12700">
              <a:solidFill>
                <a:srgbClr val="3A3A3A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36" name="線條"/>
            <p:cNvSpPr/>
            <p:nvPr/>
          </p:nvSpPr>
          <p:spPr>
            <a:xfrm>
              <a:off x="8718099" y="2040941"/>
              <a:ext cx="438912" cy="0"/>
            </a:xfrm>
            <a:prstGeom prst="line">
              <a:avLst/>
            </a:prstGeom>
            <a:noFill/>
            <a:ln w="20320">
              <a:solidFill>
                <a:srgbClr val="3A3A3A"/>
              </a:solidFill>
              <a:prstDash val="solid"/>
              <a:tailEnd type="triangle"/>
            </a:ln>
          </p:spPr>
        </p:sp>
        <p:sp>
          <p:nvSpPr>
            <p:cNvPr id="37" name="標註"/>
            <p:cNvSpPr/>
            <p:nvPr/>
          </p:nvSpPr>
          <p:spPr>
            <a:xfrm>
              <a:off x="8732729" y="1894637"/>
              <a:ext cx="219456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650" dirty="0"/>
            </a:p>
          </p:txBody>
        </p:sp>
      </p:grpSp>
      <p:sp>
        <p:nvSpPr>
          <p:cNvPr id="38" name="圖說"/>
          <p:cNvSpPr/>
          <p:nvPr/>
        </p:nvSpPr>
        <p:spPr>
          <a:xfrm>
            <a:off x="8216851" y="2256739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判斷＋分岔箭頭</a:t>
            </a:r>
            <a:endParaRPr lang="en-US" sz="700" dirty="0"/>
          </a:p>
        </p:txBody>
      </p:sp>
      <p:sp>
        <p:nvSpPr>
          <p:cNvPr id="39" name="線條"/>
          <p:cNvSpPr/>
          <p:nvPr/>
        </p:nvSpPr>
        <p:spPr>
          <a:xfrm>
            <a:off x="438912" y="2395728"/>
            <a:ext cx="8875532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40" name="類別"/>
          <p:cNvSpPr/>
          <p:nvPr/>
        </p:nvSpPr>
        <p:spPr>
          <a:xfrm>
            <a:off x="438912" y="2476195"/>
            <a:ext cx="965606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Start / End</a:t>
            </a:r>
            <a:endParaRPr lang="en-US" sz="1100" dirty="0"/>
          </a:p>
        </p:txBody>
      </p:sp>
      <p:sp>
        <p:nvSpPr>
          <p:cNvPr id="41" name="開始／結束"/>
          <p:cNvSpPr/>
          <p:nvPr/>
        </p:nvSpPr>
        <p:spPr>
          <a:xfrm>
            <a:off x="1598528" y="2435962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A3A3A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900" dirty="0"/>
          </a:p>
        </p:txBody>
      </p:sp>
      <p:sp>
        <p:nvSpPr>
          <p:cNvPr id="42" name="圖說"/>
          <p:cNvSpPr/>
          <p:nvPr/>
        </p:nvSpPr>
        <p:spPr>
          <a:xfrm>
            <a:off x="1499616" y="2739542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700" dirty="0"/>
          </a:p>
        </p:txBody>
      </p:sp>
      <p:sp>
        <p:nvSpPr>
          <p:cNvPr id="43" name="開始／結束"/>
          <p:cNvSpPr/>
          <p:nvPr/>
        </p:nvSpPr>
        <p:spPr>
          <a:xfrm>
            <a:off x="2718067" y="2435962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EDEDED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900" dirty="0"/>
          </a:p>
        </p:txBody>
      </p:sp>
      <p:sp>
        <p:nvSpPr>
          <p:cNvPr id="44" name="圖說"/>
          <p:cNvSpPr/>
          <p:nvPr/>
        </p:nvSpPr>
        <p:spPr>
          <a:xfrm>
            <a:off x="2619155" y="2739542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700" dirty="0"/>
          </a:p>
        </p:txBody>
      </p:sp>
      <p:sp>
        <p:nvSpPr>
          <p:cNvPr id="45" name="開始／結束"/>
          <p:cNvSpPr/>
          <p:nvPr/>
        </p:nvSpPr>
        <p:spPr>
          <a:xfrm>
            <a:off x="3837606" y="2435962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900" dirty="0"/>
          </a:p>
        </p:txBody>
      </p:sp>
      <p:sp>
        <p:nvSpPr>
          <p:cNvPr id="46" name="圖說"/>
          <p:cNvSpPr/>
          <p:nvPr/>
        </p:nvSpPr>
        <p:spPr>
          <a:xfrm>
            <a:off x="3738694" y="2739542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700" dirty="0"/>
          </a:p>
        </p:txBody>
      </p:sp>
      <p:sp>
        <p:nvSpPr>
          <p:cNvPr id="47" name="開始／結束"/>
          <p:cNvSpPr/>
          <p:nvPr/>
        </p:nvSpPr>
        <p:spPr>
          <a:xfrm>
            <a:off x="4957145" y="2435962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  <a:effectLst>
            <a:outerShdw blurRad="61468" dist="17526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900" dirty="0"/>
          </a:p>
        </p:txBody>
      </p:sp>
      <p:sp>
        <p:nvSpPr>
          <p:cNvPr id="48" name="圖說"/>
          <p:cNvSpPr/>
          <p:nvPr/>
        </p:nvSpPr>
        <p:spPr>
          <a:xfrm>
            <a:off x="4858233" y="2739542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700" dirty="0"/>
          </a:p>
        </p:txBody>
      </p:sp>
      <p:sp>
        <p:nvSpPr>
          <p:cNvPr id="49" name="開始／結束"/>
          <p:cNvSpPr/>
          <p:nvPr/>
        </p:nvSpPr>
        <p:spPr>
          <a:xfrm>
            <a:off x="6076684" y="2435962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>
            <a:noFill/>
          </a:ln>
          <a:effectLst>
            <a:outerShdw blurRad="42672" dist="15240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900" dirty="0"/>
          </a:p>
        </p:txBody>
      </p:sp>
      <p:sp>
        <p:nvSpPr>
          <p:cNvPr id="50" name="圖說"/>
          <p:cNvSpPr/>
          <p:nvPr/>
        </p:nvSpPr>
        <p:spPr>
          <a:xfrm>
            <a:off x="5977772" y="2739542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700" dirty="0"/>
          </a:p>
        </p:txBody>
      </p:sp>
      <p:sp>
        <p:nvSpPr>
          <p:cNvPr id="51" name="開始／結束"/>
          <p:cNvSpPr/>
          <p:nvPr/>
        </p:nvSpPr>
        <p:spPr>
          <a:xfrm>
            <a:off x="7196223" y="2435962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F07F2D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900" dirty="0"/>
          </a:p>
        </p:txBody>
      </p:sp>
      <p:sp>
        <p:nvSpPr>
          <p:cNvPr id="52" name="圖說"/>
          <p:cNvSpPr/>
          <p:nvPr/>
        </p:nvSpPr>
        <p:spPr>
          <a:xfrm>
            <a:off x="7097312" y="2739542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強調色</a:t>
            </a:r>
            <a:endParaRPr lang="en-US" sz="700" dirty="0"/>
          </a:p>
        </p:txBody>
      </p:sp>
      <p:sp>
        <p:nvSpPr>
          <p:cNvPr id="53" name="線條"/>
          <p:cNvSpPr/>
          <p:nvPr/>
        </p:nvSpPr>
        <p:spPr>
          <a:xfrm>
            <a:off x="438912" y="2878531"/>
            <a:ext cx="8875532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54" name="類別"/>
          <p:cNvSpPr/>
          <p:nvPr/>
        </p:nvSpPr>
        <p:spPr>
          <a:xfrm>
            <a:off x="438912" y="2966314"/>
            <a:ext cx="965606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箭頭與連接線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Arrows</a:t>
            </a:r>
            <a:endParaRPr lang="en-US" sz="1100" dirty="0"/>
          </a:p>
        </p:txBody>
      </p:sp>
      <p:sp>
        <p:nvSpPr>
          <p:cNvPr id="55" name="線條"/>
          <p:cNvSpPr/>
          <p:nvPr/>
        </p:nvSpPr>
        <p:spPr>
          <a:xfrm>
            <a:off x="1613158" y="3065069"/>
            <a:ext cx="848563" cy="0"/>
          </a:xfrm>
          <a:prstGeom prst="line">
            <a:avLst/>
          </a:prstGeom>
          <a:noFill/>
          <a:ln w="2032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56" name="圖說"/>
          <p:cNvSpPr/>
          <p:nvPr/>
        </p:nvSpPr>
        <p:spPr>
          <a:xfrm>
            <a:off x="1499616" y="3236976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細直線箭頭</a:t>
            </a:r>
            <a:endParaRPr lang="en-US" sz="700" dirty="0"/>
          </a:p>
        </p:txBody>
      </p:sp>
      <p:sp>
        <p:nvSpPr>
          <p:cNvPr id="57" name="線條"/>
          <p:cNvSpPr/>
          <p:nvPr/>
        </p:nvSpPr>
        <p:spPr>
          <a:xfrm>
            <a:off x="2732697" y="3065069"/>
            <a:ext cx="848563" cy="0"/>
          </a:xfrm>
          <a:prstGeom prst="line">
            <a:avLst/>
          </a:prstGeom>
          <a:noFill/>
          <a:ln w="36576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58" name="圖說"/>
          <p:cNvSpPr/>
          <p:nvPr/>
        </p:nvSpPr>
        <p:spPr>
          <a:xfrm>
            <a:off x="2619155" y="3236976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粗箭頭</a:t>
            </a:r>
            <a:endParaRPr lang="en-US" sz="700" dirty="0"/>
          </a:p>
        </p:txBody>
      </p:sp>
      <p:sp>
        <p:nvSpPr>
          <p:cNvPr id="59" name="連接線"/>
          <p:cNvSpPr/>
          <p:nvPr/>
        </p:nvSpPr>
        <p:spPr>
          <a:xfrm>
            <a:off x="3852237" y="2955341"/>
            <a:ext cx="848563" cy="219456"/>
          </a:xfrm>
          <a:custGeom>
            <a:avLst/>
            <a:gdLst/>
            <a:ahLst/>
            <a:cxnLst/>
            <a:rect l="l" t="t" r="r" b="b"/>
            <a:pathLst>
              <a:path w="848563" h="219456">
                <a:moveTo>
                  <a:pt x="0" y="0"/>
                </a:moveTo>
                <a:lnTo>
                  <a:pt x="424282" y="0"/>
                </a:lnTo>
                <a:lnTo>
                  <a:pt x="424282" y="219456"/>
                </a:lnTo>
                <a:lnTo>
                  <a:pt x="848563" y="219456"/>
                </a:lnTo>
              </a:path>
            </a:pathLst>
          </a:custGeom>
          <a:noFill/>
          <a:ln w="2032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圖說"/>
          <p:cNvSpPr/>
          <p:nvPr/>
        </p:nvSpPr>
        <p:spPr>
          <a:xfrm>
            <a:off x="3738694" y="3236976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折線連接</a:t>
            </a:r>
            <a:endParaRPr lang="en-US" sz="700" dirty="0"/>
          </a:p>
        </p:txBody>
      </p:sp>
      <p:sp>
        <p:nvSpPr>
          <p:cNvPr id="61" name="線條"/>
          <p:cNvSpPr/>
          <p:nvPr/>
        </p:nvSpPr>
        <p:spPr>
          <a:xfrm>
            <a:off x="4971776" y="3065069"/>
            <a:ext cx="848563" cy="0"/>
          </a:xfrm>
          <a:prstGeom prst="line">
            <a:avLst/>
          </a:prstGeom>
          <a:noFill/>
          <a:ln w="20320">
            <a:solidFill>
              <a:srgbClr val="707070"/>
            </a:solidFill>
            <a:prstDash val="sysDash"/>
            <a:tailEnd type="arrow"/>
          </a:ln>
        </p:spPr>
      </p:sp>
      <p:sp>
        <p:nvSpPr>
          <p:cNvPr id="62" name="圖說"/>
          <p:cNvSpPr/>
          <p:nvPr/>
        </p:nvSpPr>
        <p:spPr>
          <a:xfrm>
            <a:off x="4858233" y="3236976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虛線（次要／回饋）</a:t>
            </a:r>
            <a:endParaRPr lang="en-US" sz="700" dirty="0"/>
          </a:p>
        </p:txBody>
      </p:sp>
      <p:sp>
        <p:nvSpPr>
          <p:cNvPr id="63" name="線條"/>
          <p:cNvSpPr/>
          <p:nvPr/>
        </p:nvSpPr>
        <p:spPr>
          <a:xfrm>
            <a:off x="6091315" y="3065069"/>
            <a:ext cx="848563" cy="0"/>
          </a:xfrm>
          <a:prstGeom prst="line">
            <a:avLst/>
          </a:prstGeom>
          <a:noFill/>
          <a:ln w="20320">
            <a:solidFill>
              <a:srgbClr val="3A3A3A"/>
            </a:solidFill>
            <a:prstDash val="solid"/>
            <a:headEnd type="triangle"/>
            <a:tailEnd type="triangle"/>
          </a:ln>
        </p:spPr>
      </p:sp>
      <p:sp>
        <p:nvSpPr>
          <p:cNvPr id="64" name="圖說"/>
          <p:cNvSpPr/>
          <p:nvPr/>
        </p:nvSpPr>
        <p:spPr>
          <a:xfrm>
            <a:off x="5977772" y="3236976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雙向箭頭</a:t>
            </a:r>
            <a:endParaRPr lang="en-US" sz="700" dirty="0"/>
          </a:p>
        </p:txBody>
      </p:sp>
      <p:grpSp>
        <p:nvGrpSpPr>
          <p:cNvPr id="5001" name="▶ 三角／V 形分隔"/>
          <p:cNvGrpSpPr/>
          <p:nvPr/>
        </p:nvGrpSpPr>
        <p:grpSpPr>
          <a:xfrm>
            <a:off x="7371788" y="2962656"/>
            <a:ext cx="512064" cy="204826"/>
            <a:chOff x="7371788" y="2962656"/>
            <a:chExt cx="512064" cy="204826"/>
          </a:xfrm>
        </p:grpSpPr>
        <p:sp>
          <p:nvSpPr>
            <p:cNvPr id="65" name="三角分隔"/>
            <p:cNvSpPr/>
            <p:nvPr/>
          </p:nvSpPr>
          <p:spPr>
            <a:xfrm>
              <a:off x="7371788" y="2984602"/>
              <a:ext cx="124358" cy="160934"/>
            </a:xfrm>
            <a:custGeom>
              <a:avLst/>
              <a:gdLst/>
              <a:ahLst/>
              <a:cxnLst/>
              <a:rect l="l" t="t" r="r" b="b"/>
              <a:pathLst>
                <a:path w="124358" h="160934">
                  <a:moveTo>
                    <a:pt x="0" y="0"/>
                  </a:moveTo>
                  <a:lnTo>
                    <a:pt x="124358" y="80467"/>
                  </a:lnTo>
                  <a:lnTo>
                    <a:pt x="0" y="16093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6" name="V 形分隔"/>
            <p:cNvSpPr/>
            <p:nvPr/>
          </p:nvSpPr>
          <p:spPr>
            <a:xfrm>
              <a:off x="7766809" y="2962656"/>
              <a:ext cx="117043" cy="204826"/>
            </a:xfrm>
            <a:prstGeom prst="chevron">
              <a:avLst>
                <a:gd name="adj" fmla="val 62500"/>
              </a:avLst>
            </a:prstGeom>
            <a:solidFill>
              <a:srgbClr val="3A3A3A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67" name="圖說"/>
          <p:cNvSpPr/>
          <p:nvPr/>
        </p:nvSpPr>
        <p:spPr>
          <a:xfrm>
            <a:off x="7097312" y="3236976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三角／V 形分隔</a:t>
            </a:r>
            <a:endParaRPr lang="en-US" sz="700" dirty="0"/>
          </a:p>
        </p:txBody>
      </p:sp>
      <p:sp>
        <p:nvSpPr>
          <p:cNvPr id="68" name="區塊箭頭"/>
          <p:cNvSpPr/>
          <p:nvPr/>
        </p:nvSpPr>
        <p:spPr>
          <a:xfrm>
            <a:off x="8352339" y="2918765"/>
            <a:ext cx="804672" cy="292608"/>
          </a:xfrm>
          <a:custGeom>
            <a:avLst/>
            <a:gdLst/>
            <a:ahLst/>
            <a:cxnLst/>
            <a:rect l="l" t="t" r="r" b="b"/>
            <a:pathLst>
              <a:path w="804672" h="292608">
                <a:moveTo>
                  <a:pt x="0" y="87782"/>
                </a:moveTo>
                <a:lnTo>
                  <a:pt x="629107" y="87782"/>
                </a:lnTo>
                <a:lnTo>
                  <a:pt x="629107" y="0"/>
                </a:lnTo>
                <a:lnTo>
                  <a:pt x="804672" y="146304"/>
                </a:lnTo>
                <a:lnTo>
                  <a:pt x="629107" y="292608"/>
                </a:lnTo>
                <a:lnTo>
                  <a:pt x="629107" y="204826"/>
                </a:lnTo>
                <a:lnTo>
                  <a:pt x="0" y="204826"/>
                </a:ln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圖說"/>
          <p:cNvSpPr/>
          <p:nvPr/>
        </p:nvSpPr>
        <p:spPr>
          <a:xfrm>
            <a:off x="8216851" y="3236976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區塊箭頭</a:t>
            </a:r>
            <a:endParaRPr lang="en-US" sz="700" dirty="0"/>
          </a:p>
        </p:txBody>
      </p:sp>
      <p:sp>
        <p:nvSpPr>
          <p:cNvPr id="70" name="線條"/>
          <p:cNvSpPr/>
          <p:nvPr/>
        </p:nvSpPr>
        <p:spPr>
          <a:xfrm>
            <a:off x="438912" y="3375965"/>
            <a:ext cx="8875532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71" name="類別"/>
          <p:cNvSpPr/>
          <p:nvPr/>
        </p:nvSpPr>
        <p:spPr>
          <a:xfrm>
            <a:off x="438912" y="3478378"/>
            <a:ext cx="965606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例外與警示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Exception</a:t>
            </a:r>
            <a:endParaRPr lang="en-US" sz="1100" dirty="0"/>
          </a:p>
        </p:txBody>
      </p:sp>
      <p:sp>
        <p:nvSpPr>
          <p:cNvPr id="72" name="警示方塊"/>
          <p:cNvSpPr/>
          <p:nvPr/>
        </p:nvSpPr>
        <p:spPr>
          <a:xfrm>
            <a:off x="1598528" y="3416198"/>
            <a:ext cx="877824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5240">
            <a:solidFill>
              <a:srgbClr val="F07F2D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F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例外狀況</a:t>
            </a:r>
            <a:endParaRPr lang="en-US" sz="900" dirty="0"/>
          </a:p>
        </p:txBody>
      </p:sp>
      <p:sp>
        <p:nvSpPr>
          <p:cNvPr id="73" name="圖說"/>
          <p:cNvSpPr/>
          <p:nvPr/>
        </p:nvSpPr>
        <p:spPr>
          <a:xfrm>
            <a:off x="1499616" y="3763670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警示外框</a:t>
            </a:r>
            <a:endParaRPr lang="en-US" sz="700" dirty="0"/>
          </a:p>
        </p:txBody>
      </p:sp>
      <p:sp>
        <p:nvSpPr>
          <p:cNvPr id="74" name="警示方塊"/>
          <p:cNvSpPr/>
          <p:nvPr/>
        </p:nvSpPr>
        <p:spPr>
          <a:xfrm>
            <a:off x="2718067" y="3416198"/>
            <a:ext cx="877824" cy="321869"/>
          </a:xfrm>
          <a:prstGeom prst="roundRect">
            <a:avLst>
              <a:gd name="adj" fmla="val 11364"/>
            </a:avLst>
          </a:prstGeom>
          <a:solidFill>
            <a:srgbClr val="FDEDE2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F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注意事項</a:t>
            </a:r>
            <a:endParaRPr lang="en-US" sz="900" dirty="0"/>
          </a:p>
        </p:txBody>
      </p:sp>
      <p:sp>
        <p:nvSpPr>
          <p:cNvPr id="75" name="圖說"/>
          <p:cNvSpPr/>
          <p:nvPr/>
        </p:nvSpPr>
        <p:spPr>
          <a:xfrm>
            <a:off x="2619155" y="3763670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警示淺底</a:t>
            </a:r>
            <a:endParaRPr lang="en-US" sz="700" dirty="0"/>
          </a:p>
        </p:txBody>
      </p:sp>
      <p:sp>
        <p:nvSpPr>
          <p:cNvPr id="76" name="警示方塊"/>
          <p:cNvSpPr/>
          <p:nvPr/>
        </p:nvSpPr>
        <p:spPr>
          <a:xfrm>
            <a:off x="3837606" y="3416198"/>
            <a:ext cx="877824" cy="321869"/>
          </a:xfrm>
          <a:prstGeom prst="roundRect">
            <a:avLst>
              <a:gd name="adj" fmla="val 11364"/>
            </a:avLst>
          </a:prstGeom>
          <a:solidFill>
            <a:srgbClr val="F07F2D"/>
          </a:solidFill>
          <a:ln>
            <a:noFill/>
          </a:ln>
          <a:effectLst>
            <a:outerShdw blurRad="42672" dist="15240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中止</a:t>
            </a:r>
            <a:endParaRPr lang="en-US" sz="900" dirty="0"/>
          </a:p>
        </p:txBody>
      </p:sp>
      <p:sp>
        <p:nvSpPr>
          <p:cNvPr id="77" name="圖說"/>
          <p:cNvSpPr/>
          <p:nvPr/>
        </p:nvSpPr>
        <p:spPr>
          <a:xfrm>
            <a:off x="3738694" y="3763670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深底警示</a:t>
            </a:r>
            <a:endParaRPr lang="en-US" sz="700" dirty="0"/>
          </a:p>
        </p:txBody>
      </p:sp>
      <p:grpSp>
        <p:nvGrpSpPr>
          <p:cNvPr id="5002" name="警告三角"/>
          <p:cNvGrpSpPr/>
          <p:nvPr/>
        </p:nvGrpSpPr>
        <p:grpSpPr>
          <a:xfrm>
            <a:off x="5205640" y="3412980"/>
            <a:ext cx="380835" cy="328306"/>
            <a:chOff x="5205640" y="3412980"/>
            <a:chExt cx="380835" cy="328306"/>
          </a:xfrm>
        </p:grpSpPr>
        <p:sp>
          <p:nvSpPr>
            <p:cNvPr id="78" name="警告三角"/>
            <p:cNvSpPr/>
            <p:nvPr/>
          </p:nvSpPr>
          <p:spPr>
            <a:xfrm>
              <a:off x="5205640" y="3412980"/>
              <a:ext cx="380835" cy="328306"/>
            </a:xfrm>
            <a:custGeom>
              <a:avLst/>
              <a:gdLst/>
              <a:ahLst/>
              <a:cxnLst/>
              <a:rect l="l" t="t" r="r" b="b"/>
              <a:pathLst>
                <a:path w="380835" h="328306">
                  <a:moveTo>
                    <a:pt x="0" y="328306"/>
                  </a:moveTo>
                  <a:lnTo>
                    <a:pt x="190418" y="0"/>
                  </a:lnTo>
                  <a:lnTo>
                    <a:pt x="380835" y="328306"/>
                  </a:lnTo>
                  <a:close/>
                </a:path>
              </a:pathLst>
            </a:custGeom>
            <a:solidFill>
              <a:srgbClr val="F07F2D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9" name="驚嘆號"/>
            <p:cNvSpPr/>
            <p:nvPr/>
          </p:nvSpPr>
          <p:spPr>
            <a:xfrm>
              <a:off x="5205640" y="3511472"/>
              <a:ext cx="380835" cy="2232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!</a:t>
              </a:r>
              <a:endParaRPr lang="en-US" sz="1350" dirty="0"/>
            </a:p>
          </p:txBody>
        </p:sp>
      </p:grpSp>
      <p:sp>
        <p:nvSpPr>
          <p:cNvPr id="80" name="圖說"/>
          <p:cNvSpPr/>
          <p:nvPr/>
        </p:nvSpPr>
        <p:spPr>
          <a:xfrm>
            <a:off x="4858233" y="3763670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警告三角</a:t>
            </a:r>
            <a:endParaRPr lang="en-US" sz="700" dirty="0"/>
          </a:p>
        </p:txBody>
      </p:sp>
      <p:sp>
        <p:nvSpPr>
          <p:cNvPr id="81" name="錯誤標記"/>
          <p:cNvSpPr/>
          <p:nvPr/>
        </p:nvSpPr>
        <p:spPr>
          <a:xfrm>
            <a:off x="6383630" y="3445167"/>
            <a:ext cx="263932" cy="263932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300" dirty="0"/>
          </a:p>
        </p:txBody>
      </p:sp>
      <p:sp>
        <p:nvSpPr>
          <p:cNvPr id="82" name="圖說"/>
          <p:cNvSpPr/>
          <p:nvPr/>
        </p:nvSpPr>
        <p:spPr>
          <a:xfrm>
            <a:off x="5977772" y="3763670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 錯誤標記</a:t>
            </a:r>
            <a:endParaRPr lang="en-US" sz="700" dirty="0"/>
          </a:p>
        </p:txBody>
      </p:sp>
      <p:grpSp>
        <p:nvGrpSpPr>
          <p:cNvPr id="5003" name="紅點提示"/>
          <p:cNvGrpSpPr/>
          <p:nvPr/>
        </p:nvGrpSpPr>
        <p:grpSpPr>
          <a:xfrm>
            <a:off x="7196223" y="3368650"/>
            <a:ext cx="925373" cy="369418"/>
            <a:chOff x="7196223" y="3368650"/>
            <a:chExt cx="925373" cy="369418"/>
          </a:xfrm>
        </p:grpSpPr>
        <p:sp>
          <p:nvSpPr>
            <p:cNvPr id="83" name="流程方塊"/>
            <p:cNvSpPr/>
            <p:nvPr/>
          </p:nvSpPr>
          <p:spPr>
            <a:xfrm>
              <a:off x="7196223" y="3416198"/>
              <a:ext cx="877824" cy="321869"/>
            </a:xfrm>
            <a:prstGeom prst="roundRect">
              <a:avLst>
                <a:gd name="adj" fmla="val 11364"/>
              </a:avLst>
            </a:prstGeom>
            <a:solidFill>
              <a:srgbClr val="FFFFFF"/>
            </a:solidFill>
            <a:ln w="10160">
              <a:solidFill>
                <a:srgbClr val="BFBFBF"/>
              </a:solidFill>
              <a:prstDash val="solid"/>
            </a:ln>
          </p:spPr>
          <p:txBody>
            <a:bodyPr wrap="square" lIns="20320" tIns="0" rIns="2032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待處理</a:t>
              </a:r>
              <a:endParaRPr lang="en-US" sz="900" dirty="0"/>
            </a:p>
          </p:txBody>
        </p:sp>
        <p:sp>
          <p:nvSpPr>
            <p:cNvPr id="84" name="提示紅點"/>
            <p:cNvSpPr/>
            <p:nvPr/>
          </p:nvSpPr>
          <p:spPr>
            <a:xfrm>
              <a:off x="7997238" y="3368650"/>
              <a:ext cx="124358" cy="124358"/>
            </a:xfrm>
            <a:prstGeom prst="ellipse">
              <a:avLst/>
            </a:prstGeom>
            <a:solidFill>
              <a:srgbClr val="F07F2D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85" name="圖說"/>
          <p:cNvSpPr/>
          <p:nvPr/>
        </p:nvSpPr>
        <p:spPr>
          <a:xfrm>
            <a:off x="7097312" y="3763670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紅點提示</a:t>
            </a:r>
            <a:endParaRPr lang="en-US" sz="700" dirty="0"/>
          </a:p>
        </p:txBody>
      </p:sp>
      <p:sp>
        <p:nvSpPr>
          <p:cNvPr id="86" name="連接線"/>
          <p:cNvSpPr/>
          <p:nvPr/>
        </p:nvSpPr>
        <p:spPr>
          <a:xfrm>
            <a:off x="8330393" y="3460090"/>
            <a:ext cx="848563" cy="234086"/>
          </a:xfrm>
          <a:custGeom>
            <a:avLst/>
            <a:gdLst/>
            <a:ahLst/>
            <a:cxnLst/>
            <a:rect l="l" t="t" r="r" b="b"/>
            <a:pathLst>
              <a:path w="848563" h="234086">
                <a:moveTo>
                  <a:pt x="0" y="0"/>
                </a:moveTo>
                <a:lnTo>
                  <a:pt x="351130" y="0"/>
                </a:lnTo>
                <a:lnTo>
                  <a:pt x="351130" y="234086"/>
                </a:lnTo>
                <a:lnTo>
                  <a:pt x="848563" y="234086"/>
                </a:lnTo>
              </a:path>
            </a:pathLst>
          </a:custGeom>
          <a:noFill/>
          <a:ln w="12700">
            <a:solidFill>
              <a:srgbClr val="F07F2D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圖說"/>
          <p:cNvSpPr/>
          <p:nvPr/>
        </p:nvSpPr>
        <p:spPr>
          <a:xfrm>
            <a:off x="8216851" y="3763670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例外路徑（虛線）</a:t>
            </a:r>
            <a:endParaRPr lang="en-US" sz="700" dirty="0"/>
          </a:p>
        </p:txBody>
      </p:sp>
      <p:sp>
        <p:nvSpPr>
          <p:cNvPr id="88" name="線條"/>
          <p:cNvSpPr/>
          <p:nvPr/>
        </p:nvSpPr>
        <p:spPr>
          <a:xfrm>
            <a:off x="438912" y="3902659"/>
            <a:ext cx="8875532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89" name="類別"/>
          <p:cNvSpPr/>
          <p:nvPr/>
        </p:nvSpPr>
        <p:spPr>
          <a:xfrm>
            <a:off x="438912" y="4070909"/>
            <a:ext cx="965606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圓形・編號・標籤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Circle / Badge / Tag</a:t>
            </a:r>
            <a:endParaRPr lang="en-US" sz="1100" dirty="0"/>
          </a:p>
        </p:txBody>
      </p:sp>
      <p:sp>
        <p:nvSpPr>
          <p:cNvPr id="90" name="大圓"/>
          <p:cNvSpPr/>
          <p:nvPr/>
        </p:nvSpPr>
        <p:spPr>
          <a:xfrm>
            <a:off x="1810669" y="3942893"/>
            <a:ext cx="453542" cy="453542"/>
          </a:xfrm>
          <a:prstGeom prst="ellipse">
            <a:avLst/>
          </a:prstGeom>
          <a:solidFill>
            <a:srgbClr val="FFFFFF"/>
          </a:solidFill>
          <a:ln w="27940">
            <a:solidFill>
              <a:srgbClr val="3A3A3A"/>
            </a:solidFill>
            <a:prstDash val="solid"/>
          </a:ln>
          <a:effectLst>
            <a:outerShdw blurRad="68326" dist="12192" dir="5400000" sx="100840" sy="100840" algn="ctr" rotWithShape="0">
              <a:srgbClr val="000000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圖說"/>
          <p:cNvSpPr/>
          <p:nvPr/>
        </p:nvSpPr>
        <p:spPr>
          <a:xfrm>
            <a:off x="1499616" y="4422038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光暈大圓</a:t>
            </a:r>
            <a:endParaRPr lang="en-US" sz="700" dirty="0"/>
          </a:p>
        </p:txBody>
      </p:sp>
      <p:grpSp>
        <p:nvGrpSpPr>
          <p:cNvPr id="5004" name="光暈＋外圈細環"/>
          <p:cNvGrpSpPr/>
          <p:nvPr/>
        </p:nvGrpSpPr>
        <p:grpSpPr>
          <a:xfrm>
            <a:off x="2886317" y="3899002"/>
            <a:ext cx="541325" cy="541325"/>
            <a:chOff x="2886317" y="3899002"/>
            <a:chExt cx="541325" cy="541325"/>
          </a:xfrm>
        </p:grpSpPr>
        <p:sp>
          <p:nvSpPr>
            <p:cNvPr id="92" name="外圈細環"/>
            <p:cNvSpPr/>
            <p:nvPr/>
          </p:nvSpPr>
          <p:spPr>
            <a:xfrm>
              <a:off x="2886317" y="3899002"/>
              <a:ext cx="541325" cy="541325"/>
            </a:xfrm>
            <a:prstGeom prst="ellipse">
              <a:avLst/>
            </a:prstGeom>
            <a:noFill/>
            <a:ln w="7620">
              <a:solidFill>
                <a:srgbClr val="E6E6E6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3" name="大圓"/>
            <p:cNvSpPr/>
            <p:nvPr/>
          </p:nvSpPr>
          <p:spPr>
            <a:xfrm>
              <a:off x="2930208" y="3942893"/>
              <a:ext cx="453542" cy="453542"/>
            </a:xfrm>
            <a:prstGeom prst="ellipse">
              <a:avLst/>
            </a:prstGeom>
            <a:solidFill>
              <a:srgbClr val="FFFFFF"/>
            </a:solidFill>
            <a:ln w="27940">
              <a:solidFill>
                <a:srgbClr val="3A3A3A"/>
              </a:solidFill>
              <a:prstDash val="solid"/>
            </a:ln>
            <a:effectLst>
              <a:outerShdw blurRad="68326" dist="12192" dir="5400000" sx="100840" sy="100840" algn="ctr" rotWithShape="0">
                <a:srgbClr val="000000">
                  <a:alpha val="28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94" name="圖說"/>
          <p:cNvSpPr/>
          <p:nvPr/>
        </p:nvSpPr>
        <p:spPr>
          <a:xfrm>
            <a:off x="2619155" y="4422038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光暈＋外圈細環</a:t>
            </a:r>
            <a:endParaRPr lang="en-US" sz="700" dirty="0"/>
          </a:p>
        </p:txBody>
      </p:sp>
      <p:sp>
        <p:nvSpPr>
          <p:cNvPr id="95" name="外框圓"/>
          <p:cNvSpPr/>
          <p:nvPr/>
        </p:nvSpPr>
        <p:spPr>
          <a:xfrm>
            <a:off x="4049747" y="3942893"/>
            <a:ext cx="453542" cy="45354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6" name="圖說"/>
          <p:cNvSpPr/>
          <p:nvPr/>
        </p:nvSpPr>
        <p:spPr>
          <a:xfrm>
            <a:off x="3738694" y="4422038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無陰影外框圓</a:t>
            </a:r>
            <a:endParaRPr lang="en-US" sz="700" dirty="0"/>
          </a:p>
        </p:txBody>
      </p:sp>
      <p:grpSp>
        <p:nvGrpSpPr>
          <p:cNvPr id="5005" name="編號徽章"/>
          <p:cNvGrpSpPr/>
          <p:nvPr/>
        </p:nvGrpSpPr>
        <p:grpSpPr>
          <a:xfrm>
            <a:off x="4964460" y="4045306"/>
            <a:ext cx="863194" cy="248717"/>
            <a:chOff x="4964460" y="4045306"/>
            <a:chExt cx="863194" cy="248717"/>
          </a:xfrm>
        </p:grpSpPr>
        <p:sp>
          <p:nvSpPr>
            <p:cNvPr id="97" name="編號"/>
            <p:cNvSpPr/>
            <p:nvPr/>
          </p:nvSpPr>
          <p:spPr>
            <a:xfrm>
              <a:off x="4964460" y="4045306"/>
              <a:ext cx="248717" cy="248717"/>
            </a:xfrm>
            <a:prstGeom prst="ellipse">
              <a:avLst/>
            </a:prstGeom>
            <a:solidFill>
              <a:srgbClr val="3A3A3A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1</a:t>
              </a:r>
              <a:endParaRPr lang="en-US" sz="800" dirty="0"/>
            </a:p>
          </p:txBody>
        </p:sp>
        <p:sp>
          <p:nvSpPr>
            <p:cNvPr id="98" name="編號"/>
            <p:cNvSpPr/>
            <p:nvPr/>
          </p:nvSpPr>
          <p:spPr>
            <a:xfrm>
              <a:off x="5271699" y="4045306"/>
              <a:ext cx="248717" cy="248717"/>
            </a:xfrm>
            <a:prstGeom prst="ellipse">
              <a:avLst/>
            </a:prstGeom>
            <a:solidFill>
              <a:srgbClr val="3A3A3A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endParaRPr lang="en-US" sz="800" dirty="0"/>
            </a:p>
          </p:txBody>
        </p:sp>
        <p:sp>
          <p:nvSpPr>
            <p:cNvPr id="99" name="編號"/>
            <p:cNvSpPr/>
            <p:nvPr/>
          </p:nvSpPr>
          <p:spPr>
            <a:xfrm>
              <a:off x="5578937" y="4045306"/>
              <a:ext cx="248717" cy="248717"/>
            </a:xfrm>
            <a:prstGeom prst="ellipse">
              <a:avLst/>
            </a:prstGeom>
            <a:solidFill>
              <a:srgbClr val="F07F2D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3</a:t>
              </a:r>
              <a:endParaRPr lang="en-US" sz="800" dirty="0"/>
            </a:p>
          </p:txBody>
        </p:sp>
      </p:grpSp>
      <p:sp>
        <p:nvSpPr>
          <p:cNvPr id="100" name="圖說"/>
          <p:cNvSpPr/>
          <p:nvPr/>
        </p:nvSpPr>
        <p:spPr>
          <a:xfrm>
            <a:off x="4858233" y="4422038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編號徽章</a:t>
            </a:r>
            <a:endParaRPr lang="en-US" sz="700" dirty="0"/>
          </a:p>
        </p:txBody>
      </p:sp>
      <p:grpSp>
        <p:nvGrpSpPr>
          <p:cNvPr id="5006" name="深色標籤"/>
          <p:cNvGrpSpPr/>
          <p:nvPr/>
        </p:nvGrpSpPr>
        <p:grpSpPr>
          <a:xfrm>
            <a:off x="6109940" y="4052621"/>
            <a:ext cx="811313" cy="234086"/>
            <a:chOff x="6109940" y="4052621"/>
            <a:chExt cx="811313" cy="234086"/>
          </a:xfrm>
        </p:grpSpPr>
        <p:sp>
          <p:nvSpPr>
            <p:cNvPr id="101" name="標籤"/>
            <p:cNvSpPr/>
            <p:nvPr/>
          </p:nvSpPr>
          <p:spPr>
            <a:xfrm>
              <a:off x="6109940" y="4052621"/>
              <a:ext cx="811313" cy="234086"/>
            </a:xfrm>
            <a:prstGeom prst="roundRect">
              <a:avLst>
                <a:gd name="adj" fmla="val 9375"/>
              </a:avLst>
            </a:prstGeom>
            <a:solidFill>
              <a:srgbClr val="3A3A3A"/>
            </a:solidFill>
            <a:ln>
              <a:noFill/>
            </a:ln>
          </p:spPr>
          <p:txBody>
            <a:bodyPr wrap="square" lIns="205359" tIns="0" rIns="58928" bIns="0" rtlCol="0" anchor="ctr"/>
            <a:lstStyle/>
            <a:p>
              <a:pPr algn="l" indent="0" marL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主要標籤</a:t>
              </a:r>
              <a:endParaRPr lang="en-US" sz="900" dirty="0"/>
            </a:p>
          </p:txBody>
        </p:sp>
        <p:sp>
          <p:nvSpPr>
            <p:cNvPr id="102" name="Text 100"/>
            <p:cNvSpPr/>
            <p:nvPr/>
          </p:nvSpPr>
          <p:spPr>
            <a:xfrm>
              <a:off x="6208256" y="4141724"/>
              <a:ext cx="55880" cy="55880"/>
            </a:xfrm>
            <a:prstGeom prst="ellipse">
              <a:avLst/>
            </a:prstGeom>
            <a:solidFill>
              <a:srgbClr val="F07F2D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03" name="圖說"/>
          <p:cNvSpPr/>
          <p:nvPr/>
        </p:nvSpPr>
        <p:spPr>
          <a:xfrm>
            <a:off x="5977772" y="4422038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深色標籤</a:t>
            </a:r>
            <a:endParaRPr lang="en-US" sz="700" dirty="0"/>
          </a:p>
        </p:txBody>
      </p:sp>
      <p:grpSp>
        <p:nvGrpSpPr>
          <p:cNvPr id="5007" name="淺色／灰階標籤"/>
          <p:cNvGrpSpPr/>
          <p:nvPr/>
        </p:nvGrpSpPr>
        <p:grpSpPr>
          <a:xfrm>
            <a:off x="7024519" y="4059936"/>
            <a:ext cx="1221232" cy="219456"/>
            <a:chOff x="7024519" y="4059936"/>
            <a:chExt cx="1221232" cy="219456"/>
          </a:xfrm>
        </p:grpSpPr>
        <p:sp>
          <p:nvSpPr>
            <p:cNvPr id="104" name="標籤"/>
            <p:cNvSpPr/>
            <p:nvPr/>
          </p:nvSpPr>
          <p:spPr>
            <a:xfrm>
              <a:off x="7024519" y="4059936"/>
              <a:ext cx="581355" cy="219456"/>
            </a:xfrm>
            <a:prstGeom prst="roundRect">
              <a:avLst>
                <a:gd name="adj" fmla="val 10000"/>
              </a:avLst>
            </a:prstGeom>
            <a:solidFill>
              <a:srgbClr val="F07F2D"/>
            </a:solidFill>
            <a:ln>
              <a:noFill/>
            </a:ln>
          </p:spPr>
          <p:txBody>
            <a:bodyPr wrap="square" lIns="202184" tIns="0" rIns="57023" bIns="0" rtlCol="0" anchor="ctr"/>
            <a:lstStyle/>
            <a:p>
              <a:pPr algn="l" indent="0" marL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輔助</a:t>
              </a:r>
              <a:endParaRPr lang="en-US" sz="900" dirty="0"/>
            </a:p>
          </p:txBody>
        </p:sp>
        <p:sp>
          <p:nvSpPr>
            <p:cNvPr id="105" name="Text 103"/>
            <p:cNvSpPr/>
            <p:nvPr/>
          </p:nvSpPr>
          <p:spPr>
            <a:xfrm>
              <a:off x="7119617" y="4141724"/>
              <a:ext cx="55880" cy="5588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6" name="標籤"/>
            <p:cNvSpPr/>
            <p:nvPr/>
          </p:nvSpPr>
          <p:spPr>
            <a:xfrm>
              <a:off x="7664396" y="4059936"/>
              <a:ext cx="581355" cy="219456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lIns="202184" tIns="0" rIns="57023" bIns="0" rtlCol="0" anchor="ctr"/>
            <a:lstStyle/>
            <a:p>
              <a:pPr algn="l" indent="0" marL="0">
                <a:buNone/>
              </a:pPr>
              <a:r>
                <a:rPr lang="en-US" sz="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灰階</a:t>
              </a:r>
              <a:endParaRPr lang="en-US" sz="900" dirty="0"/>
            </a:p>
          </p:txBody>
        </p:sp>
        <p:sp>
          <p:nvSpPr>
            <p:cNvPr id="107" name="Text 105"/>
            <p:cNvSpPr/>
            <p:nvPr/>
          </p:nvSpPr>
          <p:spPr>
            <a:xfrm>
              <a:off x="7759494" y="4141724"/>
              <a:ext cx="55880" cy="55880"/>
            </a:xfrm>
            <a:prstGeom prst="ellipse">
              <a:avLst/>
            </a:prstGeom>
            <a:solidFill>
              <a:srgbClr val="F07F2D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08" name="圖說"/>
          <p:cNvSpPr/>
          <p:nvPr/>
        </p:nvSpPr>
        <p:spPr>
          <a:xfrm>
            <a:off x="7097312" y="4422038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淺色／灰階標籤</a:t>
            </a:r>
            <a:endParaRPr lang="en-US" sz="700" dirty="0"/>
          </a:p>
        </p:txBody>
      </p:sp>
      <p:grpSp>
        <p:nvGrpSpPr>
          <p:cNvPr id="5008" name="小圓點"/>
          <p:cNvGrpSpPr/>
          <p:nvPr/>
        </p:nvGrpSpPr>
        <p:grpSpPr>
          <a:xfrm>
            <a:off x="8480355" y="4114800"/>
            <a:ext cx="548640" cy="109728"/>
            <a:chOff x="8480355" y="4114800"/>
            <a:chExt cx="548640" cy="109728"/>
          </a:xfrm>
        </p:grpSpPr>
        <p:sp>
          <p:nvSpPr>
            <p:cNvPr id="109" name="圓點"/>
            <p:cNvSpPr/>
            <p:nvPr/>
          </p:nvSpPr>
          <p:spPr>
            <a:xfrm>
              <a:off x="8480355" y="4114800"/>
              <a:ext cx="109728" cy="109728"/>
            </a:xfrm>
            <a:prstGeom prst="ellipse">
              <a:avLst/>
            </a:prstGeom>
            <a:solidFill>
              <a:srgbClr val="3A3A3A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10" name="圓點"/>
            <p:cNvSpPr/>
            <p:nvPr/>
          </p:nvSpPr>
          <p:spPr>
            <a:xfrm>
              <a:off x="8699811" y="4114800"/>
              <a:ext cx="109728" cy="109728"/>
            </a:xfrm>
            <a:prstGeom prst="ellipse">
              <a:avLst/>
            </a:prstGeom>
            <a:solidFill>
              <a:srgbClr val="F07F2D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11" name="圓點"/>
            <p:cNvSpPr/>
            <p:nvPr/>
          </p:nvSpPr>
          <p:spPr>
            <a:xfrm>
              <a:off x="8919267" y="4114800"/>
              <a:ext cx="109728" cy="109728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12" name="圖說"/>
          <p:cNvSpPr/>
          <p:nvPr/>
        </p:nvSpPr>
        <p:spPr>
          <a:xfrm>
            <a:off x="8216851" y="4422038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小圓點</a:t>
            </a:r>
            <a:endParaRPr lang="en-US" sz="700" dirty="0"/>
          </a:p>
        </p:txBody>
      </p:sp>
      <p:sp>
        <p:nvSpPr>
          <p:cNvPr id="113" name="線條"/>
          <p:cNvSpPr/>
          <p:nvPr/>
        </p:nvSpPr>
        <p:spPr>
          <a:xfrm>
            <a:off x="438912" y="4561027"/>
            <a:ext cx="8875532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114" name="類別"/>
          <p:cNvSpPr/>
          <p:nvPr/>
        </p:nvSpPr>
        <p:spPr>
          <a:xfrm>
            <a:off x="438912" y="4670755"/>
            <a:ext cx="965606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容器與群組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Container</a:t>
            </a:r>
            <a:endParaRPr lang="en-US" sz="1100" dirty="0"/>
          </a:p>
        </p:txBody>
      </p:sp>
      <p:grpSp>
        <p:nvGrpSpPr>
          <p:cNvPr id="5009" name="虛線群組框"/>
          <p:cNvGrpSpPr/>
          <p:nvPr/>
        </p:nvGrpSpPr>
        <p:grpSpPr>
          <a:xfrm>
            <a:off x="1598528" y="4579315"/>
            <a:ext cx="877824" cy="358445"/>
            <a:chOff x="1598528" y="4579315"/>
            <a:chExt cx="877824" cy="358445"/>
          </a:xfrm>
        </p:grpSpPr>
        <p:sp>
          <p:nvSpPr>
            <p:cNvPr id="115" name="群組框"/>
            <p:cNvSpPr/>
            <p:nvPr/>
          </p:nvSpPr>
          <p:spPr>
            <a:xfrm>
              <a:off x="1598528" y="4645152"/>
              <a:ext cx="877824" cy="292608"/>
            </a:xfrm>
            <a:prstGeom prst="roundRect">
              <a:avLst>
                <a:gd name="adj" fmla="val 12500"/>
              </a:avLst>
            </a:prstGeom>
            <a:noFill/>
            <a:ln w="7620">
              <a:solidFill>
                <a:srgbClr val="8C8C8C"/>
              </a:solidFill>
              <a:prstDash val="dash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16" name="群組名稱"/>
            <p:cNvSpPr/>
            <p:nvPr/>
          </p:nvSpPr>
          <p:spPr>
            <a:xfrm>
              <a:off x="1671680" y="4579315"/>
              <a:ext cx="453542" cy="13167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6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群組 A</a:t>
              </a:r>
              <a:endParaRPr lang="en-US" sz="650" dirty="0"/>
            </a:p>
          </p:txBody>
        </p:sp>
      </p:grpSp>
      <p:sp>
        <p:nvSpPr>
          <p:cNvPr id="117" name="圖說"/>
          <p:cNvSpPr/>
          <p:nvPr/>
        </p:nvSpPr>
        <p:spPr>
          <a:xfrm>
            <a:off x="1499616" y="496336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虛線群組框</a:t>
            </a:r>
            <a:endParaRPr lang="en-US" sz="700" dirty="0"/>
          </a:p>
        </p:txBody>
      </p:sp>
      <p:sp>
        <p:nvSpPr>
          <p:cNvPr id="118" name="淺灰面板"/>
          <p:cNvSpPr/>
          <p:nvPr/>
        </p:nvSpPr>
        <p:spPr>
          <a:xfrm>
            <a:off x="2718067" y="4601261"/>
            <a:ext cx="877824" cy="336499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9" name="圖說"/>
          <p:cNvSpPr/>
          <p:nvPr/>
        </p:nvSpPr>
        <p:spPr>
          <a:xfrm>
            <a:off x="2619155" y="496336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淺灰面板</a:t>
            </a:r>
            <a:endParaRPr lang="en-US" sz="700" dirty="0"/>
          </a:p>
        </p:txBody>
      </p:sp>
      <p:sp>
        <p:nvSpPr>
          <p:cNvPr id="120" name="卡片"/>
          <p:cNvSpPr/>
          <p:nvPr/>
        </p:nvSpPr>
        <p:spPr>
          <a:xfrm>
            <a:off x="3837606" y="4601261"/>
            <a:ext cx="877824" cy="336499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1" name="圖說"/>
          <p:cNvSpPr/>
          <p:nvPr/>
        </p:nvSpPr>
        <p:spPr>
          <a:xfrm>
            <a:off x="3738694" y="496336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本風格卡片</a:t>
            </a:r>
            <a:endParaRPr lang="en-US" sz="700" dirty="0"/>
          </a:p>
        </p:txBody>
      </p:sp>
      <p:sp>
        <p:nvSpPr>
          <p:cNvPr id="122" name="卡片"/>
          <p:cNvSpPr/>
          <p:nvPr/>
        </p:nvSpPr>
        <p:spPr>
          <a:xfrm>
            <a:off x="4957145" y="4601261"/>
            <a:ext cx="877824" cy="336499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>
            <a:noFill/>
          </a:ln>
          <a:effectLst>
            <a:outerShdw blurRad="71120" dist="2032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3" name="圖說"/>
          <p:cNvSpPr/>
          <p:nvPr/>
        </p:nvSpPr>
        <p:spPr>
          <a:xfrm>
            <a:off x="4858233" y="496336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卡片＋陰影</a:t>
            </a:r>
            <a:endParaRPr lang="en-US" sz="700" dirty="0"/>
          </a:p>
        </p:txBody>
      </p:sp>
      <p:grpSp>
        <p:nvGrpSpPr>
          <p:cNvPr id="5010" name="表頭色帶卡"/>
          <p:cNvGrpSpPr/>
          <p:nvPr/>
        </p:nvGrpSpPr>
        <p:grpSpPr>
          <a:xfrm>
            <a:off x="6076684" y="4601261"/>
            <a:ext cx="877824" cy="336499"/>
            <a:chOff x="6076684" y="4601261"/>
            <a:chExt cx="877824" cy="336499"/>
          </a:xfrm>
        </p:grpSpPr>
        <p:sp>
          <p:nvSpPr>
            <p:cNvPr id="124" name="卡片"/>
            <p:cNvSpPr/>
            <p:nvPr/>
          </p:nvSpPr>
          <p:spPr>
            <a:xfrm>
              <a:off x="6076684" y="4601261"/>
              <a:ext cx="877824" cy="336499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5" name="表頭"/>
            <p:cNvSpPr/>
            <p:nvPr/>
          </p:nvSpPr>
          <p:spPr>
            <a:xfrm>
              <a:off x="6076684" y="4601261"/>
              <a:ext cx="877824" cy="117043"/>
            </a:xfrm>
            <a:custGeom>
              <a:avLst/>
              <a:gdLst/>
              <a:ahLst/>
              <a:cxnLst/>
              <a:rect l="l" t="t" r="r" b="b"/>
              <a:pathLst>
                <a:path w="877824" h="117043">
                  <a:moveTo>
                    <a:pt x="0" y="117043"/>
                  </a:moveTo>
                  <a:lnTo>
                    <a:pt x="0" y="36576"/>
                  </a:lnTo>
                  <a:arcTo hR="36576" wR="36576" stAng="10800000" swAng="5400000"/>
                  <a:lnTo>
                    <a:pt x="841248" y="0"/>
                  </a:lnTo>
                  <a:arcTo hR="36576" wR="36576" stAng="16200000" swAng="5400000"/>
                  <a:lnTo>
                    <a:pt x="877824" y="117043"/>
                  </a:lnTo>
                  <a:close/>
                </a:path>
              </a:pathLst>
            </a:custGeom>
            <a:solidFill>
              <a:srgbClr val="3A3A3A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6" name="圖說"/>
          <p:cNvSpPr/>
          <p:nvPr/>
        </p:nvSpPr>
        <p:spPr>
          <a:xfrm>
            <a:off x="5977772" y="496336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表頭色帶卡</a:t>
            </a:r>
            <a:endParaRPr lang="en-US" sz="700" dirty="0"/>
          </a:p>
        </p:txBody>
      </p:sp>
      <p:grpSp>
        <p:nvGrpSpPr>
          <p:cNvPr id="5011" name="頂邊／側邊色條"/>
          <p:cNvGrpSpPr/>
          <p:nvPr/>
        </p:nvGrpSpPr>
        <p:grpSpPr>
          <a:xfrm>
            <a:off x="7196223" y="4601261"/>
            <a:ext cx="877824" cy="336499"/>
            <a:chOff x="7196223" y="4601261"/>
            <a:chExt cx="877824" cy="336499"/>
          </a:xfrm>
        </p:grpSpPr>
        <p:sp>
          <p:nvSpPr>
            <p:cNvPr id="127" name="卡片"/>
            <p:cNvSpPr/>
            <p:nvPr/>
          </p:nvSpPr>
          <p:spPr>
            <a:xfrm>
              <a:off x="7196223" y="4601261"/>
              <a:ext cx="877824" cy="336499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8" name="側邊色條"/>
            <p:cNvSpPr/>
            <p:nvPr/>
          </p:nvSpPr>
          <p:spPr>
            <a:xfrm>
              <a:off x="7196223" y="4601261"/>
              <a:ext cx="43891" cy="336499"/>
            </a:xfrm>
            <a:prstGeom prst="rect">
              <a:avLst/>
            </a:prstGeom>
            <a:solidFill>
              <a:srgbClr val="F07F2D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9" name="圖說"/>
          <p:cNvSpPr/>
          <p:nvPr/>
        </p:nvSpPr>
        <p:spPr>
          <a:xfrm>
            <a:off x="7097312" y="496336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頂邊／側邊色條</a:t>
            </a:r>
            <a:endParaRPr lang="en-US" sz="700" dirty="0"/>
          </a:p>
        </p:txBody>
      </p:sp>
      <p:grpSp>
        <p:nvGrpSpPr>
          <p:cNvPr id="5012" name="半透明寬欄條"/>
          <p:cNvGrpSpPr/>
          <p:nvPr/>
        </p:nvGrpSpPr>
        <p:grpSpPr>
          <a:xfrm>
            <a:off x="8462067" y="4601261"/>
            <a:ext cx="585216" cy="336499"/>
            <a:chOff x="8462067" y="4601261"/>
            <a:chExt cx="585216" cy="336499"/>
          </a:xfrm>
        </p:grpSpPr>
        <p:sp>
          <p:nvSpPr>
            <p:cNvPr id="130" name="寬欄條"/>
            <p:cNvSpPr/>
            <p:nvPr/>
          </p:nvSpPr>
          <p:spPr>
            <a:xfrm>
              <a:off x="8462067" y="4601261"/>
              <a:ext cx="248717" cy="336499"/>
            </a:xfrm>
            <a:prstGeom prst="roundRect">
              <a:avLst>
                <a:gd name="adj" fmla="val 14706"/>
              </a:avLst>
            </a:prstGeom>
            <a:solidFill>
              <a:srgbClr val="A6A6A6">
                <a:alpha val="38000"/>
              </a:srgbClr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31" name="寬欄條"/>
            <p:cNvSpPr/>
            <p:nvPr/>
          </p:nvSpPr>
          <p:spPr>
            <a:xfrm>
              <a:off x="8798566" y="4601261"/>
              <a:ext cx="248717" cy="336499"/>
            </a:xfrm>
            <a:prstGeom prst="roundRect">
              <a:avLst>
                <a:gd name="adj" fmla="val 14706"/>
              </a:avLst>
            </a:prstGeom>
            <a:solidFill>
              <a:srgbClr val="A6A6A6">
                <a:alpha val="38000"/>
              </a:srgbClr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32" name="圖說"/>
          <p:cNvSpPr/>
          <p:nvPr/>
        </p:nvSpPr>
        <p:spPr>
          <a:xfrm>
            <a:off x="8216851" y="496336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半透明寬欄條</a:t>
            </a:r>
            <a:endParaRPr lang="en-US" sz="700" dirty="0"/>
          </a:p>
        </p:txBody>
      </p:sp>
      <p:sp>
        <p:nvSpPr>
          <p:cNvPr id="133" name="線條"/>
          <p:cNvSpPr/>
          <p:nvPr/>
        </p:nvSpPr>
        <p:spPr>
          <a:xfrm>
            <a:off x="1389888" y="1360627"/>
            <a:ext cx="0" cy="3701491"/>
          </a:xfrm>
          <a:prstGeom prst="line">
            <a:avLst/>
          </a:prstGeom>
          <a:noFill/>
          <a:ln w="5080">
            <a:solidFill>
              <a:srgbClr val="E4E4E4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炭灰橘點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135" name="Text 133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/ 14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38912" y="29260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常見組合 Common Patterns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5740400" y="682752"/>
            <a:ext cx="117043" cy="117043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8912" y="819302"/>
            <a:ext cx="8046720" cy="277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已排好、已連線的流程小組合：整組複製即可使用（純流程圖語意）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8912" y="1170432"/>
            <a:ext cx="365760" cy="43891"/>
          </a:xfrm>
          <a:prstGeom prst="rect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8912" y="1452067"/>
            <a:ext cx="80467" cy="80467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組合名稱"/>
          <p:cNvSpPr/>
          <p:nvPr/>
        </p:nvSpPr>
        <p:spPr>
          <a:xfrm>
            <a:off x="599846" y="1389888"/>
            <a:ext cx="193724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三步驟流程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Linear Process</a:t>
            </a:r>
            <a:endParaRPr lang="en-US" sz="1100" dirty="0"/>
          </a:p>
        </p:txBody>
      </p:sp>
      <p:sp>
        <p:nvSpPr>
          <p:cNvPr id="8" name="線條"/>
          <p:cNvSpPr/>
          <p:nvPr/>
        </p:nvSpPr>
        <p:spPr>
          <a:xfrm>
            <a:off x="438912" y="163860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0" name="三步驟流程"/>
          <p:cNvGrpSpPr/>
          <p:nvPr/>
        </p:nvGrpSpPr>
        <p:grpSpPr>
          <a:xfrm>
            <a:off x="438912" y="1821485"/>
            <a:ext cx="2098182" cy="621792"/>
            <a:chOff x="438912" y="1821485"/>
            <a:chExt cx="2098182" cy="621792"/>
          </a:xfrm>
        </p:grpSpPr>
        <p:sp>
          <p:nvSpPr>
            <p:cNvPr id="9" name="處理"/>
            <p:cNvSpPr/>
            <p:nvPr/>
          </p:nvSpPr>
          <p:spPr>
            <a:xfrm>
              <a:off x="438912" y="2136038"/>
              <a:ext cx="541325" cy="307238"/>
            </a:xfrm>
            <a:prstGeom prst="roundRect">
              <a:avLst>
                <a:gd name="adj" fmla="val 11905"/>
              </a:avLst>
            </a:prstGeom>
            <a:solidFill>
              <a:srgbClr val="F2F2F2"/>
            </a:solidFill>
            <a:ln w="20320">
              <a:solidFill>
                <a:srgbClr val="3A3A3A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步驟一</a:t>
              </a:r>
              <a:endParaRPr lang="en-US" sz="850" dirty="0"/>
            </a:p>
          </p:txBody>
        </p:sp>
        <p:sp>
          <p:nvSpPr>
            <p:cNvPr id="10" name="編號"/>
            <p:cNvSpPr/>
            <p:nvPr/>
          </p:nvSpPr>
          <p:spPr>
            <a:xfrm>
              <a:off x="614477" y="1821485"/>
              <a:ext cx="190195" cy="190195"/>
            </a:xfrm>
            <a:prstGeom prst="ellipse">
              <a:avLst/>
            </a:prstGeom>
            <a:solidFill>
              <a:srgbClr val="3A3A3A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1</a:t>
              </a:r>
              <a:endParaRPr lang="en-US" sz="700" dirty="0"/>
            </a:p>
          </p:txBody>
        </p:sp>
        <p:sp>
          <p:nvSpPr>
            <p:cNvPr id="11" name="處理"/>
            <p:cNvSpPr/>
            <p:nvPr/>
          </p:nvSpPr>
          <p:spPr>
            <a:xfrm>
              <a:off x="1217341" y="2136038"/>
              <a:ext cx="541325" cy="307238"/>
            </a:xfrm>
            <a:prstGeom prst="roundRect">
              <a:avLst>
                <a:gd name="adj" fmla="val 11905"/>
              </a:avLst>
            </a:prstGeom>
            <a:solidFill>
              <a:srgbClr val="F2F2F2"/>
            </a:solidFill>
            <a:ln w="20320">
              <a:solidFill>
                <a:srgbClr val="3A3A3A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步驟二</a:t>
              </a:r>
              <a:endParaRPr lang="en-US" sz="850" dirty="0"/>
            </a:p>
          </p:txBody>
        </p:sp>
        <p:sp>
          <p:nvSpPr>
            <p:cNvPr id="12" name="編號"/>
            <p:cNvSpPr/>
            <p:nvPr/>
          </p:nvSpPr>
          <p:spPr>
            <a:xfrm>
              <a:off x="1392906" y="1821485"/>
              <a:ext cx="190195" cy="190195"/>
            </a:xfrm>
            <a:prstGeom prst="ellipse">
              <a:avLst/>
            </a:prstGeom>
            <a:solidFill>
              <a:srgbClr val="3A3A3A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endParaRPr lang="en-US" sz="700" dirty="0"/>
            </a:p>
          </p:txBody>
        </p:sp>
        <p:sp>
          <p:nvSpPr>
            <p:cNvPr id="13" name="處理"/>
            <p:cNvSpPr/>
            <p:nvPr/>
          </p:nvSpPr>
          <p:spPr>
            <a:xfrm>
              <a:off x="1995769" y="2136038"/>
              <a:ext cx="541325" cy="307238"/>
            </a:xfrm>
            <a:prstGeom prst="roundRect">
              <a:avLst>
                <a:gd name="adj" fmla="val 11905"/>
              </a:avLst>
            </a:prstGeom>
            <a:solidFill>
              <a:srgbClr val="3A3A3A"/>
            </a:solidFill>
            <a:ln>
              <a:noFill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步驟三</a:t>
              </a:r>
              <a:endParaRPr lang="en-US" sz="850" dirty="0"/>
            </a:p>
          </p:txBody>
        </p:sp>
        <p:sp>
          <p:nvSpPr>
            <p:cNvPr id="14" name="編號"/>
            <p:cNvSpPr/>
            <p:nvPr/>
          </p:nvSpPr>
          <p:spPr>
            <a:xfrm>
              <a:off x="2171334" y="1821485"/>
              <a:ext cx="190195" cy="190195"/>
            </a:xfrm>
            <a:prstGeom prst="ellipse">
              <a:avLst/>
            </a:prstGeom>
            <a:solidFill>
              <a:srgbClr val="3A3A3A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3</a:t>
              </a:r>
              <a:endParaRPr lang="en-US" sz="700" dirty="0"/>
            </a:p>
          </p:txBody>
        </p:sp>
        <p:cxnSp>
          <p:nvCxnSpPr>
            <p:cNvPr id="15" name="連接線"/>
            <p:cNvCxnSpPr>
              <a:stCxn id="9" idx="3"/>
              <a:endCxn id="11" idx="1"/>
            </p:cNvCxnSpPr>
            <p:nvPr/>
          </p:nvCxnSpPr>
          <p:spPr>
            <a:xfrm>
              <a:off x="980237" y="2289658"/>
              <a:ext cx="237104" cy="0"/>
            </a:xfrm>
            <a:prstGeom prst="straightConnector1">
              <a:avLst/>
            </a:prstGeom>
            <a:ln w="20320">
              <a:solidFill>
                <a:srgbClr val="3A3A3A"/>
              </a:solidFill>
              <a:prstDash val="solid"/>
              <a:tailEnd type="triangle"/>
            </a:ln>
          </p:spPr>
        </p:cxnSp>
        <p:cxnSp>
          <p:nvCxnSpPr>
            <p:cNvPr id="16" name="連接線"/>
            <p:cNvCxnSpPr>
              <a:stCxn id="11" idx="3"/>
              <a:endCxn id="13" idx="1"/>
            </p:cNvCxnSpPr>
            <p:nvPr/>
          </p:nvCxnSpPr>
          <p:spPr>
            <a:xfrm>
              <a:off x="1758666" y="2289658"/>
              <a:ext cx="237104" cy="0"/>
            </a:xfrm>
            <a:prstGeom prst="straightConnector1">
              <a:avLst/>
            </a:prstGeom>
            <a:ln w="20320">
              <a:solidFill>
                <a:srgbClr val="3A3A3A"/>
              </a:solidFill>
              <a:prstDash val="solid"/>
              <a:tailEnd type="triangle"/>
            </a:ln>
          </p:spPr>
        </p:cxnSp>
      </p:grpSp>
      <p:sp>
        <p:nvSpPr>
          <p:cNvPr id="17" name="Text 15"/>
          <p:cNvSpPr/>
          <p:nvPr/>
        </p:nvSpPr>
        <p:spPr>
          <a:xfrm>
            <a:off x="2698029" y="1452067"/>
            <a:ext cx="80467" cy="80467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組合名稱"/>
          <p:cNvSpPr/>
          <p:nvPr/>
        </p:nvSpPr>
        <p:spPr>
          <a:xfrm>
            <a:off x="2858963" y="1389888"/>
            <a:ext cx="193724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判斷分岔（是／否）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Decision Branch</a:t>
            </a:r>
            <a:endParaRPr lang="en-US" sz="1100" dirty="0"/>
          </a:p>
        </p:txBody>
      </p:sp>
      <p:sp>
        <p:nvSpPr>
          <p:cNvPr id="19" name="線條"/>
          <p:cNvSpPr/>
          <p:nvPr/>
        </p:nvSpPr>
        <p:spPr>
          <a:xfrm>
            <a:off x="2698029" y="163860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1" name="判斷分岔（是／否）"/>
          <p:cNvGrpSpPr/>
          <p:nvPr/>
        </p:nvGrpSpPr>
        <p:grpSpPr>
          <a:xfrm>
            <a:off x="2698029" y="1777594"/>
            <a:ext cx="2098182" cy="1133856"/>
            <a:chOff x="2698029" y="1777594"/>
            <a:chExt cx="2098182" cy="1133856"/>
          </a:xfrm>
        </p:grpSpPr>
        <p:sp>
          <p:nvSpPr>
            <p:cNvPr id="20" name="處理"/>
            <p:cNvSpPr/>
            <p:nvPr/>
          </p:nvSpPr>
          <p:spPr>
            <a:xfrm>
              <a:off x="2698029" y="1858061"/>
              <a:ext cx="526694" cy="307238"/>
            </a:xfrm>
            <a:prstGeom prst="roundRect">
              <a:avLst>
                <a:gd name="adj" fmla="val 11905"/>
              </a:avLst>
            </a:prstGeom>
            <a:solidFill>
              <a:srgbClr val="F2F2F2"/>
            </a:solidFill>
            <a:ln w="20320">
              <a:solidFill>
                <a:srgbClr val="3A3A3A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檢查</a:t>
              </a:r>
              <a:endParaRPr lang="en-US" sz="850" dirty="0"/>
            </a:p>
          </p:txBody>
        </p:sp>
        <p:sp>
          <p:nvSpPr>
            <p:cNvPr id="21" name="判斷"/>
            <p:cNvSpPr/>
            <p:nvPr/>
          </p:nvSpPr>
          <p:spPr>
            <a:xfrm>
              <a:off x="3414918" y="1777594"/>
              <a:ext cx="614477" cy="468173"/>
            </a:xfrm>
            <a:prstGeom prst="diamond">
              <a:avLst/>
            </a:prstGeom>
            <a:solidFill>
              <a:srgbClr val="F2F2F2"/>
            </a:solidFill>
            <a:ln w="20320">
              <a:solidFill>
                <a:srgbClr val="3A3A3A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通過？</a:t>
              </a:r>
              <a:endParaRPr lang="en-US" sz="750" dirty="0"/>
            </a:p>
          </p:txBody>
        </p:sp>
        <p:cxnSp>
          <p:nvCxnSpPr>
            <p:cNvPr id="22" name="連接線"/>
            <p:cNvCxnSpPr>
              <a:stCxn id="20" idx="3"/>
              <a:endCxn id="21" idx="1"/>
            </p:cNvCxnSpPr>
            <p:nvPr/>
          </p:nvCxnSpPr>
          <p:spPr>
            <a:xfrm>
              <a:off x="3224723" y="2011680"/>
              <a:ext cx="190195" cy="0"/>
            </a:xfrm>
            <a:prstGeom prst="straightConnector1">
              <a:avLst/>
            </a:prstGeom>
            <a:ln w="20320">
              <a:solidFill>
                <a:srgbClr val="3A3A3A"/>
              </a:solidFill>
              <a:prstDash val="solid"/>
              <a:tailEnd type="triangle"/>
            </a:ln>
          </p:spPr>
        </p:cxnSp>
        <p:sp>
          <p:nvSpPr>
            <p:cNvPr id="23" name="處理"/>
            <p:cNvSpPr/>
            <p:nvPr/>
          </p:nvSpPr>
          <p:spPr>
            <a:xfrm>
              <a:off x="4254886" y="1858061"/>
              <a:ext cx="541325" cy="307238"/>
            </a:xfrm>
            <a:prstGeom prst="roundRect">
              <a:avLst>
                <a:gd name="adj" fmla="val 11905"/>
              </a:avLst>
            </a:prstGeom>
            <a:solidFill>
              <a:srgbClr val="3A3A3A"/>
            </a:solidFill>
            <a:ln>
              <a:noFill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執行</a:t>
              </a:r>
              <a:endParaRPr lang="en-US" sz="850" dirty="0"/>
            </a:p>
          </p:txBody>
        </p:sp>
        <p:cxnSp>
          <p:nvCxnSpPr>
            <p:cNvPr id="24" name="連接線"/>
            <p:cNvCxnSpPr>
              <a:stCxn id="21" idx="3"/>
              <a:endCxn id="23" idx="1"/>
            </p:cNvCxnSpPr>
            <p:nvPr/>
          </p:nvCxnSpPr>
          <p:spPr>
            <a:xfrm>
              <a:off x="4029395" y="2011680"/>
              <a:ext cx="225491" cy="0"/>
            </a:xfrm>
            <a:prstGeom prst="straightConnector1">
              <a:avLst/>
            </a:prstGeom>
            <a:ln w="20320">
              <a:solidFill>
                <a:srgbClr val="3A3A3A"/>
              </a:solidFill>
              <a:prstDash val="solid"/>
              <a:tailEnd type="triangle"/>
            </a:ln>
          </p:spPr>
        </p:cxnSp>
        <p:sp>
          <p:nvSpPr>
            <p:cNvPr id="25" name="標註"/>
            <p:cNvSpPr/>
            <p:nvPr/>
          </p:nvSpPr>
          <p:spPr>
            <a:xfrm>
              <a:off x="4029395" y="1836115"/>
              <a:ext cx="29260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700" dirty="0"/>
            </a:p>
          </p:txBody>
        </p:sp>
        <p:sp>
          <p:nvSpPr>
            <p:cNvPr id="26" name="處理"/>
            <p:cNvSpPr/>
            <p:nvPr/>
          </p:nvSpPr>
          <p:spPr>
            <a:xfrm>
              <a:off x="3451494" y="2604211"/>
              <a:ext cx="541325" cy="307238"/>
            </a:xfrm>
            <a:prstGeom prst="roundRect">
              <a:avLst>
                <a:gd name="adj" fmla="val 11905"/>
              </a:avLst>
            </a:prstGeom>
            <a:solidFill>
              <a:srgbClr val="F2F2F2"/>
            </a:solidFill>
            <a:ln w="20320">
              <a:solidFill>
                <a:srgbClr val="3A3A3A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修正</a:t>
              </a:r>
              <a:endParaRPr lang="en-US" sz="850" dirty="0"/>
            </a:p>
          </p:txBody>
        </p:sp>
        <p:cxnSp>
          <p:nvCxnSpPr>
            <p:cNvPr id="27" name="連接線"/>
            <p:cNvCxnSpPr>
              <a:stCxn id="21" idx="2"/>
              <a:endCxn id="26" idx="0"/>
            </p:cNvCxnSpPr>
            <p:nvPr/>
          </p:nvCxnSpPr>
          <p:spPr>
            <a:xfrm>
              <a:off x="3722157" y="2245766"/>
              <a:ext cx="0" cy="358445"/>
            </a:xfrm>
            <a:prstGeom prst="straightConnector1">
              <a:avLst/>
            </a:prstGeom>
            <a:ln w="20320">
              <a:solidFill>
                <a:srgbClr val="3A3A3A"/>
              </a:solidFill>
              <a:prstDash val="solid"/>
              <a:tailEnd type="triangle"/>
            </a:ln>
          </p:spPr>
        </p:cxnSp>
        <p:sp>
          <p:nvSpPr>
            <p:cNvPr id="28" name="標註"/>
            <p:cNvSpPr/>
            <p:nvPr/>
          </p:nvSpPr>
          <p:spPr>
            <a:xfrm>
              <a:off x="3736787" y="2275027"/>
              <a:ext cx="219456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否</a:t>
              </a:r>
              <a:endParaRPr lang="en-US" sz="700" dirty="0"/>
            </a:p>
          </p:txBody>
        </p:sp>
      </p:grpSp>
      <p:sp>
        <p:nvSpPr>
          <p:cNvPr id="29" name="Text 27"/>
          <p:cNvSpPr/>
          <p:nvPr/>
        </p:nvSpPr>
        <p:spPr>
          <a:xfrm>
            <a:off x="4957145" y="1452067"/>
            <a:ext cx="80467" cy="80467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組合名稱"/>
          <p:cNvSpPr/>
          <p:nvPr/>
        </p:nvSpPr>
        <p:spPr>
          <a:xfrm>
            <a:off x="5118080" y="1389888"/>
            <a:ext cx="193724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例外退回路徑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Exception Return</a:t>
            </a:r>
            <a:endParaRPr lang="en-US" sz="1100" dirty="0"/>
          </a:p>
        </p:txBody>
      </p:sp>
      <p:sp>
        <p:nvSpPr>
          <p:cNvPr id="31" name="線條"/>
          <p:cNvSpPr/>
          <p:nvPr/>
        </p:nvSpPr>
        <p:spPr>
          <a:xfrm>
            <a:off x="4957145" y="163860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2" name="例外退回路徑"/>
          <p:cNvGrpSpPr/>
          <p:nvPr/>
        </p:nvGrpSpPr>
        <p:grpSpPr>
          <a:xfrm>
            <a:off x="4957145" y="1945843"/>
            <a:ext cx="2098182" cy="790042"/>
            <a:chOff x="4957145" y="1945843"/>
            <a:chExt cx="2098182" cy="790042"/>
          </a:xfrm>
        </p:grpSpPr>
        <p:sp>
          <p:nvSpPr>
            <p:cNvPr id="32" name="處理"/>
            <p:cNvSpPr/>
            <p:nvPr/>
          </p:nvSpPr>
          <p:spPr>
            <a:xfrm>
              <a:off x="4957145" y="1945843"/>
              <a:ext cx="541325" cy="307238"/>
            </a:xfrm>
            <a:prstGeom prst="roundRect">
              <a:avLst>
                <a:gd name="adj" fmla="val 11905"/>
              </a:avLst>
            </a:prstGeom>
            <a:solidFill>
              <a:srgbClr val="F2F2F2"/>
            </a:solidFill>
            <a:ln w="20320">
              <a:solidFill>
                <a:srgbClr val="3A3A3A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受理</a:t>
              </a:r>
              <a:endParaRPr lang="en-US" sz="850" dirty="0"/>
            </a:p>
          </p:txBody>
        </p:sp>
        <p:sp>
          <p:nvSpPr>
            <p:cNvPr id="33" name="處理"/>
            <p:cNvSpPr/>
            <p:nvPr/>
          </p:nvSpPr>
          <p:spPr>
            <a:xfrm>
              <a:off x="5735574" y="1945843"/>
              <a:ext cx="541325" cy="307238"/>
            </a:xfrm>
            <a:prstGeom prst="roundRect">
              <a:avLst>
                <a:gd name="adj" fmla="val 11905"/>
              </a:avLst>
            </a:prstGeom>
            <a:solidFill>
              <a:srgbClr val="F2F2F2"/>
            </a:solidFill>
            <a:ln w="20320">
              <a:solidFill>
                <a:srgbClr val="3A3A3A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審查</a:t>
              </a:r>
              <a:endParaRPr lang="en-US" sz="850" dirty="0"/>
            </a:p>
          </p:txBody>
        </p:sp>
        <p:sp>
          <p:nvSpPr>
            <p:cNvPr id="34" name="處理"/>
            <p:cNvSpPr/>
            <p:nvPr/>
          </p:nvSpPr>
          <p:spPr>
            <a:xfrm>
              <a:off x="6514003" y="1945843"/>
              <a:ext cx="541325" cy="307238"/>
            </a:xfrm>
            <a:prstGeom prst="roundRect">
              <a:avLst>
                <a:gd name="adj" fmla="val 11905"/>
              </a:avLst>
            </a:prstGeom>
            <a:solidFill>
              <a:srgbClr val="3A3A3A"/>
            </a:solidFill>
            <a:ln>
              <a:noFill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完成</a:t>
              </a:r>
              <a:endParaRPr lang="en-US" sz="850" dirty="0"/>
            </a:p>
          </p:txBody>
        </p:sp>
        <p:cxnSp>
          <p:nvCxnSpPr>
            <p:cNvPr id="35" name="連接線"/>
            <p:cNvCxnSpPr>
              <a:stCxn id="32" idx="3"/>
              <a:endCxn id="33" idx="1"/>
            </p:cNvCxnSpPr>
            <p:nvPr/>
          </p:nvCxnSpPr>
          <p:spPr>
            <a:xfrm>
              <a:off x="5498470" y="2099462"/>
              <a:ext cx="237104" cy="0"/>
            </a:xfrm>
            <a:prstGeom prst="straightConnector1">
              <a:avLst/>
            </a:prstGeom>
            <a:ln w="20320">
              <a:solidFill>
                <a:srgbClr val="3A3A3A"/>
              </a:solidFill>
              <a:prstDash val="solid"/>
              <a:tailEnd type="triangle"/>
            </a:ln>
          </p:spPr>
        </p:cxnSp>
        <p:cxnSp>
          <p:nvCxnSpPr>
            <p:cNvPr id="36" name="連接線"/>
            <p:cNvCxnSpPr>
              <a:stCxn id="33" idx="3"/>
              <a:endCxn id="34" idx="1"/>
            </p:cNvCxnSpPr>
            <p:nvPr/>
          </p:nvCxnSpPr>
          <p:spPr>
            <a:xfrm>
              <a:off x="6276899" y="2099462"/>
              <a:ext cx="237104" cy="0"/>
            </a:xfrm>
            <a:prstGeom prst="straightConnector1">
              <a:avLst/>
            </a:prstGeom>
            <a:ln w="20320">
              <a:solidFill>
                <a:srgbClr val="3A3A3A"/>
              </a:solidFill>
              <a:prstDash val="solid"/>
              <a:tailEnd type="triangle"/>
            </a:ln>
          </p:spPr>
        </p:cxnSp>
        <p:cxnSp>
          <p:nvCxnSpPr>
            <p:cNvPr id="37" name="連接線"/>
            <p:cNvCxnSpPr>
              <a:stCxn id="33" idx="2"/>
              <a:endCxn id="32" idx="2"/>
            </p:cNvCxnSpPr>
            <p:nvPr/>
          </p:nvCxnSpPr>
          <p:spPr>
            <a:xfrm rot="5400000">
              <a:off x="5614279" y="1866610"/>
              <a:ext cx="5486" cy="778429"/>
            </a:xfrm>
            <a:prstGeom prst="bentConnector3">
              <a:avLst>
                <a:gd name="adj1" fmla="val 5600000"/>
              </a:avLst>
            </a:prstGeom>
            <a:ln w="20320">
              <a:solidFill>
                <a:srgbClr val="F07F2D"/>
              </a:solidFill>
              <a:prstDash val="sysDash"/>
              <a:tailEnd type="triangle"/>
            </a:ln>
          </p:spPr>
        </p:cxnSp>
        <p:sp>
          <p:nvSpPr>
            <p:cNvPr id="38" name="標註"/>
            <p:cNvSpPr/>
            <p:nvPr/>
          </p:nvSpPr>
          <p:spPr>
            <a:xfrm>
              <a:off x="5227808" y="2589581"/>
              <a:ext cx="778429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B45F2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例外：退回補件</a:t>
              </a:r>
              <a:endParaRPr lang="en-US" sz="700" dirty="0"/>
            </a:p>
          </p:txBody>
        </p:sp>
      </p:grpSp>
      <p:sp>
        <p:nvSpPr>
          <p:cNvPr id="39" name="Text 37"/>
          <p:cNvSpPr/>
          <p:nvPr/>
        </p:nvSpPr>
        <p:spPr>
          <a:xfrm>
            <a:off x="7216262" y="1452067"/>
            <a:ext cx="80467" cy="80467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組合名稱"/>
          <p:cNvSpPr/>
          <p:nvPr/>
        </p:nvSpPr>
        <p:spPr>
          <a:xfrm>
            <a:off x="7377196" y="1389888"/>
            <a:ext cx="193724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審核迴圈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Approval Loop</a:t>
            </a:r>
            <a:endParaRPr lang="en-US" sz="1100" dirty="0"/>
          </a:p>
        </p:txBody>
      </p:sp>
      <p:sp>
        <p:nvSpPr>
          <p:cNvPr id="41" name="線條"/>
          <p:cNvSpPr/>
          <p:nvPr/>
        </p:nvSpPr>
        <p:spPr>
          <a:xfrm>
            <a:off x="7216262" y="163860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3" name="審核迴圈"/>
          <p:cNvGrpSpPr/>
          <p:nvPr/>
        </p:nvGrpSpPr>
        <p:grpSpPr>
          <a:xfrm>
            <a:off x="7216262" y="1697126"/>
            <a:ext cx="2098182" cy="929030"/>
            <a:chOff x="7216262" y="1697126"/>
            <a:chExt cx="2098182" cy="929030"/>
          </a:xfrm>
        </p:grpSpPr>
        <p:sp>
          <p:nvSpPr>
            <p:cNvPr id="42" name="處理"/>
            <p:cNvSpPr/>
            <p:nvPr/>
          </p:nvSpPr>
          <p:spPr>
            <a:xfrm>
              <a:off x="7216262" y="2253082"/>
              <a:ext cx="585216" cy="307238"/>
            </a:xfrm>
            <a:prstGeom prst="roundRect">
              <a:avLst>
                <a:gd name="adj" fmla="val 11905"/>
              </a:avLst>
            </a:prstGeom>
            <a:solidFill>
              <a:srgbClr val="F2F2F2"/>
            </a:solidFill>
            <a:ln w="20320">
              <a:solidFill>
                <a:srgbClr val="3A3A3A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提出申請</a:t>
              </a:r>
              <a:endParaRPr lang="en-US" sz="850" dirty="0"/>
            </a:p>
          </p:txBody>
        </p:sp>
        <p:sp>
          <p:nvSpPr>
            <p:cNvPr id="43" name="判斷"/>
            <p:cNvSpPr/>
            <p:nvPr/>
          </p:nvSpPr>
          <p:spPr>
            <a:xfrm>
              <a:off x="7947782" y="2187245"/>
              <a:ext cx="541325" cy="438912"/>
            </a:xfrm>
            <a:prstGeom prst="diamond">
              <a:avLst/>
            </a:prstGeom>
            <a:solidFill>
              <a:srgbClr val="F2F2F2"/>
            </a:solidFill>
            <a:ln w="20320">
              <a:solidFill>
                <a:srgbClr val="3A3A3A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750" dirty="0"/>
            </a:p>
          </p:txBody>
        </p:sp>
        <p:cxnSp>
          <p:nvCxnSpPr>
            <p:cNvPr id="44" name="連接線"/>
            <p:cNvCxnSpPr>
              <a:stCxn id="42" idx="3"/>
              <a:endCxn id="43" idx="1"/>
            </p:cNvCxnSpPr>
            <p:nvPr/>
          </p:nvCxnSpPr>
          <p:spPr>
            <a:xfrm>
              <a:off x="7801478" y="2406701"/>
              <a:ext cx="146304" cy="0"/>
            </a:xfrm>
            <a:prstGeom prst="straightConnector1">
              <a:avLst/>
            </a:prstGeom>
            <a:ln w="20320">
              <a:solidFill>
                <a:srgbClr val="3A3A3A"/>
              </a:solidFill>
              <a:prstDash val="solid"/>
              <a:tailEnd type="triangle"/>
            </a:ln>
          </p:spPr>
        </p:cxnSp>
        <p:sp>
          <p:nvSpPr>
            <p:cNvPr id="45" name="處理"/>
            <p:cNvSpPr/>
            <p:nvPr/>
          </p:nvSpPr>
          <p:spPr>
            <a:xfrm>
              <a:off x="8860902" y="2253082"/>
              <a:ext cx="453542" cy="307238"/>
            </a:xfrm>
            <a:prstGeom prst="roundRect">
              <a:avLst>
                <a:gd name="adj" fmla="val 11905"/>
              </a:avLst>
            </a:prstGeom>
            <a:solidFill>
              <a:srgbClr val="3A3A3A"/>
            </a:solidFill>
            <a:ln>
              <a:noFill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核准</a:t>
              </a:r>
              <a:endParaRPr lang="en-US" sz="850" dirty="0"/>
            </a:p>
          </p:txBody>
        </p:sp>
        <p:cxnSp>
          <p:nvCxnSpPr>
            <p:cNvPr id="46" name="連接線"/>
            <p:cNvCxnSpPr>
              <a:stCxn id="43" idx="3"/>
              <a:endCxn id="45" idx="1"/>
            </p:cNvCxnSpPr>
            <p:nvPr/>
          </p:nvCxnSpPr>
          <p:spPr>
            <a:xfrm>
              <a:off x="8489107" y="2406701"/>
              <a:ext cx="371795" cy="0"/>
            </a:xfrm>
            <a:prstGeom prst="straightConnector1">
              <a:avLst/>
            </a:prstGeom>
            <a:ln w="20320">
              <a:solidFill>
                <a:srgbClr val="3A3A3A"/>
              </a:solidFill>
              <a:prstDash val="solid"/>
              <a:tailEnd type="triangle"/>
            </a:ln>
          </p:spPr>
        </p:cxnSp>
        <p:sp>
          <p:nvSpPr>
            <p:cNvPr id="47" name="標註"/>
            <p:cNvSpPr/>
            <p:nvPr/>
          </p:nvSpPr>
          <p:spPr>
            <a:xfrm>
              <a:off x="8489107" y="2231136"/>
              <a:ext cx="371795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</a:t>
              </a:r>
              <a:endParaRPr lang="en-US" sz="700" dirty="0"/>
            </a:p>
          </p:txBody>
        </p:sp>
        <p:cxnSp>
          <p:nvCxnSpPr>
            <p:cNvPr id="48" name="連接線"/>
            <p:cNvCxnSpPr>
              <a:stCxn id="43" idx="0"/>
              <a:endCxn id="42" idx="0"/>
            </p:cNvCxnSpPr>
            <p:nvPr/>
          </p:nvCxnSpPr>
          <p:spPr>
            <a:xfrm rot="5400000">
              <a:off x="7830739" y="1865376"/>
              <a:ext cx="65837" cy="709574"/>
            </a:xfrm>
            <a:prstGeom prst="bentConnector3">
              <a:avLst>
                <a:gd name="adj1" fmla="val -500000"/>
              </a:avLst>
            </a:prstGeom>
            <a:ln w="20320">
              <a:solidFill>
                <a:srgbClr val="3A3A3A"/>
              </a:solidFill>
              <a:prstDash val="solid"/>
              <a:tailEnd type="triangle"/>
            </a:ln>
          </p:spPr>
        </p:cxnSp>
        <p:sp>
          <p:nvSpPr>
            <p:cNvPr id="49" name="標註"/>
            <p:cNvSpPr/>
            <p:nvPr/>
          </p:nvSpPr>
          <p:spPr>
            <a:xfrm>
              <a:off x="7523500" y="1697126"/>
              <a:ext cx="69494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退回修改後重送</a:t>
              </a:r>
              <a:endParaRPr lang="en-US" sz="700" dirty="0"/>
            </a:p>
          </p:txBody>
        </p:sp>
      </p:grpSp>
      <p:sp>
        <p:nvSpPr>
          <p:cNvPr id="50" name="Text 48"/>
          <p:cNvSpPr/>
          <p:nvPr/>
        </p:nvSpPr>
        <p:spPr>
          <a:xfrm>
            <a:off x="438912" y="3295498"/>
            <a:ext cx="80467" cy="80467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組合名稱"/>
          <p:cNvSpPr/>
          <p:nvPr/>
        </p:nvSpPr>
        <p:spPr>
          <a:xfrm>
            <a:off x="599846" y="3233318"/>
            <a:ext cx="193724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泳道（雙道）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Swimlane</a:t>
            </a:r>
            <a:endParaRPr lang="en-US" sz="1100" dirty="0"/>
          </a:p>
        </p:txBody>
      </p:sp>
      <p:sp>
        <p:nvSpPr>
          <p:cNvPr id="52" name="線條"/>
          <p:cNvSpPr/>
          <p:nvPr/>
        </p:nvSpPr>
        <p:spPr>
          <a:xfrm>
            <a:off x="438912" y="348203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4" name="泳道（雙道）"/>
          <p:cNvGrpSpPr/>
          <p:nvPr/>
        </p:nvGrpSpPr>
        <p:grpSpPr>
          <a:xfrm>
            <a:off x="438912" y="3555187"/>
            <a:ext cx="2098182" cy="1214323"/>
            <a:chOff x="438912" y="3555187"/>
            <a:chExt cx="2098182" cy="1214323"/>
          </a:xfrm>
        </p:grpSpPr>
        <p:sp>
          <p:nvSpPr>
            <p:cNvPr id="53" name="泳道"/>
            <p:cNvSpPr/>
            <p:nvPr/>
          </p:nvSpPr>
          <p:spPr>
            <a:xfrm>
              <a:off x="438912" y="3555187"/>
              <a:ext cx="2098182" cy="58521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4" name="泳道標題"/>
            <p:cNvSpPr/>
            <p:nvPr/>
          </p:nvSpPr>
          <p:spPr>
            <a:xfrm>
              <a:off x="438912" y="3555187"/>
              <a:ext cx="336499" cy="58521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申</a:t>
              </a:r>
              <a:endParaRPr lang="en-US" sz="7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請</a:t>
              </a:r>
              <a:endParaRPr lang="en-US" sz="7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人</a:t>
              </a:r>
              <a:endParaRPr lang="en-US" sz="700" dirty="0"/>
            </a:p>
          </p:txBody>
        </p:sp>
        <p:sp>
          <p:nvSpPr>
            <p:cNvPr id="55" name="泳道"/>
            <p:cNvSpPr/>
            <p:nvPr/>
          </p:nvSpPr>
          <p:spPr>
            <a:xfrm>
              <a:off x="438912" y="4184294"/>
              <a:ext cx="2098182" cy="58521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6" name="泳道標題"/>
            <p:cNvSpPr/>
            <p:nvPr/>
          </p:nvSpPr>
          <p:spPr>
            <a:xfrm>
              <a:off x="438912" y="4184294"/>
              <a:ext cx="336499" cy="58521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主</a:t>
              </a:r>
              <a:endParaRPr lang="en-US" sz="7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管</a:t>
              </a:r>
              <a:endParaRPr lang="en-US" sz="700" dirty="0"/>
            </a:p>
          </p:txBody>
        </p:sp>
        <p:sp>
          <p:nvSpPr>
            <p:cNvPr id="57" name="處理"/>
            <p:cNvSpPr/>
            <p:nvPr/>
          </p:nvSpPr>
          <p:spPr>
            <a:xfrm>
              <a:off x="877824" y="3694176"/>
              <a:ext cx="512064" cy="307238"/>
            </a:xfrm>
            <a:prstGeom prst="roundRect">
              <a:avLst>
                <a:gd name="adj" fmla="val 11905"/>
              </a:avLst>
            </a:prstGeom>
            <a:solidFill>
              <a:srgbClr val="F2F2F2"/>
            </a:solidFill>
            <a:ln w="20320">
              <a:solidFill>
                <a:srgbClr val="3A3A3A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填寫</a:t>
              </a:r>
              <a:endParaRPr lang="en-US" sz="850" dirty="0"/>
            </a:p>
          </p:txBody>
        </p:sp>
        <p:sp>
          <p:nvSpPr>
            <p:cNvPr id="58" name="處理"/>
            <p:cNvSpPr/>
            <p:nvPr/>
          </p:nvSpPr>
          <p:spPr>
            <a:xfrm>
              <a:off x="1609344" y="4323283"/>
              <a:ext cx="512064" cy="307238"/>
            </a:xfrm>
            <a:prstGeom prst="roundRect">
              <a:avLst>
                <a:gd name="adj" fmla="val 11905"/>
              </a:avLst>
            </a:prstGeom>
            <a:solidFill>
              <a:srgbClr val="F2F2F2"/>
            </a:solidFill>
            <a:ln w="20320">
              <a:solidFill>
                <a:srgbClr val="3A3A3A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850" dirty="0"/>
            </a:p>
          </p:txBody>
        </p:sp>
        <p:sp>
          <p:nvSpPr>
            <p:cNvPr id="59" name="處理"/>
            <p:cNvSpPr/>
            <p:nvPr/>
          </p:nvSpPr>
          <p:spPr>
            <a:xfrm>
              <a:off x="1966509" y="3694176"/>
              <a:ext cx="512064" cy="307238"/>
            </a:xfrm>
            <a:prstGeom prst="roundRect">
              <a:avLst>
                <a:gd name="adj" fmla="val 11905"/>
              </a:avLst>
            </a:prstGeom>
            <a:solidFill>
              <a:srgbClr val="3A3A3A"/>
            </a:solidFill>
            <a:ln>
              <a:noFill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歸檔</a:t>
              </a:r>
              <a:endParaRPr lang="en-US" sz="850" dirty="0"/>
            </a:p>
          </p:txBody>
        </p:sp>
        <p:cxnSp>
          <p:nvCxnSpPr>
            <p:cNvPr id="60" name="連接線"/>
            <p:cNvCxnSpPr>
              <a:stCxn id="57" idx="3"/>
              <a:endCxn id="58" idx="0"/>
            </p:cNvCxnSpPr>
            <p:nvPr/>
          </p:nvCxnSpPr>
          <p:spPr>
            <a:xfrm>
              <a:off x="1389888" y="3847795"/>
              <a:ext cx="475488" cy="475488"/>
            </a:xfrm>
            <a:prstGeom prst="bentConnector2">
              <a:avLst/>
            </a:prstGeom>
            <a:ln w="20320">
              <a:solidFill>
                <a:srgbClr val="3A3A3A"/>
              </a:solidFill>
              <a:prstDash val="solid"/>
              <a:tailEnd type="triangle"/>
            </a:ln>
          </p:spPr>
        </p:cxnSp>
        <p:cxnSp>
          <p:nvCxnSpPr>
            <p:cNvPr id="61" name="連接線"/>
            <p:cNvCxnSpPr>
              <a:stCxn id="58" idx="3"/>
              <a:endCxn id="59" idx="2"/>
            </p:cNvCxnSpPr>
            <p:nvPr/>
          </p:nvCxnSpPr>
          <p:spPr>
            <a:xfrm flipV="1">
              <a:off x="2121408" y="4001414"/>
              <a:ext cx="101133" cy="475488"/>
            </a:xfrm>
            <a:prstGeom prst="bentConnector2">
              <a:avLst/>
            </a:prstGeom>
            <a:ln w="20320">
              <a:solidFill>
                <a:srgbClr val="3A3A3A"/>
              </a:solidFill>
              <a:prstDash val="solid"/>
              <a:tailEnd type="triangle"/>
            </a:ln>
          </p:spPr>
        </p:cxnSp>
      </p:grpSp>
      <p:sp>
        <p:nvSpPr>
          <p:cNvPr id="62" name="Text 60"/>
          <p:cNvSpPr/>
          <p:nvPr/>
        </p:nvSpPr>
        <p:spPr>
          <a:xfrm>
            <a:off x="2698029" y="3295498"/>
            <a:ext cx="80467" cy="80467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組合名稱"/>
          <p:cNvSpPr/>
          <p:nvPr/>
        </p:nvSpPr>
        <p:spPr>
          <a:xfrm>
            <a:off x="2858963" y="3233318"/>
            <a:ext cx="193724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平行分流／合流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Parallel Split / Merge</a:t>
            </a:r>
            <a:endParaRPr lang="en-US" sz="1100" dirty="0"/>
          </a:p>
        </p:txBody>
      </p:sp>
      <p:sp>
        <p:nvSpPr>
          <p:cNvPr id="64" name="線條"/>
          <p:cNvSpPr/>
          <p:nvPr/>
        </p:nvSpPr>
        <p:spPr>
          <a:xfrm>
            <a:off x="2698029" y="348203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5" name="平行分流／合流"/>
          <p:cNvGrpSpPr/>
          <p:nvPr/>
        </p:nvGrpSpPr>
        <p:grpSpPr>
          <a:xfrm>
            <a:off x="2698029" y="3599078"/>
            <a:ext cx="2098182" cy="1082650"/>
            <a:chOff x="2698029" y="3599078"/>
            <a:chExt cx="2098182" cy="1082650"/>
          </a:xfrm>
        </p:grpSpPr>
        <p:sp>
          <p:nvSpPr>
            <p:cNvPr id="65" name="處理"/>
            <p:cNvSpPr/>
            <p:nvPr/>
          </p:nvSpPr>
          <p:spPr>
            <a:xfrm>
              <a:off x="2698029" y="3986784"/>
              <a:ext cx="409651" cy="307238"/>
            </a:xfrm>
            <a:prstGeom prst="roundRect">
              <a:avLst>
                <a:gd name="adj" fmla="val 11905"/>
              </a:avLst>
            </a:prstGeom>
            <a:solidFill>
              <a:srgbClr val="F2F2F2"/>
            </a:solidFill>
            <a:ln w="20320">
              <a:solidFill>
                <a:srgbClr val="3A3A3A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開始</a:t>
              </a:r>
              <a:endParaRPr lang="en-US" sz="850" dirty="0"/>
            </a:p>
          </p:txBody>
        </p:sp>
        <p:sp>
          <p:nvSpPr>
            <p:cNvPr id="66" name="分流"/>
            <p:cNvSpPr/>
            <p:nvPr/>
          </p:nvSpPr>
          <p:spPr>
            <a:xfrm>
              <a:off x="3253984" y="3599078"/>
              <a:ext cx="51206" cy="1082650"/>
            </a:xfrm>
            <a:prstGeom prst="rect">
              <a:avLst/>
            </a:prstGeom>
            <a:solidFill>
              <a:srgbClr val="3A3A3A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7" name="處理"/>
            <p:cNvSpPr/>
            <p:nvPr/>
          </p:nvSpPr>
          <p:spPr>
            <a:xfrm>
              <a:off x="3458809" y="3650285"/>
              <a:ext cx="541325" cy="307238"/>
            </a:xfrm>
            <a:prstGeom prst="roundRect">
              <a:avLst>
                <a:gd name="adj" fmla="val 11905"/>
              </a:avLst>
            </a:prstGeom>
            <a:solidFill>
              <a:srgbClr val="F2F2F2"/>
            </a:solidFill>
            <a:ln w="20320">
              <a:solidFill>
                <a:srgbClr val="3A3A3A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A</a:t>
              </a:r>
              <a:endParaRPr lang="en-US" sz="850" dirty="0"/>
            </a:p>
          </p:txBody>
        </p:sp>
        <p:sp>
          <p:nvSpPr>
            <p:cNvPr id="68" name="處理"/>
            <p:cNvSpPr/>
            <p:nvPr/>
          </p:nvSpPr>
          <p:spPr>
            <a:xfrm>
              <a:off x="3458809" y="4323283"/>
              <a:ext cx="541325" cy="307238"/>
            </a:xfrm>
            <a:prstGeom prst="roundRect">
              <a:avLst>
                <a:gd name="adj" fmla="val 11905"/>
              </a:avLst>
            </a:prstGeom>
            <a:solidFill>
              <a:srgbClr val="F2F2F2"/>
            </a:solidFill>
            <a:ln w="20320">
              <a:solidFill>
                <a:srgbClr val="3A3A3A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B</a:t>
              </a:r>
              <a:endParaRPr lang="en-US" sz="850" dirty="0"/>
            </a:p>
          </p:txBody>
        </p:sp>
        <p:sp>
          <p:nvSpPr>
            <p:cNvPr id="69" name="合流"/>
            <p:cNvSpPr/>
            <p:nvPr/>
          </p:nvSpPr>
          <p:spPr>
            <a:xfrm>
              <a:off x="4020800" y="3599078"/>
              <a:ext cx="51206" cy="1082650"/>
            </a:xfrm>
            <a:prstGeom prst="rect">
              <a:avLst/>
            </a:prstGeom>
            <a:solidFill>
              <a:srgbClr val="3A3A3A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0" name="處理"/>
            <p:cNvSpPr/>
            <p:nvPr/>
          </p:nvSpPr>
          <p:spPr>
            <a:xfrm>
              <a:off x="4342668" y="3986784"/>
              <a:ext cx="453542" cy="307238"/>
            </a:xfrm>
            <a:prstGeom prst="roundRect">
              <a:avLst>
                <a:gd name="adj" fmla="val 11905"/>
              </a:avLst>
            </a:prstGeom>
            <a:solidFill>
              <a:srgbClr val="3A3A3A"/>
            </a:solidFill>
            <a:ln>
              <a:noFill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彙整</a:t>
              </a:r>
              <a:endParaRPr lang="en-US" sz="850" dirty="0"/>
            </a:p>
          </p:txBody>
        </p:sp>
        <p:cxnSp>
          <p:nvCxnSpPr>
            <p:cNvPr id="71" name="連接線"/>
            <p:cNvCxnSpPr>
              <a:stCxn id="65" idx="3"/>
              <a:endCxn id="66" idx="1"/>
            </p:cNvCxnSpPr>
            <p:nvPr/>
          </p:nvCxnSpPr>
          <p:spPr>
            <a:xfrm>
              <a:off x="3107680" y="4140403"/>
              <a:ext cx="146304" cy="0"/>
            </a:xfrm>
            <a:prstGeom prst="straightConnector1">
              <a:avLst/>
            </a:prstGeom>
            <a:ln w="20320">
              <a:solidFill>
                <a:srgbClr val="3A3A3A"/>
              </a:solidFill>
              <a:prstDash val="solid"/>
              <a:tailEnd type="triangle"/>
            </a:ln>
          </p:spPr>
        </p:cxnSp>
        <p:cxnSp>
          <p:nvCxnSpPr>
            <p:cNvPr id="72" name="連接線"/>
            <p:cNvCxnSpPr>
              <a:endCxn id="67" idx="1"/>
            </p:cNvCxnSpPr>
            <p:nvPr/>
          </p:nvCxnSpPr>
          <p:spPr>
            <a:xfrm>
              <a:off x="3305190" y="3803904"/>
              <a:ext cx="153619" cy="0"/>
            </a:xfrm>
            <a:prstGeom prst="straightConnector1">
              <a:avLst/>
            </a:prstGeom>
            <a:ln w="20320">
              <a:solidFill>
                <a:srgbClr val="3A3A3A"/>
              </a:solidFill>
              <a:prstDash val="solid"/>
              <a:tailEnd type="triangle"/>
            </a:ln>
          </p:spPr>
        </p:cxnSp>
        <p:cxnSp>
          <p:nvCxnSpPr>
            <p:cNvPr id="73" name="連接線"/>
            <p:cNvCxnSpPr>
              <a:endCxn id="68" idx="1"/>
            </p:cNvCxnSpPr>
            <p:nvPr/>
          </p:nvCxnSpPr>
          <p:spPr>
            <a:xfrm>
              <a:off x="3305190" y="4476902"/>
              <a:ext cx="153619" cy="0"/>
            </a:xfrm>
            <a:prstGeom prst="straightConnector1">
              <a:avLst/>
            </a:prstGeom>
            <a:ln w="20320">
              <a:solidFill>
                <a:srgbClr val="3A3A3A"/>
              </a:solidFill>
              <a:prstDash val="solid"/>
              <a:tailEnd type="triangle"/>
            </a:ln>
          </p:spPr>
        </p:cxnSp>
        <p:cxnSp>
          <p:nvCxnSpPr>
            <p:cNvPr id="74" name="連接線"/>
            <p:cNvCxnSpPr>
              <a:stCxn id="67" idx="3"/>
            </p:cNvCxnSpPr>
            <p:nvPr/>
          </p:nvCxnSpPr>
          <p:spPr>
            <a:xfrm>
              <a:off x="4000134" y="3803904"/>
              <a:ext cx="20665" cy="0"/>
            </a:xfrm>
            <a:prstGeom prst="straightConnector1">
              <a:avLst/>
            </a:prstGeom>
            <a:ln w="20320">
              <a:solidFill>
                <a:srgbClr val="3A3A3A"/>
              </a:solidFill>
              <a:prstDash val="solid"/>
              <a:tailEnd type="triangle"/>
            </a:ln>
          </p:spPr>
        </p:cxnSp>
        <p:cxnSp>
          <p:nvCxnSpPr>
            <p:cNvPr id="75" name="連接線"/>
            <p:cNvCxnSpPr>
              <a:stCxn id="68" idx="3"/>
            </p:cNvCxnSpPr>
            <p:nvPr/>
          </p:nvCxnSpPr>
          <p:spPr>
            <a:xfrm>
              <a:off x="4000134" y="4476902"/>
              <a:ext cx="20665" cy="0"/>
            </a:xfrm>
            <a:prstGeom prst="straightConnector1">
              <a:avLst/>
            </a:prstGeom>
            <a:ln w="20320">
              <a:solidFill>
                <a:srgbClr val="3A3A3A"/>
              </a:solidFill>
              <a:prstDash val="solid"/>
              <a:tailEnd type="triangle"/>
            </a:ln>
          </p:spPr>
        </p:cxnSp>
        <p:cxnSp>
          <p:nvCxnSpPr>
            <p:cNvPr id="76" name="連接線"/>
            <p:cNvCxnSpPr>
              <a:stCxn id="69" idx="3"/>
              <a:endCxn id="70" idx="1"/>
            </p:cNvCxnSpPr>
            <p:nvPr/>
          </p:nvCxnSpPr>
          <p:spPr>
            <a:xfrm>
              <a:off x="4072006" y="4140403"/>
              <a:ext cx="270662" cy="0"/>
            </a:xfrm>
            <a:prstGeom prst="straightConnector1">
              <a:avLst/>
            </a:prstGeom>
            <a:ln w="20320">
              <a:solidFill>
                <a:srgbClr val="3A3A3A"/>
              </a:solidFill>
              <a:prstDash val="solid"/>
              <a:tailEnd type="triangle"/>
            </a:ln>
          </p:spPr>
        </p:cxnSp>
      </p:grpSp>
      <p:sp>
        <p:nvSpPr>
          <p:cNvPr id="77" name="Text 75"/>
          <p:cNvSpPr/>
          <p:nvPr/>
        </p:nvSpPr>
        <p:spPr>
          <a:xfrm>
            <a:off x="4957145" y="3295498"/>
            <a:ext cx="80467" cy="80467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組合名稱"/>
          <p:cNvSpPr/>
          <p:nvPr/>
        </p:nvSpPr>
        <p:spPr>
          <a:xfrm>
            <a:off x="5118080" y="3233318"/>
            <a:ext cx="193724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輸入→處理→輸出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Input / Process / Output</a:t>
            </a:r>
            <a:endParaRPr lang="en-US" sz="1100" dirty="0"/>
          </a:p>
        </p:txBody>
      </p:sp>
      <p:sp>
        <p:nvSpPr>
          <p:cNvPr id="79" name="線條"/>
          <p:cNvSpPr/>
          <p:nvPr/>
        </p:nvSpPr>
        <p:spPr>
          <a:xfrm>
            <a:off x="4957145" y="348203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6" name="輸入→處理→輸出"/>
          <p:cNvGrpSpPr/>
          <p:nvPr/>
        </p:nvGrpSpPr>
        <p:grpSpPr>
          <a:xfrm>
            <a:off x="4920569" y="3855110"/>
            <a:ext cx="2171334" cy="621792"/>
            <a:chOff x="4920569" y="3855110"/>
            <a:chExt cx="2171334" cy="621792"/>
          </a:xfrm>
        </p:grpSpPr>
        <p:sp>
          <p:nvSpPr>
            <p:cNvPr id="80" name="輸入輸出"/>
            <p:cNvSpPr/>
            <p:nvPr/>
          </p:nvSpPr>
          <p:spPr>
            <a:xfrm>
              <a:off x="4957145" y="3891686"/>
              <a:ext cx="599846" cy="307238"/>
            </a:xfrm>
            <a:prstGeom prst="parallelogram">
              <a:avLst>
                <a:gd name="adj" fmla="val 42000"/>
              </a:avLst>
            </a:prstGeom>
            <a:solidFill>
              <a:srgbClr val="F2F2F2"/>
            </a:solidFill>
            <a:ln w="20320">
              <a:solidFill>
                <a:srgbClr val="3A3A3A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輸入</a:t>
              </a:r>
              <a:endParaRPr lang="en-US" sz="850" dirty="0"/>
            </a:p>
          </p:txBody>
        </p:sp>
        <p:sp>
          <p:nvSpPr>
            <p:cNvPr id="81" name="標註"/>
            <p:cNvSpPr/>
            <p:nvPr/>
          </p:nvSpPr>
          <p:spPr>
            <a:xfrm>
              <a:off x="4920569" y="4330598"/>
              <a:ext cx="67299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資料來源</a:t>
              </a:r>
              <a:endParaRPr lang="en-US" sz="700" dirty="0"/>
            </a:p>
          </p:txBody>
        </p:sp>
        <p:sp>
          <p:nvSpPr>
            <p:cNvPr id="82" name="處理"/>
            <p:cNvSpPr/>
            <p:nvPr/>
          </p:nvSpPr>
          <p:spPr>
            <a:xfrm>
              <a:off x="5750204" y="3891686"/>
              <a:ext cx="512064" cy="307238"/>
            </a:xfrm>
            <a:prstGeom prst="roundRect">
              <a:avLst>
                <a:gd name="adj" fmla="val 11905"/>
              </a:avLst>
            </a:prstGeom>
            <a:solidFill>
              <a:srgbClr val="3A3A3A"/>
            </a:solidFill>
            <a:ln>
              <a:noFill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處理</a:t>
              </a:r>
              <a:endParaRPr lang="en-US" sz="850" dirty="0"/>
            </a:p>
          </p:txBody>
        </p:sp>
        <p:sp>
          <p:nvSpPr>
            <p:cNvPr id="83" name="標註"/>
            <p:cNvSpPr/>
            <p:nvPr/>
          </p:nvSpPr>
          <p:spPr>
            <a:xfrm>
              <a:off x="5713628" y="4330598"/>
              <a:ext cx="585216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整理運算</a:t>
              </a:r>
              <a:endParaRPr lang="en-US" sz="700" dirty="0"/>
            </a:p>
          </p:txBody>
        </p:sp>
        <p:sp>
          <p:nvSpPr>
            <p:cNvPr id="84" name="文件"/>
            <p:cNvSpPr/>
            <p:nvPr/>
          </p:nvSpPr>
          <p:spPr>
            <a:xfrm>
              <a:off x="6455481" y="3855110"/>
              <a:ext cx="599846" cy="380390"/>
            </a:xfrm>
            <a:prstGeom prst="flowChartDocument">
              <a:avLst/>
            </a:prstGeom>
            <a:solidFill>
              <a:srgbClr val="F2F2F2"/>
            </a:solidFill>
            <a:ln w="20320">
              <a:solidFill>
                <a:srgbClr val="3A3A3A"/>
              </a:solidFill>
              <a:prstDash val="solid"/>
            </a:ln>
          </p:spPr>
          <p:txBody>
            <a:bodyPr wrap="square" lIns="30480" tIns="0" rIns="3048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報表</a:t>
              </a:r>
              <a:endParaRPr lang="en-US" sz="850" dirty="0"/>
            </a:p>
          </p:txBody>
        </p:sp>
        <p:sp>
          <p:nvSpPr>
            <p:cNvPr id="85" name="標註"/>
            <p:cNvSpPr/>
            <p:nvPr/>
          </p:nvSpPr>
          <p:spPr>
            <a:xfrm>
              <a:off x="6418905" y="4330598"/>
              <a:ext cx="67299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產出結果</a:t>
              </a:r>
              <a:endParaRPr lang="en-US" sz="700" dirty="0"/>
            </a:p>
          </p:txBody>
        </p:sp>
        <p:cxnSp>
          <p:nvCxnSpPr>
            <p:cNvPr id="86" name="連接線"/>
            <p:cNvCxnSpPr>
              <a:stCxn id="80" idx="2"/>
              <a:endCxn id="82" idx="1"/>
            </p:cNvCxnSpPr>
            <p:nvPr/>
          </p:nvCxnSpPr>
          <p:spPr>
            <a:xfrm>
              <a:off x="5492472" y="4045306"/>
              <a:ext cx="257733" cy="0"/>
            </a:xfrm>
            <a:prstGeom prst="straightConnector1">
              <a:avLst/>
            </a:prstGeom>
            <a:ln w="20320">
              <a:solidFill>
                <a:srgbClr val="3A3A3A"/>
              </a:solidFill>
              <a:prstDash val="solid"/>
              <a:tailEnd type="triangle"/>
            </a:ln>
          </p:spPr>
        </p:cxnSp>
        <p:cxnSp>
          <p:nvCxnSpPr>
            <p:cNvPr id="87" name="連接線"/>
            <p:cNvCxnSpPr>
              <a:stCxn id="82" idx="3"/>
              <a:endCxn id="84" idx="1"/>
            </p:cNvCxnSpPr>
            <p:nvPr/>
          </p:nvCxnSpPr>
          <p:spPr>
            <a:xfrm>
              <a:off x="6262268" y="4045306"/>
              <a:ext cx="193213" cy="0"/>
            </a:xfrm>
            <a:prstGeom prst="straightConnector1">
              <a:avLst/>
            </a:prstGeom>
            <a:ln w="20320">
              <a:solidFill>
                <a:srgbClr val="3A3A3A"/>
              </a:solidFill>
              <a:prstDash val="solid"/>
              <a:tailEnd type="triangle"/>
            </a:ln>
          </p:spPr>
        </p:cxnSp>
      </p:grpSp>
      <p:sp>
        <p:nvSpPr>
          <p:cNvPr id="88" name="Text 86"/>
          <p:cNvSpPr/>
          <p:nvPr/>
        </p:nvSpPr>
        <p:spPr>
          <a:xfrm>
            <a:off x="7216262" y="3295498"/>
            <a:ext cx="80467" cy="80467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組合名稱"/>
          <p:cNvSpPr/>
          <p:nvPr/>
        </p:nvSpPr>
        <p:spPr>
          <a:xfrm>
            <a:off x="7377196" y="3233318"/>
            <a:ext cx="193724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前後對照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Before / After</a:t>
            </a:r>
            <a:endParaRPr lang="en-US" sz="1100" dirty="0"/>
          </a:p>
        </p:txBody>
      </p:sp>
      <p:sp>
        <p:nvSpPr>
          <p:cNvPr id="90" name="線條"/>
          <p:cNvSpPr/>
          <p:nvPr/>
        </p:nvSpPr>
        <p:spPr>
          <a:xfrm>
            <a:off x="7216262" y="348203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7" name="前後對照"/>
          <p:cNvGrpSpPr/>
          <p:nvPr/>
        </p:nvGrpSpPr>
        <p:grpSpPr>
          <a:xfrm>
            <a:off x="7216262" y="3672230"/>
            <a:ext cx="2098182" cy="950976"/>
            <a:chOff x="7216262" y="3672230"/>
            <a:chExt cx="2098182" cy="950976"/>
          </a:xfrm>
        </p:grpSpPr>
        <p:sp>
          <p:nvSpPr>
            <p:cNvPr id="91" name="卡片"/>
            <p:cNvSpPr/>
            <p:nvPr/>
          </p:nvSpPr>
          <p:spPr>
            <a:xfrm>
              <a:off x="7216262" y="3672230"/>
              <a:ext cx="863194" cy="950976"/>
            </a:xfrm>
            <a:prstGeom prst="roundRect">
              <a:avLst>
                <a:gd name="adj" fmla="val 4237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2" name="卡片標題"/>
            <p:cNvSpPr/>
            <p:nvPr/>
          </p:nvSpPr>
          <p:spPr>
            <a:xfrm>
              <a:off x="7318675" y="3760013"/>
              <a:ext cx="658368" cy="2194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現況 </a:t>
              </a:r>
              <a:r>
                <a:rPr lang="en-US" sz="6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Before</a:t>
              </a:r>
              <a:endParaRPr lang="en-US" sz="900" dirty="0"/>
            </a:p>
          </p:txBody>
        </p:sp>
        <p:sp>
          <p:nvSpPr>
            <p:cNvPr id="93" name="卡片內文"/>
            <p:cNvSpPr/>
            <p:nvPr/>
          </p:nvSpPr>
          <p:spPr>
            <a:xfrm>
              <a:off x="7318675" y="4023360"/>
              <a:ext cx="658368" cy="5120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7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流程分散</a:t>
              </a:r>
              <a:endParaRPr lang="en-US" sz="75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7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交接常出錯</a:t>
              </a:r>
              <a:endParaRPr lang="en-US" sz="750" dirty="0"/>
            </a:p>
          </p:txBody>
        </p:sp>
        <p:sp>
          <p:nvSpPr>
            <p:cNvPr id="94" name="分隔"/>
            <p:cNvSpPr/>
            <p:nvPr/>
          </p:nvSpPr>
          <p:spPr>
            <a:xfrm>
              <a:off x="8192201" y="4037990"/>
              <a:ext cx="146304" cy="219456"/>
            </a:xfrm>
            <a:prstGeom prst="chevron">
              <a:avLst>
                <a:gd name="adj" fmla="val 60000"/>
              </a:avLst>
            </a:prstGeom>
            <a:solidFill>
              <a:srgbClr val="F07F2D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5" name="強調卡片"/>
            <p:cNvSpPr/>
            <p:nvPr/>
          </p:nvSpPr>
          <p:spPr>
            <a:xfrm>
              <a:off x="8451251" y="3672230"/>
              <a:ext cx="863194" cy="950976"/>
            </a:xfrm>
            <a:prstGeom prst="roundRect">
              <a:avLst>
                <a:gd name="adj" fmla="val 4237"/>
              </a:avLst>
            </a:prstGeom>
            <a:solidFill>
              <a:srgbClr val="FFFFFF"/>
            </a:solidFill>
            <a:ln w="17780">
              <a:solidFill>
                <a:srgbClr val="3A3A3A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6" name="卡片標題"/>
            <p:cNvSpPr/>
            <p:nvPr/>
          </p:nvSpPr>
          <p:spPr>
            <a:xfrm>
              <a:off x="8553663" y="3760013"/>
              <a:ext cx="658368" cy="2194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改善後 </a:t>
              </a:r>
              <a:r>
                <a:rPr lang="en-US" sz="6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After</a:t>
              </a:r>
              <a:endParaRPr lang="en-US" sz="900" dirty="0"/>
            </a:p>
          </p:txBody>
        </p:sp>
        <p:sp>
          <p:nvSpPr>
            <p:cNvPr id="97" name="卡片內文"/>
            <p:cNvSpPr/>
            <p:nvPr/>
          </p:nvSpPr>
          <p:spPr>
            <a:xfrm>
              <a:off x="8553663" y="4023360"/>
              <a:ext cx="658368" cy="5120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單一窗口</a:t>
              </a:r>
              <a:endParaRPr lang="en-US" sz="75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進度一目了然</a:t>
              </a:r>
              <a:endParaRPr lang="en-US" sz="750" dirty="0"/>
            </a:p>
          </p:txBody>
        </p:sp>
      </p:grpSp>
      <p:sp>
        <p:nvSpPr>
          <p:cNvPr id="98" name="Text 96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炭灰橘點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99" name="Text 97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/ 14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38912" y="29260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常見組合（二）Common Patterns II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7462317" y="682752"/>
            <a:ext cx="117043" cy="117043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8912" y="819302"/>
            <a:ext cx="8046720" cy="277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分工表、前後對照、問題對策、方案比較、KPI 數字卡與 PDCA：整組複製即可使用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8912" y="1170432"/>
            <a:ext cx="365760" cy="43891"/>
          </a:xfrm>
          <a:prstGeom prst="rect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8912" y="1452067"/>
            <a:ext cx="80467" cy="80467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組合名稱"/>
          <p:cNvSpPr/>
          <p:nvPr/>
        </p:nvSpPr>
        <p:spPr>
          <a:xfrm>
            <a:off x="599846" y="1389888"/>
            <a:ext cx="2631765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責任分工 RACI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RACI Matrix</a:t>
            </a:r>
            <a:endParaRPr lang="en-US" sz="1100" dirty="0"/>
          </a:p>
        </p:txBody>
      </p:sp>
      <p:sp>
        <p:nvSpPr>
          <p:cNvPr id="8" name="線條"/>
          <p:cNvSpPr/>
          <p:nvPr/>
        </p:nvSpPr>
        <p:spPr>
          <a:xfrm>
            <a:off x="438912" y="1638605"/>
            <a:ext cx="2792700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" y="1682496"/>
          <a:ext cx="2792700" cy="914400"/>
        </p:xfrm>
        <a:graphic>
          <a:graphicData uri="http://schemas.openxmlformats.org/drawingml/2006/table">
            <a:tbl>
              <a:tblPr/>
              <a:tblGrid>
                <a:gridCol w="848563"/>
                <a:gridCol w="486034"/>
                <a:gridCol w="486034"/>
                <a:gridCol w="486034"/>
                <a:gridCol w="486034"/>
              </a:tblGrid>
              <a:tr h="2340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工作項目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PM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設計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工程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業務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需求定義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方案設計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開發測試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上線推廣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RACI 標記"/>
          <p:cNvSpPr/>
          <p:nvPr/>
        </p:nvSpPr>
        <p:spPr>
          <a:xfrm>
            <a:off x="1406134" y="1964131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F07F2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650" dirty="0"/>
          </a:p>
        </p:txBody>
      </p:sp>
      <p:sp>
        <p:nvSpPr>
          <p:cNvPr id="11" name="RACI 標記"/>
          <p:cNvSpPr/>
          <p:nvPr/>
        </p:nvSpPr>
        <p:spPr>
          <a:xfrm>
            <a:off x="1892168" y="1964131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EDED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650" dirty="0"/>
          </a:p>
        </p:txBody>
      </p:sp>
      <p:sp>
        <p:nvSpPr>
          <p:cNvPr id="12" name="RACI 標記"/>
          <p:cNvSpPr/>
          <p:nvPr/>
        </p:nvSpPr>
        <p:spPr>
          <a:xfrm>
            <a:off x="2378202" y="1964131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EDED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650" dirty="0"/>
          </a:p>
        </p:txBody>
      </p:sp>
      <p:sp>
        <p:nvSpPr>
          <p:cNvPr id="13" name="RACI 標記"/>
          <p:cNvSpPr/>
          <p:nvPr/>
        </p:nvSpPr>
        <p:spPr>
          <a:xfrm>
            <a:off x="2864236" y="1964131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650" dirty="0"/>
          </a:p>
        </p:txBody>
      </p:sp>
      <p:sp>
        <p:nvSpPr>
          <p:cNvPr id="14" name="RACI 標記"/>
          <p:cNvSpPr/>
          <p:nvPr/>
        </p:nvSpPr>
        <p:spPr>
          <a:xfrm>
            <a:off x="1406134" y="2212848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F07F2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650" dirty="0"/>
          </a:p>
        </p:txBody>
      </p:sp>
      <p:sp>
        <p:nvSpPr>
          <p:cNvPr id="15" name="RACI 標記"/>
          <p:cNvSpPr/>
          <p:nvPr/>
        </p:nvSpPr>
        <p:spPr>
          <a:xfrm>
            <a:off x="1892168" y="2212848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650" dirty="0"/>
          </a:p>
        </p:txBody>
      </p:sp>
      <p:sp>
        <p:nvSpPr>
          <p:cNvPr id="16" name="RACI 標記"/>
          <p:cNvSpPr/>
          <p:nvPr/>
        </p:nvSpPr>
        <p:spPr>
          <a:xfrm>
            <a:off x="2378202" y="2212848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EDED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650" dirty="0"/>
          </a:p>
        </p:txBody>
      </p:sp>
      <p:sp>
        <p:nvSpPr>
          <p:cNvPr id="17" name="RACI 標記"/>
          <p:cNvSpPr/>
          <p:nvPr/>
        </p:nvSpPr>
        <p:spPr>
          <a:xfrm>
            <a:off x="2864236" y="2212848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650" dirty="0"/>
          </a:p>
        </p:txBody>
      </p:sp>
      <p:sp>
        <p:nvSpPr>
          <p:cNvPr id="18" name="RACI 標記"/>
          <p:cNvSpPr/>
          <p:nvPr/>
        </p:nvSpPr>
        <p:spPr>
          <a:xfrm>
            <a:off x="1406134" y="2461565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F07F2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650" dirty="0"/>
          </a:p>
        </p:txBody>
      </p:sp>
      <p:sp>
        <p:nvSpPr>
          <p:cNvPr id="19" name="RACI 標記"/>
          <p:cNvSpPr/>
          <p:nvPr/>
        </p:nvSpPr>
        <p:spPr>
          <a:xfrm>
            <a:off x="1892168" y="2461565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EDED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650" dirty="0"/>
          </a:p>
        </p:txBody>
      </p:sp>
      <p:sp>
        <p:nvSpPr>
          <p:cNvPr id="20" name="RACI 標記"/>
          <p:cNvSpPr/>
          <p:nvPr/>
        </p:nvSpPr>
        <p:spPr>
          <a:xfrm>
            <a:off x="2378202" y="2461565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650" dirty="0"/>
          </a:p>
        </p:txBody>
      </p:sp>
      <p:sp>
        <p:nvSpPr>
          <p:cNvPr id="21" name="RACI 標記"/>
          <p:cNvSpPr/>
          <p:nvPr/>
        </p:nvSpPr>
        <p:spPr>
          <a:xfrm>
            <a:off x="2864236" y="2461565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650" dirty="0"/>
          </a:p>
        </p:txBody>
      </p:sp>
      <p:sp>
        <p:nvSpPr>
          <p:cNvPr id="22" name="RACI 標記"/>
          <p:cNvSpPr/>
          <p:nvPr/>
        </p:nvSpPr>
        <p:spPr>
          <a:xfrm>
            <a:off x="1406134" y="2710282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F07F2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650" dirty="0"/>
          </a:p>
        </p:txBody>
      </p:sp>
      <p:sp>
        <p:nvSpPr>
          <p:cNvPr id="23" name="RACI 標記"/>
          <p:cNvSpPr/>
          <p:nvPr/>
        </p:nvSpPr>
        <p:spPr>
          <a:xfrm>
            <a:off x="1892168" y="2710282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650" dirty="0"/>
          </a:p>
        </p:txBody>
      </p:sp>
      <p:sp>
        <p:nvSpPr>
          <p:cNvPr id="24" name="RACI 標記"/>
          <p:cNvSpPr/>
          <p:nvPr/>
        </p:nvSpPr>
        <p:spPr>
          <a:xfrm>
            <a:off x="2378202" y="2710282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EDED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650" dirty="0"/>
          </a:p>
        </p:txBody>
      </p:sp>
      <p:sp>
        <p:nvSpPr>
          <p:cNvPr id="25" name="RACI 標記"/>
          <p:cNvSpPr/>
          <p:nvPr/>
        </p:nvSpPr>
        <p:spPr>
          <a:xfrm>
            <a:off x="2864236" y="2710282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650" dirty="0"/>
          </a:p>
        </p:txBody>
      </p:sp>
      <p:sp>
        <p:nvSpPr>
          <p:cNvPr id="26" name="圖例"/>
          <p:cNvSpPr/>
          <p:nvPr/>
        </p:nvSpPr>
        <p:spPr>
          <a:xfrm>
            <a:off x="438912" y="2984602"/>
            <a:ext cx="160934" cy="117043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500" dirty="0"/>
          </a:p>
        </p:txBody>
      </p:sp>
      <p:sp>
        <p:nvSpPr>
          <p:cNvPr id="27" name="圖例"/>
          <p:cNvSpPr/>
          <p:nvPr/>
        </p:nvSpPr>
        <p:spPr>
          <a:xfrm>
            <a:off x="629107" y="2969971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650" dirty="0"/>
          </a:p>
        </p:txBody>
      </p:sp>
      <p:sp>
        <p:nvSpPr>
          <p:cNvPr id="28" name="圖例"/>
          <p:cNvSpPr/>
          <p:nvPr/>
        </p:nvSpPr>
        <p:spPr>
          <a:xfrm>
            <a:off x="1068019" y="2984602"/>
            <a:ext cx="160934" cy="117043"/>
          </a:xfrm>
          <a:prstGeom prst="roundRect">
            <a:avLst>
              <a:gd name="adj" fmla="val 50000"/>
            </a:avLst>
          </a:prstGeom>
          <a:solidFill>
            <a:srgbClr val="F07F2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500" dirty="0"/>
          </a:p>
        </p:txBody>
      </p:sp>
      <p:sp>
        <p:nvSpPr>
          <p:cNvPr id="29" name="圖例"/>
          <p:cNvSpPr/>
          <p:nvPr/>
        </p:nvSpPr>
        <p:spPr>
          <a:xfrm>
            <a:off x="1258214" y="2969971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當責</a:t>
            </a:r>
            <a:endParaRPr lang="en-US" sz="650" dirty="0"/>
          </a:p>
        </p:txBody>
      </p:sp>
      <p:sp>
        <p:nvSpPr>
          <p:cNvPr id="30" name="圖例"/>
          <p:cNvSpPr/>
          <p:nvPr/>
        </p:nvSpPr>
        <p:spPr>
          <a:xfrm>
            <a:off x="1697126" y="2984602"/>
            <a:ext cx="160934" cy="117043"/>
          </a:xfrm>
          <a:prstGeom prst="roundRect">
            <a:avLst>
              <a:gd name="adj" fmla="val 50000"/>
            </a:avLst>
          </a:prstGeom>
          <a:solidFill>
            <a:srgbClr val="EDED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500" dirty="0"/>
          </a:p>
        </p:txBody>
      </p:sp>
      <p:sp>
        <p:nvSpPr>
          <p:cNvPr id="31" name="圖例"/>
          <p:cNvSpPr/>
          <p:nvPr/>
        </p:nvSpPr>
        <p:spPr>
          <a:xfrm>
            <a:off x="1887322" y="2969971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諮詢</a:t>
            </a:r>
            <a:endParaRPr lang="en-US" sz="650" dirty="0"/>
          </a:p>
        </p:txBody>
      </p:sp>
      <p:sp>
        <p:nvSpPr>
          <p:cNvPr id="32" name="圖例"/>
          <p:cNvSpPr/>
          <p:nvPr/>
        </p:nvSpPr>
        <p:spPr>
          <a:xfrm>
            <a:off x="2326234" y="2984602"/>
            <a:ext cx="160934" cy="11704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500" dirty="0"/>
          </a:p>
        </p:txBody>
      </p:sp>
      <p:sp>
        <p:nvSpPr>
          <p:cNvPr id="33" name="圖例"/>
          <p:cNvSpPr/>
          <p:nvPr/>
        </p:nvSpPr>
        <p:spPr>
          <a:xfrm>
            <a:off x="2516429" y="2969971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知會</a:t>
            </a:r>
            <a:endParaRPr lang="en-US" sz="650" dirty="0"/>
          </a:p>
        </p:txBody>
      </p:sp>
      <p:sp>
        <p:nvSpPr>
          <p:cNvPr id="34" name="Text 31"/>
          <p:cNvSpPr/>
          <p:nvPr/>
        </p:nvSpPr>
        <p:spPr>
          <a:xfrm>
            <a:off x="3480328" y="1452067"/>
            <a:ext cx="80467" cy="80467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組合名稱"/>
          <p:cNvSpPr/>
          <p:nvPr/>
        </p:nvSpPr>
        <p:spPr>
          <a:xfrm>
            <a:off x="3641263" y="1389888"/>
            <a:ext cx="2631765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改善前後對照表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Before / After Table</a:t>
            </a:r>
            <a:endParaRPr lang="en-US" sz="1100" dirty="0"/>
          </a:p>
        </p:txBody>
      </p:sp>
      <p:sp>
        <p:nvSpPr>
          <p:cNvPr id="36" name="線條"/>
          <p:cNvSpPr/>
          <p:nvPr/>
        </p:nvSpPr>
        <p:spPr>
          <a:xfrm>
            <a:off x="3480328" y="1638605"/>
            <a:ext cx="2792700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80328" y="1682496"/>
          <a:ext cx="27927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30590"/>
                <a:gridCol w="1030590"/>
              </a:tblGrid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改善前 Before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改善後 After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A"/>
                    </a:solidFill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交期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 天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 天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不良率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3.2%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1.1%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人力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 人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 人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客訴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 件／月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 件／月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8" name="Text 34"/>
          <p:cNvSpPr/>
          <p:nvPr/>
        </p:nvSpPr>
        <p:spPr>
          <a:xfrm>
            <a:off x="3480328" y="3028493"/>
            <a:ext cx="27927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改善後一欄以主色粗體標示</a:t>
            </a:r>
            <a:endParaRPr lang="en-US" sz="650" dirty="0"/>
          </a:p>
        </p:txBody>
      </p:sp>
      <p:sp>
        <p:nvSpPr>
          <p:cNvPr id="39" name="Text 35"/>
          <p:cNvSpPr/>
          <p:nvPr/>
        </p:nvSpPr>
        <p:spPr>
          <a:xfrm>
            <a:off x="6521745" y="1452067"/>
            <a:ext cx="80467" cy="80467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組合名稱"/>
          <p:cNvSpPr/>
          <p:nvPr/>
        </p:nvSpPr>
        <p:spPr>
          <a:xfrm>
            <a:off x="6682679" y="1389888"/>
            <a:ext cx="2631765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 → 原因 → 對策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Problem / Cause / Countermeasure</a:t>
            </a:r>
            <a:endParaRPr lang="en-US" sz="1100" dirty="0"/>
          </a:p>
        </p:txBody>
      </p:sp>
      <p:sp>
        <p:nvSpPr>
          <p:cNvPr id="41" name="線條"/>
          <p:cNvSpPr/>
          <p:nvPr/>
        </p:nvSpPr>
        <p:spPr>
          <a:xfrm>
            <a:off x="6521745" y="1638605"/>
            <a:ext cx="2792700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2" name="問題 → 原因 → 對策"/>
          <p:cNvGrpSpPr/>
          <p:nvPr/>
        </p:nvGrpSpPr>
        <p:grpSpPr>
          <a:xfrm>
            <a:off x="6521745" y="1843430"/>
            <a:ext cx="2792700" cy="848563"/>
            <a:chOff x="6521745" y="1843430"/>
            <a:chExt cx="2792700" cy="848563"/>
          </a:xfrm>
        </p:grpSpPr>
        <p:sp>
          <p:nvSpPr>
            <p:cNvPr id="42" name="問題"/>
            <p:cNvSpPr/>
            <p:nvPr/>
          </p:nvSpPr>
          <p:spPr>
            <a:xfrm>
              <a:off x="6521745" y="1843430"/>
              <a:ext cx="746150" cy="848563"/>
            </a:xfrm>
            <a:prstGeom prst="roundRect">
              <a:avLst>
                <a:gd name="adj" fmla="val 4902"/>
              </a:avLst>
            </a:prstGeom>
            <a:solidFill>
              <a:srgbClr val="FFFFFF"/>
            </a:solidFill>
            <a:ln w="15240">
              <a:solidFill>
                <a:srgbClr val="F07F2D"/>
              </a:solidFill>
              <a:prstDash val="solid"/>
            </a:ln>
          </p:spPr>
          <p:txBody>
            <a:bodyPr wrap="square" lIns="71120" tIns="81280" rIns="50800" bIns="4064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b="1" dirty="0">
                  <a:solidFill>
                    <a:srgbClr val="B45F2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問題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Problem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交期常延誤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客戶抱怨增加</a:t>
              </a:r>
              <a:endParaRPr lang="en-US" sz="700" dirty="0"/>
            </a:p>
          </p:txBody>
        </p:sp>
        <p:sp>
          <p:nvSpPr>
            <p:cNvPr id="43" name="原因"/>
            <p:cNvSpPr/>
            <p:nvPr/>
          </p:nvSpPr>
          <p:spPr>
            <a:xfrm>
              <a:off x="7545019" y="1843430"/>
              <a:ext cx="746150" cy="848563"/>
            </a:xfrm>
            <a:prstGeom prst="roundRect">
              <a:avLst>
                <a:gd name="adj" fmla="val 4902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lIns="71120" tIns="81280" rIns="50800" bIns="4064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原因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Cause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需求變更頻繁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排程未同步</a:t>
              </a:r>
              <a:endParaRPr lang="en-US" sz="700" dirty="0"/>
            </a:p>
          </p:txBody>
        </p:sp>
        <p:sp>
          <p:nvSpPr>
            <p:cNvPr id="44" name="對策"/>
            <p:cNvSpPr/>
            <p:nvPr/>
          </p:nvSpPr>
          <p:spPr>
            <a:xfrm>
              <a:off x="8568294" y="1843430"/>
              <a:ext cx="746150" cy="848563"/>
            </a:xfrm>
            <a:prstGeom prst="roundRect">
              <a:avLst>
                <a:gd name="adj" fmla="val 4902"/>
              </a:avLst>
            </a:prstGeom>
            <a:solidFill>
              <a:srgbClr val="3A3A3A"/>
            </a:solidFill>
            <a:ln>
              <a:noFill/>
            </a:ln>
          </p:spPr>
          <p:txBody>
            <a:bodyPr wrap="square" lIns="71120" tIns="81280" rIns="50800" bIns="4064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對策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550" dirty="0">
                  <a:solidFill>
                    <a:srgbClr val="C4C4C4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Countermeasure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需求凍結點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每週排程會議</a:t>
              </a:r>
              <a:endParaRPr lang="en-US" sz="700" dirty="0"/>
            </a:p>
          </p:txBody>
        </p:sp>
        <p:cxnSp>
          <p:nvCxnSpPr>
            <p:cNvPr id="45" name="連接線"/>
            <p:cNvCxnSpPr>
              <a:stCxn id="42" idx="3"/>
              <a:endCxn id="43" idx="1"/>
            </p:cNvCxnSpPr>
            <p:nvPr/>
          </p:nvCxnSpPr>
          <p:spPr>
            <a:xfrm>
              <a:off x="7267895" y="2267712"/>
              <a:ext cx="277124" cy="0"/>
            </a:xfrm>
            <a:prstGeom prst="straightConnector1">
              <a:avLst/>
            </a:prstGeom>
            <a:ln w="20320">
              <a:solidFill>
                <a:srgbClr val="3A3A3A"/>
              </a:solidFill>
              <a:prstDash val="solid"/>
              <a:tailEnd type="triangle"/>
            </a:ln>
          </p:spPr>
        </p:cxnSp>
        <p:cxnSp>
          <p:nvCxnSpPr>
            <p:cNvPr id="46" name="連接線"/>
            <p:cNvCxnSpPr>
              <a:stCxn id="43" idx="3"/>
              <a:endCxn id="44" idx="1"/>
            </p:cNvCxnSpPr>
            <p:nvPr/>
          </p:nvCxnSpPr>
          <p:spPr>
            <a:xfrm>
              <a:off x="8291170" y="2267712"/>
              <a:ext cx="277124" cy="0"/>
            </a:xfrm>
            <a:prstGeom prst="straightConnector1">
              <a:avLst/>
            </a:prstGeom>
            <a:ln w="20320">
              <a:solidFill>
                <a:srgbClr val="3A3A3A"/>
              </a:solidFill>
              <a:prstDash val="solid"/>
              <a:tailEnd type="triangle"/>
            </a:ln>
          </p:spPr>
        </p:cxnSp>
      </p:grpSp>
      <p:sp>
        <p:nvSpPr>
          <p:cNvPr id="47" name="Text 43"/>
          <p:cNvSpPr/>
          <p:nvPr/>
        </p:nvSpPr>
        <p:spPr>
          <a:xfrm>
            <a:off x="438912" y="3280867"/>
            <a:ext cx="80467" cy="80467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組合名稱"/>
          <p:cNvSpPr/>
          <p:nvPr/>
        </p:nvSpPr>
        <p:spPr>
          <a:xfrm>
            <a:off x="599846" y="3218688"/>
            <a:ext cx="2631765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三方案比較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3-Column Comparison</a:t>
            </a:r>
            <a:endParaRPr lang="en-US" sz="1100" dirty="0"/>
          </a:p>
        </p:txBody>
      </p:sp>
      <p:sp>
        <p:nvSpPr>
          <p:cNvPr id="49" name="線條"/>
          <p:cNvSpPr/>
          <p:nvPr/>
        </p:nvSpPr>
        <p:spPr>
          <a:xfrm>
            <a:off x="438912" y="3467405"/>
            <a:ext cx="2792700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3" name="三方案比較"/>
          <p:cNvGrpSpPr/>
          <p:nvPr/>
        </p:nvGrpSpPr>
        <p:grpSpPr>
          <a:xfrm>
            <a:off x="438912" y="3555187"/>
            <a:ext cx="2792700" cy="1419149"/>
            <a:chOff x="438912" y="3555187"/>
            <a:chExt cx="2792700" cy="1419149"/>
          </a:xfrm>
        </p:grpSpPr>
        <p:sp>
          <p:nvSpPr>
            <p:cNvPr id="50" name="方案"/>
            <p:cNvSpPr/>
            <p:nvPr/>
          </p:nvSpPr>
          <p:spPr>
            <a:xfrm>
              <a:off x="438912" y="3555187"/>
              <a:ext cx="872378" cy="1316736"/>
            </a:xfrm>
            <a:prstGeom prst="roundRect">
              <a:avLst>
                <a:gd name="adj" fmla="val 4193"/>
              </a:avLst>
            </a:prstGeom>
            <a:solidFill>
              <a:srgbClr val="FFFFFF"/>
            </a:solidFill>
            <a:ln w="1016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1" name="表頭底"/>
            <p:cNvSpPr/>
            <p:nvPr/>
          </p:nvSpPr>
          <p:spPr>
            <a:xfrm>
              <a:off x="439644" y="3555919"/>
              <a:ext cx="870915" cy="29260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2" name="方案名稱"/>
            <p:cNvSpPr/>
            <p:nvPr/>
          </p:nvSpPr>
          <p:spPr>
            <a:xfrm>
              <a:off x="438912" y="3555187"/>
              <a:ext cx="872378" cy="2926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A</a:t>
              </a:r>
              <a:endParaRPr lang="en-US" sz="11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A</a:t>
              </a:r>
              <a:endParaRPr lang="en-US" sz="1100" dirty="0"/>
            </a:p>
          </p:txBody>
        </p:sp>
        <p:sp>
          <p:nvSpPr>
            <p:cNvPr id="53" name="項目"/>
            <p:cNvSpPr/>
            <p:nvPr/>
          </p:nvSpPr>
          <p:spPr>
            <a:xfrm>
              <a:off x="526694" y="3950208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600" dirty="0"/>
            </a:p>
          </p:txBody>
        </p:sp>
        <p:sp>
          <p:nvSpPr>
            <p:cNvPr id="54" name="內容"/>
            <p:cNvSpPr/>
            <p:nvPr/>
          </p:nvSpPr>
          <p:spPr>
            <a:xfrm>
              <a:off x="526694" y="4059936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低</a:t>
              </a:r>
              <a:endParaRPr lang="en-US" sz="750" dirty="0"/>
            </a:p>
          </p:txBody>
        </p:sp>
        <p:sp>
          <p:nvSpPr>
            <p:cNvPr id="55" name="項目"/>
            <p:cNvSpPr/>
            <p:nvPr/>
          </p:nvSpPr>
          <p:spPr>
            <a:xfrm>
              <a:off x="526694" y="4213555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600" dirty="0"/>
            </a:p>
          </p:txBody>
        </p:sp>
        <p:sp>
          <p:nvSpPr>
            <p:cNvPr id="56" name="內容"/>
            <p:cNvSpPr/>
            <p:nvPr/>
          </p:nvSpPr>
          <p:spPr>
            <a:xfrm>
              <a:off x="526694" y="4323283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 週</a:t>
              </a:r>
              <a:endParaRPr lang="en-US" sz="750" dirty="0"/>
            </a:p>
          </p:txBody>
        </p:sp>
        <p:sp>
          <p:nvSpPr>
            <p:cNvPr id="57" name="項目"/>
            <p:cNvSpPr/>
            <p:nvPr/>
          </p:nvSpPr>
          <p:spPr>
            <a:xfrm>
              <a:off x="526694" y="4476902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600" dirty="0"/>
            </a:p>
          </p:txBody>
        </p:sp>
        <p:sp>
          <p:nvSpPr>
            <p:cNvPr id="58" name="內容"/>
            <p:cNvSpPr/>
            <p:nvPr/>
          </p:nvSpPr>
          <p:spPr>
            <a:xfrm>
              <a:off x="526694" y="4586630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有限</a:t>
              </a:r>
              <a:endParaRPr lang="en-US" sz="750" dirty="0"/>
            </a:p>
          </p:txBody>
        </p:sp>
        <p:sp>
          <p:nvSpPr>
            <p:cNvPr id="59" name="推薦方案"/>
            <p:cNvSpPr/>
            <p:nvPr/>
          </p:nvSpPr>
          <p:spPr>
            <a:xfrm>
              <a:off x="1399073" y="3555187"/>
              <a:ext cx="872378" cy="1316736"/>
            </a:xfrm>
            <a:prstGeom prst="roundRect">
              <a:avLst>
                <a:gd name="adj" fmla="val 4193"/>
              </a:avLst>
            </a:prstGeom>
            <a:solidFill>
              <a:srgbClr val="FFFFFF"/>
            </a:solidFill>
            <a:ln w="17780">
              <a:solidFill>
                <a:srgbClr val="3A3A3A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0" name="表頭"/>
            <p:cNvSpPr/>
            <p:nvPr/>
          </p:nvSpPr>
          <p:spPr>
            <a:xfrm>
              <a:off x="1399073" y="3555187"/>
              <a:ext cx="872378" cy="292608"/>
            </a:xfrm>
            <a:custGeom>
              <a:avLst/>
              <a:gdLst/>
              <a:ahLst/>
              <a:cxnLst/>
              <a:rect l="l" t="t" r="r" b="b"/>
              <a:pathLst>
                <a:path w="872378" h="292608">
                  <a:moveTo>
                    <a:pt x="0" y="292608"/>
                  </a:moveTo>
                  <a:lnTo>
                    <a:pt x="0" y="36576"/>
                  </a:lnTo>
                  <a:arcTo hR="36576" wR="36576" stAng="10800000" swAng="5400000"/>
                  <a:lnTo>
                    <a:pt x="835802" y="0"/>
                  </a:lnTo>
                  <a:arcTo hR="36576" wR="36576" stAng="16200000" swAng="5400000"/>
                  <a:lnTo>
                    <a:pt x="872378" y="292608"/>
                  </a:lnTo>
                  <a:close/>
                </a:path>
              </a:pathLst>
            </a:custGeom>
            <a:solidFill>
              <a:srgbClr val="3A3A3A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1" name="方案名稱"/>
            <p:cNvSpPr/>
            <p:nvPr/>
          </p:nvSpPr>
          <p:spPr>
            <a:xfrm>
              <a:off x="1399073" y="3555187"/>
              <a:ext cx="872378" cy="2926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B</a:t>
              </a:r>
              <a:endParaRPr lang="en-US" sz="11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550" dirty="0">
                  <a:solidFill>
                    <a:srgbClr val="C4C4C4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B</a:t>
              </a:r>
              <a:endParaRPr lang="en-US" sz="1100" dirty="0"/>
            </a:p>
          </p:txBody>
        </p:sp>
        <p:sp>
          <p:nvSpPr>
            <p:cNvPr id="62" name="項目"/>
            <p:cNvSpPr/>
            <p:nvPr/>
          </p:nvSpPr>
          <p:spPr>
            <a:xfrm>
              <a:off x="1486855" y="3950208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600" dirty="0"/>
            </a:p>
          </p:txBody>
        </p:sp>
        <p:sp>
          <p:nvSpPr>
            <p:cNvPr id="63" name="內容"/>
            <p:cNvSpPr/>
            <p:nvPr/>
          </p:nvSpPr>
          <p:spPr>
            <a:xfrm>
              <a:off x="1486855" y="4059936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中</a:t>
              </a:r>
              <a:endParaRPr lang="en-US" sz="750" dirty="0"/>
            </a:p>
          </p:txBody>
        </p:sp>
        <p:sp>
          <p:nvSpPr>
            <p:cNvPr id="64" name="項目"/>
            <p:cNvSpPr/>
            <p:nvPr/>
          </p:nvSpPr>
          <p:spPr>
            <a:xfrm>
              <a:off x="1486855" y="4213555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600" dirty="0"/>
            </a:p>
          </p:txBody>
        </p:sp>
        <p:sp>
          <p:nvSpPr>
            <p:cNvPr id="65" name="內容"/>
            <p:cNvSpPr/>
            <p:nvPr/>
          </p:nvSpPr>
          <p:spPr>
            <a:xfrm>
              <a:off x="1486855" y="4323283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4 週</a:t>
              </a:r>
              <a:endParaRPr lang="en-US" sz="750" dirty="0"/>
            </a:p>
          </p:txBody>
        </p:sp>
        <p:sp>
          <p:nvSpPr>
            <p:cNvPr id="66" name="項目"/>
            <p:cNvSpPr/>
            <p:nvPr/>
          </p:nvSpPr>
          <p:spPr>
            <a:xfrm>
              <a:off x="1486855" y="4476902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600" dirty="0"/>
            </a:p>
          </p:txBody>
        </p:sp>
        <p:sp>
          <p:nvSpPr>
            <p:cNvPr id="67" name="內容"/>
            <p:cNvSpPr/>
            <p:nvPr/>
          </p:nvSpPr>
          <p:spPr>
            <a:xfrm>
              <a:off x="1486855" y="4586630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佳</a:t>
              </a:r>
              <a:endParaRPr lang="en-US" sz="750" dirty="0"/>
            </a:p>
          </p:txBody>
        </p:sp>
        <p:sp>
          <p:nvSpPr>
            <p:cNvPr id="68" name="標籤"/>
            <p:cNvSpPr/>
            <p:nvPr/>
          </p:nvSpPr>
          <p:spPr>
            <a:xfrm>
              <a:off x="1597924" y="4813402"/>
              <a:ext cx="474675" cy="160934"/>
            </a:xfrm>
            <a:prstGeom prst="roundRect">
              <a:avLst>
                <a:gd name="adj" fmla="val 13636"/>
              </a:avLst>
            </a:prstGeom>
            <a:solidFill>
              <a:srgbClr val="F07F2D"/>
            </a:solidFill>
            <a:ln>
              <a:noFill/>
            </a:ln>
          </p:spPr>
          <p:txBody>
            <a:bodyPr wrap="square" lIns="186944" tIns="0" rIns="57023" bIns="0" rtlCol="0" anchor="ctr"/>
            <a:lstStyle/>
            <a:p>
              <a:pPr algn="l" indent="0" marL="0">
                <a:buNone/>
              </a:pPr>
              <a:r>
                <a:rPr lang="en-US" sz="6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推薦</a:t>
              </a:r>
              <a:endParaRPr lang="en-US" sz="650" dirty="0"/>
            </a:p>
          </p:txBody>
        </p:sp>
        <p:sp>
          <p:nvSpPr>
            <p:cNvPr id="69" name="Text 65"/>
            <p:cNvSpPr/>
            <p:nvPr/>
          </p:nvSpPr>
          <p:spPr>
            <a:xfrm>
              <a:off x="1693022" y="4873549"/>
              <a:ext cx="40640" cy="4064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0" name="方案"/>
            <p:cNvSpPr/>
            <p:nvPr/>
          </p:nvSpPr>
          <p:spPr>
            <a:xfrm>
              <a:off x="2359233" y="3555187"/>
              <a:ext cx="872378" cy="1316736"/>
            </a:xfrm>
            <a:prstGeom prst="roundRect">
              <a:avLst>
                <a:gd name="adj" fmla="val 4193"/>
              </a:avLst>
            </a:prstGeom>
            <a:solidFill>
              <a:srgbClr val="FFFFFF"/>
            </a:solidFill>
            <a:ln w="1016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1" name="表頭底"/>
            <p:cNvSpPr/>
            <p:nvPr/>
          </p:nvSpPr>
          <p:spPr>
            <a:xfrm>
              <a:off x="2359965" y="3555919"/>
              <a:ext cx="870915" cy="29260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2" name="方案名稱"/>
            <p:cNvSpPr/>
            <p:nvPr/>
          </p:nvSpPr>
          <p:spPr>
            <a:xfrm>
              <a:off x="2359233" y="3555187"/>
              <a:ext cx="872378" cy="2926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C</a:t>
              </a:r>
              <a:endParaRPr lang="en-US" sz="11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C</a:t>
              </a:r>
              <a:endParaRPr lang="en-US" sz="1100" dirty="0"/>
            </a:p>
          </p:txBody>
        </p:sp>
        <p:sp>
          <p:nvSpPr>
            <p:cNvPr id="73" name="項目"/>
            <p:cNvSpPr/>
            <p:nvPr/>
          </p:nvSpPr>
          <p:spPr>
            <a:xfrm>
              <a:off x="2447016" y="3950208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600" dirty="0"/>
            </a:p>
          </p:txBody>
        </p:sp>
        <p:sp>
          <p:nvSpPr>
            <p:cNvPr id="74" name="內容"/>
            <p:cNvSpPr/>
            <p:nvPr/>
          </p:nvSpPr>
          <p:spPr>
            <a:xfrm>
              <a:off x="2447016" y="4059936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高</a:t>
              </a:r>
              <a:endParaRPr lang="en-US" sz="750" dirty="0"/>
            </a:p>
          </p:txBody>
        </p:sp>
        <p:sp>
          <p:nvSpPr>
            <p:cNvPr id="75" name="項目"/>
            <p:cNvSpPr/>
            <p:nvPr/>
          </p:nvSpPr>
          <p:spPr>
            <a:xfrm>
              <a:off x="2447016" y="4213555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600" dirty="0"/>
            </a:p>
          </p:txBody>
        </p:sp>
        <p:sp>
          <p:nvSpPr>
            <p:cNvPr id="76" name="內容"/>
            <p:cNvSpPr/>
            <p:nvPr/>
          </p:nvSpPr>
          <p:spPr>
            <a:xfrm>
              <a:off x="2447016" y="4323283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8 週</a:t>
              </a:r>
              <a:endParaRPr lang="en-US" sz="750" dirty="0"/>
            </a:p>
          </p:txBody>
        </p:sp>
        <p:sp>
          <p:nvSpPr>
            <p:cNvPr id="77" name="項目"/>
            <p:cNvSpPr/>
            <p:nvPr/>
          </p:nvSpPr>
          <p:spPr>
            <a:xfrm>
              <a:off x="2447016" y="4476902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600" dirty="0"/>
            </a:p>
          </p:txBody>
        </p:sp>
        <p:sp>
          <p:nvSpPr>
            <p:cNvPr id="78" name="內容"/>
            <p:cNvSpPr/>
            <p:nvPr/>
          </p:nvSpPr>
          <p:spPr>
            <a:xfrm>
              <a:off x="2447016" y="4586630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最佳</a:t>
              </a:r>
              <a:endParaRPr lang="en-US" sz="750" dirty="0"/>
            </a:p>
          </p:txBody>
        </p:sp>
      </p:grpSp>
      <p:sp>
        <p:nvSpPr>
          <p:cNvPr id="79" name="Text 75"/>
          <p:cNvSpPr/>
          <p:nvPr/>
        </p:nvSpPr>
        <p:spPr>
          <a:xfrm>
            <a:off x="3480328" y="3280867"/>
            <a:ext cx="80467" cy="80467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組合名稱"/>
          <p:cNvSpPr/>
          <p:nvPr/>
        </p:nvSpPr>
        <p:spPr>
          <a:xfrm>
            <a:off x="3641263" y="3218688"/>
            <a:ext cx="2631765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KPI 數字卡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KPI Cards</a:t>
            </a:r>
            <a:endParaRPr lang="en-US" sz="1100" dirty="0"/>
          </a:p>
        </p:txBody>
      </p:sp>
      <p:sp>
        <p:nvSpPr>
          <p:cNvPr id="81" name="線條"/>
          <p:cNvSpPr/>
          <p:nvPr/>
        </p:nvSpPr>
        <p:spPr>
          <a:xfrm>
            <a:off x="3480328" y="3467405"/>
            <a:ext cx="2792700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4" name="KPI 數字卡"/>
          <p:cNvGrpSpPr/>
          <p:nvPr/>
        </p:nvGrpSpPr>
        <p:grpSpPr>
          <a:xfrm>
            <a:off x="3480328" y="3672230"/>
            <a:ext cx="2792700" cy="994867"/>
            <a:chOff x="3480328" y="3672230"/>
            <a:chExt cx="2792700" cy="994867"/>
          </a:xfrm>
        </p:grpSpPr>
        <p:sp>
          <p:nvSpPr>
            <p:cNvPr id="82" name="卡片"/>
            <p:cNvSpPr/>
            <p:nvPr/>
          </p:nvSpPr>
          <p:spPr>
            <a:xfrm>
              <a:off x="3480328" y="3672230"/>
              <a:ext cx="862625" cy="994867"/>
            </a:xfrm>
            <a:prstGeom prst="roundRect">
              <a:avLst>
                <a:gd name="adj" fmla="val 4240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3" name="色條"/>
            <p:cNvSpPr/>
            <p:nvPr/>
          </p:nvSpPr>
          <p:spPr>
            <a:xfrm>
              <a:off x="3582741" y="3789274"/>
              <a:ext cx="175565" cy="29261"/>
            </a:xfrm>
            <a:prstGeom prst="rect">
              <a:avLst/>
            </a:prstGeom>
            <a:solidFill>
              <a:srgbClr val="3A3A3A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4" name="指標名稱"/>
            <p:cNvSpPr/>
            <p:nvPr/>
          </p:nvSpPr>
          <p:spPr>
            <a:xfrm>
              <a:off x="3582741" y="3862426"/>
              <a:ext cx="716321" cy="1609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準時交貨率</a:t>
              </a:r>
              <a:endParaRPr lang="en-US" sz="700" dirty="0"/>
            </a:p>
          </p:txBody>
        </p:sp>
        <p:sp>
          <p:nvSpPr>
            <p:cNvPr id="85" name="數值"/>
            <p:cNvSpPr/>
            <p:nvPr/>
          </p:nvSpPr>
          <p:spPr>
            <a:xfrm>
              <a:off x="3568111" y="4037990"/>
              <a:ext cx="730951" cy="336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1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98.6</a:t>
              </a: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%</a:t>
              </a:r>
              <a:endParaRPr lang="en-US" sz="1100" dirty="0"/>
            </a:p>
          </p:txBody>
        </p:sp>
        <p:sp>
          <p:nvSpPr>
            <p:cNvPr id="86" name="變化"/>
            <p:cNvSpPr/>
            <p:nvPr/>
          </p:nvSpPr>
          <p:spPr>
            <a:xfrm>
              <a:off x="3582741" y="4403750"/>
              <a:ext cx="71632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▲ 2.1 pt</a:t>
              </a: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100" dirty="0"/>
            </a:p>
          </p:txBody>
        </p:sp>
        <p:sp>
          <p:nvSpPr>
            <p:cNvPr id="87" name="卡片"/>
            <p:cNvSpPr/>
            <p:nvPr/>
          </p:nvSpPr>
          <p:spPr>
            <a:xfrm>
              <a:off x="4445366" y="3672230"/>
              <a:ext cx="862625" cy="994867"/>
            </a:xfrm>
            <a:prstGeom prst="roundRect">
              <a:avLst>
                <a:gd name="adj" fmla="val 4240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8" name="色條"/>
            <p:cNvSpPr/>
            <p:nvPr/>
          </p:nvSpPr>
          <p:spPr>
            <a:xfrm>
              <a:off x="4547779" y="3789274"/>
              <a:ext cx="175565" cy="29261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9" name="指標名稱"/>
            <p:cNvSpPr/>
            <p:nvPr/>
          </p:nvSpPr>
          <p:spPr>
            <a:xfrm>
              <a:off x="4547779" y="3862426"/>
              <a:ext cx="716321" cy="1609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平均交期</a:t>
              </a:r>
              <a:endParaRPr lang="en-US" sz="700" dirty="0"/>
            </a:p>
          </p:txBody>
        </p:sp>
        <p:sp>
          <p:nvSpPr>
            <p:cNvPr id="90" name="數值"/>
            <p:cNvSpPr/>
            <p:nvPr/>
          </p:nvSpPr>
          <p:spPr>
            <a:xfrm>
              <a:off x="4533148" y="4037990"/>
              <a:ext cx="730951" cy="336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1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6.2</a:t>
              </a: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天</a:t>
              </a:r>
              <a:endParaRPr lang="en-US" sz="1100" dirty="0"/>
            </a:p>
          </p:txBody>
        </p:sp>
        <p:sp>
          <p:nvSpPr>
            <p:cNvPr id="91" name="變化"/>
            <p:cNvSpPr/>
            <p:nvPr/>
          </p:nvSpPr>
          <p:spPr>
            <a:xfrm>
              <a:off x="4547779" y="4403750"/>
              <a:ext cx="71632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▼ 1.8 天</a:t>
              </a: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100" dirty="0"/>
            </a:p>
          </p:txBody>
        </p:sp>
        <p:sp>
          <p:nvSpPr>
            <p:cNvPr id="92" name="卡片"/>
            <p:cNvSpPr/>
            <p:nvPr/>
          </p:nvSpPr>
          <p:spPr>
            <a:xfrm>
              <a:off x="5410403" y="3672230"/>
              <a:ext cx="862625" cy="994867"/>
            </a:xfrm>
            <a:prstGeom prst="roundRect">
              <a:avLst>
                <a:gd name="adj" fmla="val 4240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3" name="色條"/>
            <p:cNvSpPr/>
            <p:nvPr/>
          </p:nvSpPr>
          <p:spPr>
            <a:xfrm>
              <a:off x="5512816" y="3789274"/>
              <a:ext cx="175565" cy="29261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4" name="指標名稱"/>
            <p:cNvSpPr/>
            <p:nvPr/>
          </p:nvSpPr>
          <p:spPr>
            <a:xfrm>
              <a:off x="5512816" y="3862426"/>
              <a:ext cx="716321" cy="1609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客訴件數</a:t>
              </a:r>
              <a:endParaRPr lang="en-US" sz="700" dirty="0"/>
            </a:p>
          </p:txBody>
        </p:sp>
        <p:sp>
          <p:nvSpPr>
            <p:cNvPr id="95" name="數值"/>
            <p:cNvSpPr/>
            <p:nvPr/>
          </p:nvSpPr>
          <p:spPr>
            <a:xfrm>
              <a:off x="5498186" y="4037990"/>
              <a:ext cx="730951" cy="336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1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件／月</a:t>
              </a:r>
              <a:endParaRPr lang="en-US" sz="1100" dirty="0"/>
            </a:p>
          </p:txBody>
        </p:sp>
        <p:sp>
          <p:nvSpPr>
            <p:cNvPr id="96" name="變化"/>
            <p:cNvSpPr/>
            <p:nvPr/>
          </p:nvSpPr>
          <p:spPr>
            <a:xfrm>
              <a:off x="5512816" y="4403750"/>
              <a:ext cx="71632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▼ 75%</a:t>
              </a: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100" dirty="0"/>
            </a:p>
          </p:txBody>
        </p:sp>
      </p:grpSp>
      <p:sp>
        <p:nvSpPr>
          <p:cNvPr id="97" name="Text 93"/>
          <p:cNvSpPr/>
          <p:nvPr/>
        </p:nvSpPr>
        <p:spPr>
          <a:xfrm>
            <a:off x="6521745" y="3280867"/>
            <a:ext cx="80467" cy="80467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組合名稱"/>
          <p:cNvSpPr/>
          <p:nvPr/>
        </p:nvSpPr>
        <p:spPr>
          <a:xfrm>
            <a:off x="6682679" y="3218688"/>
            <a:ext cx="2631765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PDCA 循環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PDCA Cycle</a:t>
            </a:r>
            <a:endParaRPr lang="en-US" sz="1100" dirty="0"/>
          </a:p>
        </p:txBody>
      </p:sp>
      <p:sp>
        <p:nvSpPr>
          <p:cNvPr id="99" name="線條"/>
          <p:cNvSpPr/>
          <p:nvPr/>
        </p:nvSpPr>
        <p:spPr>
          <a:xfrm>
            <a:off x="6521745" y="3467405"/>
            <a:ext cx="2792700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5" name="PDCA 循環"/>
          <p:cNvGrpSpPr/>
          <p:nvPr/>
        </p:nvGrpSpPr>
        <p:grpSpPr>
          <a:xfrm>
            <a:off x="6521745" y="3555187"/>
            <a:ext cx="2792700" cy="1316736"/>
            <a:chOff x="6521745" y="3555187"/>
            <a:chExt cx="2792700" cy="1316736"/>
          </a:xfrm>
        </p:grpSpPr>
        <p:sp>
          <p:nvSpPr>
            <p:cNvPr id="100" name="PDCA Plan"/>
            <p:cNvSpPr/>
            <p:nvPr/>
          </p:nvSpPr>
          <p:spPr>
            <a:xfrm>
              <a:off x="6521745" y="3555187"/>
              <a:ext cx="1053389" cy="497434"/>
            </a:xfrm>
            <a:prstGeom prst="roundRect">
              <a:avLst>
                <a:gd name="adj" fmla="val 7353"/>
              </a:avLst>
            </a:prstGeom>
            <a:solidFill>
              <a:srgbClr val="F2F2F2"/>
            </a:solidFill>
            <a:ln w="20320">
              <a:solidFill>
                <a:srgbClr val="3A3A3A"/>
              </a:solidFill>
              <a:prstDash val="solid"/>
            </a:ln>
          </p:spPr>
          <p:txBody>
            <a:bodyPr wrap="square" lIns="81280" tIns="0" rIns="4064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2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</a:t>
              </a: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計畫 </a:t>
              </a: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Plan</a:t>
              </a:r>
              <a:endParaRPr lang="en-US" sz="70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設定目標與做法</a:t>
              </a:r>
              <a:endParaRPr lang="en-US" sz="700" dirty="0"/>
            </a:p>
          </p:txBody>
        </p:sp>
        <p:sp>
          <p:nvSpPr>
            <p:cNvPr id="101" name="PDCA Do"/>
            <p:cNvSpPr/>
            <p:nvPr/>
          </p:nvSpPr>
          <p:spPr>
            <a:xfrm>
              <a:off x="8261055" y="3555187"/>
              <a:ext cx="1053389" cy="497434"/>
            </a:xfrm>
            <a:prstGeom prst="roundRect">
              <a:avLst>
                <a:gd name="adj" fmla="val 7353"/>
              </a:avLst>
            </a:prstGeom>
            <a:solidFill>
              <a:srgbClr val="F2F2F2"/>
            </a:solidFill>
            <a:ln w="20320">
              <a:solidFill>
                <a:srgbClr val="3A3A3A"/>
              </a:solidFill>
              <a:prstDash val="solid"/>
            </a:ln>
          </p:spPr>
          <p:txBody>
            <a:bodyPr wrap="square" lIns="81280" tIns="0" rIns="4064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2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D</a:t>
              </a: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執行 </a:t>
              </a: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Do</a:t>
              </a:r>
              <a:endParaRPr lang="en-US" sz="70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依計畫小步執行</a:t>
              </a:r>
              <a:endParaRPr lang="en-US" sz="700" dirty="0"/>
            </a:p>
          </p:txBody>
        </p:sp>
        <p:sp>
          <p:nvSpPr>
            <p:cNvPr id="102" name="PDCA Check"/>
            <p:cNvSpPr/>
            <p:nvPr/>
          </p:nvSpPr>
          <p:spPr>
            <a:xfrm>
              <a:off x="8261055" y="4374490"/>
              <a:ext cx="1053389" cy="497434"/>
            </a:xfrm>
            <a:prstGeom prst="roundRect">
              <a:avLst>
                <a:gd name="adj" fmla="val 7353"/>
              </a:avLst>
            </a:prstGeom>
            <a:solidFill>
              <a:srgbClr val="F2F2F2"/>
            </a:solidFill>
            <a:ln w="20320">
              <a:solidFill>
                <a:srgbClr val="3A3A3A"/>
              </a:solidFill>
              <a:prstDash val="solid"/>
            </a:ln>
          </p:spPr>
          <p:txBody>
            <a:bodyPr wrap="square" lIns="81280" tIns="0" rIns="4064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2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</a:t>
              </a: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查核 </a:t>
              </a: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Check</a:t>
              </a:r>
              <a:endParaRPr lang="en-US" sz="70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量測結果與差異</a:t>
              </a:r>
              <a:endParaRPr lang="en-US" sz="700" dirty="0"/>
            </a:p>
          </p:txBody>
        </p:sp>
        <p:sp>
          <p:nvSpPr>
            <p:cNvPr id="103" name="PDCA Act"/>
            <p:cNvSpPr/>
            <p:nvPr/>
          </p:nvSpPr>
          <p:spPr>
            <a:xfrm>
              <a:off x="6521745" y="4374490"/>
              <a:ext cx="1053389" cy="497434"/>
            </a:xfrm>
            <a:prstGeom prst="roundRect">
              <a:avLst>
                <a:gd name="adj" fmla="val 7353"/>
              </a:avLst>
            </a:prstGeom>
            <a:solidFill>
              <a:srgbClr val="F2F2F2"/>
            </a:solidFill>
            <a:ln w="20320">
              <a:solidFill>
                <a:srgbClr val="3A3A3A"/>
              </a:solidFill>
              <a:prstDash val="solid"/>
            </a:ln>
          </p:spPr>
          <p:txBody>
            <a:bodyPr wrap="square" lIns="81280" tIns="0" rIns="4064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2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</a:t>
              </a: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行動 </a:t>
              </a: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Act</a:t>
              </a:r>
              <a:endParaRPr lang="en-US" sz="70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標準化並修正</a:t>
              </a:r>
              <a:endParaRPr lang="en-US" sz="700" dirty="0"/>
            </a:p>
          </p:txBody>
        </p:sp>
        <p:cxnSp>
          <p:nvCxnSpPr>
            <p:cNvPr id="104" name="連接線"/>
            <p:cNvCxnSpPr>
              <a:stCxn id="100" idx="3"/>
              <a:endCxn id="101" idx="1"/>
            </p:cNvCxnSpPr>
            <p:nvPr/>
          </p:nvCxnSpPr>
          <p:spPr>
            <a:xfrm>
              <a:off x="7575133" y="3803904"/>
              <a:ext cx="685922" cy="0"/>
            </a:xfrm>
            <a:prstGeom prst="straightConnector1">
              <a:avLst/>
            </a:prstGeom>
            <a:ln w="20320">
              <a:solidFill>
                <a:srgbClr val="3A3A3A"/>
              </a:solidFill>
              <a:prstDash val="solid"/>
              <a:tailEnd type="triangle"/>
            </a:ln>
          </p:spPr>
        </p:cxnSp>
        <p:cxnSp>
          <p:nvCxnSpPr>
            <p:cNvPr id="105" name="連接線"/>
            <p:cNvCxnSpPr>
              <a:stCxn id="101" idx="2"/>
              <a:endCxn id="102" idx="0"/>
            </p:cNvCxnSpPr>
            <p:nvPr/>
          </p:nvCxnSpPr>
          <p:spPr>
            <a:xfrm>
              <a:off x="8787750" y="4052621"/>
              <a:ext cx="0" cy="321869"/>
            </a:xfrm>
            <a:prstGeom prst="straightConnector1">
              <a:avLst/>
            </a:prstGeom>
            <a:ln w="20320">
              <a:solidFill>
                <a:srgbClr val="3A3A3A"/>
              </a:solidFill>
              <a:prstDash val="solid"/>
              <a:tailEnd type="triangle"/>
            </a:ln>
          </p:spPr>
        </p:cxnSp>
        <p:cxnSp>
          <p:nvCxnSpPr>
            <p:cNvPr id="106" name="連接線"/>
            <p:cNvCxnSpPr>
              <a:stCxn id="102" idx="1"/>
              <a:endCxn id="103" idx="3"/>
            </p:cNvCxnSpPr>
            <p:nvPr/>
          </p:nvCxnSpPr>
          <p:spPr>
            <a:xfrm flipH="1">
              <a:off x="7575133" y="4623206"/>
              <a:ext cx="685922" cy="0"/>
            </a:xfrm>
            <a:prstGeom prst="straightConnector1">
              <a:avLst/>
            </a:prstGeom>
            <a:ln w="20320">
              <a:solidFill>
                <a:srgbClr val="3A3A3A"/>
              </a:solidFill>
              <a:prstDash val="solid"/>
              <a:tailEnd type="triangle"/>
            </a:ln>
          </p:spPr>
        </p:cxnSp>
        <p:cxnSp>
          <p:nvCxnSpPr>
            <p:cNvPr id="107" name="連接線"/>
            <p:cNvCxnSpPr>
              <a:stCxn id="103" idx="0"/>
              <a:endCxn id="100" idx="2"/>
            </p:cNvCxnSpPr>
            <p:nvPr/>
          </p:nvCxnSpPr>
          <p:spPr>
            <a:xfrm flipV="1">
              <a:off x="7048439" y="4052621"/>
              <a:ext cx="0" cy="321869"/>
            </a:xfrm>
            <a:prstGeom prst="straightConnector1">
              <a:avLst/>
            </a:prstGeom>
            <a:ln w="20320">
              <a:solidFill>
                <a:srgbClr val="3A3A3A"/>
              </a:solidFill>
              <a:prstDash val="solid"/>
              <a:tailEnd type="triangle"/>
            </a:ln>
          </p:spPr>
        </p:cxnSp>
        <p:sp>
          <p:nvSpPr>
            <p:cNvPr id="108" name="中心標籤"/>
            <p:cNvSpPr/>
            <p:nvPr/>
          </p:nvSpPr>
          <p:spPr>
            <a:xfrm>
              <a:off x="7552334" y="4118458"/>
              <a:ext cx="731520" cy="190195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6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PDCA</a:t>
              </a:r>
              <a:r>
                <a:rPr lang="en-US" sz="6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持續改善</a:t>
              </a:r>
              <a:endParaRPr lang="en-US" sz="650" dirty="0"/>
            </a:p>
          </p:txBody>
        </p:sp>
      </p:grpSp>
      <p:sp>
        <p:nvSpPr>
          <p:cNvPr id="109" name="Text 105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炭灰橘點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110" name="Text 106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/ 14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38912" y="29260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圖示庫 Icon Library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4508805" y="682752"/>
            <a:ext cx="117043" cy="117043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8912" y="819302"/>
            <a:ext cx="8046720" cy="277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精選 118 個 Material Symbols（Studio 共 521 個）：顏色、粗細跟著風格；每個都是可編輯圖案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8912" y="1170432"/>
            <a:ext cx="365760" cy="43891"/>
          </a:xfrm>
          <a:prstGeom prst="rect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圖示 人員"/>
          <p:cNvSpPr/>
          <p:nvPr/>
        </p:nvSpPr>
        <p:spPr>
          <a:xfrm>
            <a:off x="540100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92537" y="108631"/>
                </a:moveTo>
                <a:cubicBezTo>
                  <a:pt x="85164" y="101425"/>
                  <a:pt x="81477" y="92033"/>
                  <a:pt x="81477" y="80467"/>
                </a:cubicBezTo>
                <a:cubicBezTo>
                  <a:pt x="81477" y="68902"/>
                  <a:pt x="85164" y="59509"/>
                  <a:pt x="92537" y="52304"/>
                </a:cubicBezTo>
                <a:cubicBezTo>
                  <a:pt x="99743" y="44930"/>
                  <a:pt x="109135" y="41243"/>
                  <a:pt x="120701" y="41243"/>
                </a:cubicBezTo>
                <a:cubicBezTo>
                  <a:pt x="132266" y="41243"/>
                  <a:pt x="141659" y="44930"/>
                  <a:pt x="148864" y="52304"/>
                </a:cubicBezTo>
                <a:cubicBezTo>
                  <a:pt x="156238" y="59509"/>
                  <a:pt x="159932" y="68902"/>
                  <a:pt x="159932" y="80467"/>
                </a:cubicBezTo>
                <a:cubicBezTo>
                  <a:pt x="159932" y="92033"/>
                  <a:pt x="156238" y="101425"/>
                  <a:pt x="148864" y="108631"/>
                </a:cubicBezTo>
                <a:cubicBezTo>
                  <a:pt x="141659" y="116004"/>
                  <a:pt x="132266" y="119699"/>
                  <a:pt x="120701" y="119699"/>
                </a:cubicBezTo>
                <a:cubicBezTo>
                  <a:pt x="109135" y="119699"/>
                  <a:pt x="99743" y="116004"/>
                  <a:pt x="92537" y="108631"/>
                </a:cubicBezTo>
                <a:close/>
                <a:moveTo>
                  <a:pt x="38727" y="186333"/>
                </a:moveTo>
                <a:lnTo>
                  <a:pt x="38727" y="178286"/>
                </a:lnTo>
                <a:cubicBezTo>
                  <a:pt x="38727" y="171578"/>
                  <a:pt x="40402" y="165879"/>
                  <a:pt x="43752" y="161183"/>
                </a:cubicBezTo>
                <a:cubicBezTo>
                  <a:pt x="47110" y="156326"/>
                  <a:pt x="51382" y="152639"/>
                  <a:pt x="56576" y="150123"/>
                </a:cubicBezTo>
                <a:cubicBezTo>
                  <a:pt x="67980" y="145090"/>
                  <a:pt x="78872" y="141322"/>
                  <a:pt x="89267" y="138806"/>
                </a:cubicBezTo>
                <a:cubicBezTo>
                  <a:pt x="99662" y="136289"/>
                  <a:pt x="110138" y="135031"/>
                  <a:pt x="120701" y="135031"/>
                </a:cubicBezTo>
                <a:cubicBezTo>
                  <a:pt x="131264" y="135031"/>
                  <a:pt x="141739" y="136377"/>
                  <a:pt x="152134" y="139055"/>
                </a:cubicBezTo>
                <a:cubicBezTo>
                  <a:pt x="162361" y="141571"/>
                  <a:pt x="173173" y="145258"/>
                  <a:pt x="184570" y="150123"/>
                </a:cubicBezTo>
                <a:cubicBezTo>
                  <a:pt x="189939" y="152639"/>
                  <a:pt x="194292" y="156238"/>
                  <a:pt x="197649" y="160934"/>
                </a:cubicBezTo>
                <a:cubicBezTo>
                  <a:pt x="201000" y="165799"/>
                  <a:pt x="202675" y="171578"/>
                  <a:pt x="202675" y="178286"/>
                </a:cubicBezTo>
                <a:lnTo>
                  <a:pt x="202675" y="186333"/>
                </a:lnTo>
                <a:cubicBezTo>
                  <a:pt x="202675" y="191029"/>
                  <a:pt x="201000" y="195052"/>
                  <a:pt x="197649" y="198403"/>
                </a:cubicBezTo>
                <a:cubicBezTo>
                  <a:pt x="194460" y="201753"/>
                  <a:pt x="190437" y="203428"/>
                  <a:pt x="185579" y="203428"/>
                </a:cubicBezTo>
                <a:lnTo>
                  <a:pt x="55822" y="203428"/>
                </a:lnTo>
                <a:cubicBezTo>
                  <a:pt x="51133" y="203428"/>
                  <a:pt x="47110" y="201753"/>
                  <a:pt x="43752" y="198403"/>
                </a:cubicBezTo>
                <a:cubicBezTo>
                  <a:pt x="40402" y="195052"/>
                  <a:pt x="38727" y="191029"/>
                  <a:pt x="38727" y="186333"/>
                </a:cubicBezTo>
                <a:close/>
                <a:moveTo>
                  <a:pt x="55822" y="186333"/>
                </a:moveTo>
                <a:lnTo>
                  <a:pt x="185579" y="186333"/>
                </a:lnTo>
                <a:lnTo>
                  <a:pt x="185579" y="178535"/>
                </a:lnTo>
                <a:cubicBezTo>
                  <a:pt x="185579" y="175857"/>
                  <a:pt x="184738" y="173253"/>
                  <a:pt x="183063" y="170744"/>
                </a:cubicBezTo>
                <a:cubicBezTo>
                  <a:pt x="181556" y="168396"/>
                  <a:pt x="179625" y="166633"/>
                  <a:pt x="177277" y="165463"/>
                </a:cubicBezTo>
                <a:cubicBezTo>
                  <a:pt x="166721" y="160430"/>
                  <a:pt x="156992" y="156992"/>
                  <a:pt x="148111" y="155148"/>
                </a:cubicBezTo>
                <a:cubicBezTo>
                  <a:pt x="139391" y="153136"/>
                  <a:pt x="130254" y="152134"/>
                  <a:pt x="120701" y="152134"/>
                </a:cubicBezTo>
                <a:cubicBezTo>
                  <a:pt x="111147" y="152134"/>
                  <a:pt x="101923" y="153136"/>
                  <a:pt x="93042" y="155148"/>
                </a:cubicBezTo>
                <a:cubicBezTo>
                  <a:pt x="83986" y="156992"/>
                  <a:pt x="74264" y="160430"/>
                  <a:pt x="63869" y="165463"/>
                </a:cubicBezTo>
                <a:cubicBezTo>
                  <a:pt x="61521" y="166633"/>
                  <a:pt x="59597" y="168396"/>
                  <a:pt x="58090" y="170744"/>
                </a:cubicBezTo>
                <a:cubicBezTo>
                  <a:pt x="56576" y="173253"/>
                  <a:pt x="55822" y="175857"/>
                  <a:pt x="55822" y="178535"/>
                </a:cubicBezTo>
                <a:lnTo>
                  <a:pt x="55822" y="186333"/>
                </a:lnTo>
                <a:close/>
                <a:moveTo>
                  <a:pt x="136546" y="96312"/>
                </a:moveTo>
                <a:cubicBezTo>
                  <a:pt x="140737" y="92120"/>
                  <a:pt x="142829" y="86839"/>
                  <a:pt x="142829" y="80467"/>
                </a:cubicBezTo>
                <a:cubicBezTo>
                  <a:pt x="142829" y="74096"/>
                  <a:pt x="140737" y="68814"/>
                  <a:pt x="136546" y="64622"/>
                </a:cubicBezTo>
                <a:cubicBezTo>
                  <a:pt x="132354" y="60431"/>
                  <a:pt x="127072" y="58339"/>
                  <a:pt x="120701" y="58339"/>
                </a:cubicBezTo>
                <a:cubicBezTo>
                  <a:pt x="114329" y="58339"/>
                  <a:pt x="109048" y="60431"/>
                  <a:pt x="104856" y="64622"/>
                </a:cubicBezTo>
                <a:cubicBezTo>
                  <a:pt x="100664" y="68814"/>
                  <a:pt x="98572" y="74096"/>
                  <a:pt x="98572" y="80467"/>
                </a:cubicBezTo>
                <a:cubicBezTo>
                  <a:pt x="98572" y="86839"/>
                  <a:pt x="100664" y="92120"/>
                  <a:pt x="104856" y="96312"/>
                </a:cubicBezTo>
                <a:cubicBezTo>
                  <a:pt x="109048" y="100504"/>
                  <a:pt x="114329" y="102596"/>
                  <a:pt x="120701" y="102596"/>
                </a:cubicBezTo>
                <a:cubicBezTo>
                  <a:pt x="127072" y="102596"/>
                  <a:pt x="132354" y="100504"/>
                  <a:pt x="136546" y="96312"/>
                </a:cubicBezTo>
                <a:close/>
                <a:moveTo>
                  <a:pt x="120701" y="80467"/>
                </a:moveTo>
                <a:close/>
                <a:moveTo>
                  <a:pt x="120701" y="186333"/>
                </a:move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圖說"/>
          <p:cNvSpPr/>
          <p:nvPr/>
        </p:nvSpPr>
        <p:spPr>
          <a:xfrm>
            <a:off x="424282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人員</a:t>
            </a:r>
            <a:endParaRPr lang="en-US" sz="600" dirty="0"/>
          </a:p>
        </p:txBody>
      </p:sp>
      <p:sp>
        <p:nvSpPr>
          <p:cNvPr id="8" name="圖示 團隊"/>
          <p:cNvSpPr/>
          <p:nvPr/>
        </p:nvSpPr>
        <p:spPr>
          <a:xfrm>
            <a:off x="983876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8295" y="178286"/>
                </a:moveTo>
                <a:cubicBezTo>
                  <a:pt x="8295" y="172083"/>
                  <a:pt x="9810" y="166465"/>
                  <a:pt x="12824" y="161439"/>
                </a:cubicBezTo>
                <a:cubicBezTo>
                  <a:pt x="16013" y="156406"/>
                  <a:pt x="20453" y="152639"/>
                  <a:pt x="26152" y="150123"/>
                </a:cubicBezTo>
                <a:cubicBezTo>
                  <a:pt x="38390" y="144760"/>
                  <a:pt x="49539" y="140898"/>
                  <a:pt x="59597" y="138557"/>
                </a:cubicBezTo>
                <a:cubicBezTo>
                  <a:pt x="69487" y="136209"/>
                  <a:pt x="79626" y="135031"/>
                  <a:pt x="90021" y="135031"/>
                </a:cubicBezTo>
                <a:cubicBezTo>
                  <a:pt x="100752" y="135031"/>
                  <a:pt x="110979" y="136209"/>
                  <a:pt x="120701" y="138557"/>
                </a:cubicBezTo>
                <a:cubicBezTo>
                  <a:pt x="130591" y="140898"/>
                  <a:pt x="141659" y="144760"/>
                  <a:pt x="153897" y="150123"/>
                </a:cubicBezTo>
                <a:cubicBezTo>
                  <a:pt x="159596" y="152639"/>
                  <a:pt x="164036" y="156406"/>
                  <a:pt x="167218" y="161439"/>
                </a:cubicBezTo>
                <a:cubicBezTo>
                  <a:pt x="170576" y="166465"/>
                  <a:pt x="172251" y="172083"/>
                  <a:pt x="172251" y="178286"/>
                </a:cubicBezTo>
                <a:lnTo>
                  <a:pt x="172251" y="186333"/>
                </a:lnTo>
                <a:cubicBezTo>
                  <a:pt x="172251" y="191029"/>
                  <a:pt x="170576" y="195052"/>
                  <a:pt x="167218" y="198403"/>
                </a:cubicBezTo>
                <a:cubicBezTo>
                  <a:pt x="163868" y="201753"/>
                  <a:pt x="159764" y="203428"/>
                  <a:pt x="154899" y="203428"/>
                </a:cubicBezTo>
                <a:lnTo>
                  <a:pt x="25398" y="203428"/>
                </a:lnTo>
                <a:cubicBezTo>
                  <a:pt x="20534" y="203428"/>
                  <a:pt x="16430" y="201753"/>
                  <a:pt x="13080" y="198403"/>
                </a:cubicBezTo>
                <a:cubicBezTo>
                  <a:pt x="9722" y="195052"/>
                  <a:pt x="8047" y="191029"/>
                  <a:pt x="8047" y="186333"/>
                </a:cubicBezTo>
                <a:lnTo>
                  <a:pt x="8047" y="178286"/>
                </a:lnTo>
                <a:close/>
                <a:moveTo>
                  <a:pt x="216003" y="203428"/>
                </a:moveTo>
                <a:lnTo>
                  <a:pt x="182814" y="203428"/>
                </a:lnTo>
                <a:cubicBezTo>
                  <a:pt x="183985" y="200583"/>
                  <a:pt x="184994" y="197818"/>
                  <a:pt x="185828" y="195133"/>
                </a:cubicBezTo>
                <a:cubicBezTo>
                  <a:pt x="186838" y="192280"/>
                  <a:pt x="187335" y="189347"/>
                  <a:pt x="187335" y="186333"/>
                </a:cubicBezTo>
                <a:lnTo>
                  <a:pt x="187335" y="178535"/>
                </a:lnTo>
                <a:cubicBezTo>
                  <a:pt x="187335" y="167811"/>
                  <a:pt x="184906" y="159003"/>
                  <a:pt x="180049" y="152134"/>
                </a:cubicBezTo>
                <a:cubicBezTo>
                  <a:pt x="175184" y="145258"/>
                  <a:pt x="167642" y="139479"/>
                  <a:pt x="157416" y="134783"/>
                </a:cubicBezTo>
                <a:cubicBezTo>
                  <a:pt x="168813" y="136289"/>
                  <a:pt x="179625" y="138221"/>
                  <a:pt x="189851" y="140569"/>
                </a:cubicBezTo>
                <a:cubicBezTo>
                  <a:pt x="200246" y="143078"/>
                  <a:pt x="208630" y="145931"/>
                  <a:pt x="215001" y="149113"/>
                </a:cubicBezTo>
                <a:cubicBezTo>
                  <a:pt x="220531" y="152302"/>
                  <a:pt x="224972" y="156406"/>
                  <a:pt x="228329" y="161439"/>
                </a:cubicBezTo>
                <a:cubicBezTo>
                  <a:pt x="231680" y="166465"/>
                  <a:pt x="233355" y="172163"/>
                  <a:pt x="233355" y="178535"/>
                </a:cubicBezTo>
                <a:lnTo>
                  <a:pt x="233355" y="186333"/>
                </a:lnTo>
                <a:cubicBezTo>
                  <a:pt x="233355" y="191029"/>
                  <a:pt x="231680" y="195052"/>
                  <a:pt x="228329" y="198403"/>
                </a:cubicBezTo>
                <a:cubicBezTo>
                  <a:pt x="224972" y="201753"/>
                  <a:pt x="220868" y="203428"/>
                  <a:pt x="216003" y="203428"/>
                </a:cubicBezTo>
                <a:close/>
                <a:moveTo>
                  <a:pt x="62362" y="108879"/>
                </a:moveTo>
                <a:cubicBezTo>
                  <a:pt x="55325" y="101674"/>
                  <a:pt x="51799" y="92457"/>
                  <a:pt x="51799" y="81221"/>
                </a:cubicBezTo>
                <a:cubicBezTo>
                  <a:pt x="51799" y="69824"/>
                  <a:pt x="55325" y="60599"/>
                  <a:pt x="62362" y="53562"/>
                </a:cubicBezTo>
                <a:cubicBezTo>
                  <a:pt x="69568" y="46349"/>
                  <a:pt x="78792" y="42750"/>
                  <a:pt x="90021" y="42750"/>
                </a:cubicBezTo>
                <a:cubicBezTo>
                  <a:pt x="101425" y="42750"/>
                  <a:pt x="110723" y="46349"/>
                  <a:pt x="117936" y="53562"/>
                </a:cubicBezTo>
                <a:cubicBezTo>
                  <a:pt x="125141" y="60599"/>
                  <a:pt x="128748" y="69824"/>
                  <a:pt x="128748" y="81221"/>
                </a:cubicBezTo>
                <a:cubicBezTo>
                  <a:pt x="128748" y="92457"/>
                  <a:pt x="125141" y="101674"/>
                  <a:pt x="117936" y="108879"/>
                </a:cubicBezTo>
                <a:cubicBezTo>
                  <a:pt x="110723" y="116092"/>
                  <a:pt x="101506" y="119699"/>
                  <a:pt x="90277" y="119699"/>
                </a:cubicBezTo>
                <a:cubicBezTo>
                  <a:pt x="78872" y="119699"/>
                  <a:pt x="69568" y="116092"/>
                  <a:pt x="62362" y="108879"/>
                </a:cubicBezTo>
                <a:close/>
                <a:moveTo>
                  <a:pt x="172251" y="108879"/>
                </a:moveTo>
                <a:cubicBezTo>
                  <a:pt x="165038" y="116092"/>
                  <a:pt x="155741" y="119699"/>
                  <a:pt x="144336" y="119699"/>
                </a:cubicBezTo>
                <a:cubicBezTo>
                  <a:pt x="142493" y="119699"/>
                  <a:pt x="140481" y="119530"/>
                  <a:pt x="138301" y="119194"/>
                </a:cubicBezTo>
                <a:cubicBezTo>
                  <a:pt x="135953" y="119026"/>
                  <a:pt x="133861" y="118521"/>
                  <a:pt x="132017" y="117687"/>
                </a:cubicBezTo>
                <a:cubicBezTo>
                  <a:pt x="136041" y="113495"/>
                  <a:pt x="139142" y="108294"/>
                  <a:pt x="141322" y="102091"/>
                </a:cubicBezTo>
                <a:cubicBezTo>
                  <a:pt x="143334" y="95888"/>
                  <a:pt x="144336" y="88931"/>
                  <a:pt x="144336" y="81221"/>
                </a:cubicBezTo>
                <a:cubicBezTo>
                  <a:pt x="144336" y="73510"/>
                  <a:pt x="143334" y="66722"/>
                  <a:pt x="141322" y="60855"/>
                </a:cubicBezTo>
                <a:cubicBezTo>
                  <a:pt x="139142" y="54988"/>
                  <a:pt x="136041" y="49539"/>
                  <a:pt x="132017" y="44506"/>
                </a:cubicBezTo>
                <a:cubicBezTo>
                  <a:pt x="133861" y="44008"/>
                  <a:pt x="135873" y="43584"/>
                  <a:pt x="138052" y="43255"/>
                </a:cubicBezTo>
                <a:cubicBezTo>
                  <a:pt x="140401" y="42918"/>
                  <a:pt x="142493" y="42750"/>
                  <a:pt x="144336" y="42750"/>
                </a:cubicBezTo>
                <a:cubicBezTo>
                  <a:pt x="155741" y="42750"/>
                  <a:pt x="164958" y="46349"/>
                  <a:pt x="172002" y="53562"/>
                </a:cubicBezTo>
                <a:cubicBezTo>
                  <a:pt x="179208" y="60767"/>
                  <a:pt x="182814" y="69992"/>
                  <a:pt x="182814" y="81221"/>
                </a:cubicBezTo>
                <a:cubicBezTo>
                  <a:pt x="182814" y="92457"/>
                  <a:pt x="179208" y="101674"/>
                  <a:pt x="172002" y="108879"/>
                </a:cubicBezTo>
                <a:close/>
                <a:moveTo>
                  <a:pt x="25398" y="186333"/>
                </a:moveTo>
                <a:lnTo>
                  <a:pt x="154899" y="186333"/>
                </a:lnTo>
                <a:lnTo>
                  <a:pt x="154899" y="178535"/>
                </a:lnTo>
                <a:cubicBezTo>
                  <a:pt x="154899" y="175857"/>
                  <a:pt x="154146" y="173253"/>
                  <a:pt x="152639" y="170744"/>
                </a:cubicBezTo>
                <a:cubicBezTo>
                  <a:pt x="150956" y="168228"/>
                  <a:pt x="148945" y="166465"/>
                  <a:pt x="146604" y="165463"/>
                </a:cubicBezTo>
                <a:cubicBezTo>
                  <a:pt x="134702" y="160261"/>
                  <a:pt x="124724" y="156743"/>
                  <a:pt x="116677" y="154899"/>
                </a:cubicBezTo>
                <a:cubicBezTo>
                  <a:pt x="108631" y="153056"/>
                  <a:pt x="99743" y="152134"/>
                  <a:pt x="90021" y="152134"/>
                </a:cubicBezTo>
                <a:cubicBezTo>
                  <a:pt x="80635" y="152134"/>
                  <a:pt x="71835" y="153056"/>
                  <a:pt x="63620" y="154899"/>
                </a:cubicBezTo>
                <a:cubicBezTo>
                  <a:pt x="55237" y="156743"/>
                  <a:pt x="45179" y="160261"/>
                  <a:pt x="33445" y="165463"/>
                </a:cubicBezTo>
                <a:cubicBezTo>
                  <a:pt x="31097" y="166465"/>
                  <a:pt x="29173" y="168228"/>
                  <a:pt x="27659" y="170744"/>
                </a:cubicBezTo>
                <a:cubicBezTo>
                  <a:pt x="26152" y="173253"/>
                  <a:pt x="25398" y="175857"/>
                  <a:pt x="25398" y="178535"/>
                </a:cubicBezTo>
                <a:lnTo>
                  <a:pt x="25398" y="186333"/>
                </a:lnTo>
                <a:close/>
                <a:moveTo>
                  <a:pt x="105866" y="97065"/>
                </a:moveTo>
                <a:cubicBezTo>
                  <a:pt x="110057" y="92874"/>
                  <a:pt x="112149" y="87592"/>
                  <a:pt x="112149" y="81221"/>
                </a:cubicBezTo>
                <a:cubicBezTo>
                  <a:pt x="112149" y="74849"/>
                  <a:pt x="110057" y="69568"/>
                  <a:pt x="105866" y="65383"/>
                </a:cubicBezTo>
                <a:cubicBezTo>
                  <a:pt x="101842" y="61192"/>
                  <a:pt x="96641" y="59092"/>
                  <a:pt x="90277" y="59092"/>
                </a:cubicBezTo>
                <a:cubicBezTo>
                  <a:pt x="83905" y="59092"/>
                  <a:pt x="78624" y="61192"/>
                  <a:pt x="74432" y="65383"/>
                </a:cubicBezTo>
                <a:cubicBezTo>
                  <a:pt x="70241" y="69568"/>
                  <a:pt x="68148" y="74849"/>
                  <a:pt x="68148" y="81221"/>
                </a:cubicBezTo>
                <a:cubicBezTo>
                  <a:pt x="68148" y="87592"/>
                  <a:pt x="70241" y="92874"/>
                  <a:pt x="74432" y="97065"/>
                </a:cubicBezTo>
                <a:cubicBezTo>
                  <a:pt x="78624" y="101089"/>
                  <a:pt x="83905" y="103100"/>
                  <a:pt x="90277" y="103100"/>
                </a:cubicBezTo>
                <a:cubicBezTo>
                  <a:pt x="96641" y="103100"/>
                  <a:pt x="101842" y="101089"/>
                  <a:pt x="105866" y="97065"/>
                </a:cubicBezTo>
                <a:close/>
                <a:moveTo>
                  <a:pt x="90021" y="186333"/>
                </a:moveTo>
                <a:close/>
                <a:moveTo>
                  <a:pt x="90021" y="81221"/>
                </a:move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圖說"/>
          <p:cNvSpPr/>
          <p:nvPr/>
        </p:nvSpPr>
        <p:spPr>
          <a:xfrm>
            <a:off x="868058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團隊</a:t>
            </a:r>
            <a:endParaRPr lang="en-US" sz="600" dirty="0"/>
          </a:p>
        </p:txBody>
      </p:sp>
      <p:sp>
        <p:nvSpPr>
          <p:cNvPr id="10" name="圖示 部門"/>
          <p:cNvSpPr/>
          <p:nvPr/>
        </p:nvSpPr>
        <p:spPr>
          <a:xfrm>
            <a:off x="1427653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7798" y="181805"/>
                </a:moveTo>
                <a:cubicBezTo>
                  <a:pt x="5450" y="181805"/>
                  <a:pt x="3438" y="180971"/>
                  <a:pt x="1763" y="179288"/>
                </a:cubicBezTo>
                <a:cubicBezTo>
                  <a:pt x="80" y="177613"/>
                  <a:pt x="-753" y="175601"/>
                  <a:pt x="-753" y="173253"/>
                </a:cubicBezTo>
                <a:lnTo>
                  <a:pt x="-753" y="167723"/>
                </a:lnTo>
                <a:cubicBezTo>
                  <a:pt x="-753" y="161015"/>
                  <a:pt x="2765" y="155572"/>
                  <a:pt x="9810" y="151381"/>
                </a:cubicBezTo>
                <a:cubicBezTo>
                  <a:pt x="17015" y="147189"/>
                  <a:pt x="26320" y="145090"/>
                  <a:pt x="37717" y="145090"/>
                </a:cubicBezTo>
                <a:cubicBezTo>
                  <a:pt x="39561" y="145090"/>
                  <a:pt x="41324" y="145177"/>
                  <a:pt x="42999" y="145346"/>
                </a:cubicBezTo>
                <a:cubicBezTo>
                  <a:pt x="44674" y="145346"/>
                  <a:pt x="46269" y="145426"/>
                  <a:pt x="47776" y="145594"/>
                </a:cubicBezTo>
                <a:cubicBezTo>
                  <a:pt x="46437" y="148616"/>
                  <a:pt x="45427" y="151717"/>
                  <a:pt x="44762" y="154899"/>
                </a:cubicBezTo>
                <a:cubicBezTo>
                  <a:pt x="44089" y="158081"/>
                  <a:pt x="43752" y="161351"/>
                  <a:pt x="43752" y="164709"/>
                </a:cubicBezTo>
                <a:lnTo>
                  <a:pt x="43752" y="181805"/>
                </a:lnTo>
                <a:lnTo>
                  <a:pt x="7798" y="181805"/>
                </a:lnTo>
                <a:close/>
                <a:moveTo>
                  <a:pt x="68148" y="181805"/>
                </a:moveTo>
                <a:cubicBezTo>
                  <a:pt x="65800" y="181805"/>
                  <a:pt x="63789" y="180971"/>
                  <a:pt x="62113" y="179288"/>
                </a:cubicBezTo>
                <a:cubicBezTo>
                  <a:pt x="60431" y="177613"/>
                  <a:pt x="59597" y="175601"/>
                  <a:pt x="59597" y="173253"/>
                </a:cubicBezTo>
                <a:lnTo>
                  <a:pt x="59597" y="164709"/>
                </a:lnTo>
                <a:cubicBezTo>
                  <a:pt x="59597" y="159171"/>
                  <a:pt x="61104" y="154146"/>
                  <a:pt x="64125" y="149618"/>
                </a:cubicBezTo>
                <a:cubicBezTo>
                  <a:pt x="66971" y="145090"/>
                  <a:pt x="71162" y="141154"/>
                  <a:pt x="76693" y="137804"/>
                </a:cubicBezTo>
                <a:cubicBezTo>
                  <a:pt x="82062" y="134446"/>
                  <a:pt x="88514" y="131849"/>
                  <a:pt x="96056" y="130006"/>
                </a:cubicBezTo>
                <a:cubicBezTo>
                  <a:pt x="103605" y="128331"/>
                  <a:pt x="111813" y="127489"/>
                  <a:pt x="120701" y="127489"/>
                </a:cubicBezTo>
                <a:cubicBezTo>
                  <a:pt x="129757" y="127489"/>
                  <a:pt x="138052" y="128331"/>
                  <a:pt x="145594" y="130006"/>
                </a:cubicBezTo>
                <a:cubicBezTo>
                  <a:pt x="152968" y="131849"/>
                  <a:pt x="159427" y="134446"/>
                  <a:pt x="164958" y="137804"/>
                </a:cubicBezTo>
                <a:cubicBezTo>
                  <a:pt x="170320" y="141154"/>
                  <a:pt x="174511" y="145090"/>
                  <a:pt x="177533" y="149618"/>
                </a:cubicBezTo>
                <a:cubicBezTo>
                  <a:pt x="180378" y="154146"/>
                  <a:pt x="181805" y="159171"/>
                  <a:pt x="181805" y="164709"/>
                </a:cubicBezTo>
                <a:lnTo>
                  <a:pt x="181805" y="173253"/>
                </a:lnTo>
                <a:cubicBezTo>
                  <a:pt x="181805" y="175601"/>
                  <a:pt x="180971" y="177613"/>
                  <a:pt x="179288" y="179288"/>
                </a:cubicBezTo>
                <a:cubicBezTo>
                  <a:pt x="177613" y="180971"/>
                  <a:pt x="175601" y="181805"/>
                  <a:pt x="173253" y="181805"/>
                </a:cubicBezTo>
                <a:lnTo>
                  <a:pt x="68148" y="181805"/>
                </a:lnTo>
                <a:close/>
                <a:moveTo>
                  <a:pt x="197649" y="181805"/>
                </a:moveTo>
                <a:lnTo>
                  <a:pt x="197649" y="164709"/>
                </a:lnTo>
                <a:cubicBezTo>
                  <a:pt x="197649" y="161183"/>
                  <a:pt x="197393" y="157921"/>
                  <a:pt x="196896" y="154899"/>
                </a:cubicBezTo>
                <a:cubicBezTo>
                  <a:pt x="196223" y="151717"/>
                  <a:pt x="195213" y="148616"/>
                  <a:pt x="193875" y="145594"/>
                </a:cubicBezTo>
                <a:cubicBezTo>
                  <a:pt x="195382" y="145426"/>
                  <a:pt x="196976" y="145346"/>
                  <a:pt x="198652" y="145346"/>
                </a:cubicBezTo>
                <a:cubicBezTo>
                  <a:pt x="200327" y="145177"/>
                  <a:pt x="202009" y="145090"/>
                  <a:pt x="203684" y="145090"/>
                </a:cubicBezTo>
                <a:cubicBezTo>
                  <a:pt x="215250" y="145090"/>
                  <a:pt x="224555" y="147189"/>
                  <a:pt x="231592" y="151381"/>
                </a:cubicBezTo>
                <a:cubicBezTo>
                  <a:pt x="238636" y="155404"/>
                  <a:pt x="242155" y="160854"/>
                  <a:pt x="242155" y="167723"/>
                </a:cubicBezTo>
                <a:lnTo>
                  <a:pt x="242155" y="173253"/>
                </a:lnTo>
                <a:cubicBezTo>
                  <a:pt x="242155" y="175601"/>
                  <a:pt x="241321" y="177613"/>
                  <a:pt x="239639" y="179288"/>
                </a:cubicBezTo>
                <a:cubicBezTo>
                  <a:pt x="237963" y="180971"/>
                  <a:pt x="235952" y="181805"/>
                  <a:pt x="233604" y="181805"/>
                </a:cubicBezTo>
                <a:lnTo>
                  <a:pt x="197649" y="181805"/>
                </a:lnTo>
                <a:close/>
                <a:moveTo>
                  <a:pt x="76693" y="165463"/>
                </a:moveTo>
                <a:lnTo>
                  <a:pt x="164709" y="165463"/>
                </a:lnTo>
                <a:lnTo>
                  <a:pt x="164709" y="163956"/>
                </a:lnTo>
                <a:cubicBezTo>
                  <a:pt x="164373" y="157921"/>
                  <a:pt x="160093" y="153056"/>
                  <a:pt x="151885" y="149369"/>
                </a:cubicBezTo>
                <a:cubicBezTo>
                  <a:pt x="143839" y="145682"/>
                  <a:pt x="133444" y="143839"/>
                  <a:pt x="120701" y="143839"/>
                </a:cubicBezTo>
                <a:cubicBezTo>
                  <a:pt x="107958" y="143839"/>
                  <a:pt x="97570" y="145682"/>
                  <a:pt x="89523" y="149369"/>
                </a:cubicBezTo>
                <a:cubicBezTo>
                  <a:pt x="81308" y="153224"/>
                  <a:pt x="77029" y="158169"/>
                  <a:pt x="76693" y="164204"/>
                </a:cubicBezTo>
                <a:lnTo>
                  <a:pt x="76693" y="165463"/>
                </a:lnTo>
                <a:close/>
                <a:moveTo>
                  <a:pt x="37717" y="137804"/>
                </a:moveTo>
                <a:cubicBezTo>
                  <a:pt x="32692" y="137804"/>
                  <a:pt x="28412" y="136041"/>
                  <a:pt x="24894" y="132522"/>
                </a:cubicBezTo>
                <a:cubicBezTo>
                  <a:pt x="21375" y="128996"/>
                  <a:pt x="19612" y="124724"/>
                  <a:pt x="19612" y="119699"/>
                </a:cubicBezTo>
                <a:cubicBezTo>
                  <a:pt x="19612" y="114666"/>
                  <a:pt x="21375" y="110394"/>
                  <a:pt x="24894" y="106868"/>
                </a:cubicBezTo>
                <a:cubicBezTo>
                  <a:pt x="28412" y="103349"/>
                  <a:pt x="32692" y="101593"/>
                  <a:pt x="37717" y="101593"/>
                </a:cubicBezTo>
                <a:cubicBezTo>
                  <a:pt x="42750" y="101593"/>
                  <a:pt x="47022" y="103349"/>
                  <a:pt x="50541" y="106868"/>
                </a:cubicBezTo>
                <a:cubicBezTo>
                  <a:pt x="54067" y="110394"/>
                  <a:pt x="55822" y="114666"/>
                  <a:pt x="55822" y="119699"/>
                </a:cubicBezTo>
                <a:cubicBezTo>
                  <a:pt x="55822" y="124724"/>
                  <a:pt x="54067" y="128996"/>
                  <a:pt x="50541" y="132522"/>
                </a:cubicBezTo>
                <a:cubicBezTo>
                  <a:pt x="47022" y="136041"/>
                  <a:pt x="42750" y="137804"/>
                  <a:pt x="37717" y="137804"/>
                </a:cubicBezTo>
                <a:close/>
                <a:moveTo>
                  <a:pt x="203684" y="137804"/>
                </a:moveTo>
                <a:cubicBezTo>
                  <a:pt x="198652" y="137804"/>
                  <a:pt x="194379" y="136041"/>
                  <a:pt x="190861" y="132522"/>
                </a:cubicBezTo>
                <a:cubicBezTo>
                  <a:pt x="187335" y="128996"/>
                  <a:pt x="185579" y="124724"/>
                  <a:pt x="185579" y="119699"/>
                </a:cubicBezTo>
                <a:cubicBezTo>
                  <a:pt x="185579" y="114666"/>
                  <a:pt x="187335" y="110394"/>
                  <a:pt x="190861" y="106868"/>
                </a:cubicBezTo>
                <a:cubicBezTo>
                  <a:pt x="194379" y="103349"/>
                  <a:pt x="198652" y="101593"/>
                  <a:pt x="203684" y="101593"/>
                </a:cubicBezTo>
                <a:cubicBezTo>
                  <a:pt x="208710" y="101593"/>
                  <a:pt x="212989" y="103349"/>
                  <a:pt x="216508" y="106868"/>
                </a:cubicBezTo>
                <a:cubicBezTo>
                  <a:pt x="220027" y="110394"/>
                  <a:pt x="221790" y="114666"/>
                  <a:pt x="221790" y="119699"/>
                </a:cubicBezTo>
                <a:cubicBezTo>
                  <a:pt x="221790" y="124724"/>
                  <a:pt x="220027" y="128996"/>
                  <a:pt x="216508" y="132522"/>
                </a:cubicBezTo>
                <a:cubicBezTo>
                  <a:pt x="212989" y="136041"/>
                  <a:pt x="208710" y="137804"/>
                  <a:pt x="203684" y="137804"/>
                </a:cubicBezTo>
                <a:close/>
                <a:moveTo>
                  <a:pt x="120701" y="119947"/>
                </a:moveTo>
                <a:cubicBezTo>
                  <a:pt x="112149" y="119947"/>
                  <a:pt x="104856" y="117014"/>
                  <a:pt x="98821" y="111147"/>
                </a:cubicBezTo>
                <a:cubicBezTo>
                  <a:pt x="92786" y="105112"/>
                  <a:pt x="89772" y="97731"/>
                  <a:pt x="89772" y="89019"/>
                </a:cubicBezTo>
                <a:cubicBezTo>
                  <a:pt x="89772" y="80299"/>
                  <a:pt x="92786" y="73006"/>
                  <a:pt x="98821" y="67139"/>
                </a:cubicBezTo>
                <a:cubicBezTo>
                  <a:pt x="104856" y="61272"/>
                  <a:pt x="112149" y="58339"/>
                  <a:pt x="120701" y="58339"/>
                </a:cubicBezTo>
                <a:cubicBezTo>
                  <a:pt x="129421" y="58339"/>
                  <a:pt x="136794" y="61272"/>
                  <a:pt x="142829" y="67139"/>
                </a:cubicBezTo>
                <a:cubicBezTo>
                  <a:pt x="148696" y="73006"/>
                  <a:pt x="151629" y="80299"/>
                  <a:pt x="151629" y="89019"/>
                </a:cubicBezTo>
                <a:cubicBezTo>
                  <a:pt x="151629" y="97731"/>
                  <a:pt x="148696" y="105112"/>
                  <a:pt x="142829" y="111147"/>
                </a:cubicBezTo>
                <a:cubicBezTo>
                  <a:pt x="136794" y="117014"/>
                  <a:pt x="129421" y="119947"/>
                  <a:pt x="120701" y="119947"/>
                </a:cubicBezTo>
                <a:close/>
                <a:moveTo>
                  <a:pt x="120701" y="103854"/>
                </a:moveTo>
                <a:cubicBezTo>
                  <a:pt x="124892" y="103854"/>
                  <a:pt x="128411" y="102427"/>
                  <a:pt x="131264" y="99582"/>
                </a:cubicBezTo>
                <a:cubicBezTo>
                  <a:pt x="133941" y="96729"/>
                  <a:pt x="135287" y="93210"/>
                  <a:pt x="135287" y="89019"/>
                </a:cubicBezTo>
                <a:cubicBezTo>
                  <a:pt x="135287" y="84827"/>
                  <a:pt x="133941" y="81389"/>
                  <a:pt x="131264" y="78704"/>
                </a:cubicBezTo>
                <a:cubicBezTo>
                  <a:pt x="128411" y="75859"/>
                  <a:pt x="124892" y="74432"/>
                  <a:pt x="120701" y="74432"/>
                </a:cubicBezTo>
                <a:cubicBezTo>
                  <a:pt x="116677" y="74432"/>
                  <a:pt x="113239" y="75859"/>
                  <a:pt x="110394" y="78704"/>
                </a:cubicBezTo>
                <a:cubicBezTo>
                  <a:pt x="107541" y="81389"/>
                  <a:pt x="106114" y="84827"/>
                  <a:pt x="106114" y="89019"/>
                </a:cubicBezTo>
                <a:cubicBezTo>
                  <a:pt x="106114" y="93210"/>
                  <a:pt x="107541" y="96729"/>
                  <a:pt x="110394" y="99582"/>
                </a:cubicBezTo>
                <a:cubicBezTo>
                  <a:pt x="113071" y="102427"/>
                  <a:pt x="116509" y="103854"/>
                  <a:pt x="120701" y="103854"/>
                </a:cubicBezTo>
                <a:close/>
                <a:moveTo>
                  <a:pt x="120701" y="165463"/>
                </a:moveTo>
                <a:close/>
                <a:moveTo>
                  <a:pt x="120701" y="89267"/>
                </a:move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圖說"/>
          <p:cNvSpPr/>
          <p:nvPr/>
        </p:nvSpPr>
        <p:spPr>
          <a:xfrm>
            <a:off x="1311835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部門</a:t>
            </a:r>
            <a:endParaRPr lang="en-US" sz="600" dirty="0"/>
          </a:p>
        </p:txBody>
      </p:sp>
      <p:sp>
        <p:nvSpPr>
          <p:cNvPr id="12" name="圖示 員工"/>
          <p:cNvSpPr/>
          <p:nvPr/>
        </p:nvSpPr>
        <p:spPr>
          <a:xfrm>
            <a:off x="1871429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8339" y="179793"/>
                </a:moveTo>
                <a:lnTo>
                  <a:pt x="118440" y="179793"/>
                </a:lnTo>
                <a:lnTo>
                  <a:pt x="118440" y="176274"/>
                </a:lnTo>
                <a:cubicBezTo>
                  <a:pt x="118440" y="173253"/>
                  <a:pt x="117687" y="170576"/>
                  <a:pt x="116173" y="168228"/>
                </a:cubicBezTo>
                <a:cubicBezTo>
                  <a:pt x="114666" y="165879"/>
                  <a:pt x="112735" y="164285"/>
                  <a:pt x="110394" y="163451"/>
                </a:cubicBezTo>
                <a:cubicBezTo>
                  <a:pt x="105024" y="161607"/>
                  <a:pt x="100833" y="160430"/>
                  <a:pt x="97819" y="159932"/>
                </a:cubicBezTo>
                <a:cubicBezTo>
                  <a:pt x="94798" y="159259"/>
                  <a:pt x="91864" y="158923"/>
                  <a:pt x="89019" y="158923"/>
                </a:cubicBezTo>
                <a:cubicBezTo>
                  <a:pt x="85829" y="158923"/>
                  <a:pt x="82479" y="159340"/>
                  <a:pt x="78960" y="160181"/>
                </a:cubicBezTo>
                <a:cubicBezTo>
                  <a:pt x="75273" y="160854"/>
                  <a:pt x="71162" y="161944"/>
                  <a:pt x="66634" y="163451"/>
                </a:cubicBezTo>
                <a:cubicBezTo>
                  <a:pt x="64125" y="164285"/>
                  <a:pt x="62113" y="165879"/>
                  <a:pt x="60599" y="168228"/>
                </a:cubicBezTo>
                <a:cubicBezTo>
                  <a:pt x="59092" y="170576"/>
                  <a:pt x="58339" y="173253"/>
                  <a:pt x="58339" y="176274"/>
                </a:cubicBezTo>
                <a:lnTo>
                  <a:pt x="58339" y="179793"/>
                </a:lnTo>
                <a:close/>
                <a:moveTo>
                  <a:pt x="149113" y="162946"/>
                </a:moveTo>
                <a:lnTo>
                  <a:pt x="179288" y="162946"/>
                </a:lnTo>
                <a:cubicBezTo>
                  <a:pt x="181132" y="162946"/>
                  <a:pt x="182646" y="162361"/>
                  <a:pt x="183816" y="161183"/>
                </a:cubicBezTo>
                <a:cubicBezTo>
                  <a:pt x="184994" y="160013"/>
                  <a:pt x="185579" y="158506"/>
                  <a:pt x="185579" y="156662"/>
                </a:cubicBezTo>
                <a:cubicBezTo>
                  <a:pt x="185579" y="154819"/>
                  <a:pt x="184994" y="153305"/>
                  <a:pt x="183816" y="152134"/>
                </a:cubicBezTo>
                <a:cubicBezTo>
                  <a:pt x="182646" y="150956"/>
                  <a:pt x="181132" y="150371"/>
                  <a:pt x="179288" y="150371"/>
                </a:cubicBezTo>
                <a:lnTo>
                  <a:pt x="149113" y="150371"/>
                </a:lnTo>
                <a:cubicBezTo>
                  <a:pt x="147270" y="150371"/>
                  <a:pt x="145763" y="150956"/>
                  <a:pt x="144592" y="152134"/>
                </a:cubicBezTo>
                <a:cubicBezTo>
                  <a:pt x="143414" y="153305"/>
                  <a:pt x="142829" y="154819"/>
                  <a:pt x="142829" y="156662"/>
                </a:cubicBezTo>
                <a:cubicBezTo>
                  <a:pt x="142829" y="158506"/>
                  <a:pt x="143414" y="160013"/>
                  <a:pt x="144592" y="161183"/>
                </a:cubicBezTo>
                <a:cubicBezTo>
                  <a:pt x="145763" y="162361"/>
                  <a:pt x="147270" y="162946"/>
                  <a:pt x="149113" y="162946"/>
                </a:cubicBezTo>
                <a:close/>
                <a:moveTo>
                  <a:pt x="98821" y="146604"/>
                </a:moveTo>
                <a:cubicBezTo>
                  <a:pt x="101337" y="143919"/>
                  <a:pt x="102596" y="140649"/>
                  <a:pt x="102596" y="136794"/>
                </a:cubicBezTo>
                <a:cubicBezTo>
                  <a:pt x="102596" y="132939"/>
                  <a:pt x="101337" y="129757"/>
                  <a:pt x="98821" y="127241"/>
                </a:cubicBezTo>
                <a:cubicBezTo>
                  <a:pt x="96144" y="124556"/>
                  <a:pt x="92874" y="123217"/>
                  <a:pt x="89019" y="123217"/>
                </a:cubicBezTo>
                <a:cubicBezTo>
                  <a:pt x="85164" y="123217"/>
                  <a:pt x="81974" y="124556"/>
                  <a:pt x="79465" y="127241"/>
                </a:cubicBezTo>
                <a:cubicBezTo>
                  <a:pt x="76780" y="129757"/>
                  <a:pt x="75442" y="132939"/>
                  <a:pt x="75442" y="136794"/>
                </a:cubicBezTo>
                <a:cubicBezTo>
                  <a:pt x="75442" y="140649"/>
                  <a:pt x="76780" y="143919"/>
                  <a:pt x="79465" y="146604"/>
                </a:cubicBezTo>
                <a:cubicBezTo>
                  <a:pt x="81974" y="149113"/>
                  <a:pt x="85164" y="150371"/>
                  <a:pt x="89019" y="150371"/>
                </a:cubicBezTo>
                <a:cubicBezTo>
                  <a:pt x="92874" y="150371"/>
                  <a:pt x="96144" y="149113"/>
                  <a:pt x="98821" y="146604"/>
                </a:cubicBezTo>
                <a:close/>
                <a:moveTo>
                  <a:pt x="149113" y="134534"/>
                </a:moveTo>
                <a:lnTo>
                  <a:pt x="179288" y="134534"/>
                </a:lnTo>
                <a:cubicBezTo>
                  <a:pt x="181132" y="134534"/>
                  <a:pt x="182646" y="133941"/>
                  <a:pt x="183816" y="132771"/>
                </a:cubicBezTo>
                <a:cubicBezTo>
                  <a:pt x="184994" y="131600"/>
                  <a:pt x="185579" y="130086"/>
                  <a:pt x="185579" y="128243"/>
                </a:cubicBezTo>
                <a:cubicBezTo>
                  <a:pt x="185579" y="126399"/>
                  <a:pt x="184994" y="124892"/>
                  <a:pt x="183816" y="123722"/>
                </a:cubicBezTo>
                <a:cubicBezTo>
                  <a:pt x="182646" y="122544"/>
                  <a:pt x="181132" y="121959"/>
                  <a:pt x="179288" y="121959"/>
                </a:cubicBezTo>
                <a:lnTo>
                  <a:pt x="149113" y="121959"/>
                </a:lnTo>
                <a:cubicBezTo>
                  <a:pt x="147270" y="121959"/>
                  <a:pt x="145763" y="122544"/>
                  <a:pt x="144592" y="123722"/>
                </a:cubicBezTo>
                <a:cubicBezTo>
                  <a:pt x="143414" y="124892"/>
                  <a:pt x="142829" y="126399"/>
                  <a:pt x="142829" y="128243"/>
                </a:cubicBezTo>
                <a:cubicBezTo>
                  <a:pt x="142829" y="130086"/>
                  <a:pt x="143414" y="131600"/>
                  <a:pt x="144592" y="132771"/>
                </a:cubicBezTo>
                <a:cubicBezTo>
                  <a:pt x="145763" y="133941"/>
                  <a:pt x="147270" y="134534"/>
                  <a:pt x="149113" y="134534"/>
                </a:cubicBezTo>
                <a:close/>
                <a:moveTo>
                  <a:pt x="35705" y="222792"/>
                </a:moveTo>
                <a:cubicBezTo>
                  <a:pt x="31185" y="222792"/>
                  <a:pt x="27161" y="221117"/>
                  <a:pt x="23635" y="217766"/>
                </a:cubicBezTo>
                <a:cubicBezTo>
                  <a:pt x="20285" y="214248"/>
                  <a:pt x="18610" y="210224"/>
                  <a:pt x="18610" y="205696"/>
                </a:cubicBezTo>
                <a:lnTo>
                  <a:pt x="18610" y="85997"/>
                </a:lnTo>
                <a:cubicBezTo>
                  <a:pt x="18610" y="81308"/>
                  <a:pt x="20285" y="77285"/>
                  <a:pt x="23635" y="73927"/>
                </a:cubicBezTo>
                <a:cubicBezTo>
                  <a:pt x="27161" y="70577"/>
                  <a:pt x="31185" y="68902"/>
                  <a:pt x="35705" y="68902"/>
                </a:cubicBezTo>
                <a:lnTo>
                  <a:pt x="96561" y="68902"/>
                </a:lnTo>
                <a:lnTo>
                  <a:pt x="96561" y="34703"/>
                </a:lnTo>
                <a:cubicBezTo>
                  <a:pt x="96561" y="30343"/>
                  <a:pt x="98155" y="26569"/>
                  <a:pt x="101337" y="23387"/>
                </a:cubicBezTo>
                <a:cubicBezTo>
                  <a:pt x="104527" y="20197"/>
                  <a:pt x="108294" y="18610"/>
                  <a:pt x="112654" y="18610"/>
                </a:cubicBezTo>
                <a:lnTo>
                  <a:pt x="128748" y="18610"/>
                </a:lnTo>
                <a:cubicBezTo>
                  <a:pt x="133107" y="18610"/>
                  <a:pt x="136875" y="20197"/>
                  <a:pt x="140064" y="23387"/>
                </a:cubicBezTo>
                <a:cubicBezTo>
                  <a:pt x="143246" y="26569"/>
                  <a:pt x="144841" y="30343"/>
                  <a:pt x="144841" y="34703"/>
                </a:cubicBezTo>
                <a:lnTo>
                  <a:pt x="144841" y="68902"/>
                </a:lnTo>
                <a:lnTo>
                  <a:pt x="205696" y="68902"/>
                </a:lnTo>
                <a:cubicBezTo>
                  <a:pt x="210385" y="68902"/>
                  <a:pt x="214409" y="70577"/>
                  <a:pt x="217766" y="73927"/>
                </a:cubicBezTo>
                <a:cubicBezTo>
                  <a:pt x="221117" y="77285"/>
                  <a:pt x="222792" y="81308"/>
                  <a:pt x="222792" y="85997"/>
                </a:cubicBezTo>
                <a:lnTo>
                  <a:pt x="222792" y="205696"/>
                </a:lnTo>
                <a:cubicBezTo>
                  <a:pt x="222792" y="210224"/>
                  <a:pt x="221117" y="214248"/>
                  <a:pt x="217766" y="217766"/>
                </a:cubicBezTo>
                <a:cubicBezTo>
                  <a:pt x="214409" y="221117"/>
                  <a:pt x="210385" y="222792"/>
                  <a:pt x="205696" y="222792"/>
                </a:cubicBezTo>
                <a:lnTo>
                  <a:pt x="35705" y="222792"/>
                </a:lnTo>
                <a:close/>
                <a:moveTo>
                  <a:pt x="35705" y="205696"/>
                </a:moveTo>
                <a:lnTo>
                  <a:pt x="205696" y="205696"/>
                </a:lnTo>
                <a:lnTo>
                  <a:pt x="205696" y="85997"/>
                </a:lnTo>
                <a:lnTo>
                  <a:pt x="144841" y="85997"/>
                </a:lnTo>
                <a:lnTo>
                  <a:pt x="144841" y="93547"/>
                </a:lnTo>
                <a:cubicBezTo>
                  <a:pt x="144673" y="98404"/>
                  <a:pt x="142910" y="102091"/>
                  <a:pt x="139559" y="104607"/>
                </a:cubicBezTo>
                <a:cubicBezTo>
                  <a:pt x="136377" y="107292"/>
                  <a:pt x="132771" y="108631"/>
                  <a:pt x="128748" y="108631"/>
                </a:cubicBezTo>
                <a:lnTo>
                  <a:pt x="112654" y="108631"/>
                </a:lnTo>
                <a:cubicBezTo>
                  <a:pt x="108631" y="108631"/>
                  <a:pt x="104944" y="107292"/>
                  <a:pt x="101593" y="104607"/>
                </a:cubicBezTo>
                <a:cubicBezTo>
                  <a:pt x="98404" y="101923"/>
                  <a:pt x="96729" y="98236"/>
                  <a:pt x="96561" y="93547"/>
                </a:cubicBezTo>
                <a:lnTo>
                  <a:pt x="96561" y="85997"/>
                </a:lnTo>
                <a:lnTo>
                  <a:pt x="35705" y="85997"/>
                </a:lnTo>
                <a:lnTo>
                  <a:pt x="35705" y="205696"/>
                </a:lnTo>
                <a:close/>
                <a:moveTo>
                  <a:pt x="113159" y="92033"/>
                </a:moveTo>
                <a:lnTo>
                  <a:pt x="128243" y="92033"/>
                </a:lnTo>
                <a:lnTo>
                  <a:pt x="128243" y="35208"/>
                </a:lnTo>
                <a:lnTo>
                  <a:pt x="113159" y="35208"/>
                </a:lnTo>
                <a:lnTo>
                  <a:pt x="113159" y="92033"/>
                </a:lnTo>
                <a:close/>
                <a:moveTo>
                  <a:pt x="120701" y="145850"/>
                </a:move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圖說"/>
          <p:cNvSpPr/>
          <p:nvPr/>
        </p:nvSpPr>
        <p:spPr>
          <a:xfrm>
            <a:off x="1755611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</a:t>
            </a:r>
            <a:endParaRPr lang="en-US" sz="600" dirty="0"/>
          </a:p>
        </p:txBody>
      </p:sp>
      <p:sp>
        <p:nvSpPr>
          <p:cNvPr id="14" name="圖示 組織架構"/>
          <p:cNvSpPr/>
          <p:nvPr/>
        </p:nvSpPr>
        <p:spPr>
          <a:xfrm>
            <a:off x="2315206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51629" y="196142"/>
                </a:moveTo>
                <a:lnTo>
                  <a:pt x="151629" y="181556"/>
                </a:lnTo>
                <a:lnTo>
                  <a:pt x="129252" y="181556"/>
                </a:lnTo>
                <a:cubicBezTo>
                  <a:pt x="124556" y="181556"/>
                  <a:pt x="120533" y="179881"/>
                  <a:pt x="117182" y="176523"/>
                </a:cubicBezTo>
                <a:cubicBezTo>
                  <a:pt x="113825" y="173173"/>
                  <a:pt x="112149" y="169149"/>
                  <a:pt x="112149" y="164453"/>
                </a:cubicBezTo>
                <a:lnTo>
                  <a:pt x="112149" y="76949"/>
                </a:lnTo>
                <a:lnTo>
                  <a:pt x="90021" y="76949"/>
                </a:lnTo>
                <a:lnTo>
                  <a:pt x="90021" y="92786"/>
                </a:lnTo>
                <a:cubicBezTo>
                  <a:pt x="90021" y="97482"/>
                  <a:pt x="88433" y="101506"/>
                  <a:pt x="85244" y="104856"/>
                </a:cubicBezTo>
                <a:cubicBezTo>
                  <a:pt x="81894" y="108046"/>
                  <a:pt x="77870" y="109640"/>
                  <a:pt x="73174" y="109640"/>
                </a:cubicBezTo>
                <a:lnTo>
                  <a:pt x="34952" y="109640"/>
                </a:lnTo>
                <a:cubicBezTo>
                  <a:pt x="30095" y="109640"/>
                  <a:pt x="25984" y="107958"/>
                  <a:pt x="22633" y="104607"/>
                </a:cubicBezTo>
                <a:cubicBezTo>
                  <a:pt x="19276" y="101425"/>
                  <a:pt x="17600" y="97402"/>
                  <a:pt x="17600" y="92537"/>
                </a:cubicBezTo>
                <a:lnTo>
                  <a:pt x="17600" y="45515"/>
                </a:lnTo>
                <a:cubicBezTo>
                  <a:pt x="17600" y="40819"/>
                  <a:pt x="19276" y="36795"/>
                  <a:pt x="22633" y="33445"/>
                </a:cubicBezTo>
                <a:cubicBezTo>
                  <a:pt x="25984" y="30095"/>
                  <a:pt x="30095" y="28412"/>
                  <a:pt x="34952" y="28412"/>
                </a:cubicBezTo>
                <a:lnTo>
                  <a:pt x="73174" y="28412"/>
                </a:lnTo>
                <a:cubicBezTo>
                  <a:pt x="77870" y="28412"/>
                  <a:pt x="81894" y="30095"/>
                  <a:pt x="85244" y="33445"/>
                </a:cubicBezTo>
                <a:cubicBezTo>
                  <a:pt x="88433" y="36795"/>
                  <a:pt x="90021" y="40738"/>
                  <a:pt x="90021" y="45266"/>
                </a:cubicBezTo>
                <a:lnTo>
                  <a:pt x="90021" y="59846"/>
                </a:lnTo>
                <a:lnTo>
                  <a:pt x="151629" y="59846"/>
                </a:lnTo>
                <a:lnTo>
                  <a:pt x="151629" y="45266"/>
                </a:lnTo>
                <a:cubicBezTo>
                  <a:pt x="151629" y="40738"/>
                  <a:pt x="153224" y="36795"/>
                  <a:pt x="156406" y="33445"/>
                </a:cubicBezTo>
                <a:cubicBezTo>
                  <a:pt x="159764" y="30095"/>
                  <a:pt x="163787" y="28412"/>
                  <a:pt x="168476" y="28412"/>
                </a:cubicBezTo>
                <a:lnTo>
                  <a:pt x="206450" y="28412"/>
                </a:lnTo>
                <a:cubicBezTo>
                  <a:pt x="211307" y="28412"/>
                  <a:pt x="215418" y="30095"/>
                  <a:pt x="218768" y="33445"/>
                </a:cubicBezTo>
                <a:cubicBezTo>
                  <a:pt x="222126" y="36795"/>
                  <a:pt x="223801" y="40819"/>
                  <a:pt x="223801" y="45515"/>
                </a:cubicBezTo>
                <a:lnTo>
                  <a:pt x="223801" y="92537"/>
                </a:lnTo>
                <a:cubicBezTo>
                  <a:pt x="223801" y="97402"/>
                  <a:pt x="222126" y="101425"/>
                  <a:pt x="218768" y="104607"/>
                </a:cubicBezTo>
                <a:cubicBezTo>
                  <a:pt x="215418" y="107958"/>
                  <a:pt x="211307" y="109640"/>
                  <a:pt x="206450" y="109640"/>
                </a:cubicBezTo>
                <a:lnTo>
                  <a:pt x="168476" y="109640"/>
                </a:lnTo>
                <a:cubicBezTo>
                  <a:pt x="163787" y="109640"/>
                  <a:pt x="159764" y="108046"/>
                  <a:pt x="156406" y="104856"/>
                </a:cubicBezTo>
                <a:cubicBezTo>
                  <a:pt x="153224" y="101506"/>
                  <a:pt x="151629" y="97482"/>
                  <a:pt x="151629" y="92786"/>
                </a:cubicBezTo>
                <a:lnTo>
                  <a:pt x="151629" y="76949"/>
                </a:lnTo>
                <a:lnTo>
                  <a:pt x="129252" y="76949"/>
                </a:lnTo>
                <a:lnTo>
                  <a:pt x="129252" y="164453"/>
                </a:lnTo>
                <a:lnTo>
                  <a:pt x="151629" y="164453"/>
                </a:lnTo>
                <a:lnTo>
                  <a:pt x="151629" y="148616"/>
                </a:lnTo>
                <a:cubicBezTo>
                  <a:pt x="151629" y="143919"/>
                  <a:pt x="153224" y="139896"/>
                  <a:pt x="156406" y="136546"/>
                </a:cubicBezTo>
                <a:cubicBezTo>
                  <a:pt x="159764" y="133356"/>
                  <a:pt x="163787" y="131769"/>
                  <a:pt x="168476" y="131769"/>
                </a:cubicBezTo>
                <a:lnTo>
                  <a:pt x="206450" y="131769"/>
                </a:lnTo>
                <a:cubicBezTo>
                  <a:pt x="211307" y="131769"/>
                  <a:pt x="215418" y="133444"/>
                  <a:pt x="218768" y="136794"/>
                </a:cubicBezTo>
                <a:cubicBezTo>
                  <a:pt x="222126" y="140145"/>
                  <a:pt x="223801" y="144168"/>
                  <a:pt x="223801" y="148864"/>
                </a:cubicBezTo>
                <a:lnTo>
                  <a:pt x="223801" y="195886"/>
                </a:lnTo>
                <a:cubicBezTo>
                  <a:pt x="223801" y="200583"/>
                  <a:pt x="222126" y="204606"/>
                  <a:pt x="218768" y="207957"/>
                </a:cubicBezTo>
                <a:cubicBezTo>
                  <a:pt x="215418" y="211307"/>
                  <a:pt x="211307" y="212989"/>
                  <a:pt x="206450" y="212989"/>
                </a:cubicBezTo>
                <a:lnTo>
                  <a:pt x="168476" y="212989"/>
                </a:lnTo>
                <a:cubicBezTo>
                  <a:pt x="163787" y="212989"/>
                  <a:pt x="159764" y="211307"/>
                  <a:pt x="156406" y="207957"/>
                </a:cubicBezTo>
                <a:cubicBezTo>
                  <a:pt x="153224" y="204606"/>
                  <a:pt x="151629" y="200663"/>
                  <a:pt x="151629" y="196142"/>
                </a:cubicBezTo>
                <a:close/>
                <a:moveTo>
                  <a:pt x="34952" y="45515"/>
                </a:moveTo>
                <a:lnTo>
                  <a:pt x="34952" y="92537"/>
                </a:lnTo>
                <a:lnTo>
                  <a:pt x="34952" y="45515"/>
                </a:lnTo>
                <a:close/>
                <a:moveTo>
                  <a:pt x="168732" y="148864"/>
                </a:moveTo>
                <a:lnTo>
                  <a:pt x="168732" y="195886"/>
                </a:lnTo>
                <a:lnTo>
                  <a:pt x="168732" y="148864"/>
                </a:lnTo>
                <a:close/>
                <a:moveTo>
                  <a:pt x="168732" y="45515"/>
                </a:moveTo>
                <a:lnTo>
                  <a:pt x="168732" y="92537"/>
                </a:lnTo>
                <a:lnTo>
                  <a:pt x="168732" y="45515"/>
                </a:lnTo>
                <a:close/>
                <a:moveTo>
                  <a:pt x="168732" y="92537"/>
                </a:moveTo>
                <a:lnTo>
                  <a:pt x="206450" y="92537"/>
                </a:lnTo>
                <a:lnTo>
                  <a:pt x="206450" y="45515"/>
                </a:lnTo>
                <a:lnTo>
                  <a:pt x="168732" y="45515"/>
                </a:lnTo>
                <a:lnTo>
                  <a:pt x="168732" y="92537"/>
                </a:lnTo>
                <a:close/>
                <a:moveTo>
                  <a:pt x="168732" y="195886"/>
                </a:moveTo>
                <a:lnTo>
                  <a:pt x="206450" y="195886"/>
                </a:lnTo>
                <a:lnTo>
                  <a:pt x="206450" y="148864"/>
                </a:lnTo>
                <a:lnTo>
                  <a:pt x="168732" y="148864"/>
                </a:lnTo>
                <a:lnTo>
                  <a:pt x="168732" y="195886"/>
                </a:lnTo>
                <a:close/>
                <a:moveTo>
                  <a:pt x="34952" y="92537"/>
                </a:moveTo>
                <a:lnTo>
                  <a:pt x="72925" y="92537"/>
                </a:lnTo>
                <a:lnTo>
                  <a:pt x="72925" y="45515"/>
                </a:lnTo>
                <a:lnTo>
                  <a:pt x="34952" y="45515"/>
                </a:lnTo>
                <a:lnTo>
                  <a:pt x="34952" y="92537"/>
                </a:ln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圖說"/>
          <p:cNvSpPr/>
          <p:nvPr/>
        </p:nvSpPr>
        <p:spPr>
          <a:xfrm>
            <a:off x="2199388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組織架構</a:t>
            </a:r>
            <a:endParaRPr lang="en-US" sz="600" dirty="0"/>
          </a:p>
        </p:txBody>
      </p:sp>
      <p:sp>
        <p:nvSpPr>
          <p:cNvPr id="16" name="圖示 工程師"/>
          <p:cNvSpPr/>
          <p:nvPr/>
        </p:nvSpPr>
        <p:spPr>
          <a:xfrm>
            <a:off x="2758983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9056" y="204189"/>
                </a:moveTo>
                <a:lnTo>
                  <a:pt x="9056" y="188096"/>
                </a:lnTo>
                <a:cubicBezTo>
                  <a:pt x="9056" y="181892"/>
                  <a:pt x="10563" y="176779"/>
                  <a:pt x="13577" y="172756"/>
                </a:cubicBezTo>
                <a:cubicBezTo>
                  <a:pt x="16430" y="168732"/>
                  <a:pt x="20366" y="165543"/>
                  <a:pt x="25398" y="163195"/>
                </a:cubicBezTo>
                <a:cubicBezTo>
                  <a:pt x="34447" y="158842"/>
                  <a:pt x="44176" y="155236"/>
                  <a:pt x="54564" y="152383"/>
                </a:cubicBezTo>
                <a:cubicBezTo>
                  <a:pt x="65127" y="149537"/>
                  <a:pt x="76949" y="148111"/>
                  <a:pt x="90021" y="148111"/>
                </a:cubicBezTo>
                <a:cubicBezTo>
                  <a:pt x="103100" y="148111"/>
                  <a:pt x="114914" y="149537"/>
                  <a:pt x="125478" y="152383"/>
                </a:cubicBezTo>
                <a:cubicBezTo>
                  <a:pt x="136041" y="155236"/>
                  <a:pt x="145850" y="158842"/>
                  <a:pt x="154899" y="163195"/>
                </a:cubicBezTo>
                <a:cubicBezTo>
                  <a:pt x="159764" y="165543"/>
                  <a:pt x="163700" y="168732"/>
                  <a:pt x="166721" y="172756"/>
                </a:cubicBezTo>
                <a:cubicBezTo>
                  <a:pt x="169566" y="176779"/>
                  <a:pt x="170993" y="181892"/>
                  <a:pt x="170993" y="188096"/>
                </a:cubicBezTo>
                <a:lnTo>
                  <a:pt x="170993" y="204189"/>
                </a:lnTo>
                <a:cubicBezTo>
                  <a:pt x="170993" y="206530"/>
                  <a:pt x="170239" y="208542"/>
                  <a:pt x="168732" y="210224"/>
                </a:cubicBezTo>
                <a:cubicBezTo>
                  <a:pt x="167050" y="211899"/>
                  <a:pt x="164958" y="212733"/>
                  <a:pt x="162441" y="212733"/>
                </a:cubicBezTo>
                <a:lnTo>
                  <a:pt x="17600" y="212733"/>
                </a:lnTo>
                <a:cubicBezTo>
                  <a:pt x="15252" y="212733"/>
                  <a:pt x="13241" y="211899"/>
                  <a:pt x="11565" y="210224"/>
                </a:cubicBezTo>
                <a:cubicBezTo>
                  <a:pt x="9890" y="208542"/>
                  <a:pt x="9056" y="206530"/>
                  <a:pt x="9056" y="204189"/>
                </a:cubicBezTo>
                <a:close/>
                <a:moveTo>
                  <a:pt x="26401" y="195382"/>
                </a:moveTo>
                <a:lnTo>
                  <a:pt x="153897" y="195382"/>
                </a:lnTo>
                <a:lnTo>
                  <a:pt x="153897" y="188096"/>
                </a:lnTo>
                <a:cubicBezTo>
                  <a:pt x="153897" y="185579"/>
                  <a:pt x="153224" y="183568"/>
                  <a:pt x="151885" y="182061"/>
                </a:cubicBezTo>
                <a:cubicBezTo>
                  <a:pt x="150371" y="180546"/>
                  <a:pt x="148616" y="179376"/>
                  <a:pt x="146604" y="178535"/>
                </a:cubicBezTo>
                <a:cubicBezTo>
                  <a:pt x="139391" y="175353"/>
                  <a:pt x="131432" y="172331"/>
                  <a:pt x="122712" y="169486"/>
                </a:cubicBezTo>
                <a:cubicBezTo>
                  <a:pt x="113825" y="166633"/>
                  <a:pt x="102932" y="165206"/>
                  <a:pt x="90021" y="165206"/>
                </a:cubicBezTo>
                <a:cubicBezTo>
                  <a:pt x="77285" y="165206"/>
                  <a:pt x="66466" y="166633"/>
                  <a:pt x="57585" y="169486"/>
                </a:cubicBezTo>
                <a:cubicBezTo>
                  <a:pt x="48866" y="172331"/>
                  <a:pt x="40907" y="175353"/>
                  <a:pt x="33694" y="178535"/>
                </a:cubicBezTo>
                <a:cubicBezTo>
                  <a:pt x="31514" y="179376"/>
                  <a:pt x="29758" y="180546"/>
                  <a:pt x="28412" y="182061"/>
                </a:cubicBezTo>
                <a:cubicBezTo>
                  <a:pt x="27074" y="183568"/>
                  <a:pt x="26401" y="185579"/>
                  <a:pt x="26401" y="188096"/>
                </a:cubicBezTo>
                <a:lnTo>
                  <a:pt x="26401" y="195382"/>
                </a:lnTo>
                <a:close/>
                <a:moveTo>
                  <a:pt x="61857" y="121710"/>
                </a:moveTo>
                <a:cubicBezTo>
                  <a:pt x="54484" y="114329"/>
                  <a:pt x="50797" y="105112"/>
                  <a:pt x="50797" y="94044"/>
                </a:cubicBezTo>
                <a:lnTo>
                  <a:pt x="48280" y="94044"/>
                </a:lnTo>
                <a:cubicBezTo>
                  <a:pt x="46942" y="94044"/>
                  <a:pt x="45683" y="93459"/>
                  <a:pt x="44506" y="92289"/>
                </a:cubicBezTo>
                <a:cubicBezTo>
                  <a:pt x="43503" y="91279"/>
                  <a:pt x="42999" y="90021"/>
                  <a:pt x="42999" y="88514"/>
                </a:cubicBezTo>
                <a:cubicBezTo>
                  <a:pt x="42999" y="87175"/>
                  <a:pt x="43503" y="85917"/>
                  <a:pt x="44506" y="84739"/>
                </a:cubicBezTo>
                <a:cubicBezTo>
                  <a:pt x="45683" y="83737"/>
                  <a:pt x="46942" y="83232"/>
                  <a:pt x="48280" y="83232"/>
                </a:cubicBezTo>
                <a:lnTo>
                  <a:pt x="50797" y="83232"/>
                </a:lnTo>
                <a:cubicBezTo>
                  <a:pt x="50797" y="76195"/>
                  <a:pt x="52640" y="69904"/>
                  <a:pt x="56327" y="64374"/>
                </a:cubicBezTo>
                <a:cubicBezTo>
                  <a:pt x="59846" y="58843"/>
                  <a:pt x="64542" y="54396"/>
                  <a:pt x="70409" y="51045"/>
                </a:cubicBezTo>
                <a:lnTo>
                  <a:pt x="70409" y="60855"/>
                </a:lnTo>
                <a:cubicBezTo>
                  <a:pt x="70409" y="62026"/>
                  <a:pt x="70745" y="62947"/>
                  <a:pt x="71418" y="63620"/>
                </a:cubicBezTo>
                <a:cubicBezTo>
                  <a:pt x="72084" y="64293"/>
                  <a:pt x="73006" y="64622"/>
                  <a:pt x="74183" y="64622"/>
                </a:cubicBezTo>
                <a:cubicBezTo>
                  <a:pt x="75354" y="64622"/>
                  <a:pt x="76276" y="64293"/>
                  <a:pt x="76949" y="63620"/>
                </a:cubicBezTo>
                <a:cubicBezTo>
                  <a:pt x="77614" y="62947"/>
                  <a:pt x="77951" y="62026"/>
                  <a:pt x="77951" y="60855"/>
                </a:cubicBezTo>
                <a:lnTo>
                  <a:pt x="77951" y="48032"/>
                </a:lnTo>
                <a:cubicBezTo>
                  <a:pt x="79297" y="47695"/>
                  <a:pt x="81140" y="47359"/>
                  <a:pt x="83488" y="47022"/>
                </a:cubicBezTo>
                <a:cubicBezTo>
                  <a:pt x="85829" y="46854"/>
                  <a:pt x="88097" y="46773"/>
                  <a:pt x="90277" y="46773"/>
                </a:cubicBezTo>
                <a:cubicBezTo>
                  <a:pt x="92457" y="46773"/>
                  <a:pt x="94717" y="46854"/>
                  <a:pt x="97065" y="47022"/>
                </a:cubicBezTo>
                <a:cubicBezTo>
                  <a:pt x="99414" y="47359"/>
                  <a:pt x="101257" y="47695"/>
                  <a:pt x="102596" y="48032"/>
                </a:cubicBezTo>
                <a:lnTo>
                  <a:pt x="102596" y="60855"/>
                </a:lnTo>
                <a:cubicBezTo>
                  <a:pt x="102596" y="62026"/>
                  <a:pt x="103013" y="62947"/>
                  <a:pt x="103854" y="63620"/>
                </a:cubicBezTo>
                <a:cubicBezTo>
                  <a:pt x="104527" y="64293"/>
                  <a:pt x="105449" y="64622"/>
                  <a:pt x="106619" y="64622"/>
                </a:cubicBezTo>
                <a:cubicBezTo>
                  <a:pt x="107629" y="64622"/>
                  <a:pt x="108550" y="64293"/>
                  <a:pt x="109384" y="63620"/>
                </a:cubicBezTo>
                <a:cubicBezTo>
                  <a:pt x="110057" y="62947"/>
                  <a:pt x="110394" y="62026"/>
                  <a:pt x="110394" y="60855"/>
                </a:cubicBezTo>
                <a:lnTo>
                  <a:pt x="110394" y="51045"/>
                </a:lnTo>
                <a:cubicBezTo>
                  <a:pt x="116260" y="54396"/>
                  <a:pt x="120869" y="58843"/>
                  <a:pt x="124219" y="64374"/>
                </a:cubicBezTo>
                <a:cubicBezTo>
                  <a:pt x="127577" y="69904"/>
                  <a:pt x="129252" y="76195"/>
                  <a:pt x="129252" y="83232"/>
                </a:cubicBezTo>
                <a:lnTo>
                  <a:pt x="131769" y="83232"/>
                </a:lnTo>
                <a:cubicBezTo>
                  <a:pt x="133276" y="83232"/>
                  <a:pt x="134534" y="83737"/>
                  <a:pt x="135536" y="84739"/>
                </a:cubicBezTo>
                <a:cubicBezTo>
                  <a:pt x="136714" y="85917"/>
                  <a:pt x="137299" y="87175"/>
                  <a:pt x="137299" y="88514"/>
                </a:cubicBezTo>
                <a:cubicBezTo>
                  <a:pt x="137299" y="90021"/>
                  <a:pt x="136714" y="91367"/>
                  <a:pt x="135536" y="92537"/>
                </a:cubicBezTo>
                <a:cubicBezTo>
                  <a:pt x="134534" y="93547"/>
                  <a:pt x="133276" y="94044"/>
                  <a:pt x="131769" y="94044"/>
                </a:cubicBezTo>
                <a:lnTo>
                  <a:pt x="129252" y="94044"/>
                </a:lnTo>
                <a:cubicBezTo>
                  <a:pt x="129252" y="105112"/>
                  <a:pt x="125646" y="114329"/>
                  <a:pt x="118440" y="121710"/>
                </a:cubicBezTo>
                <a:cubicBezTo>
                  <a:pt x="111059" y="129252"/>
                  <a:pt x="101593" y="133020"/>
                  <a:pt x="90021" y="133020"/>
                </a:cubicBezTo>
                <a:cubicBezTo>
                  <a:pt x="78624" y="133020"/>
                  <a:pt x="69238" y="129252"/>
                  <a:pt x="61857" y="121710"/>
                </a:cubicBezTo>
                <a:close/>
                <a:moveTo>
                  <a:pt x="106370" y="109640"/>
                </a:moveTo>
                <a:cubicBezTo>
                  <a:pt x="110225" y="105617"/>
                  <a:pt x="112149" y="100335"/>
                  <a:pt x="112149" y="93795"/>
                </a:cubicBezTo>
                <a:lnTo>
                  <a:pt x="68148" y="93795"/>
                </a:lnTo>
                <a:cubicBezTo>
                  <a:pt x="68148" y="100335"/>
                  <a:pt x="70072" y="105617"/>
                  <a:pt x="73927" y="109640"/>
                </a:cubicBezTo>
                <a:cubicBezTo>
                  <a:pt x="77783" y="113664"/>
                  <a:pt x="83152" y="115675"/>
                  <a:pt x="90021" y="115675"/>
                </a:cubicBezTo>
                <a:cubicBezTo>
                  <a:pt x="96897" y="115675"/>
                  <a:pt x="102347" y="113664"/>
                  <a:pt x="106370" y="109640"/>
                </a:cubicBezTo>
                <a:close/>
                <a:moveTo>
                  <a:pt x="166969" y="143583"/>
                </a:moveTo>
                <a:lnTo>
                  <a:pt x="166721" y="141066"/>
                </a:lnTo>
                <a:cubicBezTo>
                  <a:pt x="165543" y="140401"/>
                  <a:pt x="164285" y="139647"/>
                  <a:pt x="162946" y="138806"/>
                </a:cubicBezTo>
                <a:cubicBezTo>
                  <a:pt x="161776" y="137965"/>
                  <a:pt x="160686" y="137131"/>
                  <a:pt x="159676" y="136289"/>
                </a:cubicBezTo>
                <a:lnTo>
                  <a:pt x="156662" y="137804"/>
                </a:lnTo>
                <a:cubicBezTo>
                  <a:pt x="155485" y="138469"/>
                  <a:pt x="154395" y="138638"/>
                  <a:pt x="153392" y="138301"/>
                </a:cubicBezTo>
                <a:cubicBezTo>
                  <a:pt x="152215" y="137965"/>
                  <a:pt x="151293" y="137299"/>
                  <a:pt x="150627" y="136289"/>
                </a:cubicBezTo>
                <a:lnTo>
                  <a:pt x="150371" y="135792"/>
                </a:lnTo>
                <a:cubicBezTo>
                  <a:pt x="149537" y="134614"/>
                  <a:pt x="149201" y="133444"/>
                  <a:pt x="149369" y="132266"/>
                </a:cubicBezTo>
                <a:cubicBezTo>
                  <a:pt x="149706" y="130927"/>
                  <a:pt x="150371" y="129837"/>
                  <a:pt x="151381" y="128996"/>
                </a:cubicBezTo>
                <a:lnTo>
                  <a:pt x="154146" y="126985"/>
                </a:lnTo>
                <a:cubicBezTo>
                  <a:pt x="153809" y="126319"/>
                  <a:pt x="153641" y="125734"/>
                  <a:pt x="153641" y="125229"/>
                </a:cubicBezTo>
                <a:lnTo>
                  <a:pt x="153641" y="121454"/>
                </a:lnTo>
                <a:cubicBezTo>
                  <a:pt x="153641" y="120781"/>
                  <a:pt x="153809" y="120116"/>
                  <a:pt x="154146" y="119443"/>
                </a:cubicBezTo>
                <a:lnTo>
                  <a:pt x="151381" y="117431"/>
                </a:lnTo>
                <a:cubicBezTo>
                  <a:pt x="150371" y="116597"/>
                  <a:pt x="149706" y="115587"/>
                  <a:pt x="149369" y="114417"/>
                </a:cubicBezTo>
                <a:cubicBezTo>
                  <a:pt x="149201" y="113239"/>
                  <a:pt x="149537" y="112069"/>
                  <a:pt x="150371" y="110891"/>
                </a:cubicBezTo>
                <a:lnTo>
                  <a:pt x="150627" y="110138"/>
                </a:lnTo>
                <a:cubicBezTo>
                  <a:pt x="151293" y="109135"/>
                  <a:pt x="152215" y="108462"/>
                  <a:pt x="153392" y="108126"/>
                </a:cubicBezTo>
                <a:cubicBezTo>
                  <a:pt x="154395" y="107789"/>
                  <a:pt x="155572" y="107958"/>
                  <a:pt x="156911" y="108631"/>
                </a:cubicBezTo>
                <a:lnTo>
                  <a:pt x="159676" y="110138"/>
                </a:lnTo>
                <a:lnTo>
                  <a:pt x="163195" y="107629"/>
                </a:lnTo>
                <a:cubicBezTo>
                  <a:pt x="164373" y="106787"/>
                  <a:pt x="165543" y="106034"/>
                  <a:pt x="166721" y="105361"/>
                </a:cubicBezTo>
                <a:lnTo>
                  <a:pt x="166969" y="102596"/>
                </a:lnTo>
                <a:cubicBezTo>
                  <a:pt x="167138" y="101257"/>
                  <a:pt x="167642" y="100167"/>
                  <a:pt x="168476" y="99326"/>
                </a:cubicBezTo>
                <a:cubicBezTo>
                  <a:pt x="169486" y="98492"/>
                  <a:pt x="170656" y="98068"/>
                  <a:pt x="172002" y="98068"/>
                </a:cubicBezTo>
                <a:lnTo>
                  <a:pt x="172500" y="98068"/>
                </a:lnTo>
                <a:cubicBezTo>
                  <a:pt x="173677" y="98068"/>
                  <a:pt x="174767" y="98572"/>
                  <a:pt x="175770" y="99582"/>
                </a:cubicBezTo>
                <a:cubicBezTo>
                  <a:pt x="176611" y="100416"/>
                  <a:pt x="177196" y="101506"/>
                  <a:pt x="177533" y="102844"/>
                </a:cubicBezTo>
                <a:lnTo>
                  <a:pt x="177781" y="105361"/>
                </a:lnTo>
                <a:cubicBezTo>
                  <a:pt x="178959" y="106034"/>
                  <a:pt x="180049" y="106787"/>
                  <a:pt x="181051" y="107629"/>
                </a:cubicBezTo>
                <a:cubicBezTo>
                  <a:pt x="182222" y="108462"/>
                  <a:pt x="183480" y="109304"/>
                  <a:pt x="184826" y="110138"/>
                </a:cubicBezTo>
                <a:lnTo>
                  <a:pt x="187591" y="108631"/>
                </a:lnTo>
                <a:cubicBezTo>
                  <a:pt x="188761" y="107958"/>
                  <a:pt x="189851" y="107789"/>
                  <a:pt x="190861" y="108126"/>
                </a:cubicBezTo>
                <a:cubicBezTo>
                  <a:pt x="192031" y="108462"/>
                  <a:pt x="193041" y="109135"/>
                  <a:pt x="193875" y="110138"/>
                </a:cubicBezTo>
                <a:lnTo>
                  <a:pt x="194131" y="110642"/>
                </a:lnTo>
                <a:cubicBezTo>
                  <a:pt x="194796" y="111813"/>
                  <a:pt x="195052" y="113071"/>
                  <a:pt x="194884" y="114417"/>
                </a:cubicBezTo>
                <a:cubicBezTo>
                  <a:pt x="194716" y="115587"/>
                  <a:pt x="194131" y="116597"/>
                  <a:pt x="193121" y="117431"/>
                </a:cubicBezTo>
                <a:lnTo>
                  <a:pt x="190356" y="119443"/>
                </a:lnTo>
                <a:cubicBezTo>
                  <a:pt x="190524" y="120116"/>
                  <a:pt x="190605" y="120781"/>
                  <a:pt x="190605" y="121454"/>
                </a:cubicBezTo>
                <a:cubicBezTo>
                  <a:pt x="190773" y="121959"/>
                  <a:pt x="190861" y="122544"/>
                  <a:pt x="190861" y="123217"/>
                </a:cubicBezTo>
                <a:cubicBezTo>
                  <a:pt x="190861" y="123883"/>
                  <a:pt x="190773" y="124556"/>
                  <a:pt x="190605" y="125229"/>
                </a:cubicBezTo>
                <a:cubicBezTo>
                  <a:pt x="190605" y="125734"/>
                  <a:pt x="190524" y="126319"/>
                  <a:pt x="190356" y="126985"/>
                </a:cubicBezTo>
                <a:lnTo>
                  <a:pt x="193121" y="128996"/>
                </a:lnTo>
                <a:cubicBezTo>
                  <a:pt x="194131" y="129837"/>
                  <a:pt x="194716" y="130840"/>
                  <a:pt x="194884" y="132017"/>
                </a:cubicBezTo>
                <a:cubicBezTo>
                  <a:pt x="195052" y="133188"/>
                  <a:pt x="194716" y="134366"/>
                  <a:pt x="193875" y="135536"/>
                </a:cubicBezTo>
                <a:lnTo>
                  <a:pt x="193875" y="136289"/>
                </a:lnTo>
                <a:cubicBezTo>
                  <a:pt x="193041" y="137299"/>
                  <a:pt x="192031" y="137965"/>
                  <a:pt x="190861" y="138301"/>
                </a:cubicBezTo>
                <a:cubicBezTo>
                  <a:pt x="189851" y="138638"/>
                  <a:pt x="188761" y="138469"/>
                  <a:pt x="187591" y="137804"/>
                </a:cubicBezTo>
                <a:lnTo>
                  <a:pt x="184826" y="136289"/>
                </a:lnTo>
                <a:cubicBezTo>
                  <a:pt x="183816" y="137131"/>
                  <a:pt x="182646" y="137965"/>
                  <a:pt x="181300" y="138806"/>
                </a:cubicBezTo>
                <a:cubicBezTo>
                  <a:pt x="180129" y="139647"/>
                  <a:pt x="178959" y="140401"/>
                  <a:pt x="177781" y="141066"/>
                </a:cubicBezTo>
                <a:lnTo>
                  <a:pt x="177533" y="143839"/>
                </a:lnTo>
                <a:cubicBezTo>
                  <a:pt x="177196" y="145177"/>
                  <a:pt x="176611" y="146267"/>
                  <a:pt x="175770" y="147101"/>
                </a:cubicBezTo>
                <a:cubicBezTo>
                  <a:pt x="174767" y="147943"/>
                  <a:pt x="173677" y="148360"/>
                  <a:pt x="172500" y="148360"/>
                </a:cubicBezTo>
                <a:lnTo>
                  <a:pt x="172002" y="148360"/>
                </a:lnTo>
                <a:cubicBezTo>
                  <a:pt x="170656" y="148360"/>
                  <a:pt x="169486" y="147943"/>
                  <a:pt x="168476" y="147101"/>
                </a:cubicBezTo>
                <a:cubicBezTo>
                  <a:pt x="167642" y="146099"/>
                  <a:pt x="167138" y="144921"/>
                  <a:pt x="166969" y="143583"/>
                </a:cubicBezTo>
                <a:close/>
                <a:moveTo>
                  <a:pt x="179040" y="130006"/>
                </a:moveTo>
                <a:cubicBezTo>
                  <a:pt x="180883" y="128162"/>
                  <a:pt x="181805" y="125895"/>
                  <a:pt x="181805" y="123217"/>
                </a:cubicBezTo>
                <a:cubicBezTo>
                  <a:pt x="181805" y="120533"/>
                  <a:pt x="180883" y="118272"/>
                  <a:pt x="179040" y="116429"/>
                </a:cubicBezTo>
                <a:cubicBezTo>
                  <a:pt x="177196" y="114585"/>
                  <a:pt x="174848" y="113664"/>
                  <a:pt x="172002" y="113664"/>
                </a:cubicBezTo>
                <a:cubicBezTo>
                  <a:pt x="169318" y="113664"/>
                  <a:pt x="167050" y="114585"/>
                  <a:pt x="165206" y="116429"/>
                </a:cubicBezTo>
                <a:cubicBezTo>
                  <a:pt x="163531" y="118272"/>
                  <a:pt x="162697" y="120533"/>
                  <a:pt x="162697" y="123217"/>
                </a:cubicBezTo>
                <a:cubicBezTo>
                  <a:pt x="162697" y="125895"/>
                  <a:pt x="163531" y="128162"/>
                  <a:pt x="165206" y="130006"/>
                </a:cubicBezTo>
                <a:cubicBezTo>
                  <a:pt x="167050" y="131849"/>
                  <a:pt x="169318" y="132771"/>
                  <a:pt x="172002" y="132771"/>
                </a:cubicBezTo>
                <a:cubicBezTo>
                  <a:pt x="174848" y="132771"/>
                  <a:pt x="177196" y="131849"/>
                  <a:pt x="179040" y="130006"/>
                </a:cubicBezTo>
                <a:close/>
                <a:moveTo>
                  <a:pt x="193626" y="90021"/>
                </a:moveTo>
                <a:lnTo>
                  <a:pt x="192368" y="84739"/>
                </a:lnTo>
                <a:cubicBezTo>
                  <a:pt x="190693" y="84074"/>
                  <a:pt x="188930" y="83152"/>
                  <a:pt x="187086" y="81974"/>
                </a:cubicBezTo>
                <a:cubicBezTo>
                  <a:pt x="185411" y="80804"/>
                  <a:pt x="183985" y="79545"/>
                  <a:pt x="182814" y="78207"/>
                </a:cubicBezTo>
                <a:lnTo>
                  <a:pt x="175770" y="80716"/>
                </a:lnTo>
                <a:cubicBezTo>
                  <a:pt x="174599" y="81052"/>
                  <a:pt x="173421" y="81052"/>
                  <a:pt x="172251" y="80716"/>
                </a:cubicBezTo>
                <a:cubicBezTo>
                  <a:pt x="171242" y="80387"/>
                  <a:pt x="170408" y="79714"/>
                  <a:pt x="169735" y="78704"/>
                </a:cubicBezTo>
                <a:lnTo>
                  <a:pt x="168732" y="77197"/>
                </a:lnTo>
                <a:cubicBezTo>
                  <a:pt x="168059" y="76027"/>
                  <a:pt x="167811" y="74849"/>
                  <a:pt x="167979" y="73679"/>
                </a:cubicBezTo>
                <a:cubicBezTo>
                  <a:pt x="168308" y="72501"/>
                  <a:pt x="168981" y="71499"/>
                  <a:pt x="169991" y="70658"/>
                </a:cubicBezTo>
                <a:lnTo>
                  <a:pt x="175521" y="66385"/>
                </a:lnTo>
                <a:cubicBezTo>
                  <a:pt x="175184" y="65544"/>
                  <a:pt x="174848" y="64622"/>
                  <a:pt x="174511" y="63620"/>
                </a:cubicBezTo>
                <a:cubicBezTo>
                  <a:pt x="174343" y="62611"/>
                  <a:pt x="174263" y="61609"/>
                  <a:pt x="174263" y="60599"/>
                </a:cubicBezTo>
                <a:cubicBezTo>
                  <a:pt x="174263" y="59597"/>
                  <a:pt x="174343" y="58587"/>
                  <a:pt x="174511" y="57585"/>
                </a:cubicBezTo>
                <a:cubicBezTo>
                  <a:pt x="174848" y="56576"/>
                  <a:pt x="175184" y="55654"/>
                  <a:pt x="175521" y="54820"/>
                </a:cubicBezTo>
                <a:lnTo>
                  <a:pt x="169991" y="50541"/>
                </a:lnTo>
                <a:cubicBezTo>
                  <a:pt x="168981" y="49707"/>
                  <a:pt x="168308" y="48617"/>
                  <a:pt x="167979" y="47278"/>
                </a:cubicBezTo>
                <a:cubicBezTo>
                  <a:pt x="167811" y="46100"/>
                  <a:pt x="168059" y="45010"/>
                  <a:pt x="168732" y="44008"/>
                </a:cubicBezTo>
                <a:lnTo>
                  <a:pt x="169735" y="42750"/>
                </a:lnTo>
                <a:cubicBezTo>
                  <a:pt x="170408" y="41741"/>
                  <a:pt x="171242" y="40987"/>
                  <a:pt x="172251" y="40482"/>
                </a:cubicBezTo>
                <a:cubicBezTo>
                  <a:pt x="173421" y="40153"/>
                  <a:pt x="174599" y="40153"/>
                  <a:pt x="175770" y="40482"/>
                </a:cubicBezTo>
                <a:lnTo>
                  <a:pt x="182814" y="42999"/>
                </a:lnTo>
                <a:cubicBezTo>
                  <a:pt x="183985" y="41660"/>
                  <a:pt x="185411" y="40314"/>
                  <a:pt x="187086" y="38975"/>
                </a:cubicBezTo>
                <a:cubicBezTo>
                  <a:pt x="188930" y="37805"/>
                  <a:pt x="190693" y="36964"/>
                  <a:pt x="192368" y="36459"/>
                </a:cubicBezTo>
                <a:lnTo>
                  <a:pt x="193626" y="31185"/>
                </a:lnTo>
                <a:cubicBezTo>
                  <a:pt x="193963" y="30175"/>
                  <a:pt x="194548" y="29334"/>
                  <a:pt x="195382" y="28668"/>
                </a:cubicBezTo>
                <a:cubicBezTo>
                  <a:pt x="196223" y="27995"/>
                  <a:pt x="197145" y="27659"/>
                  <a:pt x="198154" y="27659"/>
                </a:cubicBezTo>
                <a:lnTo>
                  <a:pt x="200663" y="27659"/>
                </a:lnTo>
                <a:cubicBezTo>
                  <a:pt x="201673" y="27659"/>
                  <a:pt x="202594" y="27995"/>
                  <a:pt x="203428" y="28668"/>
                </a:cubicBezTo>
                <a:cubicBezTo>
                  <a:pt x="204270" y="29334"/>
                  <a:pt x="204855" y="30175"/>
                  <a:pt x="205191" y="31185"/>
                </a:cubicBezTo>
                <a:lnTo>
                  <a:pt x="206450" y="36459"/>
                </a:lnTo>
                <a:cubicBezTo>
                  <a:pt x="208125" y="36964"/>
                  <a:pt x="209800" y="37805"/>
                  <a:pt x="211475" y="38975"/>
                </a:cubicBezTo>
                <a:cubicBezTo>
                  <a:pt x="213319" y="40314"/>
                  <a:pt x="214833" y="41660"/>
                  <a:pt x="216003" y="42999"/>
                </a:cubicBezTo>
                <a:lnTo>
                  <a:pt x="223048" y="40482"/>
                </a:lnTo>
                <a:cubicBezTo>
                  <a:pt x="224218" y="40153"/>
                  <a:pt x="225308" y="40153"/>
                  <a:pt x="226318" y="40482"/>
                </a:cubicBezTo>
                <a:cubicBezTo>
                  <a:pt x="227488" y="40819"/>
                  <a:pt x="228410" y="41492"/>
                  <a:pt x="229083" y="42494"/>
                </a:cubicBezTo>
                <a:lnTo>
                  <a:pt x="230085" y="44008"/>
                </a:lnTo>
                <a:cubicBezTo>
                  <a:pt x="230758" y="45179"/>
                  <a:pt x="230926" y="46349"/>
                  <a:pt x="230590" y="47527"/>
                </a:cubicBezTo>
                <a:cubicBezTo>
                  <a:pt x="230421" y="48697"/>
                  <a:pt x="229836" y="49707"/>
                  <a:pt x="228827" y="50541"/>
                </a:cubicBezTo>
                <a:lnTo>
                  <a:pt x="223296" y="54820"/>
                </a:lnTo>
                <a:cubicBezTo>
                  <a:pt x="223633" y="55654"/>
                  <a:pt x="223882" y="56576"/>
                  <a:pt x="224050" y="57585"/>
                </a:cubicBezTo>
                <a:cubicBezTo>
                  <a:pt x="224386" y="58587"/>
                  <a:pt x="224555" y="59597"/>
                  <a:pt x="224555" y="60599"/>
                </a:cubicBezTo>
                <a:cubicBezTo>
                  <a:pt x="224555" y="61609"/>
                  <a:pt x="224386" y="62611"/>
                  <a:pt x="224050" y="63620"/>
                </a:cubicBezTo>
                <a:cubicBezTo>
                  <a:pt x="223882" y="64622"/>
                  <a:pt x="223633" y="65544"/>
                  <a:pt x="223296" y="66385"/>
                </a:cubicBezTo>
                <a:lnTo>
                  <a:pt x="228827" y="70658"/>
                </a:lnTo>
                <a:cubicBezTo>
                  <a:pt x="229836" y="71499"/>
                  <a:pt x="230421" y="72501"/>
                  <a:pt x="230590" y="73679"/>
                </a:cubicBezTo>
                <a:cubicBezTo>
                  <a:pt x="230926" y="75017"/>
                  <a:pt x="230758" y="76195"/>
                  <a:pt x="230085" y="77197"/>
                </a:cubicBezTo>
                <a:lnTo>
                  <a:pt x="229083" y="78456"/>
                </a:lnTo>
                <a:cubicBezTo>
                  <a:pt x="228410" y="79465"/>
                  <a:pt x="227488" y="80131"/>
                  <a:pt x="226318" y="80467"/>
                </a:cubicBezTo>
                <a:cubicBezTo>
                  <a:pt x="225308" y="80972"/>
                  <a:pt x="224218" y="81052"/>
                  <a:pt x="223048" y="80716"/>
                </a:cubicBezTo>
                <a:lnTo>
                  <a:pt x="216003" y="78207"/>
                </a:lnTo>
                <a:cubicBezTo>
                  <a:pt x="214833" y="79545"/>
                  <a:pt x="213319" y="80804"/>
                  <a:pt x="211475" y="81974"/>
                </a:cubicBezTo>
                <a:cubicBezTo>
                  <a:pt x="209800" y="83152"/>
                  <a:pt x="208125" y="84074"/>
                  <a:pt x="206450" y="84739"/>
                </a:cubicBezTo>
                <a:lnTo>
                  <a:pt x="205191" y="90021"/>
                </a:lnTo>
                <a:cubicBezTo>
                  <a:pt x="204855" y="91030"/>
                  <a:pt x="204270" y="91864"/>
                  <a:pt x="203428" y="92537"/>
                </a:cubicBezTo>
                <a:cubicBezTo>
                  <a:pt x="202594" y="93210"/>
                  <a:pt x="201673" y="93547"/>
                  <a:pt x="200663" y="93547"/>
                </a:cubicBezTo>
                <a:lnTo>
                  <a:pt x="198154" y="93547"/>
                </a:lnTo>
                <a:cubicBezTo>
                  <a:pt x="197145" y="93547"/>
                  <a:pt x="196223" y="93210"/>
                  <a:pt x="195382" y="92537"/>
                </a:cubicBezTo>
                <a:cubicBezTo>
                  <a:pt x="194548" y="91864"/>
                  <a:pt x="193963" y="91030"/>
                  <a:pt x="193626" y="90021"/>
                </a:cubicBezTo>
                <a:close/>
                <a:moveTo>
                  <a:pt x="209719" y="70914"/>
                </a:moveTo>
                <a:cubicBezTo>
                  <a:pt x="212565" y="68229"/>
                  <a:pt x="213992" y="64791"/>
                  <a:pt x="213992" y="60599"/>
                </a:cubicBezTo>
                <a:cubicBezTo>
                  <a:pt x="213992" y="56408"/>
                  <a:pt x="212565" y="52889"/>
                  <a:pt x="209719" y="50043"/>
                </a:cubicBezTo>
                <a:cubicBezTo>
                  <a:pt x="207035" y="47359"/>
                  <a:pt x="203597" y="46020"/>
                  <a:pt x="199405" y="46020"/>
                </a:cubicBezTo>
                <a:cubicBezTo>
                  <a:pt x="195213" y="46020"/>
                  <a:pt x="191695" y="47359"/>
                  <a:pt x="188849" y="50043"/>
                </a:cubicBezTo>
                <a:cubicBezTo>
                  <a:pt x="186165" y="52889"/>
                  <a:pt x="184826" y="56408"/>
                  <a:pt x="184826" y="60599"/>
                </a:cubicBezTo>
                <a:cubicBezTo>
                  <a:pt x="184826" y="64791"/>
                  <a:pt x="186165" y="68229"/>
                  <a:pt x="188849" y="70914"/>
                </a:cubicBezTo>
                <a:cubicBezTo>
                  <a:pt x="191695" y="73759"/>
                  <a:pt x="195213" y="75186"/>
                  <a:pt x="199405" y="75186"/>
                </a:cubicBezTo>
                <a:cubicBezTo>
                  <a:pt x="203597" y="75186"/>
                  <a:pt x="207035" y="73759"/>
                  <a:pt x="209719" y="70914"/>
                </a:cubicBezTo>
                <a:close/>
                <a:moveTo>
                  <a:pt x="90021" y="195382"/>
                </a:move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圖說"/>
          <p:cNvSpPr/>
          <p:nvPr/>
        </p:nvSpPr>
        <p:spPr>
          <a:xfrm>
            <a:off x="2643165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工程師</a:t>
            </a:r>
            <a:endParaRPr lang="en-US" sz="600" dirty="0"/>
          </a:p>
        </p:txBody>
      </p:sp>
      <p:sp>
        <p:nvSpPr>
          <p:cNvPr id="18" name="圖示 客服"/>
          <p:cNvSpPr/>
          <p:nvPr/>
        </p:nvSpPr>
        <p:spPr>
          <a:xfrm>
            <a:off x="3202759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8184" y="212733"/>
                </a:moveTo>
                <a:cubicBezTo>
                  <a:pt x="115836" y="212733"/>
                  <a:pt x="113825" y="211899"/>
                  <a:pt x="112149" y="210224"/>
                </a:cubicBezTo>
                <a:cubicBezTo>
                  <a:pt x="110474" y="208542"/>
                  <a:pt x="109640" y="206530"/>
                  <a:pt x="109640" y="204189"/>
                </a:cubicBezTo>
                <a:cubicBezTo>
                  <a:pt x="109640" y="201673"/>
                  <a:pt x="110474" y="199661"/>
                  <a:pt x="112149" y="198154"/>
                </a:cubicBezTo>
                <a:cubicBezTo>
                  <a:pt x="113825" y="196472"/>
                  <a:pt x="115836" y="195638"/>
                  <a:pt x="118184" y="195638"/>
                </a:cubicBezTo>
                <a:lnTo>
                  <a:pt x="195638" y="195638"/>
                </a:lnTo>
                <a:lnTo>
                  <a:pt x="195638" y="119194"/>
                </a:lnTo>
                <a:cubicBezTo>
                  <a:pt x="195638" y="98741"/>
                  <a:pt x="188344" y="81389"/>
                  <a:pt x="173758" y="67139"/>
                </a:cubicBezTo>
                <a:cubicBezTo>
                  <a:pt x="159171" y="53057"/>
                  <a:pt x="141491" y="46020"/>
                  <a:pt x="120701" y="46020"/>
                </a:cubicBezTo>
                <a:cubicBezTo>
                  <a:pt x="99911" y="46020"/>
                  <a:pt x="82230" y="53057"/>
                  <a:pt x="67644" y="67139"/>
                </a:cubicBezTo>
                <a:cubicBezTo>
                  <a:pt x="53057" y="81389"/>
                  <a:pt x="45764" y="98741"/>
                  <a:pt x="45764" y="119194"/>
                </a:cubicBezTo>
                <a:lnTo>
                  <a:pt x="45764" y="176026"/>
                </a:lnTo>
                <a:cubicBezTo>
                  <a:pt x="45764" y="177701"/>
                  <a:pt x="45179" y="179120"/>
                  <a:pt x="44008" y="180298"/>
                </a:cubicBezTo>
                <a:cubicBezTo>
                  <a:pt x="42999" y="181468"/>
                  <a:pt x="41572" y="182061"/>
                  <a:pt x="39729" y="182061"/>
                </a:cubicBezTo>
                <a:lnTo>
                  <a:pt x="39480" y="182061"/>
                </a:lnTo>
                <a:cubicBezTo>
                  <a:pt x="33782" y="182061"/>
                  <a:pt x="28837" y="180049"/>
                  <a:pt x="24645" y="176026"/>
                </a:cubicBezTo>
                <a:cubicBezTo>
                  <a:pt x="20622" y="171834"/>
                  <a:pt x="18610" y="166889"/>
                  <a:pt x="18610" y="161183"/>
                </a:cubicBezTo>
                <a:lnTo>
                  <a:pt x="18610" y="140313"/>
                </a:lnTo>
                <a:cubicBezTo>
                  <a:pt x="18610" y="136794"/>
                  <a:pt x="19532" y="133444"/>
                  <a:pt x="21375" y="130254"/>
                </a:cubicBezTo>
                <a:cubicBezTo>
                  <a:pt x="23050" y="127072"/>
                  <a:pt x="25479" y="124556"/>
                  <a:pt x="28668" y="122712"/>
                </a:cubicBezTo>
                <a:lnTo>
                  <a:pt x="29173" y="111396"/>
                </a:lnTo>
                <a:cubicBezTo>
                  <a:pt x="30343" y="99662"/>
                  <a:pt x="33526" y="88763"/>
                  <a:pt x="38727" y="78704"/>
                </a:cubicBezTo>
                <a:cubicBezTo>
                  <a:pt x="44089" y="68646"/>
                  <a:pt x="50797" y="59846"/>
                  <a:pt x="58843" y="52304"/>
                </a:cubicBezTo>
                <a:cubicBezTo>
                  <a:pt x="67058" y="44930"/>
                  <a:pt x="76444" y="39144"/>
                  <a:pt x="87007" y="34952"/>
                </a:cubicBezTo>
                <a:cubicBezTo>
                  <a:pt x="97731" y="30760"/>
                  <a:pt x="108967" y="28668"/>
                  <a:pt x="120701" y="28668"/>
                </a:cubicBezTo>
                <a:cubicBezTo>
                  <a:pt x="132434" y="28668"/>
                  <a:pt x="143583" y="30760"/>
                  <a:pt x="154146" y="34952"/>
                </a:cubicBezTo>
                <a:cubicBezTo>
                  <a:pt x="164709" y="39144"/>
                  <a:pt x="174094" y="44930"/>
                  <a:pt x="182309" y="52304"/>
                </a:cubicBezTo>
                <a:cubicBezTo>
                  <a:pt x="190524" y="59677"/>
                  <a:pt x="197225" y="68397"/>
                  <a:pt x="202426" y="78456"/>
                </a:cubicBezTo>
                <a:cubicBezTo>
                  <a:pt x="207620" y="88514"/>
                  <a:pt x="210890" y="99414"/>
                  <a:pt x="212236" y="111147"/>
                </a:cubicBezTo>
                <a:lnTo>
                  <a:pt x="212733" y="122208"/>
                </a:lnTo>
                <a:cubicBezTo>
                  <a:pt x="215923" y="123883"/>
                  <a:pt x="218432" y="126231"/>
                  <a:pt x="220283" y="129252"/>
                </a:cubicBezTo>
                <a:cubicBezTo>
                  <a:pt x="221958" y="132434"/>
                  <a:pt x="222792" y="135704"/>
                  <a:pt x="222792" y="139055"/>
                </a:cubicBezTo>
                <a:lnTo>
                  <a:pt x="222792" y="162441"/>
                </a:lnTo>
                <a:cubicBezTo>
                  <a:pt x="222792" y="165967"/>
                  <a:pt x="221958" y="169318"/>
                  <a:pt x="220283" y="172500"/>
                </a:cubicBezTo>
                <a:cubicBezTo>
                  <a:pt x="218432" y="175689"/>
                  <a:pt x="215923" y="178118"/>
                  <a:pt x="212733" y="179793"/>
                </a:cubicBezTo>
                <a:lnTo>
                  <a:pt x="212733" y="195638"/>
                </a:lnTo>
                <a:cubicBezTo>
                  <a:pt x="212733" y="200327"/>
                  <a:pt x="211058" y="204350"/>
                  <a:pt x="207708" y="207708"/>
                </a:cubicBezTo>
                <a:cubicBezTo>
                  <a:pt x="204518" y="211058"/>
                  <a:pt x="200583" y="212733"/>
                  <a:pt x="195886" y="212733"/>
                </a:cubicBezTo>
                <a:lnTo>
                  <a:pt x="118184" y="212733"/>
                </a:lnTo>
                <a:close/>
                <a:moveTo>
                  <a:pt x="85500" y="137299"/>
                </a:moveTo>
                <a:cubicBezTo>
                  <a:pt x="83986" y="135792"/>
                  <a:pt x="83232" y="133941"/>
                  <a:pt x="83232" y="131769"/>
                </a:cubicBezTo>
                <a:cubicBezTo>
                  <a:pt x="83232" y="129589"/>
                  <a:pt x="83986" y="127745"/>
                  <a:pt x="85500" y="126231"/>
                </a:cubicBezTo>
                <a:cubicBezTo>
                  <a:pt x="87007" y="124724"/>
                  <a:pt x="88850" y="123971"/>
                  <a:pt x="91030" y="123971"/>
                </a:cubicBezTo>
                <a:cubicBezTo>
                  <a:pt x="93379" y="123971"/>
                  <a:pt x="95222" y="124724"/>
                  <a:pt x="96561" y="126231"/>
                </a:cubicBezTo>
                <a:cubicBezTo>
                  <a:pt x="98068" y="127745"/>
                  <a:pt x="98821" y="129589"/>
                  <a:pt x="98821" y="131769"/>
                </a:cubicBezTo>
                <a:cubicBezTo>
                  <a:pt x="98821" y="133941"/>
                  <a:pt x="98068" y="135792"/>
                  <a:pt x="96561" y="137299"/>
                </a:cubicBezTo>
                <a:cubicBezTo>
                  <a:pt x="95054" y="138806"/>
                  <a:pt x="93210" y="139559"/>
                  <a:pt x="91030" y="139559"/>
                </a:cubicBezTo>
                <a:cubicBezTo>
                  <a:pt x="88850" y="139559"/>
                  <a:pt x="87007" y="138806"/>
                  <a:pt x="85500" y="137299"/>
                </a:cubicBezTo>
                <a:close/>
                <a:moveTo>
                  <a:pt x="144841" y="137299"/>
                </a:moveTo>
                <a:cubicBezTo>
                  <a:pt x="143334" y="135792"/>
                  <a:pt x="142581" y="133941"/>
                  <a:pt x="142581" y="131769"/>
                </a:cubicBezTo>
                <a:cubicBezTo>
                  <a:pt x="142581" y="129589"/>
                  <a:pt x="143334" y="127745"/>
                  <a:pt x="144841" y="126231"/>
                </a:cubicBezTo>
                <a:cubicBezTo>
                  <a:pt x="146348" y="124724"/>
                  <a:pt x="148191" y="123971"/>
                  <a:pt x="150371" y="123971"/>
                </a:cubicBezTo>
                <a:cubicBezTo>
                  <a:pt x="152551" y="123971"/>
                  <a:pt x="154395" y="124724"/>
                  <a:pt x="155909" y="126231"/>
                </a:cubicBezTo>
                <a:cubicBezTo>
                  <a:pt x="157416" y="127745"/>
                  <a:pt x="158169" y="129589"/>
                  <a:pt x="158169" y="131769"/>
                </a:cubicBezTo>
                <a:cubicBezTo>
                  <a:pt x="158169" y="133941"/>
                  <a:pt x="157416" y="135792"/>
                  <a:pt x="155909" y="137299"/>
                </a:cubicBezTo>
                <a:cubicBezTo>
                  <a:pt x="154395" y="138806"/>
                  <a:pt x="152551" y="139559"/>
                  <a:pt x="150371" y="139559"/>
                </a:cubicBezTo>
                <a:cubicBezTo>
                  <a:pt x="148023" y="139559"/>
                  <a:pt x="146180" y="138806"/>
                  <a:pt x="144841" y="137299"/>
                </a:cubicBezTo>
                <a:close/>
                <a:moveTo>
                  <a:pt x="61104" y="123971"/>
                </a:moveTo>
                <a:cubicBezTo>
                  <a:pt x="60102" y="106700"/>
                  <a:pt x="65464" y="91864"/>
                  <a:pt x="77197" y="79465"/>
                </a:cubicBezTo>
                <a:cubicBezTo>
                  <a:pt x="89099" y="67058"/>
                  <a:pt x="103766" y="60855"/>
                  <a:pt x="121206" y="60855"/>
                </a:cubicBezTo>
                <a:cubicBezTo>
                  <a:pt x="135624" y="60855"/>
                  <a:pt x="148111" y="65632"/>
                  <a:pt x="158674" y="75186"/>
                </a:cubicBezTo>
                <a:cubicBezTo>
                  <a:pt x="169230" y="84571"/>
                  <a:pt x="175689" y="96392"/>
                  <a:pt x="178037" y="110642"/>
                </a:cubicBezTo>
                <a:cubicBezTo>
                  <a:pt x="163451" y="110474"/>
                  <a:pt x="150123" y="106539"/>
                  <a:pt x="138052" y="98821"/>
                </a:cubicBezTo>
                <a:cubicBezTo>
                  <a:pt x="125982" y="91111"/>
                  <a:pt x="116509" y="80804"/>
                  <a:pt x="109640" y="67892"/>
                </a:cubicBezTo>
                <a:cubicBezTo>
                  <a:pt x="106956" y="80804"/>
                  <a:pt x="101257" y="92201"/>
                  <a:pt x="92537" y="102091"/>
                </a:cubicBezTo>
                <a:cubicBezTo>
                  <a:pt x="83986" y="111981"/>
                  <a:pt x="73510" y="119274"/>
                  <a:pt x="61104" y="123971"/>
                </a:cubicBez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圖說"/>
          <p:cNvSpPr/>
          <p:nvPr/>
        </p:nvSpPr>
        <p:spPr>
          <a:xfrm>
            <a:off x="3086941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客服</a:t>
            </a:r>
            <a:endParaRPr lang="en-US" sz="600" dirty="0"/>
          </a:p>
        </p:txBody>
      </p:sp>
      <p:sp>
        <p:nvSpPr>
          <p:cNvPr id="20" name="圖示 訓練"/>
          <p:cNvSpPr/>
          <p:nvPr/>
        </p:nvSpPr>
        <p:spPr>
          <a:xfrm>
            <a:off x="3646536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5822" y="176523"/>
                </a:moveTo>
                <a:cubicBezTo>
                  <a:pt x="53145" y="175016"/>
                  <a:pt x="50965" y="172924"/>
                  <a:pt x="49290" y="170239"/>
                </a:cubicBezTo>
                <a:cubicBezTo>
                  <a:pt x="47776" y="167555"/>
                  <a:pt x="47022" y="164541"/>
                  <a:pt x="47022" y="161183"/>
                </a:cubicBezTo>
                <a:lnTo>
                  <a:pt x="47022" y="111147"/>
                </a:lnTo>
                <a:lnTo>
                  <a:pt x="22633" y="98068"/>
                </a:lnTo>
                <a:cubicBezTo>
                  <a:pt x="21126" y="97065"/>
                  <a:pt x="20036" y="95975"/>
                  <a:pt x="19363" y="94798"/>
                </a:cubicBezTo>
                <a:cubicBezTo>
                  <a:pt x="18522" y="93459"/>
                  <a:pt x="18105" y="92033"/>
                  <a:pt x="18105" y="90526"/>
                </a:cubicBezTo>
                <a:cubicBezTo>
                  <a:pt x="18105" y="89019"/>
                  <a:pt x="18522" y="87673"/>
                  <a:pt x="19363" y="86502"/>
                </a:cubicBezTo>
                <a:cubicBezTo>
                  <a:pt x="20036" y="85164"/>
                  <a:pt x="21126" y="83986"/>
                  <a:pt x="22633" y="82984"/>
                </a:cubicBezTo>
                <a:lnTo>
                  <a:pt x="112149" y="33950"/>
                </a:lnTo>
                <a:cubicBezTo>
                  <a:pt x="113495" y="33277"/>
                  <a:pt x="114834" y="32772"/>
                  <a:pt x="116173" y="32436"/>
                </a:cubicBezTo>
                <a:cubicBezTo>
                  <a:pt x="117519" y="32106"/>
                  <a:pt x="118938" y="31938"/>
                  <a:pt x="120452" y="31938"/>
                </a:cubicBezTo>
                <a:cubicBezTo>
                  <a:pt x="121959" y="31938"/>
                  <a:pt x="123385" y="32106"/>
                  <a:pt x="124724" y="32436"/>
                </a:cubicBezTo>
                <a:cubicBezTo>
                  <a:pt x="126063" y="32772"/>
                  <a:pt x="127409" y="33277"/>
                  <a:pt x="128748" y="33950"/>
                </a:cubicBezTo>
                <a:lnTo>
                  <a:pt x="228073" y="88009"/>
                </a:lnTo>
                <a:cubicBezTo>
                  <a:pt x="229580" y="88850"/>
                  <a:pt x="230758" y="89940"/>
                  <a:pt x="231592" y="91279"/>
                </a:cubicBezTo>
                <a:cubicBezTo>
                  <a:pt x="232265" y="92618"/>
                  <a:pt x="232601" y="94044"/>
                  <a:pt x="232601" y="95558"/>
                </a:cubicBezTo>
                <a:lnTo>
                  <a:pt x="232601" y="162697"/>
                </a:lnTo>
                <a:cubicBezTo>
                  <a:pt x="232601" y="165038"/>
                  <a:pt x="231848" y="166969"/>
                  <a:pt x="230341" y="168476"/>
                </a:cubicBezTo>
                <a:cubicBezTo>
                  <a:pt x="228659" y="170152"/>
                  <a:pt x="226647" y="170993"/>
                  <a:pt x="224306" y="170993"/>
                </a:cubicBezTo>
                <a:cubicBezTo>
                  <a:pt x="221958" y="170993"/>
                  <a:pt x="220027" y="170152"/>
                  <a:pt x="218520" y="168476"/>
                </a:cubicBezTo>
                <a:cubicBezTo>
                  <a:pt x="217013" y="166969"/>
                  <a:pt x="216259" y="165038"/>
                  <a:pt x="216259" y="162697"/>
                </a:cubicBezTo>
                <a:lnTo>
                  <a:pt x="216259" y="100079"/>
                </a:lnTo>
                <a:lnTo>
                  <a:pt x="194131" y="111147"/>
                </a:lnTo>
                <a:lnTo>
                  <a:pt x="194131" y="161183"/>
                </a:lnTo>
                <a:cubicBezTo>
                  <a:pt x="194131" y="164541"/>
                  <a:pt x="193290" y="167555"/>
                  <a:pt x="191614" y="170239"/>
                </a:cubicBezTo>
                <a:cubicBezTo>
                  <a:pt x="189939" y="172924"/>
                  <a:pt x="187759" y="175016"/>
                  <a:pt x="185075" y="176523"/>
                </a:cubicBezTo>
                <a:lnTo>
                  <a:pt x="128748" y="207203"/>
                </a:lnTo>
                <a:cubicBezTo>
                  <a:pt x="127409" y="208044"/>
                  <a:pt x="126063" y="208630"/>
                  <a:pt x="124724" y="208966"/>
                </a:cubicBezTo>
                <a:cubicBezTo>
                  <a:pt x="123385" y="209134"/>
                  <a:pt x="121959" y="209215"/>
                  <a:pt x="120452" y="209215"/>
                </a:cubicBezTo>
                <a:cubicBezTo>
                  <a:pt x="118938" y="209215"/>
                  <a:pt x="117519" y="209134"/>
                  <a:pt x="116173" y="208966"/>
                </a:cubicBezTo>
                <a:cubicBezTo>
                  <a:pt x="114834" y="208630"/>
                  <a:pt x="113495" y="208044"/>
                  <a:pt x="112149" y="207203"/>
                </a:cubicBezTo>
                <a:lnTo>
                  <a:pt x="55822" y="176523"/>
                </a:lnTo>
                <a:close/>
                <a:moveTo>
                  <a:pt x="120452" y="132771"/>
                </a:moveTo>
                <a:lnTo>
                  <a:pt x="197898" y="90526"/>
                </a:lnTo>
                <a:lnTo>
                  <a:pt x="120452" y="49034"/>
                </a:lnTo>
                <a:lnTo>
                  <a:pt x="43503" y="90526"/>
                </a:lnTo>
                <a:lnTo>
                  <a:pt x="120452" y="132771"/>
                </a:lnTo>
                <a:close/>
                <a:moveTo>
                  <a:pt x="120452" y="193121"/>
                </a:moveTo>
                <a:lnTo>
                  <a:pt x="177533" y="161688"/>
                </a:lnTo>
                <a:lnTo>
                  <a:pt x="177533" y="121206"/>
                </a:lnTo>
                <a:lnTo>
                  <a:pt x="128748" y="147357"/>
                </a:lnTo>
                <a:cubicBezTo>
                  <a:pt x="127409" y="148023"/>
                  <a:pt x="126063" y="148528"/>
                  <a:pt x="124724" y="148864"/>
                </a:cubicBezTo>
                <a:cubicBezTo>
                  <a:pt x="123385" y="149201"/>
                  <a:pt x="121959" y="149369"/>
                  <a:pt x="120452" y="149369"/>
                </a:cubicBezTo>
                <a:cubicBezTo>
                  <a:pt x="118938" y="149369"/>
                  <a:pt x="117519" y="149201"/>
                  <a:pt x="116173" y="148864"/>
                </a:cubicBezTo>
                <a:cubicBezTo>
                  <a:pt x="115002" y="148528"/>
                  <a:pt x="113744" y="148023"/>
                  <a:pt x="112405" y="147357"/>
                </a:cubicBezTo>
                <a:lnTo>
                  <a:pt x="63372" y="120701"/>
                </a:lnTo>
                <a:lnTo>
                  <a:pt x="63372" y="161688"/>
                </a:lnTo>
                <a:lnTo>
                  <a:pt x="120452" y="193121"/>
                </a:lnTo>
                <a:close/>
                <a:moveTo>
                  <a:pt x="120701" y="132771"/>
                </a:moveTo>
                <a:close/>
                <a:moveTo>
                  <a:pt x="120452" y="157665"/>
                </a:moveTo>
                <a:close/>
                <a:moveTo>
                  <a:pt x="120452" y="157665"/>
                </a:move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圖說"/>
          <p:cNvSpPr/>
          <p:nvPr/>
        </p:nvSpPr>
        <p:spPr>
          <a:xfrm>
            <a:off x="3530718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</a:t>
            </a:r>
            <a:endParaRPr lang="en-US" sz="600" dirty="0"/>
          </a:p>
        </p:txBody>
      </p:sp>
      <p:sp>
        <p:nvSpPr>
          <p:cNvPr id="22" name="圖示 合作"/>
          <p:cNvSpPr/>
          <p:nvPr/>
        </p:nvSpPr>
        <p:spPr>
          <a:xfrm>
            <a:off x="4090312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9443" y="206201"/>
                </a:moveTo>
                <a:cubicBezTo>
                  <a:pt x="120284" y="206201"/>
                  <a:pt x="121206" y="206033"/>
                  <a:pt x="122208" y="205696"/>
                </a:cubicBezTo>
                <a:cubicBezTo>
                  <a:pt x="123385" y="205191"/>
                  <a:pt x="124307" y="204606"/>
                  <a:pt x="124973" y="203933"/>
                </a:cubicBezTo>
                <a:lnTo>
                  <a:pt x="209463" y="119194"/>
                </a:lnTo>
                <a:cubicBezTo>
                  <a:pt x="211643" y="116846"/>
                  <a:pt x="213319" y="114249"/>
                  <a:pt x="214496" y="111396"/>
                </a:cubicBezTo>
                <a:cubicBezTo>
                  <a:pt x="215667" y="108550"/>
                  <a:pt x="216259" y="105529"/>
                  <a:pt x="216259" y="102347"/>
                </a:cubicBezTo>
                <a:cubicBezTo>
                  <a:pt x="216259" y="99326"/>
                  <a:pt x="215667" y="96312"/>
                  <a:pt x="214496" y="93291"/>
                </a:cubicBezTo>
                <a:cubicBezTo>
                  <a:pt x="213319" y="90277"/>
                  <a:pt x="211643" y="87592"/>
                  <a:pt x="209463" y="85244"/>
                </a:cubicBezTo>
                <a:lnTo>
                  <a:pt x="165967" y="41741"/>
                </a:lnTo>
                <a:cubicBezTo>
                  <a:pt x="163619" y="39561"/>
                  <a:pt x="161015" y="37973"/>
                  <a:pt x="158169" y="36964"/>
                </a:cubicBezTo>
                <a:cubicBezTo>
                  <a:pt x="155316" y="35793"/>
                  <a:pt x="152383" y="35208"/>
                  <a:pt x="149369" y="35208"/>
                </a:cubicBezTo>
                <a:cubicBezTo>
                  <a:pt x="146516" y="35208"/>
                  <a:pt x="143671" y="35705"/>
                  <a:pt x="140818" y="36715"/>
                </a:cubicBezTo>
                <a:cubicBezTo>
                  <a:pt x="137965" y="37885"/>
                  <a:pt x="135456" y="39480"/>
                  <a:pt x="133276" y="41492"/>
                </a:cubicBezTo>
                <a:lnTo>
                  <a:pt x="129252" y="45764"/>
                </a:lnTo>
                <a:lnTo>
                  <a:pt x="149369" y="65881"/>
                </a:lnTo>
                <a:cubicBezTo>
                  <a:pt x="151549" y="68397"/>
                  <a:pt x="153561" y="71331"/>
                  <a:pt x="155404" y="74681"/>
                </a:cubicBezTo>
                <a:cubicBezTo>
                  <a:pt x="157079" y="77870"/>
                  <a:pt x="157921" y="81477"/>
                  <a:pt x="157921" y="85500"/>
                </a:cubicBezTo>
                <a:cubicBezTo>
                  <a:pt x="157921" y="92201"/>
                  <a:pt x="155316" y="98068"/>
                  <a:pt x="150123" y="103100"/>
                </a:cubicBezTo>
                <a:cubicBezTo>
                  <a:pt x="144921" y="108294"/>
                  <a:pt x="138974" y="110891"/>
                  <a:pt x="132266" y="110891"/>
                </a:cubicBezTo>
                <a:cubicBezTo>
                  <a:pt x="127906" y="110891"/>
                  <a:pt x="124219" y="110225"/>
                  <a:pt x="121206" y="108879"/>
                </a:cubicBezTo>
                <a:cubicBezTo>
                  <a:pt x="118353" y="107541"/>
                  <a:pt x="115675" y="105617"/>
                  <a:pt x="113159" y="103100"/>
                </a:cubicBezTo>
                <a:lnTo>
                  <a:pt x="94798" y="84995"/>
                </a:lnTo>
                <a:lnTo>
                  <a:pt x="50292" y="129252"/>
                </a:lnTo>
                <a:cubicBezTo>
                  <a:pt x="49451" y="130086"/>
                  <a:pt x="48866" y="131008"/>
                  <a:pt x="48529" y="132017"/>
                </a:cubicBezTo>
                <a:cubicBezTo>
                  <a:pt x="48200" y="132851"/>
                  <a:pt x="48032" y="133780"/>
                  <a:pt x="48032" y="134783"/>
                </a:cubicBezTo>
                <a:cubicBezTo>
                  <a:pt x="48032" y="136962"/>
                  <a:pt x="48785" y="138806"/>
                  <a:pt x="50292" y="140313"/>
                </a:cubicBezTo>
                <a:cubicBezTo>
                  <a:pt x="51631" y="141659"/>
                  <a:pt x="53394" y="142325"/>
                  <a:pt x="55574" y="142325"/>
                </a:cubicBezTo>
                <a:cubicBezTo>
                  <a:pt x="56576" y="142325"/>
                  <a:pt x="57585" y="142076"/>
                  <a:pt x="58587" y="141571"/>
                </a:cubicBezTo>
                <a:cubicBezTo>
                  <a:pt x="59429" y="141066"/>
                  <a:pt x="60182" y="140481"/>
                  <a:pt x="60855" y="139815"/>
                </a:cubicBezTo>
                <a:lnTo>
                  <a:pt x="89772" y="110891"/>
                </a:lnTo>
                <a:cubicBezTo>
                  <a:pt x="91279" y="109384"/>
                  <a:pt x="93042" y="108631"/>
                  <a:pt x="95054" y="108631"/>
                </a:cubicBezTo>
                <a:cubicBezTo>
                  <a:pt x="97065" y="108631"/>
                  <a:pt x="98821" y="109472"/>
                  <a:pt x="100335" y="111147"/>
                </a:cubicBezTo>
                <a:cubicBezTo>
                  <a:pt x="101842" y="112654"/>
                  <a:pt x="102596" y="114417"/>
                  <a:pt x="102596" y="116429"/>
                </a:cubicBezTo>
                <a:cubicBezTo>
                  <a:pt x="102596" y="118272"/>
                  <a:pt x="101842" y="119947"/>
                  <a:pt x="100335" y="121454"/>
                </a:cubicBezTo>
                <a:lnTo>
                  <a:pt x="71916" y="150123"/>
                </a:lnTo>
                <a:cubicBezTo>
                  <a:pt x="70914" y="150956"/>
                  <a:pt x="70241" y="151885"/>
                  <a:pt x="69904" y="152888"/>
                </a:cubicBezTo>
                <a:cubicBezTo>
                  <a:pt x="69568" y="153897"/>
                  <a:pt x="69407" y="154899"/>
                  <a:pt x="69407" y="155909"/>
                </a:cubicBezTo>
                <a:cubicBezTo>
                  <a:pt x="69407" y="157921"/>
                  <a:pt x="70160" y="159676"/>
                  <a:pt x="71667" y="161183"/>
                </a:cubicBezTo>
                <a:cubicBezTo>
                  <a:pt x="73174" y="162697"/>
                  <a:pt x="74937" y="163451"/>
                  <a:pt x="76949" y="163451"/>
                </a:cubicBezTo>
                <a:cubicBezTo>
                  <a:pt x="77951" y="163451"/>
                  <a:pt x="78960" y="163195"/>
                  <a:pt x="79962" y="162697"/>
                </a:cubicBezTo>
                <a:cubicBezTo>
                  <a:pt x="80804" y="162361"/>
                  <a:pt x="81638" y="161856"/>
                  <a:pt x="82479" y="161183"/>
                </a:cubicBezTo>
                <a:lnTo>
                  <a:pt x="111147" y="132522"/>
                </a:lnTo>
                <a:cubicBezTo>
                  <a:pt x="112654" y="131008"/>
                  <a:pt x="114417" y="130254"/>
                  <a:pt x="116429" y="130254"/>
                </a:cubicBezTo>
                <a:cubicBezTo>
                  <a:pt x="118440" y="130254"/>
                  <a:pt x="120196" y="131008"/>
                  <a:pt x="121710" y="132522"/>
                </a:cubicBezTo>
                <a:cubicBezTo>
                  <a:pt x="123217" y="134029"/>
                  <a:pt x="123971" y="135792"/>
                  <a:pt x="123971" y="137804"/>
                </a:cubicBezTo>
                <a:cubicBezTo>
                  <a:pt x="123971" y="139815"/>
                  <a:pt x="123217" y="141571"/>
                  <a:pt x="121710" y="143078"/>
                </a:cubicBezTo>
                <a:lnTo>
                  <a:pt x="93042" y="171498"/>
                </a:lnTo>
                <a:cubicBezTo>
                  <a:pt x="92369" y="172163"/>
                  <a:pt x="91784" y="173085"/>
                  <a:pt x="91279" y="174263"/>
                </a:cubicBezTo>
                <a:cubicBezTo>
                  <a:pt x="90943" y="175265"/>
                  <a:pt x="90774" y="176274"/>
                  <a:pt x="90774" y="177277"/>
                </a:cubicBezTo>
                <a:cubicBezTo>
                  <a:pt x="90774" y="179288"/>
                  <a:pt x="91535" y="181051"/>
                  <a:pt x="93042" y="182558"/>
                </a:cubicBezTo>
                <a:cubicBezTo>
                  <a:pt x="94549" y="184072"/>
                  <a:pt x="96312" y="184826"/>
                  <a:pt x="98324" y="184826"/>
                </a:cubicBezTo>
                <a:cubicBezTo>
                  <a:pt x="99326" y="184826"/>
                  <a:pt x="100248" y="184658"/>
                  <a:pt x="101089" y="184321"/>
                </a:cubicBezTo>
                <a:cubicBezTo>
                  <a:pt x="101923" y="183985"/>
                  <a:pt x="102764" y="183399"/>
                  <a:pt x="103605" y="182558"/>
                </a:cubicBezTo>
                <a:lnTo>
                  <a:pt x="132266" y="153641"/>
                </a:lnTo>
                <a:cubicBezTo>
                  <a:pt x="133780" y="152134"/>
                  <a:pt x="135536" y="151461"/>
                  <a:pt x="137548" y="151629"/>
                </a:cubicBezTo>
                <a:cubicBezTo>
                  <a:pt x="139559" y="151629"/>
                  <a:pt x="141322" y="152302"/>
                  <a:pt x="142829" y="153641"/>
                </a:cubicBezTo>
                <a:cubicBezTo>
                  <a:pt x="144336" y="155316"/>
                  <a:pt x="145090" y="157160"/>
                  <a:pt x="145090" y="159171"/>
                </a:cubicBezTo>
                <a:cubicBezTo>
                  <a:pt x="145090" y="161015"/>
                  <a:pt x="144336" y="162697"/>
                  <a:pt x="142829" y="164204"/>
                </a:cubicBezTo>
                <a:lnTo>
                  <a:pt x="114161" y="193121"/>
                </a:lnTo>
                <a:cubicBezTo>
                  <a:pt x="113327" y="193963"/>
                  <a:pt x="112735" y="194884"/>
                  <a:pt x="112405" y="195886"/>
                </a:cubicBezTo>
                <a:cubicBezTo>
                  <a:pt x="112069" y="196896"/>
                  <a:pt x="111901" y="197818"/>
                  <a:pt x="111901" y="198652"/>
                </a:cubicBezTo>
                <a:cubicBezTo>
                  <a:pt x="111901" y="201000"/>
                  <a:pt x="112574" y="202843"/>
                  <a:pt x="113912" y="204189"/>
                </a:cubicBezTo>
                <a:cubicBezTo>
                  <a:pt x="115251" y="205528"/>
                  <a:pt x="117094" y="206201"/>
                  <a:pt x="119443" y="206201"/>
                </a:cubicBezTo>
                <a:close/>
                <a:moveTo>
                  <a:pt x="119443" y="222792"/>
                </a:moveTo>
                <a:cubicBezTo>
                  <a:pt x="113744" y="222792"/>
                  <a:pt x="108550" y="220700"/>
                  <a:pt x="103854" y="216508"/>
                </a:cubicBezTo>
                <a:cubicBezTo>
                  <a:pt x="99326" y="212316"/>
                  <a:pt x="96561" y="207203"/>
                  <a:pt x="95558" y="201168"/>
                </a:cubicBezTo>
                <a:cubicBezTo>
                  <a:pt x="90021" y="200166"/>
                  <a:pt x="85332" y="197730"/>
                  <a:pt x="81477" y="193875"/>
                </a:cubicBezTo>
                <a:cubicBezTo>
                  <a:pt x="77614" y="190020"/>
                  <a:pt x="75186" y="185323"/>
                  <a:pt x="74183" y="179793"/>
                </a:cubicBezTo>
                <a:cubicBezTo>
                  <a:pt x="68646" y="178791"/>
                  <a:pt x="64037" y="176355"/>
                  <a:pt x="60350" y="172500"/>
                </a:cubicBezTo>
                <a:cubicBezTo>
                  <a:pt x="56495" y="168476"/>
                  <a:pt x="54147" y="163787"/>
                  <a:pt x="53313" y="158418"/>
                </a:cubicBezTo>
                <a:cubicBezTo>
                  <a:pt x="46942" y="157416"/>
                  <a:pt x="41741" y="154731"/>
                  <a:pt x="37717" y="150371"/>
                </a:cubicBezTo>
                <a:cubicBezTo>
                  <a:pt x="33694" y="145850"/>
                  <a:pt x="31682" y="140569"/>
                  <a:pt x="31682" y="134534"/>
                </a:cubicBezTo>
                <a:cubicBezTo>
                  <a:pt x="31682" y="131513"/>
                  <a:pt x="32267" y="128499"/>
                  <a:pt x="33445" y="125478"/>
                </a:cubicBezTo>
                <a:cubicBezTo>
                  <a:pt x="34616" y="122464"/>
                  <a:pt x="36291" y="119860"/>
                  <a:pt x="38471" y="117687"/>
                </a:cubicBezTo>
                <a:lnTo>
                  <a:pt x="82728" y="73174"/>
                </a:lnTo>
                <a:cubicBezTo>
                  <a:pt x="86085" y="69992"/>
                  <a:pt x="90109" y="68397"/>
                  <a:pt x="94798" y="68397"/>
                </a:cubicBezTo>
                <a:cubicBezTo>
                  <a:pt x="99662" y="68397"/>
                  <a:pt x="103686" y="69992"/>
                  <a:pt x="106868" y="73174"/>
                </a:cubicBezTo>
                <a:lnTo>
                  <a:pt x="123466" y="89772"/>
                </a:lnTo>
                <a:cubicBezTo>
                  <a:pt x="124805" y="91111"/>
                  <a:pt x="126231" y="92201"/>
                  <a:pt x="127745" y="93042"/>
                </a:cubicBezTo>
                <a:cubicBezTo>
                  <a:pt x="129421" y="93708"/>
                  <a:pt x="131008" y="94044"/>
                  <a:pt x="132522" y="94044"/>
                </a:cubicBezTo>
                <a:cubicBezTo>
                  <a:pt x="134702" y="94044"/>
                  <a:pt x="136714" y="93122"/>
                  <a:pt x="138557" y="91279"/>
                </a:cubicBezTo>
                <a:cubicBezTo>
                  <a:pt x="140569" y="89267"/>
                  <a:pt x="141571" y="87175"/>
                  <a:pt x="141571" y="84995"/>
                </a:cubicBezTo>
                <a:cubicBezTo>
                  <a:pt x="141571" y="83986"/>
                  <a:pt x="141235" y="82896"/>
                  <a:pt x="140569" y="81725"/>
                </a:cubicBezTo>
                <a:cubicBezTo>
                  <a:pt x="139896" y="80387"/>
                  <a:pt x="138974" y="79041"/>
                  <a:pt x="137804" y="77702"/>
                </a:cubicBezTo>
                <a:lnTo>
                  <a:pt x="101593" y="41741"/>
                </a:lnTo>
                <a:cubicBezTo>
                  <a:pt x="99414" y="39561"/>
                  <a:pt x="96897" y="37885"/>
                  <a:pt x="94044" y="36715"/>
                </a:cubicBezTo>
                <a:cubicBezTo>
                  <a:pt x="91030" y="35705"/>
                  <a:pt x="88009" y="35208"/>
                  <a:pt x="84995" y="35208"/>
                </a:cubicBezTo>
                <a:cubicBezTo>
                  <a:pt x="81974" y="35208"/>
                  <a:pt x="79041" y="35705"/>
                  <a:pt x="76195" y="36715"/>
                </a:cubicBezTo>
                <a:cubicBezTo>
                  <a:pt x="73510" y="37885"/>
                  <a:pt x="71082" y="39480"/>
                  <a:pt x="68902" y="41492"/>
                </a:cubicBezTo>
                <a:lnTo>
                  <a:pt x="31433" y="79209"/>
                </a:lnTo>
                <a:cubicBezTo>
                  <a:pt x="28244" y="82398"/>
                  <a:pt x="26320" y="86254"/>
                  <a:pt x="25647" y="90774"/>
                </a:cubicBezTo>
                <a:cubicBezTo>
                  <a:pt x="24813" y="95471"/>
                  <a:pt x="25311" y="99831"/>
                  <a:pt x="27161" y="103854"/>
                </a:cubicBezTo>
                <a:cubicBezTo>
                  <a:pt x="27827" y="106034"/>
                  <a:pt x="27659" y="108126"/>
                  <a:pt x="26657" y="110138"/>
                </a:cubicBezTo>
                <a:cubicBezTo>
                  <a:pt x="25647" y="112149"/>
                  <a:pt x="24140" y="113495"/>
                  <a:pt x="22128" y="114161"/>
                </a:cubicBezTo>
                <a:cubicBezTo>
                  <a:pt x="20117" y="115002"/>
                  <a:pt x="18025" y="114914"/>
                  <a:pt x="15845" y="113912"/>
                </a:cubicBezTo>
                <a:cubicBezTo>
                  <a:pt x="13833" y="112903"/>
                  <a:pt x="12407" y="111315"/>
                  <a:pt x="11565" y="109135"/>
                </a:cubicBezTo>
                <a:cubicBezTo>
                  <a:pt x="8888" y="101754"/>
                  <a:pt x="8127" y="94381"/>
                  <a:pt x="9305" y="87007"/>
                </a:cubicBezTo>
                <a:cubicBezTo>
                  <a:pt x="10475" y="79626"/>
                  <a:pt x="14001" y="73093"/>
                  <a:pt x="19868" y="67395"/>
                </a:cubicBezTo>
                <a:lnTo>
                  <a:pt x="57081" y="29926"/>
                </a:lnTo>
                <a:cubicBezTo>
                  <a:pt x="60936" y="26232"/>
                  <a:pt x="65295" y="23467"/>
                  <a:pt x="70160" y="21624"/>
                </a:cubicBezTo>
                <a:cubicBezTo>
                  <a:pt x="75186" y="19780"/>
                  <a:pt x="80218" y="18859"/>
                  <a:pt x="85244" y="18859"/>
                </a:cubicBezTo>
                <a:cubicBezTo>
                  <a:pt x="90445" y="18859"/>
                  <a:pt x="95471" y="19780"/>
                  <a:pt x="100335" y="21624"/>
                </a:cubicBezTo>
                <a:cubicBezTo>
                  <a:pt x="105193" y="23467"/>
                  <a:pt x="109472" y="26232"/>
                  <a:pt x="113159" y="29926"/>
                </a:cubicBezTo>
                <a:lnTo>
                  <a:pt x="117431" y="33950"/>
                </a:lnTo>
                <a:lnTo>
                  <a:pt x="121454" y="29926"/>
                </a:lnTo>
                <a:cubicBezTo>
                  <a:pt x="125141" y="26232"/>
                  <a:pt x="129501" y="23467"/>
                  <a:pt x="134534" y="21624"/>
                </a:cubicBezTo>
                <a:cubicBezTo>
                  <a:pt x="139559" y="19780"/>
                  <a:pt x="144592" y="18859"/>
                  <a:pt x="149618" y="18859"/>
                </a:cubicBezTo>
                <a:cubicBezTo>
                  <a:pt x="154651" y="18859"/>
                  <a:pt x="159676" y="19868"/>
                  <a:pt x="164709" y="21880"/>
                </a:cubicBezTo>
                <a:cubicBezTo>
                  <a:pt x="169566" y="23723"/>
                  <a:pt x="173846" y="26488"/>
                  <a:pt x="177533" y="30175"/>
                </a:cubicBezTo>
                <a:lnTo>
                  <a:pt x="221285" y="73927"/>
                </a:lnTo>
                <a:cubicBezTo>
                  <a:pt x="225140" y="77783"/>
                  <a:pt x="227993" y="82230"/>
                  <a:pt x="229836" y="87256"/>
                </a:cubicBezTo>
                <a:cubicBezTo>
                  <a:pt x="231848" y="92289"/>
                  <a:pt x="232850" y="97314"/>
                  <a:pt x="232850" y="102347"/>
                </a:cubicBezTo>
                <a:cubicBezTo>
                  <a:pt x="232850" y="107541"/>
                  <a:pt x="231848" y="112654"/>
                  <a:pt x="229836" y="117687"/>
                </a:cubicBezTo>
                <a:cubicBezTo>
                  <a:pt x="227825" y="122712"/>
                  <a:pt x="224891" y="127153"/>
                  <a:pt x="221036" y="131008"/>
                </a:cubicBezTo>
                <a:lnTo>
                  <a:pt x="136546" y="215498"/>
                </a:lnTo>
                <a:cubicBezTo>
                  <a:pt x="134197" y="217847"/>
                  <a:pt x="131513" y="219610"/>
                  <a:pt x="128499" y="220780"/>
                </a:cubicBezTo>
                <a:cubicBezTo>
                  <a:pt x="125646" y="221958"/>
                  <a:pt x="122632" y="222543"/>
                  <a:pt x="119443" y="222543"/>
                </a:cubicBezTo>
                <a:close/>
                <a:moveTo>
                  <a:pt x="93291" y="82984"/>
                </a:move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圖說"/>
          <p:cNvSpPr/>
          <p:nvPr/>
        </p:nvSpPr>
        <p:spPr>
          <a:xfrm>
            <a:off x="3974494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合作</a:t>
            </a:r>
            <a:endParaRPr lang="en-US" sz="600" dirty="0"/>
          </a:p>
        </p:txBody>
      </p:sp>
      <p:sp>
        <p:nvSpPr>
          <p:cNvPr id="24" name="圖示 思考"/>
          <p:cNvSpPr/>
          <p:nvPr/>
        </p:nvSpPr>
        <p:spPr>
          <a:xfrm>
            <a:off x="4534089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2149" y="136289"/>
                </a:moveTo>
                <a:lnTo>
                  <a:pt x="112654" y="143334"/>
                </a:lnTo>
                <a:cubicBezTo>
                  <a:pt x="112822" y="144504"/>
                  <a:pt x="113239" y="145514"/>
                  <a:pt x="113912" y="146348"/>
                </a:cubicBezTo>
                <a:cubicBezTo>
                  <a:pt x="114746" y="147021"/>
                  <a:pt x="115756" y="147357"/>
                  <a:pt x="116926" y="147357"/>
                </a:cubicBezTo>
                <a:lnTo>
                  <a:pt x="123971" y="147357"/>
                </a:lnTo>
                <a:cubicBezTo>
                  <a:pt x="125141" y="147357"/>
                  <a:pt x="126151" y="147021"/>
                  <a:pt x="126985" y="146348"/>
                </a:cubicBezTo>
                <a:cubicBezTo>
                  <a:pt x="127658" y="145514"/>
                  <a:pt x="128075" y="144504"/>
                  <a:pt x="128243" y="143334"/>
                </a:cubicBezTo>
                <a:lnTo>
                  <a:pt x="128748" y="136289"/>
                </a:lnTo>
                <a:cubicBezTo>
                  <a:pt x="130759" y="135953"/>
                  <a:pt x="132603" y="135287"/>
                  <a:pt x="134278" y="134278"/>
                </a:cubicBezTo>
                <a:cubicBezTo>
                  <a:pt x="136121" y="133107"/>
                  <a:pt x="137716" y="131849"/>
                  <a:pt x="139055" y="130510"/>
                </a:cubicBezTo>
                <a:lnTo>
                  <a:pt x="146099" y="132771"/>
                </a:lnTo>
                <a:cubicBezTo>
                  <a:pt x="147101" y="133276"/>
                  <a:pt x="148111" y="133276"/>
                  <a:pt x="149113" y="132771"/>
                </a:cubicBezTo>
                <a:cubicBezTo>
                  <a:pt x="149954" y="132434"/>
                  <a:pt x="150708" y="131769"/>
                  <a:pt x="151381" y="130759"/>
                </a:cubicBezTo>
                <a:lnTo>
                  <a:pt x="154651" y="125229"/>
                </a:lnTo>
                <a:cubicBezTo>
                  <a:pt x="155316" y="124219"/>
                  <a:pt x="155572" y="123217"/>
                  <a:pt x="155404" y="122208"/>
                </a:cubicBezTo>
                <a:cubicBezTo>
                  <a:pt x="155236" y="121374"/>
                  <a:pt x="154731" y="120533"/>
                  <a:pt x="153897" y="119699"/>
                </a:cubicBezTo>
                <a:lnTo>
                  <a:pt x="149113" y="115924"/>
                </a:lnTo>
                <a:cubicBezTo>
                  <a:pt x="149954" y="113576"/>
                  <a:pt x="150371" y="111147"/>
                  <a:pt x="150371" y="108631"/>
                </a:cubicBezTo>
                <a:cubicBezTo>
                  <a:pt x="150371" y="106114"/>
                  <a:pt x="149954" y="103686"/>
                  <a:pt x="149113" y="101337"/>
                </a:cubicBezTo>
                <a:lnTo>
                  <a:pt x="153897" y="97570"/>
                </a:lnTo>
                <a:cubicBezTo>
                  <a:pt x="154731" y="96729"/>
                  <a:pt x="155236" y="95888"/>
                  <a:pt x="155404" y="95054"/>
                </a:cubicBezTo>
                <a:cubicBezTo>
                  <a:pt x="155572" y="94044"/>
                  <a:pt x="155316" y="93042"/>
                  <a:pt x="154651" y="92033"/>
                </a:cubicBezTo>
                <a:lnTo>
                  <a:pt x="151381" y="86502"/>
                </a:lnTo>
                <a:cubicBezTo>
                  <a:pt x="150708" y="85500"/>
                  <a:pt x="149954" y="84827"/>
                  <a:pt x="149113" y="84491"/>
                </a:cubicBezTo>
                <a:cubicBezTo>
                  <a:pt x="148111" y="83986"/>
                  <a:pt x="147101" y="83986"/>
                  <a:pt x="146099" y="84491"/>
                </a:cubicBezTo>
                <a:lnTo>
                  <a:pt x="139055" y="86751"/>
                </a:lnTo>
                <a:cubicBezTo>
                  <a:pt x="137716" y="85412"/>
                  <a:pt x="136121" y="84242"/>
                  <a:pt x="134278" y="83232"/>
                </a:cubicBezTo>
                <a:cubicBezTo>
                  <a:pt x="132434" y="82230"/>
                  <a:pt x="130591" y="81477"/>
                  <a:pt x="128748" y="80972"/>
                </a:cubicBezTo>
                <a:lnTo>
                  <a:pt x="128243" y="73927"/>
                </a:lnTo>
                <a:cubicBezTo>
                  <a:pt x="128075" y="72757"/>
                  <a:pt x="127658" y="71747"/>
                  <a:pt x="126985" y="70914"/>
                </a:cubicBezTo>
                <a:cubicBezTo>
                  <a:pt x="126151" y="70241"/>
                  <a:pt x="125229" y="69904"/>
                  <a:pt x="124219" y="69904"/>
                </a:cubicBezTo>
                <a:lnTo>
                  <a:pt x="116926" y="69904"/>
                </a:lnTo>
                <a:cubicBezTo>
                  <a:pt x="115756" y="69904"/>
                  <a:pt x="114746" y="70241"/>
                  <a:pt x="113912" y="70914"/>
                </a:cubicBezTo>
                <a:cubicBezTo>
                  <a:pt x="113239" y="71747"/>
                  <a:pt x="112822" y="72757"/>
                  <a:pt x="112654" y="73927"/>
                </a:cubicBezTo>
                <a:lnTo>
                  <a:pt x="112149" y="80972"/>
                </a:lnTo>
                <a:cubicBezTo>
                  <a:pt x="110306" y="81477"/>
                  <a:pt x="108462" y="82230"/>
                  <a:pt x="106619" y="83232"/>
                </a:cubicBezTo>
                <a:cubicBezTo>
                  <a:pt x="104776" y="84242"/>
                  <a:pt x="103181" y="85412"/>
                  <a:pt x="101842" y="86751"/>
                </a:cubicBezTo>
                <a:lnTo>
                  <a:pt x="94798" y="84491"/>
                </a:lnTo>
                <a:cubicBezTo>
                  <a:pt x="93795" y="83986"/>
                  <a:pt x="92786" y="83986"/>
                  <a:pt x="91784" y="84491"/>
                </a:cubicBezTo>
                <a:cubicBezTo>
                  <a:pt x="90943" y="84827"/>
                  <a:pt x="90189" y="85500"/>
                  <a:pt x="89523" y="86502"/>
                </a:cubicBezTo>
                <a:lnTo>
                  <a:pt x="86254" y="92033"/>
                </a:lnTo>
                <a:cubicBezTo>
                  <a:pt x="85581" y="93042"/>
                  <a:pt x="85332" y="94044"/>
                  <a:pt x="85500" y="95054"/>
                </a:cubicBezTo>
                <a:cubicBezTo>
                  <a:pt x="85661" y="95888"/>
                  <a:pt x="86166" y="96729"/>
                  <a:pt x="87007" y="97570"/>
                </a:cubicBezTo>
                <a:lnTo>
                  <a:pt x="91784" y="101337"/>
                </a:lnTo>
                <a:cubicBezTo>
                  <a:pt x="90943" y="103686"/>
                  <a:pt x="90526" y="106114"/>
                  <a:pt x="90526" y="108631"/>
                </a:cubicBezTo>
                <a:cubicBezTo>
                  <a:pt x="90526" y="111147"/>
                  <a:pt x="90943" y="113576"/>
                  <a:pt x="91784" y="115924"/>
                </a:cubicBezTo>
                <a:lnTo>
                  <a:pt x="87007" y="119699"/>
                </a:lnTo>
                <a:cubicBezTo>
                  <a:pt x="86166" y="120533"/>
                  <a:pt x="85661" y="121374"/>
                  <a:pt x="85500" y="122208"/>
                </a:cubicBezTo>
                <a:cubicBezTo>
                  <a:pt x="85332" y="123217"/>
                  <a:pt x="85581" y="124219"/>
                  <a:pt x="86254" y="125229"/>
                </a:cubicBezTo>
                <a:lnTo>
                  <a:pt x="89523" y="130759"/>
                </a:lnTo>
                <a:cubicBezTo>
                  <a:pt x="90189" y="131769"/>
                  <a:pt x="90943" y="132434"/>
                  <a:pt x="91784" y="132771"/>
                </a:cubicBezTo>
                <a:cubicBezTo>
                  <a:pt x="92786" y="133276"/>
                  <a:pt x="93795" y="133276"/>
                  <a:pt x="94798" y="132771"/>
                </a:cubicBezTo>
                <a:lnTo>
                  <a:pt x="101842" y="130510"/>
                </a:lnTo>
                <a:cubicBezTo>
                  <a:pt x="103181" y="131849"/>
                  <a:pt x="104776" y="133107"/>
                  <a:pt x="106619" y="134278"/>
                </a:cubicBezTo>
                <a:cubicBezTo>
                  <a:pt x="108294" y="135287"/>
                  <a:pt x="110138" y="135953"/>
                  <a:pt x="112149" y="136289"/>
                </a:cubicBezTo>
                <a:close/>
                <a:moveTo>
                  <a:pt x="108126" y="121206"/>
                </a:moveTo>
                <a:cubicBezTo>
                  <a:pt x="104607" y="117687"/>
                  <a:pt x="102844" y="113495"/>
                  <a:pt x="102844" y="108631"/>
                </a:cubicBezTo>
                <a:cubicBezTo>
                  <a:pt x="102844" y="103766"/>
                  <a:pt x="104527" y="99662"/>
                  <a:pt x="107877" y="96312"/>
                </a:cubicBezTo>
                <a:cubicBezTo>
                  <a:pt x="111396" y="92786"/>
                  <a:pt x="115587" y="91030"/>
                  <a:pt x="120452" y="91030"/>
                </a:cubicBezTo>
                <a:cubicBezTo>
                  <a:pt x="125309" y="91030"/>
                  <a:pt x="129501" y="92706"/>
                  <a:pt x="133020" y="96056"/>
                </a:cubicBezTo>
                <a:cubicBezTo>
                  <a:pt x="136377" y="99582"/>
                  <a:pt x="138052" y="103766"/>
                  <a:pt x="138052" y="108631"/>
                </a:cubicBezTo>
                <a:cubicBezTo>
                  <a:pt x="138052" y="113495"/>
                  <a:pt x="136377" y="117687"/>
                  <a:pt x="133020" y="121206"/>
                </a:cubicBezTo>
                <a:cubicBezTo>
                  <a:pt x="129501" y="124556"/>
                  <a:pt x="125309" y="126231"/>
                  <a:pt x="120452" y="126231"/>
                </a:cubicBezTo>
                <a:cubicBezTo>
                  <a:pt x="115587" y="126231"/>
                  <a:pt x="111484" y="124556"/>
                  <a:pt x="108126" y="121206"/>
                </a:cubicBezTo>
                <a:close/>
                <a:moveTo>
                  <a:pt x="59092" y="178535"/>
                </a:moveTo>
                <a:cubicBezTo>
                  <a:pt x="49539" y="169822"/>
                  <a:pt x="42077" y="159508"/>
                  <a:pt x="36715" y="147606"/>
                </a:cubicBezTo>
                <a:cubicBezTo>
                  <a:pt x="31514" y="135873"/>
                  <a:pt x="28917" y="123554"/>
                  <a:pt x="28917" y="110642"/>
                </a:cubicBezTo>
                <a:cubicBezTo>
                  <a:pt x="28917" y="85164"/>
                  <a:pt x="37805" y="63452"/>
                  <a:pt x="55574" y="45515"/>
                </a:cubicBezTo>
                <a:cubicBezTo>
                  <a:pt x="73510" y="27747"/>
                  <a:pt x="95222" y="18859"/>
                  <a:pt x="120701" y="18859"/>
                </a:cubicBezTo>
                <a:cubicBezTo>
                  <a:pt x="141988" y="18859"/>
                  <a:pt x="160854" y="25062"/>
                  <a:pt x="177277" y="37468"/>
                </a:cubicBezTo>
                <a:cubicBezTo>
                  <a:pt x="193706" y="50043"/>
                  <a:pt x="204350" y="66385"/>
                  <a:pt x="209215" y="86502"/>
                </a:cubicBezTo>
                <a:lnTo>
                  <a:pt x="223296" y="141571"/>
                </a:lnTo>
                <a:cubicBezTo>
                  <a:pt x="223969" y="144256"/>
                  <a:pt x="223465" y="146684"/>
                  <a:pt x="221790" y="148864"/>
                </a:cubicBezTo>
                <a:cubicBezTo>
                  <a:pt x="220114" y="151044"/>
                  <a:pt x="217847" y="152134"/>
                  <a:pt x="215001" y="152134"/>
                </a:cubicBezTo>
                <a:lnTo>
                  <a:pt x="192617" y="152134"/>
                </a:lnTo>
                <a:lnTo>
                  <a:pt x="192617" y="185323"/>
                </a:lnTo>
                <a:cubicBezTo>
                  <a:pt x="192617" y="190020"/>
                  <a:pt x="190941" y="194043"/>
                  <a:pt x="187591" y="197393"/>
                </a:cubicBezTo>
                <a:cubicBezTo>
                  <a:pt x="184233" y="200751"/>
                  <a:pt x="180129" y="202426"/>
                  <a:pt x="175265" y="202426"/>
                </a:cubicBezTo>
                <a:lnTo>
                  <a:pt x="152383" y="202426"/>
                </a:lnTo>
                <a:lnTo>
                  <a:pt x="152383" y="213992"/>
                </a:lnTo>
                <a:cubicBezTo>
                  <a:pt x="152383" y="216508"/>
                  <a:pt x="151461" y="218520"/>
                  <a:pt x="149618" y="220027"/>
                </a:cubicBezTo>
                <a:cubicBezTo>
                  <a:pt x="147943" y="221702"/>
                  <a:pt x="145931" y="222543"/>
                  <a:pt x="143583" y="222543"/>
                </a:cubicBezTo>
                <a:cubicBezTo>
                  <a:pt x="141235" y="222543"/>
                  <a:pt x="139223" y="221702"/>
                  <a:pt x="137548" y="220027"/>
                </a:cubicBezTo>
                <a:cubicBezTo>
                  <a:pt x="135873" y="218520"/>
                  <a:pt x="135031" y="216508"/>
                  <a:pt x="135031" y="213992"/>
                </a:cubicBezTo>
                <a:lnTo>
                  <a:pt x="135031" y="193875"/>
                </a:lnTo>
                <a:cubicBezTo>
                  <a:pt x="135031" y="191527"/>
                  <a:pt x="135873" y="189515"/>
                  <a:pt x="137548" y="187840"/>
                </a:cubicBezTo>
                <a:cubicBezTo>
                  <a:pt x="139223" y="186165"/>
                  <a:pt x="141235" y="185323"/>
                  <a:pt x="143583" y="185323"/>
                </a:cubicBezTo>
                <a:lnTo>
                  <a:pt x="175265" y="185323"/>
                </a:lnTo>
                <a:lnTo>
                  <a:pt x="175265" y="143583"/>
                </a:lnTo>
                <a:cubicBezTo>
                  <a:pt x="175265" y="141235"/>
                  <a:pt x="176106" y="139223"/>
                  <a:pt x="177781" y="137548"/>
                </a:cubicBezTo>
                <a:cubicBezTo>
                  <a:pt x="179456" y="135873"/>
                  <a:pt x="181468" y="135031"/>
                  <a:pt x="183816" y="135031"/>
                </a:cubicBezTo>
                <a:lnTo>
                  <a:pt x="203684" y="135031"/>
                </a:lnTo>
                <a:lnTo>
                  <a:pt x="192617" y="90774"/>
                </a:lnTo>
                <a:cubicBezTo>
                  <a:pt x="188593" y="74681"/>
                  <a:pt x="179881" y="61521"/>
                  <a:pt x="166465" y="51301"/>
                </a:cubicBezTo>
                <a:cubicBezTo>
                  <a:pt x="153056" y="41075"/>
                  <a:pt x="137804" y="35962"/>
                  <a:pt x="120701" y="35962"/>
                </a:cubicBezTo>
                <a:cubicBezTo>
                  <a:pt x="99911" y="35962"/>
                  <a:pt x="82311" y="43167"/>
                  <a:pt x="67892" y="57585"/>
                </a:cubicBezTo>
                <a:cubicBezTo>
                  <a:pt x="53313" y="71835"/>
                  <a:pt x="46020" y="89355"/>
                  <a:pt x="46020" y="110138"/>
                </a:cubicBezTo>
                <a:cubicBezTo>
                  <a:pt x="46020" y="120701"/>
                  <a:pt x="48200" y="130840"/>
                  <a:pt x="52552" y="140569"/>
                </a:cubicBezTo>
                <a:cubicBezTo>
                  <a:pt x="56912" y="150123"/>
                  <a:pt x="63116" y="158674"/>
                  <a:pt x="71162" y="166216"/>
                </a:cubicBezTo>
                <a:lnTo>
                  <a:pt x="76195" y="170993"/>
                </a:lnTo>
                <a:lnTo>
                  <a:pt x="76195" y="213992"/>
                </a:lnTo>
                <a:cubicBezTo>
                  <a:pt x="76195" y="216508"/>
                  <a:pt x="75354" y="218520"/>
                  <a:pt x="73679" y="220027"/>
                </a:cubicBezTo>
                <a:cubicBezTo>
                  <a:pt x="72004" y="221702"/>
                  <a:pt x="69992" y="222543"/>
                  <a:pt x="67644" y="222543"/>
                </a:cubicBezTo>
                <a:cubicBezTo>
                  <a:pt x="65127" y="222543"/>
                  <a:pt x="63035" y="221702"/>
                  <a:pt x="61360" y="220027"/>
                </a:cubicBezTo>
                <a:cubicBezTo>
                  <a:pt x="59846" y="218520"/>
                  <a:pt x="59092" y="216508"/>
                  <a:pt x="59092" y="213992"/>
                </a:cubicBezTo>
                <a:lnTo>
                  <a:pt x="59092" y="178535"/>
                </a:lnTo>
                <a:close/>
                <a:moveTo>
                  <a:pt x="124973" y="129252"/>
                </a:move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圖說"/>
          <p:cNvSpPr/>
          <p:nvPr/>
        </p:nvSpPr>
        <p:spPr>
          <a:xfrm>
            <a:off x="4418271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思考</a:t>
            </a:r>
            <a:endParaRPr lang="en-US" sz="600" dirty="0"/>
          </a:p>
        </p:txBody>
      </p:sp>
      <p:sp>
        <p:nvSpPr>
          <p:cNvPr id="26" name="圖示 工廠"/>
          <p:cNvSpPr/>
          <p:nvPr/>
        </p:nvSpPr>
        <p:spPr>
          <a:xfrm>
            <a:off x="4977866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5962" y="222792"/>
                </a:moveTo>
                <a:cubicBezTo>
                  <a:pt x="31265" y="222792"/>
                  <a:pt x="27242" y="221036"/>
                  <a:pt x="23891" y="217510"/>
                </a:cubicBezTo>
                <a:cubicBezTo>
                  <a:pt x="20534" y="214160"/>
                  <a:pt x="18859" y="210136"/>
                  <a:pt x="18859" y="205440"/>
                </a:cubicBezTo>
                <a:lnTo>
                  <a:pt x="18859" y="110891"/>
                </a:lnTo>
                <a:cubicBezTo>
                  <a:pt x="18859" y="107373"/>
                  <a:pt x="19780" y="104190"/>
                  <a:pt x="21624" y="101337"/>
                </a:cubicBezTo>
                <a:cubicBezTo>
                  <a:pt x="23467" y="98324"/>
                  <a:pt x="26071" y="96144"/>
                  <a:pt x="29422" y="94798"/>
                </a:cubicBezTo>
                <a:lnTo>
                  <a:pt x="80467" y="73174"/>
                </a:lnTo>
                <a:cubicBezTo>
                  <a:pt x="83320" y="72004"/>
                  <a:pt x="85917" y="72252"/>
                  <a:pt x="88265" y="73927"/>
                </a:cubicBezTo>
                <a:cubicBezTo>
                  <a:pt x="90606" y="75442"/>
                  <a:pt x="91784" y="77614"/>
                  <a:pt x="91784" y="80467"/>
                </a:cubicBezTo>
                <a:lnTo>
                  <a:pt x="91784" y="88514"/>
                </a:lnTo>
                <a:lnTo>
                  <a:pt x="130510" y="72925"/>
                </a:lnTo>
                <a:cubicBezTo>
                  <a:pt x="133356" y="71747"/>
                  <a:pt x="136041" y="72084"/>
                  <a:pt x="138557" y="73927"/>
                </a:cubicBezTo>
                <a:cubicBezTo>
                  <a:pt x="141066" y="75603"/>
                  <a:pt x="142325" y="77951"/>
                  <a:pt x="142325" y="80972"/>
                </a:cubicBezTo>
                <a:lnTo>
                  <a:pt x="142325" y="99326"/>
                </a:lnTo>
                <a:lnTo>
                  <a:pt x="222792" y="99326"/>
                </a:lnTo>
                <a:lnTo>
                  <a:pt x="222792" y="205440"/>
                </a:lnTo>
                <a:cubicBezTo>
                  <a:pt x="222792" y="210136"/>
                  <a:pt x="221036" y="214160"/>
                  <a:pt x="217510" y="217510"/>
                </a:cubicBezTo>
                <a:cubicBezTo>
                  <a:pt x="214160" y="221036"/>
                  <a:pt x="210136" y="222792"/>
                  <a:pt x="205440" y="222792"/>
                </a:cubicBezTo>
                <a:lnTo>
                  <a:pt x="35962" y="222792"/>
                </a:lnTo>
                <a:close/>
                <a:moveTo>
                  <a:pt x="35962" y="205440"/>
                </a:moveTo>
                <a:lnTo>
                  <a:pt x="205440" y="205440"/>
                </a:lnTo>
                <a:lnTo>
                  <a:pt x="205440" y="116429"/>
                </a:lnTo>
                <a:lnTo>
                  <a:pt x="125478" y="116429"/>
                </a:lnTo>
                <a:lnTo>
                  <a:pt x="125478" y="93547"/>
                </a:lnTo>
                <a:lnTo>
                  <a:pt x="75186" y="113664"/>
                </a:lnTo>
                <a:lnTo>
                  <a:pt x="75186" y="93795"/>
                </a:lnTo>
                <a:lnTo>
                  <a:pt x="35962" y="111147"/>
                </a:lnTo>
                <a:lnTo>
                  <a:pt x="35962" y="205440"/>
                </a:lnTo>
                <a:close/>
                <a:moveTo>
                  <a:pt x="112405" y="181051"/>
                </a:moveTo>
                <a:lnTo>
                  <a:pt x="128996" y="181051"/>
                </a:lnTo>
                <a:lnTo>
                  <a:pt x="128996" y="140818"/>
                </a:lnTo>
                <a:lnTo>
                  <a:pt x="112405" y="140818"/>
                </a:lnTo>
                <a:lnTo>
                  <a:pt x="112405" y="181051"/>
                </a:lnTo>
                <a:close/>
                <a:moveTo>
                  <a:pt x="71667" y="181051"/>
                </a:moveTo>
                <a:lnTo>
                  <a:pt x="88009" y="181051"/>
                </a:lnTo>
                <a:lnTo>
                  <a:pt x="88009" y="140818"/>
                </a:lnTo>
                <a:lnTo>
                  <a:pt x="71667" y="140818"/>
                </a:lnTo>
                <a:lnTo>
                  <a:pt x="71667" y="181051"/>
                </a:lnTo>
                <a:close/>
                <a:moveTo>
                  <a:pt x="153392" y="181051"/>
                </a:moveTo>
                <a:lnTo>
                  <a:pt x="169991" y="181051"/>
                </a:lnTo>
                <a:lnTo>
                  <a:pt x="169991" y="140818"/>
                </a:lnTo>
                <a:lnTo>
                  <a:pt x="153392" y="140818"/>
                </a:lnTo>
                <a:lnTo>
                  <a:pt x="153392" y="181051"/>
                </a:lnTo>
                <a:close/>
                <a:moveTo>
                  <a:pt x="222792" y="99326"/>
                </a:moveTo>
                <a:lnTo>
                  <a:pt x="175770" y="99326"/>
                </a:lnTo>
                <a:lnTo>
                  <a:pt x="185075" y="26657"/>
                </a:lnTo>
                <a:cubicBezTo>
                  <a:pt x="185411" y="24477"/>
                  <a:pt x="186333" y="22633"/>
                  <a:pt x="187840" y="21126"/>
                </a:cubicBezTo>
                <a:cubicBezTo>
                  <a:pt x="189347" y="19780"/>
                  <a:pt x="191190" y="19115"/>
                  <a:pt x="193370" y="19115"/>
                </a:cubicBezTo>
                <a:lnTo>
                  <a:pt x="204943" y="19115"/>
                </a:lnTo>
                <a:cubicBezTo>
                  <a:pt x="207123" y="19115"/>
                  <a:pt x="208966" y="19780"/>
                  <a:pt x="210473" y="21126"/>
                </a:cubicBezTo>
                <a:cubicBezTo>
                  <a:pt x="211980" y="22633"/>
                  <a:pt x="212989" y="24389"/>
                  <a:pt x="213487" y="26401"/>
                </a:cubicBezTo>
                <a:lnTo>
                  <a:pt x="222792" y="99326"/>
                </a:ln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圖說"/>
          <p:cNvSpPr/>
          <p:nvPr/>
        </p:nvSpPr>
        <p:spPr>
          <a:xfrm>
            <a:off x="4862048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工廠</a:t>
            </a:r>
            <a:endParaRPr lang="en-US" sz="600" dirty="0"/>
          </a:p>
        </p:txBody>
      </p:sp>
      <p:sp>
        <p:nvSpPr>
          <p:cNvPr id="28" name="圖示 晶圓"/>
          <p:cNvSpPr/>
          <p:nvPr/>
        </p:nvSpPr>
        <p:spPr>
          <a:xfrm>
            <a:off x="5421642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83737" y="214248"/>
                </a:moveTo>
                <a:cubicBezTo>
                  <a:pt x="38822" y="196494"/>
                  <a:pt x="12860" y="149325"/>
                  <a:pt x="21894" y="101886"/>
                </a:cubicBezTo>
                <a:cubicBezTo>
                  <a:pt x="30929" y="54440"/>
                  <a:pt x="72406" y="20117"/>
                  <a:pt x="120701" y="20117"/>
                </a:cubicBezTo>
                <a:cubicBezTo>
                  <a:pt x="168996" y="20117"/>
                  <a:pt x="210473" y="54440"/>
                  <a:pt x="219507" y="101886"/>
                </a:cubicBezTo>
                <a:cubicBezTo>
                  <a:pt x="228541" y="149325"/>
                  <a:pt x="202580" y="196494"/>
                  <a:pt x="157665" y="214248"/>
                </a:cubicBezTo>
                <a:close/>
                <a:moveTo>
                  <a:pt x="154043" y="196142"/>
                </a:moveTo>
                <a:cubicBezTo>
                  <a:pt x="189705" y="180378"/>
                  <a:pt x="209456" y="141805"/>
                  <a:pt x="201402" y="103664"/>
                </a:cubicBezTo>
                <a:cubicBezTo>
                  <a:pt x="193348" y="65515"/>
                  <a:pt x="159684" y="38222"/>
                  <a:pt x="120701" y="38222"/>
                </a:cubicBezTo>
                <a:cubicBezTo>
                  <a:pt x="81718" y="38222"/>
                  <a:pt x="48054" y="65515"/>
                  <a:pt x="40000" y="103664"/>
                </a:cubicBezTo>
                <a:cubicBezTo>
                  <a:pt x="31945" y="141805"/>
                  <a:pt x="51697" y="180378"/>
                  <a:pt x="87358" y="196142"/>
                </a:cubicBezTo>
                <a:close/>
                <a:moveTo>
                  <a:pt x="82984" y="77951"/>
                </a:moveTo>
                <a:lnTo>
                  <a:pt x="108126" y="77951"/>
                </a:lnTo>
                <a:cubicBezTo>
                  <a:pt x="110906" y="77951"/>
                  <a:pt x="113159" y="80204"/>
                  <a:pt x="113159" y="82984"/>
                </a:cubicBezTo>
                <a:lnTo>
                  <a:pt x="113159" y="108126"/>
                </a:lnTo>
                <a:cubicBezTo>
                  <a:pt x="113159" y="110906"/>
                  <a:pt x="110906" y="113159"/>
                  <a:pt x="108126" y="113159"/>
                </a:cubicBezTo>
                <a:lnTo>
                  <a:pt x="82984" y="113159"/>
                </a:lnTo>
                <a:cubicBezTo>
                  <a:pt x="80204" y="113159"/>
                  <a:pt x="77951" y="110906"/>
                  <a:pt x="77951" y="108126"/>
                </a:cubicBezTo>
                <a:lnTo>
                  <a:pt x="77951" y="82984"/>
                </a:lnTo>
                <a:cubicBezTo>
                  <a:pt x="77951" y="80204"/>
                  <a:pt x="80204" y="77951"/>
                  <a:pt x="82984" y="77951"/>
                </a:cubicBezTo>
                <a:close/>
                <a:moveTo>
                  <a:pt x="133276" y="77951"/>
                </a:moveTo>
                <a:lnTo>
                  <a:pt x="158418" y="77951"/>
                </a:lnTo>
                <a:cubicBezTo>
                  <a:pt x="161198" y="77951"/>
                  <a:pt x="163451" y="80204"/>
                  <a:pt x="163451" y="82984"/>
                </a:cubicBezTo>
                <a:lnTo>
                  <a:pt x="163451" y="108126"/>
                </a:lnTo>
                <a:cubicBezTo>
                  <a:pt x="163451" y="110906"/>
                  <a:pt x="161198" y="113159"/>
                  <a:pt x="158418" y="113159"/>
                </a:cubicBezTo>
                <a:lnTo>
                  <a:pt x="133276" y="113159"/>
                </a:lnTo>
                <a:cubicBezTo>
                  <a:pt x="130496" y="113159"/>
                  <a:pt x="128243" y="110906"/>
                  <a:pt x="128243" y="108126"/>
                </a:cubicBezTo>
                <a:lnTo>
                  <a:pt x="128243" y="82984"/>
                </a:lnTo>
                <a:cubicBezTo>
                  <a:pt x="128243" y="80204"/>
                  <a:pt x="130496" y="77951"/>
                  <a:pt x="133276" y="77951"/>
                </a:cubicBezTo>
                <a:close/>
                <a:moveTo>
                  <a:pt x="82984" y="128243"/>
                </a:moveTo>
                <a:lnTo>
                  <a:pt x="108126" y="128243"/>
                </a:lnTo>
                <a:cubicBezTo>
                  <a:pt x="110906" y="128243"/>
                  <a:pt x="113159" y="130496"/>
                  <a:pt x="113159" y="133276"/>
                </a:cubicBezTo>
                <a:lnTo>
                  <a:pt x="113159" y="158418"/>
                </a:lnTo>
                <a:cubicBezTo>
                  <a:pt x="113159" y="161198"/>
                  <a:pt x="110906" y="163451"/>
                  <a:pt x="108126" y="163451"/>
                </a:cubicBezTo>
                <a:lnTo>
                  <a:pt x="82984" y="163451"/>
                </a:lnTo>
                <a:cubicBezTo>
                  <a:pt x="80204" y="163451"/>
                  <a:pt x="77951" y="161198"/>
                  <a:pt x="77951" y="158418"/>
                </a:cubicBezTo>
                <a:lnTo>
                  <a:pt x="77951" y="133276"/>
                </a:lnTo>
                <a:cubicBezTo>
                  <a:pt x="77951" y="130496"/>
                  <a:pt x="80204" y="128243"/>
                  <a:pt x="82984" y="128243"/>
                </a:cubicBezTo>
                <a:close/>
                <a:moveTo>
                  <a:pt x="133276" y="128243"/>
                </a:moveTo>
                <a:lnTo>
                  <a:pt x="158418" y="128243"/>
                </a:lnTo>
                <a:cubicBezTo>
                  <a:pt x="161198" y="128243"/>
                  <a:pt x="163451" y="130496"/>
                  <a:pt x="163451" y="133276"/>
                </a:cubicBezTo>
                <a:lnTo>
                  <a:pt x="163451" y="158418"/>
                </a:lnTo>
                <a:cubicBezTo>
                  <a:pt x="163451" y="161198"/>
                  <a:pt x="161198" y="163451"/>
                  <a:pt x="158418" y="163451"/>
                </a:cubicBezTo>
                <a:lnTo>
                  <a:pt x="133276" y="163451"/>
                </a:lnTo>
                <a:cubicBezTo>
                  <a:pt x="130496" y="163451"/>
                  <a:pt x="128243" y="161198"/>
                  <a:pt x="128243" y="158418"/>
                </a:cubicBezTo>
                <a:lnTo>
                  <a:pt x="128243" y="133276"/>
                </a:lnTo>
                <a:cubicBezTo>
                  <a:pt x="128243" y="130496"/>
                  <a:pt x="130496" y="128243"/>
                  <a:pt x="133276" y="128243"/>
                </a:cubicBez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圖說"/>
          <p:cNvSpPr/>
          <p:nvPr/>
        </p:nvSpPr>
        <p:spPr>
          <a:xfrm>
            <a:off x="5305824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晶圓</a:t>
            </a:r>
            <a:endParaRPr lang="en-US" sz="600" dirty="0"/>
          </a:p>
        </p:txBody>
      </p:sp>
      <p:sp>
        <p:nvSpPr>
          <p:cNvPr id="30" name="圖示 晶片"/>
          <p:cNvSpPr/>
          <p:nvPr/>
        </p:nvSpPr>
        <p:spPr>
          <a:xfrm>
            <a:off x="5865419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94798" y="138052"/>
                </a:moveTo>
                <a:lnTo>
                  <a:pt x="94798" y="103605"/>
                </a:lnTo>
                <a:cubicBezTo>
                  <a:pt x="94798" y="101257"/>
                  <a:pt x="95639" y="99245"/>
                  <a:pt x="97314" y="97570"/>
                </a:cubicBezTo>
                <a:cubicBezTo>
                  <a:pt x="98989" y="95888"/>
                  <a:pt x="101001" y="95054"/>
                  <a:pt x="103349" y="95054"/>
                </a:cubicBezTo>
                <a:lnTo>
                  <a:pt x="137804" y="95054"/>
                </a:lnTo>
                <a:cubicBezTo>
                  <a:pt x="140145" y="95054"/>
                  <a:pt x="142156" y="95888"/>
                  <a:pt x="143839" y="97570"/>
                </a:cubicBezTo>
                <a:cubicBezTo>
                  <a:pt x="145514" y="99245"/>
                  <a:pt x="146348" y="101257"/>
                  <a:pt x="146348" y="103605"/>
                </a:cubicBezTo>
                <a:lnTo>
                  <a:pt x="146348" y="138052"/>
                </a:lnTo>
                <a:cubicBezTo>
                  <a:pt x="146348" y="140401"/>
                  <a:pt x="145514" y="142412"/>
                  <a:pt x="143839" y="144087"/>
                </a:cubicBezTo>
                <a:cubicBezTo>
                  <a:pt x="142156" y="145763"/>
                  <a:pt x="140145" y="146604"/>
                  <a:pt x="137804" y="146604"/>
                </a:cubicBezTo>
                <a:lnTo>
                  <a:pt x="103349" y="146604"/>
                </a:lnTo>
                <a:cubicBezTo>
                  <a:pt x="101001" y="146604"/>
                  <a:pt x="98989" y="145763"/>
                  <a:pt x="97314" y="144087"/>
                </a:cubicBezTo>
                <a:cubicBezTo>
                  <a:pt x="95639" y="142412"/>
                  <a:pt x="94798" y="140401"/>
                  <a:pt x="94798" y="138052"/>
                </a:cubicBezTo>
                <a:close/>
                <a:moveTo>
                  <a:pt x="109889" y="131513"/>
                </a:moveTo>
                <a:lnTo>
                  <a:pt x="131264" y="131513"/>
                </a:lnTo>
                <a:lnTo>
                  <a:pt x="131264" y="110138"/>
                </a:lnTo>
                <a:lnTo>
                  <a:pt x="109889" y="110138"/>
                </a:lnTo>
                <a:lnTo>
                  <a:pt x="109889" y="131513"/>
                </a:lnTo>
                <a:close/>
                <a:moveTo>
                  <a:pt x="89523" y="205440"/>
                </a:moveTo>
                <a:lnTo>
                  <a:pt x="89523" y="192617"/>
                </a:lnTo>
                <a:lnTo>
                  <a:pt x="65881" y="192617"/>
                </a:lnTo>
                <a:cubicBezTo>
                  <a:pt x="61360" y="192617"/>
                  <a:pt x="57337" y="190941"/>
                  <a:pt x="53811" y="187591"/>
                </a:cubicBezTo>
                <a:cubicBezTo>
                  <a:pt x="50460" y="184072"/>
                  <a:pt x="48785" y="180049"/>
                  <a:pt x="48785" y="175521"/>
                </a:cubicBezTo>
                <a:lnTo>
                  <a:pt x="48785" y="151885"/>
                </a:lnTo>
                <a:lnTo>
                  <a:pt x="35962" y="151885"/>
                </a:lnTo>
                <a:cubicBezTo>
                  <a:pt x="33613" y="151885"/>
                  <a:pt x="31682" y="151125"/>
                  <a:pt x="30175" y="149618"/>
                </a:cubicBezTo>
                <a:cubicBezTo>
                  <a:pt x="28668" y="148111"/>
                  <a:pt x="27915" y="146180"/>
                  <a:pt x="27915" y="143839"/>
                </a:cubicBezTo>
                <a:cubicBezTo>
                  <a:pt x="27915" y="141659"/>
                  <a:pt x="28668" y="139815"/>
                  <a:pt x="30175" y="138301"/>
                </a:cubicBezTo>
                <a:cubicBezTo>
                  <a:pt x="31682" y="136794"/>
                  <a:pt x="33613" y="136041"/>
                  <a:pt x="35962" y="136041"/>
                </a:cubicBezTo>
                <a:lnTo>
                  <a:pt x="48785" y="136041"/>
                </a:lnTo>
                <a:lnTo>
                  <a:pt x="48785" y="104359"/>
                </a:lnTo>
                <a:lnTo>
                  <a:pt x="35962" y="104359"/>
                </a:lnTo>
                <a:cubicBezTo>
                  <a:pt x="33613" y="104359"/>
                  <a:pt x="31682" y="103517"/>
                  <a:pt x="30175" y="101842"/>
                </a:cubicBezTo>
                <a:cubicBezTo>
                  <a:pt x="28668" y="100335"/>
                  <a:pt x="27915" y="98492"/>
                  <a:pt x="27915" y="96312"/>
                </a:cubicBezTo>
                <a:cubicBezTo>
                  <a:pt x="27915" y="94132"/>
                  <a:pt x="28668" y="92289"/>
                  <a:pt x="30175" y="90774"/>
                </a:cubicBezTo>
                <a:cubicBezTo>
                  <a:pt x="31682" y="89267"/>
                  <a:pt x="33613" y="88514"/>
                  <a:pt x="35962" y="88514"/>
                </a:cubicBezTo>
                <a:lnTo>
                  <a:pt x="48785" y="88514"/>
                </a:lnTo>
                <a:lnTo>
                  <a:pt x="48785" y="64879"/>
                </a:lnTo>
                <a:cubicBezTo>
                  <a:pt x="48785" y="60182"/>
                  <a:pt x="50460" y="56159"/>
                  <a:pt x="53811" y="52808"/>
                </a:cubicBezTo>
                <a:cubicBezTo>
                  <a:pt x="57337" y="49451"/>
                  <a:pt x="61360" y="47776"/>
                  <a:pt x="65881" y="47776"/>
                </a:cubicBezTo>
                <a:lnTo>
                  <a:pt x="89523" y="47776"/>
                </a:lnTo>
                <a:lnTo>
                  <a:pt x="89523" y="35705"/>
                </a:lnTo>
                <a:cubicBezTo>
                  <a:pt x="89523" y="33526"/>
                  <a:pt x="90277" y="31682"/>
                  <a:pt x="91784" y="30175"/>
                </a:cubicBezTo>
                <a:cubicBezTo>
                  <a:pt x="93291" y="28668"/>
                  <a:pt x="95222" y="27915"/>
                  <a:pt x="97570" y="27915"/>
                </a:cubicBezTo>
                <a:cubicBezTo>
                  <a:pt x="99743" y="27915"/>
                  <a:pt x="101593" y="28668"/>
                  <a:pt x="103100" y="30175"/>
                </a:cubicBezTo>
                <a:cubicBezTo>
                  <a:pt x="104607" y="31682"/>
                  <a:pt x="105361" y="33526"/>
                  <a:pt x="105361" y="35705"/>
                </a:cubicBezTo>
                <a:lnTo>
                  <a:pt x="105361" y="47776"/>
                </a:lnTo>
                <a:lnTo>
                  <a:pt x="137043" y="47776"/>
                </a:lnTo>
                <a:lnTo>
                  <a:pt x="137043" y="35705"/>
                </a:lnTo>
                <a:cubicBezTo>
                  <a:pt x="137043" y="33526"/>
                  <a:pt x="137884" y="31682"/>
                  <a:pt x="139559" y="30175"/>
                </a:cubicBezTo>
                <a:cubicBezTo>
                  <a:pt x="141066" y="28668"/>
                  <a:pt x="142910" y="27915"/>
                  <a:pt x="145090" y="27915"/>
                </a:cubicBezTo>
                <a:cubicBezTo>
                  <a:pt x="147270" y="27915"/>
                  <a:pt x="149113" y="28668"/>
                  <a:pt x="150627" y="30175"/>
                </a:cubicBezTo>
                <a:cubicBezTo>
                  <a:pt x="152134" y="31682"/>
                  <a:pt x="152888" y="33526"/>
                  <a:pt x="152888" y="35705"/>
                </a:cubicBezTo>
                <a:lnTo>
                  <a:pt x="152888" y="47776"/>
                </a:lnTo>
                <a:lnTo>
                  <a:pt x="176523" y="47776"/>
                </a:lnTo>
                <a:cubicBezTo>
                  <a:pt x="181219" y="47776"/>
                  <a:pt x="185243" y="49451"/>
                  <a:pt x="188593" y="52808"/>
                </a:cubicBezTo>
                <a:cubicBezTo>
                  <a:pt x="191951" y="56159"/>
                  <a:pt x="193626" y="60182"/>
                  <a:pt x="193626" y="64879"/>
                </a:cubicBezTo>
                <a:lnTo>
                  <a:pt x="193626" y="88514"/>
                </a:lnTo>
                <a:lnTo>
                  <a:pt x="205696" y="88514"/>
                </a:lnTo>
                <a:cubicBezTo>
                  <a:pt x="207876" y="88514"/>
                  <a:pt x="209719" y="89267"/>
                  <a:pt x="211226" y="90774"/>
                </a:cubicBezTo>
                <a:cubicBezTo>
                  <a:pt x="212733" y="92289"/>
                  <a:pt x="213487" y="94132"/>
                  <a:pt x="213487" y="96312"/>
                </a:cubicBezTo>
                <a:cubicBezTo>
                  <a:pt x="213487" y="98653"/>
                  <a:pt x="212733" y="100584"/>
                  <a:pt x="211226" y="102091"/>
                </a:cubicBezTo>
                <a:cubicBezTo>
                  <a:pt x="209719" y="103605"/>
                  <a:pt x="207876" y="104359"/>
                  <a:pt x="205696" y="104359"/>
                </a:cubicBezTo>
                <a:lnTo>
                  <a:pt x="193626" y="104359"/>
                </a:lnTo>
                <a:lnTo>
                  <a:pt x="193626" y="136041"/>
                </a:lnTo>
                <a:lnTo>
                  <a:pt x="205696" y="136041"/>
                </a:lnTo>
                <a:cubicBezTo>
                  <a:pt x="207876" y="136041"/>
                  <a:pt x="209719" y="136794"/>
                  <a:pt x="211226" y="138301"/>
                </a:cubicBezTo>
                <a:cubicBezTo>
                  <a:pt x="212733" y="139815"/>
                  <a:pt x="213487" y="141739"/>
                  <a:pt x="213487" y="144087"/>
                </a:cubicBezTo>
                <a:cubicBezTo>
                  <a:pt x="213487" y="146267"/>
                  <a:pt x="212733" y="148111"/>
                  <a:pt x="211226" y="149618"/>
                </a:cubicBezTo>
                <a:cubicBezTo>
                  <a:pt x="209719" y="151125"/>
                  <a:pt x="207876" y="151885"/>
                  <a:pt x="205696" y="151885"/>
                </a:cubicBezTo>
                <a:lnTo>
                  <a:pt x="193626" y="151885"/>
                </a:lnTo>
                <a:lnTo>
                  <a:pt x="193626" y="175521"/>
                </a:lnTo>
                <a:cubicBezTo>
                  <a:pt x="193626" y="180049"/>
                  <a:pt x="191951" y="184072"/>
                  <a:pt x="188593" y="187591"/>
                </a:cubicBezTo>
                <a:cubicBezTo>
                  <a:pt x="185243" y="190941"/>
                  <a:pt x="181219" y="192617"/>
                  <a:pt x="176523" y="192617"/>
                </a:cubicBezTo>
                <a:lnTo>
                  <a:pt x="152888" y="192617"/>
                </a:lnTo>
                <a:lnTo>
                  <a:pt x="152888" y="205440"/>
                </a:lnTo>
                <a:cubicBezTo>
                  <a:pt x="152888" y="207788"/>
                  <a:pt x="152134" y="209719"/>
                  <a:pt x="150627" y="211226"/>
                </a:cubicBezTo>
                <a:cubicBezTo>
                  <a:pt x="149113" y="212733"/>
                  <a:pt x="147270" y="213487"/>
                  <a:pt x="145090" y="213487"/>
                </a:cubicBezTo>
                <a:cubicBezTo>
                  <a:pt x="142749" y="213487"/>
                  <a:pt x="140818" y="212733"/>
                  <a:pt x="139311" y="211226"/>
                </a:cubicBezTo>
                <a:cubicBezTo>
                  <a:pt x="137804" y="209719"/>
                  <a:pt x="137043" y="207788"/>
                  <a:pt x="137043" y="205440"/>
                </a:cubicBezTo>
                <a:lnTo>
                  <a:pt x="137043" y="192617"/>
                </a:lnTo>
                <a:lnTo>
                  <a:pt x="105361" y="192617"/>
                </a:lnTo>
                <a:lnTo>
                  <a:pt x="105361" y="205440"/>
                </a:lnTo>
                <a:cubicBezTo>
                  <a:pt x="105361" y="207788"/>
                  <a:pt x="104607" y="209719"/>
                  <a:pt x="103100" y="211226"/>
                </a:cubicBezTo>
                <a:cubicBezTo>
                  <a:pt x="101593" y="212733"/>
                  <a:pt x="99662" y="213487"/>
                  <a:pt x="97314" y="213487"/>
                </a:cubicBezTo>
                <a:cubicBezTo>
                  <a:pt x="95134" y="213487"/>
                  <a:pt x="93291" y="212733"/>
                  <a:pt x="91784" y="211226"/>
                </a:cubicBezTo>
                <a:cubicBezTo>
                  <a:pt x="90277" y="209719"/>
                  <a:pt x="89523" y="207788"/>
                  <a:pt x="89523" y="205440"/>
                </a:cubicBezTo>
                <a:close/>
                <a:moveTo>
                  <a:pt x="176523" y="175521"/>
                </a:moveTo>
                <a:lnTo>
                  <a:pt x="176523" y="64879"/>
                </a:lnTo>
                <a:lnTo>
                  <a:pt x="65881" y="64879"/>
                </a:lnTo>
                <a:lnTo>
                  <a:pt x="65881" y="175521"/>
                </a:lnTo>
                <a:lnTo>
                  <a:pt x="176523" y="175521"/>
                </a:ln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圖說"/>
          <p:cNvSpPr/>
          <p:nvPr/>
        </p:nvSpPr>
        <p:spPr>
          <a:xfrm>
            <a:off x="5749601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晶片</a:t>
            </a:r>
            <a:endParaRPr lang="en-US" sz="600" dirty="0"/>
          </a:p>
        </p:txBody>
      </p:sp>
      <p:sp>
        <p:nvSpPr>
          <p:cNvPr id="32" name="圖示 電路板"/>
          <p:cNvSpPr/>
          <p:nvPr/>
        </p:nvSpPr>
        <p:spPr>
          <a:xfrm>
            <a:off x="6309195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7973" y="212733"/>
                </a:moveTo>
                <a:cubicBezTo>
                  <a:pt x="33277" y="212733"/>
                  <a:pt x="29253" y="211058"/>
                  <a:pt x="25903" y="207708"/>
                </a:cubicBezTo>
                <a:cubicBezTo>
                  <a:pt x="22545" y="204189"/>
                  <a:pt x="20870" y="200166"/>
                  <a:pt x="20870" y="195638"/>
                </a:cubicBezTo>
                <a:lnTo>
                  <a:pt x="20870" y="45764"/>
                </a:lnTo>
                <a:cubicBezTo>
                  <a:pt x="20870" y="41075"/>
                  <a:pt x="22545" y="37051"/>
                  <a:pt x="25903" y="33694"/>
                </a:cubicBezTo>
                <a:cubicBezTo>
                  <a:pt x="29253" y="30343"/>
                  <a:pt x="33277" y="28668"/>
                  <a:pt x="37973" y="28668"/>
                </a:cubicBezTo>
                <a:lnTo>
                  <a:pt x="187591" y="28668"/>
                </a:lnTo>
                <a:cubicBezTo>
                  <a:pt x="192280" y="28668"/>
                  <a:pt x="196303" y="30343"/>
                  <a:pt x="199661" y="33694"/>
                </a:cubicBezTo>
                <a:cubicBezTo>
                  <a:pt x="203180" y="37051"/>
                  <a:pt x="204943" y="41075"/>
                  <a:pt x="204943" y="45764"/>
                </a:cubicBezTo>
                <a:lnTo>
                  <a:pt x="204943" y="60350"/>
                </a:lnTo>
                <a:lnTo>
                  <a:pt x="212733" y="60350"/>
                </a:lnTo>
                <a:cubicBezTo>
                  <a:pt x="214913" y="60350"/>
                  <a:pt x="216757" y="61104"/>
                  <a:pt x="218271" y="62611"/>
                </a:cubicBezTo>
                <a:cubicBezTo>
                  <a:pt x="219778" y="64125"/>
                  <a:pt x="220531" y="65968"/>
                  <a:pt x="220531" y="68148"/>
                </a:cubicBezTo>
                <a:cubicBezTo>
                  <a:pt x="220531" y="70489"/>
                  <a:pt x="219778" y="72420"/>
                  <a:pt x="218271" y="73927"/>
                </a:cubicBezTo>
                <a:cubicBezTo>
                  <a:pt x="216757" y="75442"/>
                  <a:pt x="214913" y="76195"/>
                  <a:pt x="212733" y="76195"/>
                </a:cubicBezTo>
                <a:lnTo>
                  <a:pt x="204943" y="76195"/>
                </a:lnTo>
                <a:lnTo>
                  <a:pt x="204943" y="112903"/>
                </a:lnTo>
                <a:lnTo>
                  <a:pt x="212733" y="112903"/>
                </a:lnTo>
                <a:cubicBezTo>
                  <a:pt x="214913" y="112903"/>
                  <a:pt x="216757" y="113664"/>
                  <a:pt x="218271" y="115171"/>
                </a:cubicBezTo>
                <a:cubicBezTo>
                  <a:pt x="219778" y="116677"/>
                  <a:pt x="220531" y="118521"/>
                  <a:pt x="220531" y="120701"/>
                </a:cubicBezTo>
                <a:cubicBezTo>
                  <a:pt x="220531" y="123049"/>
                  <a:pt x="219778" y="124973"/>
                  <a:pt x="218271" y="126487"/>
                </a:cubicBezTo>
                <a:cubicBezTo>
                  <a:pt x="216757" y="127826"/>
                  <a:pt x="214913" y="128499"/>
                  <a:pt x="212733" y="128499"/>
                </a:cubicBezTo>
                <a:lnTo>
                  <a:pt x="204943" y="128499"/>
                </a:lnTo>
                <a:lnTo>
                  <a:pt x="204943" y="165206"/>
                </a:lnTo>
                <a:lnTo>
                  <a:pt x="212733" y="165206"/>
                </a:lnTo>
                <a:cubicBezTo>
                  <a:pt x="215082" y="165206"/>
                  <a:pt x="217013" y="165967"/>
                  <a:pt x="218520" y="167474"/>
                </a:cubicBezTo>
                <a:cubicBezTo>
                  <a:pt x="219858" y="168981"/>
                  <a:pt x="220531" y="170912"/>
                  <a:pt x="220531" y="173253"/>
                </a:cubicBezTo>
                <a:cubicBezTo>
                  <a:pt x="220531" y="175433"/>
                  <a:pt x="219778" y="177277"/>
                  <a:pt x="218271" y="178791"/>
                </a:cubicBezTo>
                <a:cubicBezTo>
                  <a:pt x="216757" y="180298"/>
                  <a:pt x="214913" y="181051"/>
                  <a:pt x="212733" y="181051"/>
                </a:cubicBezTo>
                <a:lnTo>
                  <a:pt x="204943" y="181051"/>
                </a:lnTo>
                <a:lnTo>
                  <a:pt x="204943" y="195638"/>
                </a:lnTo>
                <a:cubicBezTo>
                  <a:pt x="204943" y="200166"/>
                  <a:pt x="203180" y="204189"/>
                  <a:pt x="199661" y="207708"/>
                </a:cubicBezTo>
                <a:cubicBezTo>
                  <a:pt x="196303" y="211058"/>
                  <a:pt x="192280" y="212733"/>
                  <a:pt x="187591" y="212733"/>
                </a:cubicBezTo>
                <a:lnTo>
                  <a:pt x="37973" y="212733"/>
                </a:lnTo>
                <a:close/>
                <a:moveTo>
                  <a:pt x="37973" y="195638"/>
                </a:moveTo>
                <a:lnTo>
                  <a:pt x="187591" y="195638"/>
                </a:lnTo>
                <a:lnTo>
                  <a:pt x="187591" y="45764"/>
                </a:lnTo>
                <a:lnTo>
                  <a:pt x="37973" y="45764"/>
                </a:lnTo>
                <a:lnTo>
                  <a:pt x="37973" y="195638"/>
                </a:lnTo>
                <a:close/>
                <a:moveTo>
                  <a:pt x="61104" y="181051"/>
                </a:moveTo>
                <a:lnTo>
                  <a:pt x="107629" y="181051"/>
                </a:lnTo>
                <a:cubicBezTo>
                  <a:pt x="109969" y="181051"/>
                  <a:pt x="111981" y="180210"/>
                  <a:pt x="113664" y="178535"/>
                </a:cubicBezTo>
                <a:cubicBezTo>
                  <a:pt x="115339" y="176860"/>
                  <a:pt x="116173" y="174848"/>
                  <a:pt x="116173" y="172500"/>
                </a:cubicBezTo>
                <a:lnTo>
                  <a:pt x="116173" y="139311"/>
                </a:lnTo>
                <a:cubicBezTo>
                  <a:pt x="116173" y="136962"/>
                  <a:pt x="115339" y="134951"/>
                  <a:pt x="113664" y="133276"/>
                </a:cubicBezTo>
                <a:cubicBezTo>
                  <a:pt x="111981" y="131600"/>
                  <a:pt x="109969" y="130759"/>
                  <a:pt x="107629" y="130759"/>
                </a:cubicBezTo>
                <a:lnTo>
                  <a:pt x="61104" y="130759"/>
                </a:lnTo>
                <a:cubicBezTo>
                  <a:pt x="58587" y="130759"/>
                  <a:pt x="56495" y="131600"/>
                  <a:pt x="54820" y="133276"/>
                </a:cubicBezTo>
                <a:cubicBezTo>
                  <a:pt x="53313" y="134951"/>
                  <a:pt x="52552" y="136962"/>
                  <a:pt x="52552" y="139311"/>
                </a:cubicBezTo>
                <a:lnTo>
                  <a:pt x="52552" y="172500"/>
                </a:lnTo>
                <a:cubicBezTo>
                  <a:pt x="52552" y="174848"/>
                  <a:pt x="53313" y="176860"/>
                  <a:pt x="54820" y="178535"/>
                </a:cubicBezTo>
                <a:cubicBezTo>
                  <a:pt x="56495" y="180210"/>
                  <a:pt x="58587" y="181051"/>
                  <a:pt x="61104" y="181051"/>
                </a:cubicBezTo>
                <a:close/>
                <a:moveTo>
                  <a:pt x="132017" y="96561"/>
                </a:moveTo>
                <a:lnTo>
                  <a:pt x="164709" y="96561"/>
                </a:lnTo>
                <a:cubicBezTo>
                  <a:pt x="167050" y="96561"/>
                  <a:pt x="169062" y="95719"/>
                  <a:pt x="170744" y="94044"/>
                </a:cubicBezTo>
                <a:cubicBezTo>
                  <a:pt x="172419" y="92537"/>
                  <a:pt x="173253" y="90606"/>
                  <a:pt x="173253" y="88265"/>
                </a:cubicBezTo>
                <a:lnTo>
                  <a:pt x="173253" y="68902"/>
                </a:lnTo>
                <a:cubicBezTo>
                  <a:pt x="173253" y="66554"/>
                  <a:pt x="172419" y="64542"/>
                  <a:pt x="170744" y="62867"/>
                </a:cubicBezTo>
                <a:cubicBezTo>
                  <a:pt x="169062" y="61192"/>
                  <a:pt x="167050" y="60350"/>
                  <a:pt x="164709" y="60350"/>
                </a:cubicBezTo>
                <a:lnTo>
                  <a:pt x="132266" y="60350"/>
                </a:lnTo>
                <a:cubicBezTo>
                  <a:pt x="129757" y="60350"/>
                  <a:pt x="127658" y="61192"/>
                  <a:pt x="125982" y="62867"/>
                </a:cubicBezTo>
                <a:cubicBezTo>
                  <a:pt x="124475" y="64542"/>
                  <a:pt x="123722" y="66554"/>
                  <a:pt x="123722" y="68902"/>
                </a:cubicBezTo>
                <a:lnTo>
                  <a:pt x="123722" y="88265"/>
                </a:lnTo>
                <a:cubicBezTo>
                  <a:pt x="123722" y="90606"/>
                  <a:pt x="124475" y="92537"/>
                  <a:pt x="125982" y="94044"/>
                </a:cubicBezTo>
                <a:cubicBezTo>
                  <a:pt x="127658" y="95719"/>
                  <a:pt x="129669" y="96561"/>
                  <a:pt x="132017" y="96561"/>
                </a:cubicBezTo>
                <a:close/>
                <a:moveTo>
                  <a:pt x="61104" y="123217"/>
                </a:moveTo>
                <a:lnTo>
                  <a:pt x="107629" y="123217"/>
                </a:lnTo>
                <a:cubicBezTo>
                  <a:pt x="109969" y="123217"/>
                  <a:pt x="111981" y="122376"/>
                  <a:pt x="113664" y="120701"/>
                </a:cubicBezTo>
                <a:cubicBezTo>
                  <a:pt x="115339" y="119026"/>
                  <a:pt x="116173" y="117014"/>
                  <a:pt x="116173" y="114666"/>
                </a:cubicBezTo>
                <a:lnTo>
                  <a:pt x="116173" y="68902"/>
                </a:lnTo>
                <a:cubicBezTo>
                  <a:pt x="116173" y="66554"/>
                  <a:pt x="115339" y="64542"/>
                  <a:pt x="113664" y="62867"/>
                </a:cubicBezTo>
                <a:cubicBezTo>
                  <a:pt x="111981" y="61192"/>
                  <a:pt x="109969" y="60350"/>
                  <a:pt x="107629" y="60350"/>
                </a:cubicBezTo>
                <a:lnTo>
                  <a:pt x="61104" y="60350"/>
                </a:lnTo>
                <a:cubicBezTo>
                  <a:pt x="58587" y="60350"/>
                  <a:pt x="56495" y="61192"/>
                  <a:pt x="54820" y="62867"/>
                </a:cubicBezTo>
                <a:cubicBezTo>
                  <a:pt x="53313" y="64542"/>
                  <a:pt x="52552" y="66554"/>
                  <a:pt x="52552" y="68902"/>
                </a:cubicBezTo>
                <a:lnTo>
                  <a:pt x="52552" y="114666"/>
                </a:lnTo>
                <a:cubicBezTo>
                  <a:pt x="52552" y="117014"/>
                  <a:pt x="53313" y="119026"/>
                  <a:pt x="54820" y="120701"/>
                </a:cubicBezTo>
                <a:cubicBezTo>
                  <a:pt x="56495" y="122376"/>
                  <a:pt x="58587" y="123217"/>
                  <a:pt x="61104" y="123217"/>
                </a:cubicBezTo>
                <a:close/>
                <a:moveTo>
                  <a:pt x="132266" y="181051"/>
                </a:moveTo>
                <a:lnTo>
                  <a:pt x="164709" y="181051"/>
                </a:lnTo>
                <a:cubicBezTo>
                  <a:pt x="167050" y="181051"/>
                  <a:pt x="169062" y="180210"/>
                  <a:pt x="170744" y="178535"/>
                </a:cubicBezTo>
                <a:cubicBezTo>
                  <a:pt x="172419" y="176860"/>
                  <a:pt x="173253" y="174848"/>
                  <a:pt x="173253" y="172500"/>
                </a:cubicBezTo>
                <a:lnTo>
                  <a:pt x="173253" y="112654"/>
                </a:lnTo>
                <a:cubicBezTo>
                  <a:pt x="173253" y="110306"/>
                  <a:pt x="172419" y="108294"/>
                  <a:pt x="170744" y="106619"/>
                </a:cubicBezTo>
                <a:cubicBezTo>
                  <a:pt x="169062" y="104944"/>
                  <a:pt x="167050" y="104103"/>
                  <a:pt x="164709" y="104103"/>
                </a:cubicBezTo>
                <a:lnTo>
                  <a:pt x="132266" y="104103"/>
                </a:lnTo>
                <a:cubicBezTo>
                  <a:pt x="129757" y="104103"/>
                  <a:pt x="127658" y="104944"/>
                  <a:pt x="125982" y="106619"/>
                </a:cubicBezTo>
                <a:cubicBezTo>
                  <a:pt x="124475" y="108294"/>
                  <a:pt x="123722" y="110306"/>
                  <a:pt x="123722" y="112654"/>
                </a:cubicBezTo>
                <a:lnTo>
                  <a:pt x="123722" y="172500"/>
                </a:lnTo>
                <a:cubicBezTo>
                  <a:pt x="123722" y="174848"/>
                  <a:pt x="124475" y="176860"/>
                  <a:pt x="125982" y="178535"/>
                </a:cubicBezTo>
                <a:cubicBezTo>
                  <a:pt x="127658" y="180210"/>
                  <a:pt x="129757" y="181051"/>
                  <a:pt x="132266" y="181051"/>
                </a:cubicBezTo>
                <a:close/>
                <a:moveTo>
                  <a:pt x="37973" y="45764"/>
                </a:moveTo>
                <a:lnTo>
                  <a:pt x="37973" y="195638"/>
                </a:lnTo>
                <a:lnTo>
                  <a:pt x="37973" y="45764"/>
                </a:ln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圖說"/>
          <p:cNvSpPr/>
          <p:nvPr/>
        </p:nvSpPr>
        <p:spPr>
          <a:xfrm>
            <a:off x="6193378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電路板</a:t>
            </a:r>
            <a:endParaRPr lang="en-US" sz="600" dirty="0"/>
          </a:p>
        </p:txBody>
      </p:sp>
      <p:sp>
        <p:nvSpPr>
          <p:cNvPr id="34" name="圖示 機台"/>
          <p:cNvSpPr/>
          <p:nvPr/>
        </p:nvSpPr>
        <p:spPr>
          <a:xfrm>
            <a:off x="6752972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3562" y="212236"/>
                </a:moveTo>
                <a:cubicBezTo>
                  <a:pt x="50043" y="212236"/>
                  <a:pt x="47022" y="210978"/>
                  <a:pt x="44506" y="208461"/>
                </a:cubicBezTo>
                <a:cubicBezTo>
                  <a:pt x="41997" y="206113"/>
                  <a:pt x="40738" y="203099"/>
                  <a:pt x="40738" y="199405"/>
                </a:cubicBezTo>
                <a:cubicBezTo>
                  <a:pt x="40738" y="195718"/>
                  <a:pt x="41997" y="192704"/>
                  <a:pt x="44506" y="190356"/>
                </a:cubicBezTo>
                <a:cubicBezTo>
                  <a:pt x="47022" y="187840"/>
                  <a:pt x="50043" y="186581"/>
                  <a:pt x="53562" y="186581"/>
                </a:cubicBezTo>
                <a:lnTo>
                  <a:pt x="73679" y="186581"/>
                </a:lnTo>
                <a:lnTo>
                  <a:pt x="47776" y="98324"/>
                </a:lnTo>
                <a:cubicBezTo>
                  <a:pt x="41909" y="95807"/>
                  <a:pt x="37300" y="92289"/>
                  <a:pt x="33950" y="87760"/>
                </a:cubicBezTo>
                <a:cubicBezTo>
                  <a:pt x="30592" y="83064"/>
                  <a:pt x="28917" y="76949"/>
                  <a:pt x="28917" y="69407"/>
                </a:cubicBezTo>
                <a:cubicBezTo>
                  <a:pt x="28917" y="61192"/>
                  <a:pt x="31938" y="54067"/>
                  <a:pt x="37973" y="48032"/>
                </a:cubicBezTo>
                <a:cubicBezTo>
                  <a:pt x="44008" y="41997"/>
                  <a:pt x="51133" y="38975"/>
                  <a:pt x="59348" y="38975"/>
                </a:cubicBezTo>
                <a:cubicBezTo>
                  <a:pt x="67227" y="38975"/>
                  <a:pt x="73679" y="40987"/>
                  <a:pt x="78704" y="45010"/>
                </a:cubicBezTo>
                <a:cubicBezTo>
                  <a:pt x="83905" y="49202"/>
                  <a:pt x="87424" y="54820"/>
                  <a:pt x="89267" y="61857"/>
                </a:cubicBezTo>
                <a:lnTo>
                  <a:pt x="123722" y="61857"/>
                </a:lnTo>
                <a:lnTo>
                  <a:pt x="123722" y="47022"/>
                </a:lnTo>
                <a:cubicBezTo>
                  <a:pt x="123722" y="44842"/>
                  <a:pt x="124556" y="42918"/>
                  <a:pt x="126231" y="41243"/>
                </a:cubicBezTo>
                <a:cubicBezTo>
                  <a:pt x="127745" y="39561"/>
                  <a:pt x="129589" y="38727"/>
                  <a:pt x="131769" y="38727"/>
                </a:cubicBezTo>
                <a:cubicBezTo>
                  <a:pt x="133612" y="38727"/>
                  <a:pt x="135200" y="39480"/>
                  <a:pt x="136546" y="40987"/>
                </a:cubicBezTo>
                <a:cubicBezTo>
                  <a:pt x="137716" y="42326"/>
                  <a:pt x="138301" y="43840"/>
                  <a:pt x="138301" y="45515"/>
                </a:cubicBezTo>
                <a:lnTo>
                  <a:pt x="156911" y="27915"/>
                </a:lnTo>
                <a:cubicBezTo>
                  <a:pt x="158250" y="26569"/>
                  <a:pt x="160093" y="25647"/>
                  <a:pt x="162441" y="25150"/>
                </a:cubicBezTo>
                <a:cubicBezTo>
                  <a:pt x="164621" y="24645"/>
                  <a:pt x="166889" y="24894"/>
                  <a:pt x="169230" y="25903"/>
                </a:cubicBezTo>
                <a:lnTo>
                  <a:pt x="208966" y="45010"/>
                </a:lnTo>
                <a:cubicBezTo>
                  <a:pt x="210641" y="46020"/>
                  <a:pt x="211812" y="47359"/>
                  <a:pt x="212485" y="49034"/>
                </a:cubicBezTo>
                <a:cubicBezTo>
                  <a:pt x="213158" y="50709"/>
                  <a:pt x="212989" y="52472"/>
                  <a:pt x="211980" y="54315"/>
                </a:cubicBezTo>
                <a:cubicBezTo>
                  <a:pt x="210978" y="56159"/>
                  <a:pt x="209632" y="57337"/>
                  <a:pt x="207957" y="57834"/>
                </a:cubicBezTo>
                <a:cubicBezTo>
                  <a:pt x="206113" y="58170"/>
                  <a:pt x="204350" y="57834"/>
                  <a:pt x="202675" y="56832"/>
                </a:cubicBezTo>
                <a:lnTo>
                  <a:pt x="164204" y="38222"/>
                </a:lnTo>
                <a:lnTo>
                  <a:pt x="140064" y="62611"/>
                </a:lnTo>
                <a:lnTo>
                  <a:pt x="140064" y="75186"/>
                </a:lnTo>
                <a:lnTo>
                  <a:pt x="164204" y="100584"/>
                </a:lnTo>
                <a:lnTo>
                  <a:pt x="202675" y="81725"/>
                </a:lnTo>
                <a:cubicBezTo>
                  <a:pt x="204518" y="80716"/>
                  <a:pt x="206281" y="80467"/>
                  <a:pt x="207957" y="80972"/>
                </a:cubicBezTo>
                <a:cubicBezTo>
                  <a:pt x="209632" y="81477"/>
                  <a:pt x="210978" y="82559"/>
                  <a:pt x="211980" y="84242"/>
                </a:cubicBezTo>
                <a:cubicBezTo>
                  <a:pt x="212989" y="86254"/>
                  <a:pt x="213158" y="88177"/>
                  <a:pt x="212485" y="90021"/>
                </a:cubicBezTo>
                <a:cubicBezTo>
                  <a:pt x="211812" y="91864"/>
                  <a:pt x="210553" y="93210"/>
                  <a:pt x="208710" y="94044"/>
                </a:cubicBezTo>
                <a:lnTo>
                  <a:pt x="170239" y="112149"/>
                </a:lnTo>
                <a:cubicBezTo>
                  <a:pt x="167723" y="113495"/>
                  <a:pt x="165294" y="114081"/>
                  <a:pt x="162946" y="113912"/>
                </a:cubicBezTo>
                <a:cubicBezTo>
                  <a:pt x="160598" y="113912"/>
                  <a:pt x="158586" y="112991"/>
                  <a:pt x="156911" y="111147"/>
                </a:cubicBezTo>
                <a:lnTo>
                  <a:pt x="138301" y="93547"/>
                </a:lnTo>
                <a:cubicBezTo>
                  <a:pt x="138301" y="95888"/>
                  <a:pt x="137716" y="97570"/>
                  <a:pt x="136546" y="98572"/>
                </a:cubicBezTo>
                <a:cubicBezTo>
                  <a:pt x="135200" y="99743"/>
                  <a:pt x="133612" y="100335"/>
                  <a:pt x="131769" y="100335"/>
                </a:cubicBezTo>
                <a:cubicBezTo>
                  <a:pt x="129589" y="100335"/>
                  <a:pt x="127745" y="99494"/>
                  <a:pt x="126231" y="97819"/>
                </a:cubicBezTo>
                <a:cubicBezTo>
                  <a:pt x="124556" y="96144"/>
                  <a:pt x="123722" y="94212"/>
                  <a:pt x="123722" y="92033"/>
                </a:cubicBezTo>
                <a:lnTo>
                  <a:pt x="123722" y="76949"/>
                </a:lnTo>
                <a:lnTo>
                  <a:pt x="88763" y="76949"/>
                </a:lnTo>
                <a:cubicBezTo>
                  <a:pt x="88594" y="79129"/>
                  <a:pt x="87929" y="81477"/>
                  <a:pt x="86751" y="83986"/>
                </a:cubicBezTo>
                <a:cubicBezTo>
                  <a:pt x="85412" y="86502"/>
                  <a:pt x="83986" y="88433"/>
                  <a:pt x="82479" y="89772"/>
                </a:cubicBezTo>
                <a:lnTo>
                  <a:pt x="132522" y="186581"/>
                </a:lnTo>
                <a:lnTo>
                  <a:pt x="160934" y="186581"/>
                </a:lnTo>
                <a:cubicBezTo>
                  <a:pt x="164621" y="186581"/>
                  <a:pt x="167723" y="187840"/>
                  <a:pt x="170239" y="190356"/>
                </a:cubicBezTo>
                <a:cubicBezTo>
                  <a:pt x="172756" y="192704"/>
                  <a:pt x="174014" y="195718"/>
                  <a:pt x="174014" y="199405"/>
                </a:cubicBezTo>
                <a:cubicBezTo>
                  <a:pt x="174014" y="203099"/>
                  <a:pt x="172756" y="206113"/>
                  <a:pt x="170239" y="208461"/>
                </a:cubicBezTo>
                <a:cubicBezTo>
                  <a:pt x="167723" y="210978"/>
                  <a:pt x="164621" y="212236"/>
                  <a:pt x="160934" y="212236"/>
                </a:cubicBezTo>
                <a:lnTo>
                  <a:pt x="53562" y="212236"/>
                </a:lnTo>
                <a:close/>
                <a:moveTo>
                  <a:pt x="69407" y="79465"/>
                </a:moveTo>
                <a:cubicBezTo>
                  <a:pt x="72084" y="76780"/>
                  <a:pt x="73430" y="73430"/>
                  <a:pt x="73430" y="69407"/>
                </a:cubicBezTo>
                <a:cubicBezTo>
                  <a:pt x="73430" y="65383"/>
                  <a:pt x="72084" y="62026"/>
                  <a:pt x="69407" y="59348"/>
                </a:cubicBezTo>
                <a:cubicBezTo>
                  <a:pt x="66722" y="56664"/>
                  <a:pt x="63372" y="55325"/>
                  <a:pt x="59348" y="55325"/>
                </a:cubicBezTo>
                <a:cubicBezTo>
                  <a:pt x="55325" y="55325"/>
                  <a:pt x="51967" y="56664"/>
                  <a:pt x="49290" y="59348"/>
                </a:cubicBezTo>
                <a:cubicBezTo>
                  <a:pt x="46605" y="62026"/>
                  <a:pt x="45266" y="65383"/>
                  <a:pt x="45266" y="69407"/>
                </a:cubicBezTo>
                <a:cubicBezTo>
                  <a:pt x="45266" y="73430"/>
                  <a:pt x="46605" y="76780"/>
                  <a:pt x="49290" y="79465"/>
                </a:cubicBezTo>
                <a:cubicBezTo>
                  <a:pt x="51967" y="82142"/>
                  <a:pt x="55325" y="83488"/>
                  <a:pt x="59348" y="83488"/>
                </a:cubicBezTo>
                <a:cubicBezTo>
                  <a:pt x="63372" y="83488"/>
                  <a:pt x="66722" y="82142"/>
                  <a:pt x="69407" y="79465"/>
                </a:cubicBezTo>
                <a:close/>
                <a:moveTo>
                  <a:pt x="90277" y="186581"/>
                </a:moveTo>
                <a:lnTo>
                  <a:pt x="115675" y="186581"/>
                </a:lnTo>
                <a:lnTo>
                  <a:pt x="69407" y="96561"/>
                </a:lnTo>
                <a:cubicBezTo>
                  <a:pt x="68902" y="96897"/>
                  <a:pt x="67980" y="97234"/>
                  <a:pt x="66634" y="97570"/>
                </a:cubicBezTo>
                <a:cubicBezTo>
                  <a:pt x="65464" y="97899"/>
                  <a:pt x="64542" y="98155"/>
                  <a:pt x="63869" y="98324"/>
                </a:cubicBezTo>
                <a:lnTo>
                  <a:pt x="90277" y="186581"/>
                </a:lnTo>
                <a:close/>
                <a:moveTo>
                  <a:pt x="115675" y="186581"/>
                </a:move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圖說"/>
          <p:cNvSpPr/>
          <p:nvPr/>
        </p:nvSpPr>
        <p:spPr>
          <a:xfrm>
            <a:off x="6637154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機台</a:t>
            </a:r>
            <a:endParaRPr lang="en-US" sz="600" dirty="0"/>
          </a:p>
        </p:txBody>
      </p:sp>
      <p:sp>
        <p:nvSpPr>
          <p:cNvPr id="36" name="圖示 產線"/>
          <p:cNvSpPr/>
          <p:nvPr/>
        </p:nvSpPr>
        <p:spPr>
          <a:xfrm>
            <a:off x="7196749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9034" y="213743"/>
                </a:moveTo>
                <a:cubicBezTo>
                  <a:pt x="40314" y="213743"/>
                  <a:pt x="32860" y="210722"/>
                  <a:pt x="26657" y="204687"/>
                </a:cubicBezTo>
                <a:cubicBezTo>
                  <a:pt x="20622" y="198652"/>
                  <a:pt x="17600" y="191278"/>
                  <a:pt x="17600" y="182558"/>
                </a:cubicBezTo>
                <a:cubicBezTo>
                  <a:pt x="17600" y="173846"/>
                  <a:pt x="20622" y="166384"/>
                  <a:pt x="26657" y="160181"/>
                </a:cubicBezTo>
                <a:cubicBezTo>
                  <a:pt x="32860" y="154146"/>
                  <a:pt x="40314" y="151125"/>
                  <a:pt x="49034" y="151125"/>
                </a:cubicBezTo>
                <a:lnTo>
                  <a:pt x="192873" y="151125"/>
                </a:lnTo>
                <a:cubicBezTo>
                  <a:pt x="201585" y="151125"/>
                  <a:pt x="209046" y="154146"/>
                  <a:pt x="215250" y="160181"/>
                </a:cubicBezTo>
                <a:cubicBezTo>
                  <a:pt x="221285" y="166384"/>
                  <a:pt x="224306" y="173846"/>
                  <a:pt x="224306" y="182558"/>
                </a:cubicBezTo>
                <a:cubicBezTo>
                  <a:pt x="224306" y="191278"/>
                  <a:pt x="221285" y="198652"/>
                  <a:pt x="215250" y="204687"/>
                </a:cubicBezTo>
                <a:cubicBezTo>
                  <a:pt x="209046" y="210722"/>
                  <a:pt x="201585" y="213743"/>
                  <a:pt x="192873" y="213743"/>
                </a:cubicBezTo>
                <a:lnTo>
                  <a:pt x="49034" y="213743"/>
                </a:lnTo>
                <a:close/>
                <a:moveTo>
                  <a:pt x="49034" y="197145"/>
                </a:moveTo>
                <a:lnTo>
                  <a:pt x="192873" y="197145"/>
                </a:lnTo>
                <a:cubicBezTo>
                  <a:pt x="197064" y="197145"/>
                  <a:pt x="200583" y="195718"/>
                  <a:pt x="203428" y="192873"/>
                </a:cubicBezTo>
                <a:cubicBezTo>
                  <a:pt x="206281" y="190020"/>
                  <a:pt x="207708" y="186581"/>
                  <a:pt x="207708" y="182558"/>
                </a:cubicBezTo>
                <a:cubicBezTo>
                  <a:pt x="207708" y="178367"/>
                  <a:pt x="206281" y="174848"/>
                  <a:pt x="203428" y="172002"/>
                </a:cubicBezTo>
                <a:cubicBezTo>
                  <a:pt x="200583" y="169149"/>
                  <a:pt x="197064" y="167723"/>
                  <a:pt x="192873" y="167723"/>
                </a:cubicBezTo>
                <a:lnTo>
                  <a:pt x="49034" y="167723"/>
                </a:lnTo>
                <a:cubicBezTo>
                  <a:pt x="44842" y="167723"/>
                  <a:pt x="41324" y="169149"/>
                  <a:pt x="38471" y="172002"/>
                </a:cubicBezTo>
                <a:cubicBezTo>
                  <a:pt x="35625" y="174848"/>
                  <a:pt x="34199" y="178367"/>
                  <a:pt x="34199" y="182558"/>
                </a:cubicBezTo>
                <a:cubicBezTo>
                  <a:pt x="34199" y="186581"/>
                  <a:pt x="35625" y="190020"/>
                  <a:pt x="38471" y="192873"/>
                </a:cubicBezTo>
                <a:cubicBezTo>
                  <a:pt x="41324" y="195718"/>
                  <a:pt x="44842" y="197145"/>
                  <a:pt x="49034" y="197145"/>
                </a:cubicBezTo>
                <a:close/>
                <a:moveTo>
                  <a:pt x="98324" y="132017"/>
                </a:moveTo>
                <a:cubicBezTo>
                  <a:pt x="95807" y="132017"/>
                  <a:pt x="93708" y="131176"/>
                  <a:pt x="92033" y="129501"/>
                </a:cubicBezTo>
                <a:cubicBezTo>
                  <a:pt x="90357" y="127826"/>
                  <a:pt x="89523" y="125734"/>
                  <a:pt x="89523" y="123217"/>
                </a:cubicBezTo>
                <a:lnTo>
                  <a:pt x="89523" y="37220"/>
                </a:lnTo>
                <a:cubicBezTo>
                  <a:pt x="89523" y="34703"/>
                  <a:pt x="90357" y="32604"/>
                  <a:pt x="92033" y="30929"/>
                </a:cubicBezTo>
                <a:cubicBezTo>
                  <a:pt x="93708" y="29422"/>
                  <a:pt x="95807" y="28668"/>
                  <a:pt x="98324" y="28668"/>
                </a:cubicBezTo>
                <a:lnTo>
                  <a:pt x="184321" y="28668"/>
                </a:lnTo>
                <a:cubicBezTo>
                  <a:pt x="186838" y="28668"/>
                  <a:pt x="188930" y="29422"/>
                  <a:pt x="190605" y="30929"/>
                </a:cubicBezTo>
                <a:cubicBezTo>
                  <a:pt x="192119" y="32604"/>
                  <a:pt x="192873" y="34703"/>
                  <a:pt x="192873" y="37220"/>
                </a:cubicBezTo>
                <a:lnTo>
                  <a:pt x="192873" y="123217"/>
                </a:lnTo>
                <a:cubicBezTo>
                  <a:pt x="192873" y="125734"/>
                  <a:pt x="192119" y="127826"/>
                  <a:pt x="190605" y="129501"/>
                </a:cubicBezTo>
                <a:cubicBezTo>
                  <a:pt x="188930" y="131176"/>
                  <a:pt x="186838" y="132017"/>
                  <a:pt x="184321" y="132017"/>
                </a:cubicBezTo>
                <a:lnTo>
                  <a:pt x="98324" y="132017"/>
                </a:lnTo>
                <a:close/>
                <a:moveTo>
                  <a:pt x="106370" y="115171"/>
                </a:moveTo>
                <a:lnTo>
                  <a:pt x="176274" y="115171"/>
                </a:lnTo>
                <a:lnTo>
                  <a:pt x="176274" y="45266"/>
                </a:lnTo>
                <a:lnTo>
                  <a:pt x="106370" y="45266"/>
                </a:lnTo>
                <a:lnTo>
                  <a:pt x="106370" y="115171"/>
                </a:lnTo>
                <a:close/>
                <a:moveTo>
                  <a:pt x="25647" y="109135"/>
                </a:moveTo>
                <a:cubicBezTo>
                  <a:pt x="23138" y="109135"/>
                  <a:pt x="21126" y="108382"/>
                  <a:pt x="19612" y="106868"/>
                </a:cubicBezTo>
                <a:cubicBezTo>
                  <a:pt x="17937" y="105193"/>
                  <a:pt x="17103" y="103181"/>
                  <a:pt x="17103" y="100833"/>
                </a:cubicBezTo>
                <a:cubicBezTo>
                  <a:pt x="17103" y="98324"/>
                  <a:pt x="17856" y="96312"/>
                  <a:pt x="19363" y="94798"/>
                </a:cubicBezTo>
                <a:cubicBezTo>
                  <a:pt x="21039" y="93122"/>
                  <a:pt x="23050" y="92289"/>
                  <a:pt x="25398" y="92289"/>
                </a:cubicBezTo>
                <a:lnTo>
                  <a:pt x="66890" y="92289"/>
                </a:lnTo>
                <a:cubicBezTo>
                  <a:pt x="69238" y="92289"/>
                  <a:pt x="71250" y="93122"/>
                  <a:pt x="72925" y="94798"/>
                </a:cubicBezTo>
                <a:cubicBezTo>
                  <a:pt x="74600" y="96312"/>
                  <a:pt x="75442" y="98324"/>
                  <a:pt x="75442" y="100833"/>
                </a:cubicBezTo>
                <a:cubicBezTo>
                  <a:pt x="75442" y="103181"/>
                  <a:pt x="74600" y="105193"/>
                  <a:pt x="72925" y="106868"/>
                </a:cubicBezTo>
                <a:cubicBezTo>
                  <a:pt x="71250" y="108382"/>
                  <a:pt x="69238" y="109135"/>
                  <a:pt x="66890" y="109135"/>
                </a:cubicBezTo>
                <a:lnTo>
                  <a:pt x="25647" y="109135"/>
                </a:lnTo>
                <a:close/>
                <a:moveTo>
                  <a:pt x="129252" y="79209"/>
                </a:moveTo>
                <a:lnTo>
                  <a:pt x="153392" y="79209"/>
                </a:lnTo>
                <a:cubicBezTo>
                  <a:pt x="155572" y="79209"/>
                  <a:pt x="157496" y="78375"/>
                  <a:pt x="159171" y="76693"/>
                </a:cubicBezTo>
                <a:cubicBezTo>
                  <a:pt x="160686" y="75186"/>
                  <a:pt x="161439" y="73262"/>
                  <a:pt x="161439" y="70914"/>
                </a:cubicBezTo>
                <a:cubicBezTo>
                  <a:pt x="161439" y="68734"/>
                  <a:pt x="160686" y="66802"/>
                  <a:pt x="159171" y="65127"/>
                </a:cubicBezTo>
                <a:cubicBezTo>
                  <a:pt x="157496" y="63620"/>
                  <a:pt x="155572" y="62867"/>
                  <a:pt x="153392" y="62867"/>
                </a:cubicBezTo>
                <a:lnTo>
                  <a:pt x="129252" y="62867"/>
                </a:lnTo>
                <a:cubicBezTo>
                  <a:pt x="126904" y="62867"/>
                  <a:pt x="124973" y="63620"/>
                  <a:pt x="123466" y="65127"/>
                </a:cubicBezTo>
                <a:cubicBezTo>
                  <a:pt x="121959" y="66634"/>
                  <a:pt x="121206" y="68565"/>
                  <a:pt x="121206" y="70914"/>
                </a:cubicBezTo>
                <a:cubicBezTo>
                  <a:pt x="121206" y="73262"/>
                  <a:pt x="121959" y="75186"/>
                  <a:pt x="123466" y="76693"/>
                </a:cubicBezTo>
                <a:cubicBezTo>
                  <a:pt x="124973" y="78375"/>
                  <a:pt x="126904" y="79209"/>
                  <a:pt x="129252" y="79209"/>
                </a:cubicBezTo>
                <a:close/>
                <a:moveTo>
                  <a:pt x="46020" y="76444"/>
                </a:moveTo>
                <a:cubicBezTo>
                  <a:pt x="43672" y="76444"/>
                  <a:pt x="41660" y="75603"/>
                  <a:pt x="39985" y="73927"/>
                </a:cubicBezTo>
                <a:cubicBezTo>
                  <a:pt x="38471" y="72420"/>
                  <a:pt x="37717" y="70409"/>
                  <a:pt x="37717" y="67892"/>
                </a:cubicBezTo>
                <a:cubicBezTo>
                  <a:pt x="37717" y="65544"/>
                  <a:pt x="38558" y="63620"/>
                  <a:pt x="40234" y="62113"/>
                </a:cubicBezTo>
                <a:cubicBezTo>
                  <a:pt x="41741" y="60431"/>
                  <a:pt x="43672" y="59597"/>
                  <a:pt x="46020" y="59597"/>
                </a:cubicBezTo>
                <a:lnTo>
                  <a:pt x="68902" y="59597"/>
                </a:lnTo>
                <a:cubicBezTo>
                  <a:pt x="71250" y="59597"/>
                  <a:pt x="73262" y="60431"/>
                  <a:pt x="74937" y="62113"/>
                </a:cubicBezTo>
                <a:cubicBezTo>
                  <a:pt x="76612" y="63620"/>
                  <a:pt x="77453" y="65544"/>
                  <a:pt x="77453" y="67892"/>
                </a:cubicBezTo>
                <a:cubicBezTo>
                  <a:pt x="77453" y="70409"/>
                  <a:pt x="76612" y="72420"/>
                  <a:pt x="74937" y="73927"/>
                </a:cubicBezTo>
                <a:cubicBezTo>
                  <a:pt x="73262" y="75603"/>
                  <a:pt x="71250" y="76444"/>
                  <a:pt x="68902" y="76444"/>
                </a:cubicBezTo>
                <a:lnTo>
                  <a:pt x="46020" y="76444"/>
                </a:lnTo>
                <a:close/>
                <a:moveTo>
                  <a:pt x="106370" y="115171"/>
                </a:moveTo>
                <a:lnTo>
                  <a:pt x="106370" y="45266"/>
                </a:lnTo>
                <a:lnTo>
                  <a:pt x="106370" y="115171"/>
                </a:ln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圖說"/>
          <p:cNvSpPr/>
          <p:nvPr/>
        </p:nvSpPr>
        <p:spPr>
          <a:xfrm>
            <a:off x="7080931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產線</a:t>
            </a:r>
            <a:endParaRPr lang="en-US" sz="600" dirty="0"/>
          </a:p>
        </p:txBody>
      </p:sp>
      <p:sp>
        <p:nvSpPr>
          <p:cNvPr id="38" name="圖示 維修"/>
          <p:cNvSpPr/>
          <p:nvPr/>
        </p:nvSpPr>
        <p:spPr>
          <a:xfrm>
            <a:off x="7640525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88265" y="149369"/>
                </a:moveTo>
                <a:cubicBezTo>
                  <a:pt x="71667" y="149369"/>
                  <a:pt x="57497" y="143583"/>
                  <a:pt x="45764" y="132017"/>
                </a:cubicBezTo>
                <a:cubicBezTo>
                  <a:pt x="34199" y="120284"/>
                  <a:pt x="28412" y="106202"/>
                  <a:pt x="28412" y="89772"/>
                </a:cubicBezTo>
                <a:cubicBezTo>
                  <a:pt x="28412" y="86422"/>
                  <a:pt x="28668" y="83232"/>
                  <a:pt x="29173" y="80218"/>
                </a:cubicBezTo>
                <a:cubicBezTo>
                  <a:pt x="29670" y="77366"/>
                  <a:pt x="30592" y="74264"/>
                  <a:pt x="31938" y="70914"/>
                </a:cubicBezTo>
                <a:cubicBezTo>
                  <a:pt x="32436" y="69568"/>
                  <a:pt x="33277" y="68478"/>
                  <a:pt x="34447" y="67644"/>
                </a:cubicBezTo>
                <a:cubicBezTo>
                  <a:pt x="35457" y="66971"/>
                  <a:pt x="36547" y="66466"/>
                  <a:pt x="37717" y="66137"/>
                </a:cubicBezTo>
                <a:cubicBezTo>
                  <a:pt x="39063" y="65800"/>
                  <a:pt x="40402" y="65800"/>
                  <a:pt x="41741" y="66137"/>
                </a:cubicBezTo>
                <a:cubicBezTo>
                  <a:pt x="42918" y="66466"/>
                  <a:pt x="44089" y="67139"/>
                  <a:pt x="45266" y="68148"/>
                </a:cubicBezTo>
                <a:lnTo>
                  <a:pt x="73430" y="96312"/>
                </a:lnTo>
                <a:lnTo>
                  <a:pt x="96561" y="74681"/>
                </a:lnTo>
                <a:lnTo>
                  <a:pt x="67139" y="45266"/>
                </a:lnTo>
                <a:cubicBezTo>
                  <a:pt x="65968" y="44257"/>
                  <a:pt x="65215" y="43087"/>
                  <a:pt x="64879" y="41741"/>
                </a:cubicBezTo>
                <a:cubicBezTo>
                  <a:pt x="64542" y="40570"/>
                  <a:pt x="64542" y="39312"/>
                  <a:pt x="64879" y="37973"/>
                </a:cubicBezTo>
                <a:cubicBezTo>
                  <a:pt x="65215" y="36795"/>
                  <a:pt x="65800" y="35705"/>
                  <a:pt x="66634" y="34703"/>
                </a:cubicBezTo>
                <a:cubicBezTo>
                  <a:pt x="67307" y="33694"/>
                  <a:pt x="68397" y="32860"/>
                  <a:pt x="69904" y="32187"/>
                </a:cubicBezTo>
                <a:cubicBezTo>
                  <a:pt x="73093" y="31016"/>
                  <a:pt x="76107" y="30095"/>
                  <a:pt x="78960" y="29422"/>
                </a:cubicBezTo>
                <a:cubicBezTo>
                  <a:pt x="81806" y="28749"/>
                  <a:pt x="84908" y="28412"/>
                  <a:pt x="88265" y="28412"/>
                </a:cubicBezTo>
                <a:cubicBezTo>
                  <a:pt x="105361" y="28412"/>
                  <a:pt x="119860" y="34367"/>
                  <a:pt x="131769" y="46269"/>
                </a:cubicBezTo>
                <a:cubicBezTo>
                  <a:pt x="143671" y="58170"/>
                  <a:pt x="149618" y="72669"/>
                  <a:pt x="149618" y="89772"/>
                </a:cubicBezTo>
                <a:cubicBezTo>
                  <a:pt x="149618" y="93627"/>
                  <a:pt x="149201" y="97482"/>
                  <a:pt x="148360" y="101337"/>
                </a:cubicBezTo>
                <a:cubicBezTo>
                  <a:pt x="147526" y="105024"/>
                  <a:pt x="146516" y="108799"/>
                  <a:pt x="145346" y="112654"/>
                </a:cubicBezTo>
                <a:lnTo>
                  <a:pt x="201673" y="168981"/>
                </a:lnTo>
                <a:cubicBezTo>
                  <a:pt x="206362" y="173677"/>
                  <a:pt x="208710" y="179376"/>
                  <a:pt x="208710" y="186084"/>
                </a:cubicBezTo>
                <a:cubicBezTo>
                  <a:pt x="208542" y="192617"/>
                  <a:pt x="206033" y="198235"/>
                  <a:pt x="201168" y="202931"/>
                </a:cubicBezTo>
                <a:cubicBezTo>
                  <a:pt x="196472" y="207284"/>
                  <a:pt x="190941" y="209383"/>
                  <a:pt x="184570" y="209215"/>
                </a:cubicBezTo>
                <a:cubicBezTo>
                  <a:pt x="178198" y="209215"/>
                  <a:pt x="172756" y="206867"/>
                  <a:pt x="168228" y="202177"/>
                </a:cubicBezTo>
                <a:lnTo>
                  <a:pt x="111396" y="145090"/>
                </a:lnTo>
                <a:cubicBezTo>
                  <a:pt x="107541" y="146436"/>
                  <a:pt x="103766" y="147438"/>
                  <a:pt x="100079" y="148111"/>
                </a:cubicBezTo>
                <a:cubicBezTo>
                  <a:pt x="96392" y="148945"/>
                  <a:pt x="92457" y="149369"/>
                  <a:pt x="88265" y="149369"/>
                </a:cubicBezTo>
                <a:close/>
                <a:moveTo>
                  <a:pt x="88265" y="133020"/>
                </a:moveTo>
                <a:cubicBezTo>
                  <a:pt x="92457" y="133020"/>
                  <a:pt x="96897" y="132354"/>
                  <a:pt x="101593" y="131008"/>
                </a:cubicBezTo>
                <a:cubicBezTo>
                  <a:pt x="106283" y="129669"/>
                  <a:pt x="110394" y="127658"/>
                  <a:pt x="113912" y="124973"/>
                </a:cubicBezTo>
                <a:lnTo>
                  <a:pt x="180049" y="190861"/>
                </a:lnTo>
                <a:cubicBezTo>
                  <a:pt x="181388" y="192200"/>
                  <a:pt x="183063" y="192873"/>
                  <a:pt x="185075" y="192873"/>
                </a:cubicBezTo>
                <a:cubicBezTo>
                  <a:pt x="187086" y="192873"/>
                  <a:pt x="188761" y="192200"/>
                  <a:pt x="190107" y="190861"/>
                </a:cubicBezTo>
                <a:cubicBezTo>
                  <a:pt x="191446" y="189515"/>
                  <a:pt x="192119" y="187840"/>
                  <a:pt x="192119" y="185828"/>
                </a:cubicBezTo>
                <a:cubicBezTo>
                  <a:pt x="192119" y="183816"/>
                  <a:pt x="191446" y="182141"/>
                  <a:pt x="190107" y="180802"/>
                </a:cubicBezTo>
                <a:lnTo>
                  <a:pt x="124973" y="115924"/>
                </a:lnTo>
                <a:cubicBezTo>
                  <a:pt x="127658" y="112405"/>
                  <a:pt x="129669" y="108214"/>
                  <a:pt x="131008" y="103349"/>
                </a:cubicBezTo>
                <a:cubicBezTo>
                  <a:pt x="132354" y="98653"/>
                  <a:pt x="133020" y="94132"/>
                  <a:pt x="133020" y="89772"/>
                </a:cubicBezTo>
                <a:cubicBezTo>
                  <a:pt x="133020" y="77197"/>
                  <a:pt x="128411" y="66554"/>
                  <a:pt x="119194" y="57834"/>
                </a:cubicBezTo>
                <a:cubicBezTo>
                  <a:pt x="109801" y="49122"/>
                  <a:pt x="99158" y="44674"/>
                  <a:pt x="87256" y="44506"/>
                </a:cubicBezTo>
                <a:lnTo>
                  <a:pt x="112149" y="69655"/>
                </a:lnTo>
                <a:cubicBezTo>
                  <a:pt x="113825" y="71499"/>
                  <a:pt x="114666" y="73591"/>
                  <a:pt x="114666" y="75939"/>
                </a:cubicBezTo>
                <a:cubicBezTo>
                  <a:pt x="114498" y="78287"/>
                  <a:pt x="113576" y="80387"/>
                  <a:pt x="111901" y="82230"/>
                </a:cubicBezTo>
                <a:lnTo>
                  <a:pt x="79962" y="111901"/>
                </a:lnTo>
                <a:cubicBezTo>
                  <a:pt x="78287" y="113576"/>
                  <a:pt x="76276" y="114417"/>
                  <a:pt x="73927" y="114417"/>
                </a:cubicBezTo>
                <a:cubicBezTo>
                  <a:pt x="71418" y="114417"/>
                  <a:pt x="69407" y="113576"/>
                  <a:pt x="67892" y="111901"/>
                </a:cubicBezTo>
                <a:lnTo>
                  <a:pt x="44008" y="88514"/>
                </a:lnTo>
                <a:cubicBezTo>
                  <a:pt x="44506" y="101425"/>
                  <a:pt x="49122" y="112069"/>
                  <a:pt x="57834" y="120452"/>
                </a:cubicBezTo>
                <a:cubicBezTo>
                  <a:pt x="66554" y="128828"/>
                  <a:pt x="76693" y="133020"/>
                  <a:pt x="88265" y="133020"/>
                </a:cubicBezTo>
                <a:close/>
                <a:moveTo>
                  <a:pt x="118440" y="118938"/>
                </a:move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圖說"/>
          <p:cNvSpPr/>
          <p:nvPr/>
        </p:nvSpPr>
        <p:spPr>
          <a:xfrm>
            <a:off x="7524707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維修</a:t>
            </a:r>
            <a:endParaRPr lang="en-US" sz="600" dirty="0"/>
          </a:p>
        </p:txBody>
      </p:sp>
      <p:sp>
        <p:nvSpPr>
          <p:cNvPr id="40" name="圖示 溫度"/>
          <p:cNvSpPr/>
          <p:nvPr/>
        </p:nvSpPr>
        <p:spPr>
          <a:xfrm>
            <a:off x="8084302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40313" y="96312"/>
                </a:moveTo>
                <a:cubicBezTo>
                  <a:pt x="137965" y="96312"/>
                  <a:pt x="135953" y="95471"/>
                  <a:pt x="134278" y="93795"/>
                </a:cubicBezTo>
                <a:cubicBezTo>
                  <a:pt x="132771" y="92289"/>
                  <a:pt x="132017" y="90357"/>
                  <a:pt x="132017" y="88009"/>
                </a:cubicBezTo>
                <a:cubicBezTo>
                  <a:pt x="132017" y="85661"/>
                  <a:pt x="132771" y="83737"/>
                  <a:pt x="134278" y="82230"/>
                </a:cubicBezTo>
                <a:cubicBezTo>
                  <a:pt x="135953" y="80548"/>
                  <a:pt x="137965" y="79714"/>
                  <a:pt x="140313" y="79714"/>
                </a:cubicBezTo>
                <a:lnTo>
                  <a:pt x="183816" y="79714"/>
                </a:lnTo>
                <a:cubicBezTo>
                  <a:pt x="185996" y="79714"/>
                  <a:pt x="187927" y="80548"/>
                  <a:pt x="189603" y="82230"/>
                </a:cubicBezTo>
                <a:cubicBezTo>
                  <a:pt x="191110" y="83737"/>
                  <a:pt x="191863" y="85661"/>
                  <a:pt x="191863" y="88009"/>
                </a:cubicBezTo>
                <a:cubicBezTo>
                  <a:pt x="191863" y="90357"/>
                  <a:pt x="191110" y="92289"/>
                  <a:pt x="189603" y="93795"/>
                </a:cubicBezTo>
                <a:cubicBezTo>
                  <a:pt x="187927" y="95471"/>
                  <a:pt x="185996" y="96312"/>
                  <a:pt x="183816" y="96312"/>
                </a:cubicBezTo>
                <a:lnTo>
                  <a:pt x="140313" y="96312"/>
                </a:lnTo>
                <a:close/>
                <a:moveTo>
                  <a:pt x="140313" y="64622"/>
                </a:moveTo>
                <a:cubicBezTo>
                  <a:pt x="137965" y="64622"/>
                  <a:pt x="135953" y="63869"/>
                  <a:pt x="134278" y="62362"/>
                </a:cubicBezTo>
                <a:cubicBezTo>
                  <a:pt x="132771" y="60687"/>
                  <a:pt x="132017" y="58675"/>
                  <a:pt x="132017" y="56327"/>
                </a:cubicBezTo>
                <a:cubicBezTo>
                  <a:pt x="132017" y="53979"/>
                  <a:pt x="132771" y="52055"/>
                  <a:pt x="134278" y="50541"/>
                </a:cubicBezTo>
                <a:cubicBezTo>
                  <a:pt x="135953" y="49034"/>
                  <a:pt x="137965" y="48280"/>
                  <a:pt x="140313" y="48280"/>
                </a:cubicBezTo>
                <a:lnTo>
                  <a:pt x="206450" y="48280"/>
                </a:lnTo>
                <a:cubicBezTo>
                  <a:pt x="208630" y="48280"/>
                  <a:pt x="210553" y="49034"/>
                  <a:pt x="212236" y="50541"/>
                </a:cubicBezTo>
                <a:cubicBezTo>
                  <a:pt x="213743" y="52223"/>
                  <a:pt x="214496" y="54235"/>
                  <a:pt x="214496" y="56576"/>
                </a:cubicBezTo>
                <a:cubicBezTo>
                  <a:pt x="214496" y="58924"/>
                  <a:pt x="213743" y="60855"/>
                  <a:pt x="212236" y="62362"/>
                </a:cubicBezTo>
                <a:cubicBezTo>
                  <a:pt x="210553" y="63869"/>
                  <a:pt x="208630" y="64622"/>
                  <a:pt x="206450" y="64622"/>
                </a:cubicBezTo>
                <a:lnTo>
                  <a:pt x="140313" y="64622"/>
                </a:lnTo>
                <a:close/>
                <a:moveTo>
                  <a:pt x="39480" y="198652"/>
                </a:moveTo>
                <a:cubicBezTo>
                  <a:pt x="30424" y="189434"/>
                  <a:pt x="25903" y="178286"/>
                  <a:pt x="25903" y="165206"/>
                </a:cubicBezTo>
                <a:cubicBezTo>
                  <a:pt x="25903" y="156992"/>
                  <a:pt x="27827" y="149281"/>
                  <a:pt x="31682" y="142076"/>
                </a:cubicBezTo>
                <a:cubicBezTo>
                  <a:pt x="35705" y="134863"/>
                  <a:pt x="41324" y="128996"/>
                  <a:pt x="48529" y="124475"/>
                </a:cubicBezTo>
                <a:lnTo>
                  <a:pt x="48529" y="53313"/>
                </a:lnTo>
                <a:cubicBezTo>
                  <a:pt x="48529" y="46437"/>
                  <a:pt x="50877" y="40570"/>
                  <a:pt x="55574" y="35705"/>
                </a:cubicBezTo>
                <a:cubicBezTo>
                  <a:pt x="60431" y="31016"/>
                  <a:pt x="66217" y="28668"/>
                  <a:pt x="72925" y="28668"/>
                </a:cubicBezTo>
                <a:cubicBezTo>
                  <a:pt x="79794" y="28668"/>
                  <a:pt x="85661" y="31016"/>
                  <a:pt x="90526" y="35705"/>
                </a:cubicBezTo>
                <a:cubicBezTo>
                  <a:pt x="95222" y="40570"/>
                  <a:pt x="97570" y="46437"/>
                  <a:pt x="97570" y="53313"/>
                </a:cubicBezTo>
                <a:lnTo>
                  <a:pt x="97570" y="124475"/>
                </a:lnTo>
                <a:cubicBezTo>
                  <a:pt x="104776" y="128996"/>
                  <a:pt x="110394" y="134863"/>
                  <a:pt x="114417" y="142076"/>
                </a:cubicBezTo>
                <a:cubicBezTo>
                  <a:pt x="118272" y="149281"/>
                  <a:pt x="120196" y="156992"/>
                  <a:pt x="120196" y="165206"/>
                </a:cubicBezTo>
                <a:cubicBezTo>
                  <a:pt x="120196" y="178286"/>
                  <a:pt x="115675" y="189434"/>
                  <a:pt x="106619" y="198652"/>
                </a:cubicBezTo>
                <a:cubicBezTo>
                  <a:pt x="97402" y="207876"/>
                  <a:pt x="86254" y="212485"/>
                  <a:pt x="73174" y="212485"/>
                </a:cubicBezTo>
                <a:cubicBezTo>
                  <a:pt x="59933" y="212485"/>
                  <a:pt x="48697" y="207876"/>
                  <a:pt x="39480" y="198652"/>
                </a:cubicBezTo>
                <a:close/>
                <a:moveTo>
                  <a:pt x="42999" y="165206"/>
                </a:moveTo>
                <a:lnTo>
                  <a:pt x="103100" y="165206"/>
                </a:lnTo>
                <a:cubicBezTo>
                  <a:pt x="103100" y="158338"/>
                  <a:pt x="101506" y="152215"/>
                  <a:pt x="98324" y="146853"/>
                </a:cubicBezTo>
                <a:cubicBezTo>
                  <a:pt x="94966" y="141659"/>
                  <a:pt x="90526" y="137884"/>
                  <a:pt x="84995" y="135536"/>
                </a:cubicBezTo>
                <a:lnTo>
                  <a:pt x="80467" y="133524"/>
                </a:lnTo>
                <a:lnTo>
                  <a:pt x="80467" y="53313"/>
                </a:lnTo>
                <a:cubicBezTo>
                  <a:pt x="80467" y="51133"/>
                  <a:pt x="79794" y="49370"/>
                  <a:pt x="78456" y="48032"/>
                </a:cubicBezTo>
                <a:cubicBezTo>
                  <a:pt x="76949" y="46517"/>
                  <a:pt x="75186" y="45764"/>
                  <a:pt x="73174" y="45764"/>
                </a:cubicBezTo>
                <a:cubicBezTo>
                  <a:pt x="70994" y="45764"/>
                  <a:pt x="69151" y="46517"/>
                  <a:pt x="67644" y="48032"/>
                </a:cubicBezTo>
                <a:cubicBezTo>
                  <a:pt x="66305" y="49370"/>
                  <a:pt x="65632" y="51133"/>
                  <a:pt x="65632" y="53313"/>
                </a:cubicBezTo>
                <a:lnTo>
                  <a:pt x="65632" y="133524"/>
                </a:lnTo>
                <a:lnTo>
                  <a:pt x="61104" y="135536"/>
                </a:lnTo>
                <a:cubicBezTo>
                  <a:pt x="55574" y="137884"/>
                  <a:pt x="51133" y="141739"/>
                  <a:pt x="47776" y="147101"/>
                </a:cubicBezTo>
                <a:cubicBezTo>
                  <a:pt x="44593" y="152471"/>
                  <a:pt x="42999" y="158506"/>
                  <a:pt x="42999" y="165206"/>
                </a:cubicBez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圖說"/>
          <p:cNvSpPr/>
          <p:nvPr/>
        </p:nvSpPr>
        <p:spPr>
          <a:xfrm>
            <a:off x="7968484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溫度</a:t>
            </a:r>
            <a:endParaRPr lang="en-US" sz="600" dirty="0"/>
          </a:p>
        </p:txBody>
      </p:sp>
      <p:sp>
        <p:nvSpPr>
          <p:cNvPr id="42" name="圖示 用水"/>
          <p:cNvSpPr/>
          <p:nvPr/>
        </p:nvSpPr>
        <p:spPr>
          <a:xfrm>
            <a:off x="8528078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62113" y="198652"/>
                </a:moveTo>
                <a:cubicBezTo>
                  <a:pt x="46517" y="182726"/>
                  <a:pt x="38727" y="162778"/>
                  <a:pt x="38727" y="138806"/>
                </a:cubicBezTo>
                <a:cubicBezTo>
                  <a:pt x="38727" y="128411"/>
                  <a:pt x="40987" y="118104"/>
                  <a:pt x="45515" y="107877"/>
                </a:cubicBezTo>
                <a:cubicBezTo>
                  <a:pt x="50043" y="97651"/>
                  <a:pt x="55910" y="87592"/>
                  <a:pt x="63116" y="77702"/>
                </a:cubicBezTo>
                <a:cubicBezTo>
                  <a:pt x="70328" y="67980"/>
                  <a:pt x="78207" y="58675"/>
                  <a:pt x="86751" y="49787"/>
                </a:cubicBezTo>
                <a:cubicBezTo>
                  <a:pt x="95471" y="41075"/>
                  <a:pt x="103934" y="33028"/>
                  <a:pt x="112149" y="25647"/>
                </a:cubicBezTo>
                <a:cubicBezTo>
                  <a:pt x="113495" y="24477"/>
                  <a:pt x="114834" y="23635"/>
                  <a:pt x="116173" y="23138"/>
                </a:cubicBezTo>
                <a:cubicBezTo>
                  <a:pt x="117687" y="22633"/>
                  <a:pt x="119194" y="22377"/>
                  <a:pt x="120701" y="22377"/>
                </a:cubicBezTo>
                <a:cubicBezTo>
                  <a:pt x="122208" y="22377"/>
                  <a:pt x="123722" y="22633"/>
                  <a:pt x="125229" y="23138"/>
                </a:cubicBezTo>
                <a:cubicBezTo>
                  <a:pt x="126568" y="23635"/>
                  <a:pt x="127906" y="24477"/>
                  <a:pt x="129252" y="25647"/>
                </a:cubicBezTo>
                <a:cubicBezTo>
                  <a:pt x="137467" y="33028"/>
                  <a:pt x="145931" y="41075"/>
                  <a:pt x="154651" y="49787"/>
                </a:cubicBezTo>
                <a:cubicBezTo>
                  <a:pt x="163195" y="58675"/>
                  <a:pt x="171073" y="67980"/>
                  <a:pt x="178286" y="77702"/>
                </a:cubicBezTo>
                <a:cubicBezTo>
                  <a:pt x="185492" y="87592"/>
                  <a:pt x="191358" y="97651"/>
                  <a:pt x="195886" y="107877"/>
                </a:cubicBezTo>
                <a:cubicBezTo>
                  <a:pt x="200415" y="118104"/>
                  <a:pt x="202675" y="128411"/>
                  <a:pt x="202675" y="138806"/>
                </a:cubicBezTo>
                <a:cubicBezTo>
                  <a:pt x="202675" y="162778"/>
                  <a:pt x="194884" y="182726"/>
                  <a:pt x="179288" y="198652"/>
                </a:cubicBezTo>
                <a:cubicBezTo>
                  <a:pt x="163700" y="214745"/>
                  <a:pt x="144168" y="222792"/>
                  <a:pt x="120701" y="222792"/>
                </a:cubicBezTo>
                <a:cubicBezTo>
                  <a:pt x="97234" y="222792"/>
                  <a:pt x="77702" y="214745"/>
                  <a:pt x="62113" y="198652"/>
                </a:cubicBezTo>
                <a:close/>
                <a:moveTo>
                  <a:pt x="166969" y="186581"/>
                </a:moveTo>
                <a:cubicBezTo>
                  <a:pt x="179376" y="173846"/>
                  <a:pt x="185579" y="157921"/>
                  <a:pt x="185579" y="138806"/>
                </a:cubicBezTo>
                <a:cubicBezTo>
                  <a:pt x="185579" y="125734"/>
                  <a:pt x="180049" y="110891"/>
                  <a:pt x="168981" y="94300"/>
                </a:cubicBezTo>
                <a:cubicBezTo>
                  <a:pt x="157921" y="77534"/>
                  <a:pt x="141827" y="59765"/>
                  <a:pt x="120701" y="40987"/>
                </a:cubicBezTo>
                <a:cubicBezTo>
                  <a:pt x="99582" y="59765"/>
                  <a:pt x="83488" y="77534"/>
                  <a:pt x="72420" y="94300"/>
                </a:cubicBezTo>
                <a:cubicBezTo>
                  <a:pt x="61360" y="110891"/>
                  <a:pt x="55822" y="125734"/>
                  <a:pt x="55822" y="138806"/>
                </a:cubicBezTo>
                <a:cubicBezTo>
                  <a:pt x="55822" y="157921"/>
                  <a:pt x="62026" y="173846"/>
                  <a:pt x="74432" y="186581"/>
                </a:cubicBezTo>
                <a:cubicBezTo>
                  <a:pt x="86670" y="199325"/>
                  <a:pt x="102091" y="205696"/>
                  <a:pt x="120701" y="205696"/>
                </a:cubicBezTo>
                <a:cubicBezTo>
                  <a:pt x="139311" y="205696"/>
                  <a:pt x="154731" y="199325"/>
                  <a:pt x="166969" y="186581"/>
                </a:cubicBezTo>
                <a:close/>
                <a:moveTo>
                  <a:pt x="120701" y="120452"/>
                </a:moveTo>
                <a:close/>
                <a:moveTo>
                  <a:pt x="120452" y="188849"/>
                </a:moveTo>
                <a:cubicBezTo>
                  <a:pt x="123298" y="188849"/>
                  <a:pt x="125478" y="188344"/>
                  <a:pt x="126985" y="187335"/>
                </a:cubicBezTo>
                <a:cubicBezTo>
                  <a:pt x="128667" y="186333"/>
                  <a:pt x="129501" y="184826"/>
                  <a:pt x="129501" y="182814"/>
                </a:cubicBezTo>
                <a:cubicBezTo>
                  <a:pt x="129501" y="180971"/>
                  <a:pt x="128748" y="179456"/>
                  <a:pt x="127241" y="178286"/>
                </a:cubicBezTo>
                <a:cubicBezTo>
                  <a:pt x="125565" y="177108"/>
                  <a:pt x="123217" y="176523"/>
                  <a:pt x="120196" y="176523"/>
                </a:cubicBezTo>
                <a:cubicBezTo>
                  <a:pt x="112991" y="176523"/>
                  <a:pt x="105946" y="174343"/>
                  <a:pt x="99077" y="169991"/>
                </a:cubicBezTo>
                <a:cubicBezTo>
                  <a:pt x="92201" y="165631"/>
                  <a:pt x="87760" y="158081"/>
                  <a:pt x="85749" y="147357"/>
                </a:cubicBezTo>
                <a:cubicBezTo>
                  <a:pt x="85412" y="145850"/>
                  <a:pt x="84659" y="144504"/>
                  <a:pt x="83488" y="143334"/>
                </a:cubicBezTo>
                <a:cubicBezTo>
                  <a:pt x="82311" y="142325"/>
                  <a:pt x="80972" y="141827"/>
                  <a:pt x="79465" y="141827"/>
                </a:cubicBezTo>
                <a:cubicBezTo>
                  <a:pt x="77285" y="141827"/>
                  <a:pt x="75690" y="142581"/>
                  <a:pt x="74681" y="144087"/>
                </a:cubicBezTo>
                <a:cubicBezTo>
                  <a:pt x="73679" y="145594"/>
                  <a:pt x="73342" y="147189"/>
                  <a:pt x="73679" y="148864"/>
                </a:cubicBezTo>
                <a:cubicBezTo>
                  <a:pt x="76195" y="162946"/>
                  <a:pt x="82142" y="173173"/>
                  <a:pt x="91535" y="179544"/>
                </a:cubicBezTo>
                <a:cubicBezTo>
                  <a:pt x="100920" y="185748"/>
                  <a:pt x="110562" y="188849"/>
                  <a:pt x="120452" y="188849"/>
                </a:cubicBez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圖說"/>
          <p:cNvSpPr/>
          <p:nvPr/>
        </p:nvSpPr>
        <p:spPr>
          <a:xfrm>
            <a:off x="8412261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用水</a:t>
            </a:r>
            <a:endParaRPr lang="en-US" sz="600" dirty="0"/>
          </a:p>
        </p:txBody>
      </p:sp>
      <p:sp>
        <p:nvSpPr>
          <p:cNvPr id="44" name="圖示 庫存"/>
          <p:cNvSpPr/>
          <p:nvPr/>
        </p:nvSpPr>
        <p:spPr>
          <a:xfrm>
            <a:off x="8971855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5764" y="222792"/>
                </a:moveTo>
                <a:cubicBezTo>
                  <a:pt x="41075" y="222792"/>
                  <a:pt x="37051" y="221117"/>
                  <a:pt x="33694" y="217766"/>
                </a:cubicBezTo>
                <a:cubicBezTo>
                  <a:pt x="30343" y="214409"/>
                  <a:pt x="28668" y="210385"/>
                  <a:pt x="28668" y="205696"/>
                </a:cubicBezTo>
                <a:lnTo>
                  <a:pt x="28668" y="84491"/>
                </a:lnTo>
                <a:cubicBezTo>
                  <a:pt x="25815" y="83320"/>
                  <a:pt x="23387" y="81308"/>
                  <a:pt x="21375" y="78456"/>
                </a:cubicBezTo>
                <a:cubicBezTo>
                  <a:pt x="19532" y="75771"/>
                  <a:pt x="18610" y="72669"/>
                  <a:pt x="18610" y="69151"/>
                </a:cubicBezTo>
                <a:lnTo>
                  <a:pt x="18610" y="35705"/>
                </a:lnTo>
                <a:cubicBezTo>
                  <a:pt x="18610" y="31016"/>
                  <a:pt x="20285" y="26993"/>
                  <a:pt x="23635" y="23635"/>
                </a:cubicBezTo>
                <a:cubicBezTo>
                  <a:pt x="26993" y="20285"/>
                  <a:pt x="31016" y="18610"/>
                  <a:pt x="35705" y="18610"/>
                </a:cubicBezTo>
                <a:lnTo>
                  <a:pt x="205696" y="18610"/>
                </a:lnTo>
                <a:cubicBezTo>
                  <a:pt x="210385" y="18610"/>
                  <a:pt x="214409" y="20285"/>
                  <a:pt x="217766" y="23635"/>
                </a:cubicBezTo>
                <a:cubicBezTo>
                  <a:pt x="221117" y="26993"/>
                  <a:pt x="222792" y="31016"/>
                  <a:pt x="222792" y="35705"/>
                </a:cubicBezTo>
                <a:lnTo>
                  <a:pt x="222792" y="69151"/>
                </a:lnTo>
                <a:cubicBezTo>
                  <a:pt x="222792" y="72669"/>
                  <a:pt x="221870" y="75771"/>
                  <a:pt x="220027" y="78456"/>
                </a:cubicBezTo>
                <a:cubicBezTo>
                  <a:pt x="218015" y="81308"/>
                  <a:pt x="215586" y="83320"/>
                  <a:pt x="212733" y="84491"/>
                </a:cubicBezTo>
                <a:lnTo>
                  <a:pt x="212733" y="205696"/>
                </a:lnTo>
                <a:cubicBezTo>
                  <a:pt x="212733" y="210385"/>
                  <a:pt x="211058" y="214409"/>
                  <a:pt x="207708" y="217766"/>
                </a:cubicBezTo>
                <a:cubicBezTo>
                  <a:pt x="204350" y="221117"/>
                  <a:pt x="200327" y="222792"/>
                  <a:pt x="195638" y="222792"/>
                </a:cubicBezTo>
                <a:lnTo>
                  <a:pt x="45764" y="222792"/>
                </a:lnTo>
                <a:close/>
                <a:moveTo>
                  <a:pt x="45764" y="86254"/>
                </a:moveTo>
                <a:lnTo>
                  <a:pt x="45764" y="205696"/>
                </a:lnTo>
                <a:lnTo>
                  <a:pt x="195638" y="205696"/>
                </a:lnTo>
                <a:lnTo>
                  <a:pt x="195638" y="86254"/>
                </a:lnTo>
                <a:lnTo>
                  <a:pt x="45764" y="86254"/>
                </a:lnTo>
                <a:close/>
                <a:moveTo>
                  <a:pt x="35705" y="69151"/>
                </a:moveTo>
                <a:lnTo>
                  <a:pt x="205696" y="69151"/>
                </a:lnTo>
                <a:lnTo>
                  <a:pt x="205696" y="35705"/>
                </a:lnTo>
                <a:lnTo>
                  <a:pt x="35705" y="35705"/>
                </a:lnTo>
                <a:lnTo>
                  <a:pt x="35705" y="69151"/>
                </a:lnTo>
                <a:close/>
                <a:moveTo>
                  <a:pt x="97819" y="136794"/>
                </a:moveTo>
                <a:lnTo>
                  <a:pt x="143583" y="136794"/>
                </a:lnTo>
                <a:cubicBezTo>
                  <a:pt x="145931" y="136794"/>
                  <a:pt x="147862" y="136041"/>
                  <a:pt x="149369" y="134534"/>
                </a:cubicBezTo>
                <a:cubicBezTo>
                  <a:pt x="150876" y="132851"/>
                  <a:pt x="151629" y="130927"/>
                  <a:pt x="151629" y="128748"/>
                </a:cubicBezTo>
                <a:cubicBezTo>
                  <a:pt x="151629" y="126399"/>
                  <a:pt x="150876" y="124475"/>
                  <a:pt x="149369" y="122961"/>
                </a:cubicBezTo>
                <a:cubicBezTo>
                  <a:pt x="147862" y="121454"/>
                  <a:pt x="145931" y="120701"/>
                  <a:pt x="143583" y="120701"/>
                </a:cubicBezTo>
                <a:lnTo>
                  <a:pt x="97819" y="120701"/>
                </a:lnTo>
                <a:cubicBezTo>
                  <a:pt x="95639" y="120701"/>
                  <a:pt x="93708" y="121454"/>
                  <a:pt x="92033" y="122961"/>
                </a:cubicBezTo>
                <a:cubicBezTo>
                  <a:pt x="90526" y="124475"/>
                  <a:pt x="89772" y="126399"/>
                  <a:pt x="89772" y="128748"/>
                </a:cubicBezTo>
                <a:cubicBezTo>
                  <a:pt x="89772" y="131096"/>
                  <a:pt x="90526" y="133020"/>
                  <a:pt x="92033" y="134534"/>
                </a:cubicBezTo>
                <a:cubicBezTo>
                  <a:pt x="93708" y="136041"/>
                  <a:pt x="95639" y="136794"/>
                  <a:pt x="97819" y="136794"/>
                </a:cubicBezTo>
                <a:close/>
                <a:moveTo>
                  <a:pt x="120701" y="145850"/>
                </a:move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圖說"/>
          <p:cNvSpPr/>
          <p:nvPr/>
        </p:nvSpPr>
        <p:spPr>
          <a:xfrm>
            <a:off x="8856037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庫存</a:t>
            </a:r>
            <a:endParaRPr lang="en-US" sz="600" dirty="0"/>
          </a:p>
        </p:txBody>
      </p:sp>
      <p:sp>
        <p:nvSpPr>
          <p:cNvPr id="46" name="圖示 包裝"/>
          <p:cNvSpPr/>
          <p:nvPr/>
        </p:nvSpPr>
        <p:spPr>
          <a:xfrm>
            <a:off x="540100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2405" y="201673"/>
                </a:moveTo>
                <a:lnTo>
                  <a:pt x="112405" y="125478"/>
                </a:lnTo>
                <a:lnTo>
                  <a:pt x="45764" y="87007"/>
                </a:lnTo>
                <a:lnTo>
                  <a:pt x="45764" y="163195"/>
                </a:lnTo>
                <a:lnTo>
                  <a:pt x="112405" y="201673"/>
                </a:lnTo>
                <a:close/>
                <a:moveTo>
                  <a:pt x="128996" y="201673"/>
                </a:moveTo>
                <a:lnTo>
                  <a:pt x="195638" y="163195"/>
                </a:lnTo>
                <a:lnTo>
                  <a:pt x="195638" y="86751"/>
                </a:lnTo>
                <a:lnTo>
                  <a:pt x="128996" y="125478"/>
                </a:lnTo>
                <a:lnTo>
                  <a:pt x="128996" y="201673"/>
                </a:lnTo>
                <a:close/>
                <a:moveTo>
                  <a:pt x="112149" y="221285"/>
                </a:moveTo>
                <a:lnTo>
                  <a:pt x="37220" y="178037"/>
                </a:lnTo>
                <a:cubicBezTo>
                  <a:pt x="34535" y="176523"/>
                  <a:pt x="32436" y="174431"/>
                  <a:pt x="30929" y="171746"/>
                </a:cubicBezTo>
                <a:cubicBezTo>
                  <a:pt x="29422" y="169062"/>
                  <a:pt x="28668" y="166216"/>
                  <a:pt x="28668" y="163195"/>
                </a:cubicBezTo>
                <a:lnTo>
                  <a:pt x="28668" y="78207"/>
                </a:lnTo>
                <a:cubicBezTo>
                  <a:pt x="28668" y="75186"/>
                  <a:pt x="29422" y="72340"/>
                  <a:pt x="30929" y="69655"/>
                </a:cubicBezTo>
                <a:cubicBezTo>
                  <a:pt x="32436" y="66971"/>
                  <a:pt x="34535" y="64879"/>
                  <a:pt x="37220" y="63372"/>
                </a:cubicBezTo>
                <a:lnTo>
                  <a:pt x="112149" y="20117"/>
                </a:lnTo>
                <a:cubicBezTo>
                  <a:pt x="114834" y="18610"/>
                  <a:pt x="117687" y="17856"/>
                  <a:pt x="120701" y="17856"/>
                </a:cubicBezTo>
                <a:cubicBezTo>
                  <a:pt x="123722" y="17856"/>
                  <a:pt x="126568" y="18610"/>
                  <a:pt x="129252" y="20117"/>
                </a:cubicBezTo>
                <a:lnTo>
                  <a:pt x="204189" y="63372"/>
                </a:lnTo>
                <a:cubicBezTo>
                  <a:pt x="206867" y="64879"/>
                  <a:pt x="208966" y="66971"/>
                  <a:pt x="210473" y="69655"/>
                </a:cubicBezTo>
                <a:cubicBezTo>
                  <a:pt x="211980" y="72340"/>
                  <a:pt x="212733" y="75186"/>
                  <a:pt x="212733" y="78207"/>
                </a:cubicBezTo>
                <a:lnTo>
                  <a:pt x="212733" y="163195"/>
                </a:lnTo>
                <a:cubicBezTo>
                  <a:pt x="212733" y="166216"/>
                  <a:pt x="211980" y="169062"/>
                  <a:pt x="210473" y="171746"/>
                </a:cubicBezTo>
                <a:cubicBezTo>
                  <a:pt x="208966" y="174431"/>
                  <a:pt x="206867" y="176523"/>
                  <a:pt x="204189" y="178037"/>
                </a:cubicBezTo>
                <a:lnTo>
                  <a:pt x="129252" y="221285"/>
                </a:lnTo>
                <a:cubicBezTo>
                  <a:pt x="126568" y="222792"/>
                  <a:pt x="123722" y="223545"/>
                  <a:pt x="120701" y="223545"/>
                </a:cubicBezTo>
                <a:cubicBezTo>
                  <a:pt x="117687" y="223545"/>
                  <a:pt x="114834" y="222792"/>
                  <a:pt x="112149" y="221285"/>
                </a:cubicBezTo>
                <a:close/>
                <a:moveTo>
                  <a:pt x="161944" y="87256"/>
                </a:moveTo>
                <a:lnTo>
                  <a:pt x="186333" y="72925"/>
                </a:lnTo>
                <a:lnTo>
                  <a:pt x="120701" y="34952"/>
                </a:lnTo>
                <a:lnTo>
                  <a:pt x="96312" y="49290"/>
                </a:lnTo>
                <a:lnTo>
                  <a:pt x="161944" y="87256"/>
                </a:lnTo>
                <a:close/>
                <a:moveTo>
                  <a:pt x="120701" y="111147"/>
                </a:moveTo>
                <a:lnTo>
                  <a:pt x="145594" y="96561"/>
                </a:lnTo>
                <a:lnTo>
                  <a:pt x="79714" y="58587"/>
                </a:lnTo>
                <a:lnTo>
                  <a:pt x="55069" y="72925"/>
                </a:lnTo>
                <a:lnTo>
                  <a:pt x="120701" y="111147"/>
                </a:ln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圖說"/>
          <p:cNvSpPr/>
          <p:nvPr/>
        </p:nvSpPr>
        <p:spPr>
          <a:xfrm>
            <a:off x="424282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包裝</a:t>
            </a:r>
            <a:endParaRPr lang="en-US" sz="600" dirty="0"/>
          </a:p>
        </p:txBody>
      </p:sp>
      <p:sp>
        <p:nvSpPr>
          <p:cNvPr id="48" name="圖示 模組"/>
          <p:cNvSpPr/>
          <p:nvPr/>
        </p:nvSpPr>
        <p:spPr>
          <a:xfrm>
            <a:off x="983876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2405" y="201673"/>
                </a:moveTo>
                <a:lnTo>
                  <a:pt x="112405" y="125478"/>
                </a:lnTo>
                <a:lnTo>
                  <a:pt x="45764" y="87007"/>
                </a:lnTo>
                <a:lnTo>
                  <a:pt x="45764" y="163195"/>
                </a:lnTo>
                <a:lnTo>
                  <a:pt x="112405" y="201673"/>
                </a:lnTo>
                <a:close/>
                <a:moveTo>
                  <a:pt x="128996" y="201673"/>
                </a:moveTo>
                <a:lnTo>
                  <a:pt x="195638" y="163195"/>
                </a:lnTo>
                <a:lnTo>
                  <a:pt x="195638" y="86751"/>
                </a:lnTo>
                <a:lnTo>
                  <a:pt x="128996" y="125478"/>
                </a:lnTo>
                <a:lnTo>
                  <a:pt x="128996" y="201673"/>
                </a:lnTo>
                <a:close/>
                <a:moveTo>
                  <a:pt x="120701" y="111147"/>
                </a:moveTo>
                <a:lnTo>
                  <a:pt x="186333" y="72925"/>
                </a:lnTo>
                <a:lnTo>
                  <a:pt x="120701" y="34952"/>
                </a:lnTo>
                <a:lnTo>
                  <a:pt x="55069" y="72925"/>
                </a:lnTo>
                <a:lnTo>
                  <a:pt x="120701" y="111147"/>
                </a:lnTo>
                <a:close/>
                <a:moveTo>
                  <a:pt x="37220" y="178037"/>
                </a:moveTo>
                <a:cubicBezTo>
                  <a:pt x="34535" y="176355"/>
                  <a:pt x="32436" y="174263"/>
                  <a:pt x="30929" y="171746"/>
                </a:cubicBezTo>
                <a:cubicBezTo>
                  <a:pt x="29422" y="169062"/>
                  <a:pt x="28668" y="166216"/>
                  <a:pt x="28668" y="163195"/>
                </a:cubicBezTo>
                <a:lnTo>
                  <a:pt x="28668" y="78207"/>
                </a:lnTo>
                <a:cubicBezTo>
                  <a:pt x="28668" y="75186"/>
                  <a:pt x="29422" y="72340"/>
                  <a:pt x="30929" y="69655"/>
                </a:cubicBezTo>
                <a:cubicBezTo>
                  <a:pt x="32436" y="67139"/>
                  <a:pt x="34535" y="65047"/>
                  <a:pt x="37220" y="63372"/>
                </a:cubicBezTo>
                <a:lnTo>
                  <a:pt x="112149" y="20117"/>
                </a:lnTo>
                <a:cubicBezTo>
                  <a:pt x="114834" y="18610"/>
                  <a:pt x="117687" y="17856"/>
                  <a:pt x="120701" y="17856"/>
                </a:cubicBezTo>
                <a:cubicBezTo>
                  <a:pt x="123722" y="17856"/>
                  <a:pt x="126568" y="18610"/>
                  <a:pt x="129252" y="20117"/>
                </a:cubicBezTo>
                <a:lnTo>
                  <a:pt x="204189" y="63372"/>
                </a:lnTo>
                <a:cubicBezTo>
                  <a:pt x="206867" y="65047"/>
                  <a:pt x="208966" y="67139"/>
                  <a:pt x="210473" y="69655"/>
                </a:cubicBezTo>
                <a:cubicBezTo>
                  <a:pt x="211980" y="72340"/>
                  <a:pt x="212733" y="75186"/>
                  <a:pt x="212733" y="78207"/>
                </a:cubicBezTo>
                <a:lnTo>
                  <a:pt x="212733" y="163195"/>
                </a:lnTo>
                <a:cubicBezTo>
                  <a:pt x="212733" y="166216"/>
                  <a:pt x="211980" y="169062"/>
                  <a:pt x="210473" y="171746"/>
                </a:cubicBezTo>
                <a:cubicBezTo>
                  <a:pt x="208966" y="174263"/>
                  <a:pt x="206867" y="176355"/>
                  <a:pt x="204189" y="178037"/>
                </a:cubicBezTo>
                <a:lnTo>
                  <a:pt x="129252" y="221285"/>
                </a:lnTo>
                <a:cubicBezTo>
                  <a:pt x="126568" y="222792"/>
                  <a:pt x="123722" y="223545"/>
                  <a:pt x="120701" y="223545"/>
                </a:cubicBezTo>
                <a:cubicBezTo>
                  <a:pt x="117687" y="223545"/>
                  <a:pt x="114834" y="222792"/>
                  <a:pt x="112149" y="221285"/>
                </a:cubicBezTo>
                <a:lnTo>
                  <a:pt x="37220" y="178037"/>
                </a:ln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圖說"/>
          <p:cNvSpPr/>
          <p:nvPr/>
        </p:nvSpPr>
        <p:spPr>
          <a:xfrm>
            <a:off x="868058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</a:t>
            </a:r>
            <a:endParaRPr lang="en-US" sz="600" dirty="0"/>
          </a:p>
        </p:txBody>
      </p:sp>
      <p:sp>
        <p:nvSpPr>
          <p:cNvPr id="50" name="圖示 已驗證"/>
          <p:cNvSpPr/>
          <p:nvPr/>
        </p:nvSpPr>
        <p:spPr>
          <a:xfrm>
            <a:off x="1427653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09889" y="132017"/>
                </a:moveTo>
                <a:lnTo>
                  <a:pt x="91784" y="113159"/>
                </a:lnTo>
                <a:cubicBezTo>
                  <a:pt x="90277" y="111484"/>
                  <a:pt x="88346" y="110642"/>
                  <a:pt x="85997" y="110642"/>
                </a:cubicBezTo>
                <a:cubicBezTo>
                  <a:pt x="83818" y="110642"/>
                  <a:pt x="81806" y="111396"/>
                  <a:pt x="79962" y="112903"/>
                </a:cubicBezTo>
                <a:cubicBezTo>
                  <a:pt x="78287" y="114585"/>
                  <a:pt x="77453" y="116597"/>
                  <a:pt x="77453" y="118938"/>
                </a:cubicBezTo>
                <a:cubicBezTo>
                  <a:pt x="77453" y="121118"/>
                  <a:pt x="78287" y="123129"/>
                  <a:pt x="79962" y="124973"/>
                </a:cubicBezTo>
                <a:lnTo>
                  <a:pt x="103854" y="148616"/>
                </a:lnTo>
                <a:cubicBezTo>
                  <a:pt x="105529" y="150291"/>
                  <a:pt x="107541" y="151125"/>
                  <a:pt x="109889" y="151125"/>
                </a:cubicBezTo>
                <a:cubicBezTo>
                  <a:pt x="112237" y="151125"/>
                  <a:pt x="114249" y="150291"/>
                  <a:pt x="115924" y="148616"/>
                </a:cubicBezTo>
                <a:lnTo>
                  <a:pt x="161439" y="103349"/>
                </a:lnTo>
                <a:cubicBezTo>
                  <a:pt x="162946" y="101842"/>
                  <a:pt x="163700" y="99911"/>
                  <a:pt x="163700" y="97570"/>
                </a:cubicBezTo>
                <a:cubicBezTo>
                  <a:pt x="163700" y="95222"/>
                  <a:pt x="162866" y="93291"/>
                  <a:pt x="161183" y="91784"/>
                </a:cubicBezTo>
                <a:cubicBezTo>
                  <a:pt x="159508" y="90445"/>
                  <a:pt x="157584" y="89772"/>
                  <a:pt x="155404" y="89772"/>
                </a:cubicBezTo>
                <a:cubicBezTo>
                  <a:pt x="153224" y="89940"/>
                  <a:pt x="151461" y="90694"/>
                  <a:pt x="150123" y="92033"/>
                </a:cubicBezTo>
                <a:lnTo>
                  <a:pt x="109889" y="132017"/>
                </a:lnTo>
                <a:close/>
                <a:moveTo>
                  <a:pt x="82479" y="221534"/>
                </a:moveTo>
                <a:lnTo>
                  <a:pt x="66890" y="194884"/>
                </a:lnTo>
                <a:lnTo>
                  <a:pt x="35962" y="188593"/>
                </a:lnTo>
                <a:cubicBezTo>
                  <a:pt x="33782" y="188257"/>
                  <a:pt x="32019" y="187167"/>
                  <a:pt x="30680" y="185323"/>
                </a:cubicBezTo>
                <a:cubicBezTo>
                  <a:pt x="29334" y="183480"/>
                  <a:pt x="28837" y="181468"/>
                  <a:pt x="29173" y="179288"/>
                </a:cubicBezTo>
                <a:lnTo>
                  <a:pt x="32692" y="149369"/>
                </a:lnTo>
                <a:lnTo>
                  <a:pt x="12824" y="126487"/>
                </a:lnTo>
                <a:cubicBezTo>
                  <a:pt x="11485" y="124805"/>
                  <a:pt x="10812" y="122881"/>
                  <a:pt x="10812" y="120701"/>
                </a:cubicBezTo>
                <a:cubicBezTo>
                  <a:pt x="10812" y="118521"/>
                  <a:pt x="11485" y="116597"/>
                  <a:pt x="12824" y="114914"/>
                </a:cubicBezTo>
                <a:lnTo>
                  <a:pt x="32692" y="92289"/>
                </a:lnTo>
                <a:lnTo>
                  <a:pt x="29173" y="62362"/>
                </a:lnTo>
                <a:cubicBezTo>
                  <a:pt x="28837" y="60182"/>
                  <a:pt x="29334" y="58170"/>
                  <a:pt x="30680" y="56327"/>
                </a:cubicBezTo>
                <a:cubicBezTo>
                  <a:pt x="32019" y="54484"/>
                  <a:pt x="33782" y="53313"/>
                  <a:pt x="35962" y="52808"/>
                </a:cubicBezTo>
                <a:lnTo>
                  <a:pt x="66890" y="46773"/>
                </a:lnTo>
                <a:lnTo>
                  <a:pt x="82479" y="19868"/>
                </a:lnTo>
                <a:cubicBezTo>
                  <a:pt x="83488" y="18025"/>
                  <a:pt x="85076" y="16766"/>
                  <a:pt x="87256" y="16093"/>
                </a:cubicBezTo>
                <a:cubicBezTo>
                  <a:pt x="89436" y="15252"/>
                  <a:pt x="91535" y="15340"/>
                  <a:pt x="93547" y="16342"/>
                </a:cubicBezTo>
                <a:lnTo>
                  <a:pt x="120701" y="28917"/>
                </a:lnTo>
                <a:lnTo>
                  <a:pt x="147862" y="16342"/>
                </a:lnTo>
                <a:cubicBezTo>
                  <a:pt x="149874" y="15340"/>
                  <a:pt x="151966" y="15172"/>
                  <a:pt x="154146" y="15845"/>
                </a:cubicBezTo>
                <a:cubicBezTo>
                  <a:pt x="156326" y="16510"/>
                  <a:pt x="157921" y="17769"/>
                  <a:pt x="158923" y="19612"/>
                </a:cubicBezTo>
                <a:lnTo>
                  <a:pt x="174767" y="46773"/>
                </a:lnTo>
                <a:lnTo>
                  <a:pt x="205440" y="52808"/>
                </a:lnTo>
                <a:cubicBezTo>
                  <a:pt x="207620" y="53313"/>
                  <a:pt x="209383" y="54484"/>
                  <a:pt x="210722" y="56327"/>
                </a:cubicBezTo>
                <a:cubicBezTo>
                  <a:pt x="212068" y="58170"/>
                  <a:pt x="212565" y="60182"/>
                  <a:pt x="212236" y="62362"/>
                </a:cubicBezTo>
                <a:lnTo>
                  <a:pt x="208710" y="92289"/>
                </a:lnTo>
                <a:lnTo>
                  <a:pt x="228578" y="114914"/>
                </a:lnTo>
                <a:cubicBezTo>
                  <a:pt x="229917" y="116597"/>
                  <a:pt x="230590" y="118521"/>
                  <a:pt x="230590" y="120701"/>
                </a:cubicBezTo>
                <a:cubicBezTo>
                  <a:pt x="230590" y="122881"/>
                  <a:pt x="229917" y="124805"/>
                  <a:pt x="228578" y="126487"/>
                </a:cubicBezTo>
                <a:lnTo>
                  <a:pt x="208710" y="149369"/>
                </a:lnTo>
                <a:lnTo>
                  <a:pt x="212236" y="179288"/>
                </a:lnTo>
                <a:cubicBezTo>
                  <a:pt x="212565" y="181468"/>
                  <a:pt x="212068" y="183480"/>
                  <a:pt x="210722" y="185323"/>
                </a:cubicBezTo>
                <a:cubicBezTo>
                  <a:pt x="209383" y="187167"/>
                  <a:pt x="207620" y="188257"/>
                  <a:pt x="205440" y="188593"/>
                </a:cubicBezTo>
                <a:lnTo>
                  <a:pt x="174767" y="194884"/>
                </a:lnTo>
                <a:lnTo>
                  <a:pt x="158923" y="221790"/>
                </a:lnTo>
                <a:cubicBezTo>
                  <a:pt x="157921" y="223633"/>
                  <a:pt x="156326" y="224891"/>
                  <a:pt x="154146" y="225557"/>
                </a:cubicBezTo>
                <a:cubicBezTo>
                  <a:pt x="151966" y="226230"/>
                  <a:pt x="149874" y="226062"/>
                  <a:pt x="147862" y="225059"/>
                </a:cubicBezTo>
                <a:lnTo>
                  <a:pt x="120701" y="212485"/>
                </a:lnTo>
                <a:lnTo>
                  <a:pt x="93547" y="225059"/>
                </a:lnTo>
                <a:cubicBezTo>
                  <a:pt x="91535" y="226062"/>
                  <a:pt x="89436" y="226149"/>
                  <a:pt x="87256" y="225308"/>
                </a:cubicBezTo>
                <a:cubicBezTo>
                  <a:pt x="85076" y="224635"/>
                  <a:pt x="83488" y="223377"/>
                  <a:pt x="82479" y="221534"/>
                </a:cubicBezTo>
                <a:close/>
                <a:moveTo>
                  <a:pt x="94044" y="205696"/>
                </a:moveTo>
                <a:lnTo>
                  <a:pt x="120701" y="194379"/>
                </a:lnTo>
                <a:lnTo>
                  <a:pt x="148111" y="205696"/>
                </a:lnTo>
                <a:lnTo>
                  <a:pt x="164958" y="180802"/>
                </a:lnTo>
                <a:lnTo>
                  <a:pt x="194131" y="173253"/>
                </a:lnTo>
                <a:lnTo>
                  <a:pt x="191110" y="143583"/>
                </a:lnTo>
                <a:lnTo>
                  <a:pt x="211226" y="120701"/>
                </a:lnTo>
                <a:lnTo>
                  <a:pt x="191110" y="97314"/>
                </a:lnTo>
                <a:lnTo>
                  <a:pt x="194131" y="67644"/>
                </a:lnTo>
                <a:lnTo>
                  <a:pt x="164958" y="60599"/>
                </a:lnTo>
                <a:lnTo>
                  <a:pt x="147606" y="35705"/>
                </a:lnTo>
                <a:lnTo>
                  <a:pt x="120701" y="47022"/>
                </a:lnTo>
                <a:lnTo>
                  <a:pt x="93291" y="35705"/>
                </a:lnTo>
                <a:lnTo>
                  <a:pt x="76693" y="60599"/>
                </a:lnTo>
                <a:lnTo>
                  <a:pt x="47527" y="67644"/>
                </a:lnTo>
                <a:lnTo>
                  <a:pt x="50292" y="97314"/>
                </a:lnTo>
                <a:lnTo>
                  <a:pt x="30175" y="120701"/>
                </a:lnTo>
                <a:lnTo>
                  <a:pt x="50292" y="143583"/>
                </a:lnTo>
                <a:lnTo>
                  <a:pt x="47527" y="173758"/>
                </a:lnTo>
                <a:lnTo>
                  <a:pt x="76444" y="180802"/>
                </a:lnTo>
                <a:lnTo>
                  <a:pt x="94044" y="205696"/>
                </a:ln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圖說"/>
          <p:cNvSpPr/>
          <p:nvPr/>
        </p:nvSpPr>
        <p:spPr>
          <a:xfrm>
            <a:off x="1311835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已驗證</a:t>
            </a:r>
            <a:endParaRPr lang="en-US" sz="600" dirty="0"/>
          </a:p>
        </p:txBody>
      </p:sp>
      <p:sp>
        <p:nvSpPr>
          <p:cNvPr id="52" name="圖示 達成"/>
          <p:cNvSpPr/>
          <p:nvPr/>
        </p:nvSpPr>
        <p:spPr>
          <a:xfrm>
            <a:off x="1871429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222792"/>
                </a:moveTo>
                <a:cubicBezTo>
                  <a:pt x="106283" y="222792"/>
                  <a:pt x="92874" y="220195"/>
                  <a:pt x="80467" y="215001"/>
                </a:cubicBezTo>
                <a:cubicBezTo>
                  <a:pt x="67892" y="209800"/>
                  <a:pt x="57081" y="202594"/>
                  <a:pt x="48032" y="193370"/>
                </a:cubicBezTo>
                <a:cubicBezTo>
                  <a:pt x="38807" y="184321"/>
                  <a:pt x="31602" y="173509"/>
                  <a:pt x="26401" y="160934"/>
                </a:cubicBezTo>
                <a:cubicBezTo>
                  <a:pt x="21207" y="148528"/>
                  <a:pt x="18610" y="135119"/>
                  <a:pt x="18610" y="120701"/>
                </a:cubicBezTo>
                <a:cubicBezTo>
                  <a:pt x="18610" y="106451"/>
                  <a:pt x="21207" y="93042"/>
                  <a:pt x="26401" y="80467"/>
                </a:cubicBezTo>
                <a:cubicBezTo>
                  <a:pt x="31602" y="68061"/>
                  <a:pt x="38807" y="57337"/>
                  <a:pt x="48032" y="48280"/>
                </a:cubicBezTo>
                <a:cubicBezTo>
                  <a:pt x="57081" y="39063"/>
                  <a:pt x="67892" y="31770"/>
                  <a:pt x="80467" y="26401"/>
                </a:cubicBezTo>
                <a:cubicBezTo>
                  <a:pt x="92874" y="21207"/>
                  <a:pt x="106283" y="18610"/>
                  <a:pt x="120701" y="18610"/>
                </a:cubicBezTo>
                <a:cubicBezTo>
                  <a:pt x="130591" y="18610"/>
                  <a:pt x="140145" y="20036"/>
                  <a:pt x="149369" y="22882"/>
                </a:cubicBezTo>
                <a:cubicBezTo>
                  <a:pt x="158586" y="25567"/>
                  <a:pt x="167386" y="29670"/>
                  <a:pt x="175770" y="35208"/>
                </a:cubicBezTo>
                <a:cubicBezTo>
                  <a:pt x="177781" y="36378"/>
                  <a:pt x="179040" y="38141"/>
                  <a:pt x="179544" y="40482"/>
                </a:cubicBezTo>
                <a:cubicBezTo>
                  <a:pt x="180049" y="42662"/>
                  <a:pt x="179544" y="44674"/>
                  <a:pt x="178037" y="46517"/>
                </a:cubicBezTo>
                <a:cubicBezTo>
                  <a:pt x="176523" y="48529"/>
                  <a:pt x="174680" y="49707"/>
                  <a:pt x="172500" y="50043"/>
                </a:cubicBezTo>
                <a:cubicBezTo>
                  <a:pt x="170152" y="50372"/>
                  <a:pt x="167891" y="49956"/>
                  <a:pt x="165711" y="48785"/>
                </a:cubicBezTo>
                <a:cubicBezTo>
                  <a:pt x="159003" y="44425"/>
                  <a:pt x="151885" y="41155"/>
                  <a:pt x="144336" y="38975"/>
                </a:cubicBezTo>
                <a:cubicBezTo>
                  <a:pt x="136626" y="36795"/>
                  <a:pt x="128748" y="35705"/>
                  <a:pt x="120701" y="35705"/>
                </a:cubicBezTo>
                <a:cubicBezTo>
                  <a:pt x="96561" y="35705"/>
                  <a:pt x="76363" y="43840"/>
                  <a:pt x="60102" y="60102"/>
                </a:cubicBezTo>
                <a:cubicBezTo>
                  <a:pt x="43840" y="76363"/>
                  <a:pt x="35705" y="96561"/>
                  <a:pt x="35705" y="120701"/>
                </a:cubicBezTo>
                <a:cubicBezTo>
                  <a:pt x="35705" y="144841"/>
                  <a:pt x="43840" y="165038"/>
                  <a:pt x="60102" y="181300"/>
                </a:cubicBezTo>
                <a:cubicBezTo>
                  <a:pt x="76363" y="197562"/>
                  <a:pt x="96561" y="205696"/>
                  <a:pt x="120701" y="205696"/>
                </a:cubicBezTo>
                <a:cubicBezTo>
                  <a:pt x="144841" y="205696"/>
                  <a:pt x="165038" y="197562"/>
                  <a:pt x="181300" y="181300"/>
                </a:cubicBezTo>
                <a:cubicBezTo>
                  <a:pt x="197562" y="165206"/>
                  <a:pt x="205696" y="145090"/>
                  <a:pt x="205696" y="120950"/>
                </a:cubicBezTo>
                <a:cubicBezTo>
                  <a:pt x="205696" y="117936"/>
                  <a:pt x="205528" y="115083"/>
                  <a:pt x="205191" y="112405"/>
                </a:cubicBezTo>
                <a:cubicBezTo>
                  <a:pt x="205023" y="109552"/>
                  <a:pt x="204606" y="106787"/>
                  <a:pt x="203933" y="104103"/>
                </a:cubicBezTo>
                <a:cubicBezTo>
                  <a:pt x="203597" y="101593"/>
                  <a:pt x="204021" y="99326"/>
                  <a:pt x="205191" y="97314"/>
                </a:cubicBezTo>
                <a:cubicBezTo>
                  <a:pt x="206362" y="95302"/>
                  <a:pt x="208125" y="94132"/>
                  <a:pt x="210473" y="93795"/>
                </a:cubicBezTo>
                <a:cubicBezTo>
                  <a:pt x="212989" y="93122"/>
                  <a:pt x="215250" y="93547"/>
                  <a:pt x="217261" y="95054"/>
                </a:cubicBezTo>
                <a:cubicBezTo>
                  <a:pt x="219441" y="96561"/>
                  <a:pt x="220700" y="98492"/>
                  <a:pt x="221036" y="100833"/>
                </a:cubicBezTo>
                <a:cubicBezTo>
                  <a:pt x="221534" y="104022"/>
                  <a:pt x="221958" y="107292"/>
                  <a:pt x="222294" y="110642"/>
                </a:cubicBezTo>
                <a:cubicBezTo>
                  <a:pt x="222623" y="113825"/>
                  <a:pt x="222792" y="117182"/>
                  <a:pt x="222792" y="120701"/>
                </a:cubicBezTo>
                <a:cubicBezTo>
                  <a:pt x="222792" y="135119"/>
                  <a:pt x="220195" y="148528"/>
                  <a:pt x="215001" y="160934"/>
                </a:cubicBezTo>
                <a:cubicBezTo>
                  <a:pt x="209632" y="173509"/>
                  <a:pt x="202338" y="184321"/>
                  <a:pt x="193121" y="193370"/>
                </a:cubicBezTo>
                <a:cubicBezTo>
                  <a:pt x="184072" y="202594"/>
                  <a:pt x="173341" y="209800"/>
                  <a:pt x="160934" y="215001"/>
                </a:cubicBezTo>
                <a:cubicBezTo>
                  <a:pt x="148360" y="220195"/>
                  <a:pt x="134951" y="222792"/>
                  <a:pt x="120701" y="222792"/>
                </a:cubicBezTo>
                <a:close/>
                <a:moveTo>
                  <a:pt x="105866" y="142076"/>
                </a:moveTo>
                <a:lnTo>
                  <a:pt x="204189" y="43752"/>
                </a:lnTo>
                <a:cubicBezTo>
                  <a:pt x="205864" y="42077"/>
                  <a:pt x="207876" y="41243"/>
                  <a:pt x="210224" y="41243"/>
                </a:cubicBezTo>
                <a:cubicBezTo>
                  <a:pt x="212733" y="41243"/>
                  <a:pt x="214913" y="42077"/>
                  <a:pt x="216757" y="43752"/>
                </a:cubicBezTo>
                <a:cubicBezTo>
                  <a:pt x="218600" y="45596"/>
                  <a:pt x="219522" y="47695"/>
                  <a:pt x="219522" y="50043"/>
                </a:cubicBezTo>
                <a:cubicBezTo>
                  <a:pt x="219522" y="52552"/>
                  <a:pt x="218600" y="54732"/>
                  <a:pt x="216757" y="56576"/>
                </a:cubicBezTo>
                <a:lnTo>
                  <a:pt x="111901" y="161183"/>
                </a:lnTo>
                <a:cubicBezTo>
                  <a:pt x="110057" y="163027"/>
                  <a:pt x="107958" y="163956"/>
                  <a:pt x="105617" y="163956"/>
                </a:cubicBezTo>
                <a:cubicBezTo>
                  <a:pt x="103437" y="163956"/>
                  <a:pt x="101425" y="163027"/>
                  <a:pt x="99582" y="161183"/>
                </a:cubicBezTo>
                <a:lnTo>
                  <a:pt x="69655" y="131008"/>
                </a:lnTo>
                <a:cubicBezTo>
                  <a:pt x="67980" y="129333"/>
                  <a:pt x="67227" y="127241"/>
                  <a:pt x="67395" y="124724"/>
                </a:cubicBezTo>
                <a:cubicBezTo>
                  <a:pt x="67395" y="122376"/>
                  <a:pt x="68229" y="120284"/>
                  <a:pt x="69904" y="118440"/>
                </a:cubicBezTo>
                <a:cubicBezTo>
                  <a:pt x="71579" y="116758"/>
                  <a:pt x="73679" y="115924"/>
                  <a:pt x="76195" y="115924"/>
                </a:cubicBezTo>
                <a:cubicBezTo>
                  <a:pt x="78704" y="115924"/>
                  <a:pt x="80804" y="116758"/>
                  <a:pt x="82479" y="118440"/>
                </a:cubicBezTo>
                <a:lnTo>
                  <a:pt x="105866" y="142076"/>
                </a:ln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圖說"/>
          <p:cNvSpPr/>
          <p:nvPr/>
        </p:nvSpPr>
        <p:spPr>
          <a:xfrm>
            <a:off x="1755611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達成</a:t>
            </a:r>
            <a:endParaRPr lang="en-US" sz="600" dirty="0"/>
          </a:p>
        </p:txBody>
      </p:sp>
      <p:sp>
        <p:nvSpPr>
          <p:cNvPr id="54" name="圖示 查核"/>
          <p:cNvSpPr/>
          <p:nvPr/>
        </p:nvSpPr>
        <p:spPr>
          <a:xfrm>
            <a:off x="2315206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3694" y="212733"/>
                </a:moveTo>
                <a:cubicBezTo>
                  <a:pt x="29173" y="212733"/>
                  <a:pt x="25150" y="211058"/>
                  <a:pt x="21624" y="207708"/>
                </a:cubicBezTo>
                <a:cubicBezTo>
                  <a:pt x="18273" y="204189"/>
                  <a:pt x="16598" y="200166"/>
                  <a:pt x="16598" y="195638"/>
                </a:cubicBezTo>
                <a:lnTo>
                  <a:pt x="16598" y="45764"/>
                </a:lnTo>
                <a:cubicBezTo>
                  <a:pt x="16598" y="41075"/>
                  <a:pt x="18273" y="37051"/>
                  <a:pt x="21624" y="33694"/>
                </a:cubicBezTo>
                <a:cubicBezTo>
                  <a:pt x="25150" y="30343"/>
                  <a:pt x="29173" y="28668"/>
                  <a:pt x="33694" y="28668"/>
                </a:cubicBezTo>
                <a:lnTo>
                  <a:pt x="207708" y="28668"/>
                </a:lnTo>
                <a:cubicBezTo>
                  <a:pt x="212397" y="28668"/>
                  <a:pt x="216420" y="30343"/>
                  <a:pt x="219778" y="33694"/>
                </a:cubicBezTo>
                <a:cubicBezTo>
                  <a:pt x="223128" y="37051"/>
                  <a:pt x="224803" y="41075"/>
                  <a:pt x="224803" y="45764"/>
                </a:cubicBezTo>
                <a:lnTo>
                  <a:pt x="224803" y="195638"/>
                </a:lnTo>
                <a:cubicBezTo>
                  <a:pt x="224803" y="200166"/>
                  <a:pt x="223128" y="204189"/>
                  <a:pt x="219778" y="207708"/>
                </a:cubicBezTo>
                <a:cubicBezTo>
                  <a:pt x="216420" y="211058"/>
                  <a:pt x="212397" y="212733"/>
                  <a:pt x="207708" y="212733"/>
                </a:cubicBezTo>
                <a:lnTo>
                  <a:pt x="33694" y="212733"/>
                </a:lnTo>
                <a:close/>
                <a:moveTo>
                  <a:pt x="33694" y="195638"/>
                </a:moveTo>
                <a:lnTo>
                  <a:pt x="207708" y="195638"/>
                </a:lnTo>
                <a:lnTo>
                  <a:pt x="207708" y="45764"/>
                </a:lnTo>
                <a:lnTo>
                  <a:pt x="33694" y="45764"/>
                </a:lnTo>
                <a:lnTo>
                  <a:pt x="33694" y="195638"/>
                </a:lnTo>
                <a:close/>
                <a:moveTo>
                  <a:pt x="91784" y="170993"/>
                </a:moveTo>
                <a:cubicBezTo>
                  <a:pt x="94629" y="170993"/>
                  <a:pt x="97065" y="170071"/>
                  <a:pt x="99077" y="168228"/>
                </a:cubicBezTo>
                <a:cubicBezTo>
                  <a:pt x="100920" y="166216"/>
                  <a:pt x="101842" y="163787"/>
                  <a:pt x="101842" y="160934"/>
                </a:cubicBezTo>
                <a:cubicBezTo>
                  <a:pt x="101842" y="158081"/>
                  <a:pt x="100920" y="155741"/>
                  <a:pt x="99077" y="153897"/>
                </a:cubicBezTo>
                <a:cubicBezTo>
                  <a:pt x="97065" y="151885"/>
                  <a:pt x="94629" y="150876"/>
                  <a:pt x="91784" y="150876"/>
                </a:cubicBezTo>
                <a:lnTo>
                  <a:pt x="62113" y="150876"/>
                </a:lnTo>
                <a:cubicBezTo>
                  <a:pt x="59260" y="150876"/>
                  <a:pt x="56832" y="151885"/>
                  <a:pt x="54820" y="153897"/>
                </a:cubicBezTo>
                <a:cubicBezTo>
                  <a:pt x="52977" y="155741"/>
                  <a:pt x="52055" y="158081"/>
                  <a:pt x="52055" y="160934"/>
                </a:cubicBezTo>
                <a:cubicBezTo>
                  <a:pt x="52055" y="163787"/>
                  <a:pt x="52977" y="166216"/>
                  <a:pt x="54820" y="168228"/>
                </a:cubicBezTo>
                <a:cubicBezTo>
                  <a:pt x="56832" y="170071"/>
                  <a:pt x="59260" y="170993"/>
                  <a:pt x="62113" y="170993"/>
                </a:cubicBezTo>
                <a:lnTo>
                  <a:pt x="91784" y="170993"/>
                </a:lnTo>
                <a:close/>
                <a:moveTo>
                  <a:pt x="146348" y="122464"/>
                </a:moveTo>
                <a:lnTo>
                  <a:pt x="139055" y="115171"/>
                </a:lnTo>
                <a:cubicBezTo>
                  <a:pt x="137043" y="113159"/>
                  <a:pt x="134702" y="112237"/>
                  <a:pt x="132017" y="112405"/>
                </a:cubicBezTo>
                <a:cubicBezTo>
                  <a:pt x="129333" y="112405"/>
                  <a:pt x="126985" y="113408"/>
                  <a:pt x="124973" y="115419"/>
                </a:cubicBezTo>
                <a:cubicBezTo>
                  <a:pt x="123129" y="117431"/>
                  <a:pt x="122208" y="119779"/>
                  <a:pt x="122208" y="122464"/>
                </a:cubicBezTo>
                <a:cubicBezTo>
                  <a:pt x="122039" y="125141"/>
                  <a:pt x="122961" y="127489"/>
                  <a:pt x="124973" y="129501"/>
                </a:cubicBezTo>
                <a:lnTo>
                  <a:pt x="140313" y="144841"/>
                </a:lnTo>
                <a:cubicBezTo>
                  <a:pt x="141988" y="146516"/>
                  <a:pt x="144000" y="147357"/>
                  <a:pt x="146348" y="147357"/>
                </a:cubicBezTo>
                <a:cubicBezTo>
                  <a:pt x="148696" y="147357"/>
                  <a:pt x="150708" y="146516"/>
                  <a:pt x="152383" y="144841"/>
                </a:cubicBezTo>
                <a:lnTo>
                  <a:pt x="188849" y="108382"/>
                </a:lnTo>
                <a:cubicBezTo>
                  <a:pt x="190861" y="106370"/>
                  <a:pt x="191863" y="104022"/>
                  <a:pt x="191863" y="101337"/>
                </a:cubicBezTo>
                <a:cubicBezTo>
                  <a:pt x="191863" y="98653"/>
                  <a:pt x="190861" y="96312"/>
                  <a:pt x="188849" y="94300"/>
                </a:cubicBezTo>
                <a:cubicBezTo>
                  <a:pt x="186838" y="92289"/>
                  <a:pt x="184402" y="91279"/>
                  <a:pt x="181556" y="91279"/>
                </a:cubicBezTo>
                <a:cubicBezTo>
                  <a:pt x="178871" y="91279"/>
                  <a:pt x="176523" y="92369"/>
                  <a:pt x="174511" y="94549"/>
                </a:cubicBezTo>
                <a:lnTo>
                  <a:pt x="146348" y="122464"/>
                </a:lnTo>
                <a:close/>
                <a:moveTo>
                  <a:pt x="91784" y="130759"/>
                </a:moveTo>
                <a:cubicBezTo>
                  <a:pt x="94629" y="130759"/>
                  <a:pt x="97065" y="129837"/>
                  <a:pt x="99077" y="127994"/>
                </a:cubicBezTo>
                <a:cubicBezTo>
                  <a:pt x="100920" y="125982"/>
                  <a:pt x="101842" y="123554"/>
                  <a:pt x="101842" y="120701"/>
                </a:cubicBezTo>
                <a:cubicBezTo>
                  <a:pt x="101842" y="117848"/>
                  <a:pt x="100920" y="115507"/>
                  <a:pt x="99077" y="113664"/>
                </a:cubicBezTo>
                <a:cubicBezTo>
                  <a:pt x="97065" y="111652"/>
                  <a:pt x="94629" y="110642"/>
                  <a:pt x="91784" y="110642"/>
                </a:cubicBezTo>
                <a:lnTo>
                  <a:pt x="62113" y="110642"/>
                </a:lnTo>
                <a:cubicBezTo>
                  <a:pt x="59260" y="110642"/>
                  <a:pt x="56832" y="111652"/>
                  <a:pt x="54820" y="113664"/>
                </a:cubicBezTo>
                <a:cubicBezTo>
                  <a:pt x="52977" y="115507"/>
                  <a:pt x="52055" y="117848"/>
                  <a:pt x="52055" y="120701"/>
                </a:cubicBezTo>
                <a:cubicBezTo>
                  <a:pt x="52055" y="123554"/>
                  <a:pt x="52977" y="125982"/>
                  <a:pt x="54820" y="127994"/>
                </a:cubicBezTo>
                <a:cubicBezTo>
                  <a:pt x="56832" y="129837"/>
                  <a:pt x="59260" y="130759"/>
                  <a:pt x="62113" y="130759"/>
                </a:cubicBezTo>
                <a:lnTo>
                  <a:pt x="91784" y="130759"/>
                </a:lnTo>
                <a:close/>
                <a:moveTo>
                  <a:pt x="91784" y="90526"/>
                </a:moveTo>
                <a:cubicBezTo>
                  <a:pt x="94629" y="90526"/>
                  <a:pt x="97065" y="89604"/>
                  <a:pt x="99077" y="87760"/>
                </a:cubicBezTo>
                <a:cubicBezTo>
                  <a:pt x="100920" y="85749"/>
                  <a:pt x="101842" y="83320"/>
                  <a:pt x="101842" y="80467"/>
                </a:cubicBezTo>
                <a:cubicBezTo>
                  <a:pt x="101842" y="77614"/>
                  <a:pt x="100920" y="75273"/>
                  <a:pt x="99077" y="73430"/>
                </a:cubicBezTo>
                <a:cubicBezTo>
                  <a:pt x="97065" y="71418"/>
                  <a:pt x="94629" y="70409"/>
                  <a:pt x="91784" y="70409"/>
                </a:cubicBezTo>
                <a:lnTo>
                  <a:pt x="62113" y="70409"/>
                </a:lnTo>
                <a:cubicBezTo>
                  <a:pt x="59260" y="70409"/>
                  <a:pt x="56832" y="71418"/>
                  <a:pt x="54820" y="73430"/>
                </a:cubicBezTo>
                <a:cubicBezTo>
                  <a:pt x="52977" y="75273"/>
                  <a:pt x="52055" y="77614"/>
                  <a:pt x="52055" y="80467"/>
                </a:cubicBezTo>
                <a:cubicBezTo>
                  <a:pt x="52055" y="83320"/>
                  <a:pt x="52977" y="85749"/>
                  <a:pt x="54820" y="87760"/>
                </a:cubicBezTo>
                <a:cubicBezTo>
                  <a:pt x="56832" y="89604"/>
                  <a:pt x="59260" y="90526"/>
                  <a:pt x="62113" y="90526"/>
                </a:cubicBezTo>
                <a:lnTo>
                  <a:pt x="91784" y="90526"/>
                </a:lnTo>
                <a:close/>
                <a:moveTo>
                  <a:pt x="33694" y="195638"/>
                </a:moveTo>
                <a:lnTo>
                  <a:pt x="33694" y="45764"/>
                </a:lnTo>
                <a:lnTo>
                  <a:pt x="33694" y="195638"/>
                </a:ln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圖說"/>
          <p:cNvSpPr/>
          <p:nvPr/>
        </p:nvSpPr>
        <p:spPr>
          <a:xfrm>
            <a:off x="2199388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查核</a:t>
            </a:r>
            <a:endParaRPr lang="en-US" sz="600" dirty="0"/>
          </a:p>
        </p:txBody>
      </p:sp>
      <p:sp>
        <p:nvSpPr>
          <p:cNvPr id="56" name="圖示 檢核表"/>
          <p:cNvSpPr/>
          <p:nvPr/>
        </p:nvSpPr>
        <p:spPr>
          <a:xfrm>
            <a:off x="2758983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6078" y="164709"/>
                </a:moveTo>
                <a:lnTo>
                  <a:pt x="95054" y="125734"/>
                </a:lnTo>
                <a:cubicBezTo>
                  <a:pt x="96729" y="124051"/>
                  <a:pt x="98741" y="123217"/>
                  <a:pt x="101089" y="123217"/>
                </a:cubicBezTo>
                <a:cubicBezTo>
                  <a:pt x="103437" y="123385"/>
                  <a:pt x="105449" y="124307"/>
                  <a:pt x="107124" y="125982"/>
                </a:cubicBezTo>
                <a:cubicBezTo>
                  <a:pt x="108799" y="127658"/>
                  <a:pt x="109640" y="129669"/>
                  <a:pt x="109640" y="132017"/>
                </a:cubicBezTo>
                <a:cubicBezTo>
                  <a:pt x="109640" y="134366"/>
                  <a:pt x="108799" y="136377"/>
                  <a:pt x="107124" y="138052"/>
                </a:cubicBezTo>
                <a:lnTo>
                  <a:pt x="62113" y="183063"/>
                </a:lnTo>
                <a:cubicBezTo>
                  <a:pt x="60431" y="184738"/>
                  <a:pt x="58419" y="185579"/>
                  <a:pt x="56078" y="185579"/>
                </a:cubicBezTo>
                <a:cubicBezTo>
                  <a:pt x="53730" y="185579"/>
                  <a:pt x="51718" y="184738"/>
                  <a:pt x="50043" y="183063"/>
                </a:cubicBezTo>
                <a:lnTo>
                  <a:pt x="24894" y="157921"/>
                </a:lnTo>
                <a:cubicBezTo>
                  <a:pt x="23218" y="156238"/>
                  <a:pt x="22377" y="154226"/>
                  <a:pt x="22377" y="151885"/>
                </a:cubicBezTo>
                <a:cubicBezTo>
                  <a:pt x="22377" y="149537"/>
                  <a:pt x="23218" y="147526"/>
                  <a:pt x="24894" y="145850"/>
                </a:cubicBezTo>
                <a:cubicBezTo>
                  <a:pt x="26569" y="144168"/>
                  <a:pt x="28580" y="143334"/>
                  <a:pt x="30929" y="143334"/>
                </a:cubicBezTo>
                <a:cubicBezTo>
                  <a:pt x="33277" y="143502"/>
                  <a:pt x="35289" y="144336"/>
                  <a:pt x="36964" y="145850"/>
                </a:cubicBezTo>
                <a:lnTo>
                  <a:pt x="56078" y="164709"/>
                </a:lnTo>
                <a:close/>
                <a:moveTo>
                  <a:pt x="56078" y="84242"/>
                </a:moveTo>
                <a:lnTo>
                  <a:pt x="95054" y="45266"/>
                </a:lnTo>
                <a:cubicBezTo>
                  <a:pt x="96729" y="43584"/>
                  <a:pt x="98741" y="42750"/>
                  <a:pt x="101089" y="42750"/>
                </a:cubicBezTo>
                <a:cubicBezTo>
                  <a:pt x="103437" y="42918"/>
                  <a:pt x="105449" y="43840"/>
                  <a:pt x="107124" y="45515"/>
                </a:cubicBezTo>
                <a:cubicBezTo>
                  <a:pt x="108799" y="47190"/>
                  <a:pt x="109640" y="49202"/>
                  <a:pt x="109640" y="51550"/>
                </a:cubicBezTo>
                <a:cubicBezTo>
                  <a:pt x="109640" y="53898"/>
                  <a:pt x="108799" y="55910"/>
                  <a:pt x="107124" y="57585"/>
                </a:cubicBezTo>
                <a:lnTo>
                  <a:pt x="62113" y="102596"/>
                </a:lnTo>
                <a:cubicBezTo>
                  <a:pt x="60431" y="104271"/>
                  <a:pt x="58419" y="105112"/>
                  <a:pt x="56078" y="105112"/>
                </a:cubicBezTo>
                <a:cubicBezTo>
                  <a:pt x="53730" y="105112"/>
                  <a:pt x="51718" y="104271"/>
                  <a:pt x="50043" y="102596"/>
                </a:cubicBezTo>
                <a:lnTo>
                  <a:pt x="24894" y="77453"/>
                </a:lnTo>
                <a:cubicBezTo>
                  <a:pt x="23218" y="75771"/>
                  <a:pt x="22377" y="73759"/>
                  <a:pt x="22377" y="71418"/>
                </a:cubicBezTo>
                <a:cubicBezTo>
                  <a:pt x="22377" y="69070"/>
                  <a:pt x="23218" y="67058"/>
                  <a:pt x="24894" y="65383"/>
                </a:cubicBezTo>
                <a:cubicBezTo>
                  <a:pt x="26569" y="63701"/>
                  <a:pt x="28580" y="62867"/>
                  <a:pt x="30929" y="62867"/>
                </a:cubicBezTo>
                <a:cubicBezTo>
                  <a:pt x="33277" y="63035"/>
                  <a:pt x="35289" y="63869"/>
                  <a:pt x="36964" y="65383"/>
                </a:cubicBezTo>
                <a:lnTo>
                  <a:pt x="56078" y="84242"/>
                </a:lnTo>
                <a:close/>
                <a:moveTo>
                  <a:pt x="139559" y="169486"/>
                </a:moveTo>
                <a:cubicBezTo>
                  <a:pt x="137211" y="169486"/>
                  <a:pt x="135200" y="168645"/>
                  <a:pt x="133524" y="166969"/>
                </a:cubicBezTo>
                <a:cubicBezTo>
                  <a:pt x="131849" y="165294"/>
                  <a:pt x="131008" y="163283"/>
                  <a:pt x="131008" y="160934"/>
                </a:cubicBezTo>
                <a:cubicBezTo>
                  <a:pt x="131008" y="158418"/>
                  <a:pt x="131849" y="156406"/>
                  <a:pt x="133524" y="154899"/>
                </a:cubicBezTo>
                <a:cubicBezTo>
                  <a:pt x="135200" y="153224"/>
                  <a:pt x="137211" y="152383"/>
                  <a:pt x="139559" y="152383"/>
                </a:cubicBezTo>
                <a:lnTo>
                  <a:pt x="213992" y="152383"/>
                </a:lnTo>
                <a:cubicBezTo>
                  <a:pt x="216340" y="152383"/>
                  <a:pt x="218351" y="153224"/>
                  <a:pt x="220027" y="154899"/>
                </a:cubicBezTo>
                <a:cubicBezTo>
                  <a:pt x="221702" y="156575"/>
                  <a:pt x="222543" y="158586"/>
                  <a:pt x="222543" y="160934"/>
                </a:cubicBezTo>
                <a:cubicBezTo>
                  <a:pt x="222543" y="163451"/>
                  <a:pt x="221702" y="165463"/>
                  <a:pt x="220027" y="166969"/>
                </a:cubicBezTo>
                <a:cubicBezTo>
                  <a:pt x="218351" y="168645"/>
                  <a:pt x="216340" y="169486"/>
                  <a:pt x="213992" y="169486"/>
                </a:cubicBezTo>
                <a:lnTo>
                  <a:pt x="139559" y="169486"/>
                </a:lnTo>
                <a:close/>
                <a:moveTo>
                  <a:pt x="139559" y="89019"/>
                </a:moveTo>
                <a:cubicBezTo>
                  <a:pt x="137211" y="89019"/>
                  <a:pt x="135200" y="88177"/>
                  <a:pt x="133524" y="86502"/>
                </a:cubicBezTo>
                <a:cubicBezTo>
                  <a:pt x="131849" y="84827"/>
                  <a:pt x="131008" y="82815"/>
                  <a:pt x="131008" y="80467"/>
                </a:cubicBezTo>
                <a:cubicBezTo>
                  <a:pt x="131008" y="77951"/>
                  <a:pt x="131849" y="75939"/>
                  <a:pt x="133524" y="74432"/>
                </a:cubicBezTo>
                <a:cubicBezTo>
                  <a:pt x="135200" y="72757"/>
                  <a:pt x="137211" y="71916"/>
                  <a:pt x="139559" y="71916"/>
                </a:cubicBezTo>
                <a:lnTo>
                  <a:pt x="213992" y="71916"/>
                </a:lnTo>
                <a:cubicBezTo>
                  <a:pt x="216340" y="71916"/>
                  <a:pt x="218351" y="72757"/>
                  <a:pt x="220027" y="74432"/>
                </a:cubicBezTo>
                <a:cubicBezTo>
                  <a:pt x="221702" y="76107"/>
                  <a:pt x="222543" y="78119"/>
                  <a:pt x="222543" y="80467"/>
                </a:cubicBezTo>
                <a:cubicBezTo>
                  <a:pt x="222543" y="82984"/>
                  <a:pt x="221702" y="84995"/>
                  <a:pt x="220027" y="86502"/>
                </a:cubicBezTo>
                <a:cubicBezTo>
                  <a:pt x="218351" y="88177"/>
                  <a:pt x="216340" y="89019"/>
                  <a:pt x="213992" y="89019"/>
                </a:cubicBezTo>
                <a:lnTo>
                  <a:pt x="139559" y="89019"/>
                </a:ln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圖說"/>
          <p:cNvSpPr/>
          <p:nvPr/>
        </p:nvSpPr>
        <p:spPr>
          <a:xfrm>
            <a:off x="2643165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檢核表</a:t>
            </a:r>
            <a:endParaRPr lang="en-US" sz="600" dirty="0"/>
          </a:p>
        </p:txBody>
      </p:sp>
      <p:sp>
        <p:nvSpPr>
          <p:cNvPr id="58" name="圖示 檢測"/>
          <p:cNvSpPr/>
          <p:nvPr/>
        </p:nvSpPr>
        <p:spPr>
          <a:xfrm>
            <a:off x="3202759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30006" y="130006"/>
                </a:moveTo>
                <a:cubicBezTo>
                  <a:pt x="134702" y="125141"/>
                  <a:pt x="137043" y="119362"/>
                  <a:pt x="137043" y="112654"/>
                </a:cubicBezTo>
                <a:cubicBezTo>
                  <a:pt x="137043" y="105778"/>
                  <a:pt x="134702" y="99911"/>
                  <a:pt x="130006" y="95054"/>
                </a:cubicBezTo>
                <a:cubicBezTo>
                  <a:pt x="125309" y="90357"/>
                  <a:pt x="119530" y="88009"/>
                  <a:pt x="112654" y="88009"/>
                </a:cubicBezTo>
                <a:cubicBezTo>
                  <a:pt x="105778" y="88009"/>
                  <a:pt x="99911" y="90357"/>
                  <a:pt x="95054" y="95054"/>
                </a:cubicBezTo>
                <a:cubicBezTo>
                  <a:pt x="90357" y="99743"/>
                  <a:pt x="88009" y="105529"/>
                  <a:pt x="88009" y="112405"/>
                </a:cubicBezTo>
                <a:cubicBezTo>
                  <a:pt x="88009" y="119274"/>
                  <a:pt x="90357" y="125141"/>
                  <a:pt x="95054" y="130006"/>
                </a:cubicBezTo>
                <a:cubicBezTo>
                  <a:pt x="99911" y="134702"/>
                  <a:pt x="105778" y="137043"/>
                  <a:pt x="112654" y="137043"/>
                </a:cubicBezTo>
                <a:cubicBezTo>
                  <a:pt x="119530" y="137043"/>
                  <a:pt x="125309" y="134702"/>
                  <a:pt x="130006" y="130006"/>
                </a:cubicBezTo>
                <a:close/>
                <a:moveTo>
                  <a:pt x="112654" y="153392"/>
                </a:moveTo>
                <a:cubicBezTo>
                  <a:pt x="101257" y="153392"/>
                  <a:pt x="91616" y="149369"/>
                  <a:pt x="83737" y="141322"/>
                </a:cubicBezTo>
                <a:cubicBezTo>
                  <a:pt x="75690" y="133444"/>
                  <a:pt x="71667" y="123802"/>
                  <a:pt x="71667" y="112405"/>
                </a:cubicBezTo>
                <a:cubicBezTo>
                  <a:pt x="71667" y="101169"/>
                  <a:pt x="75690" y="91616"/>
                  <a:pt x="83737" y="83737"/>
                </a:cubicBezTo>
                <a:cubicBezTo>
                  <a:pt x="91784" y="75690"/>
                  <a:pt x="101425" y="71667"/>
                  <a:pt x="112654" y="71667"/>
                </a:cubicBezTo>
                <a:cubicBezTo>
                  <a:pt x="123883" y="71667"/>
                  <a:pt x="133444" y="75690"/>
                  <a:pt x="141322" y="83737"/>
                </a:cubicBezTo>
                <a:cubicBezTo>
                  <a:pt x="149369" y="91616"/>
                  <a:pt x="153392" y="101257"/>
                  <a:pt x="153392" y="112654"/>
                </a:cubicBezTo>
                <a:cubicBezTo>
                  <a:pt x="153392" y="116173"/>
                  <a:pt x="152807" y="119860"/>
                  <a:pt x="151629" y="123722"/>
                </a:cubicBezTo>
                <a:cubicBezTo>
                  <a:pt x="150291" y="127409"/>
                  <a:pt x="148528" y="131176"/>
                  <a:pt x="146348" y="135031"/>
                </a:cubicBezTo>
                <a:lnTo>
                  <a:pt x="166721" y="155404"/>
                </a:lnTo>
                <a:cubicBezTo>
                  <a:pt x="168396" y="157079"/>
                  <a:pt x="169149" y="159003"/>
                  <a:pt x="168981" y="161183"/>
                </a:cubicBezTo>
                <a:cubicBezTo>
                  <a:pt x="168981" y="163363"/>
                  <a:pt x="168140" y="165206"/>
                  <a:pt x="166465" y="166721"/>
                </a:cubicBezTo>
                <a:cubicBezTo>
                  <a:pt x="164958" y="168396"/>
                  <a:pt x="163114" y="169230"/>
                  <a:pt x="160934" y="169230"/>
                </a:cubicBezTo>
                <a:cubicBezTo>
                  <a:pt x="158586" y="169230"/>
                  <a:pt x="156662" y="168396"/>
                  <a:pt x="155148" y="166721"/>
                </a:cubicBezTo>
                <a:lnTo>
                  <a:pt x="134783" y="146604"/>
                </a:lnTo>
                <a:cubicBezTo>
                  <a:pt x="131096" y="148784"/>
                  <a:pt x="127409" y="150459"/>
                  <a:pt x="123722" y="151629"/>
                </a:cubicBezTo>
                <a:cubicBezTo>
                  <a:pt x="120028" y="152807"/>
                  <a:pt x="116341" y="153392"/>
                  <a:pt x="112654" y="153392"/>
                </a:cubicBezTo>
                <a:close/>
                <a:moveTo>
                  <a:pt x="45764" y="212733"/>
                </a:moveTo>
                <a:cubicBezTo>
                  <a:pt x="41243" y="212733"/>
                  <a:pt x="37220" y="211058"/>
                  <a:pt x="33694" y="207708"/>
                </a:cubicBezTo>
                <a:cubicBezTo>
                  <a:pt x="30343" y="204189"/>
                  <a:pt x="28668" y="200166"/>
                  <a:pt x="28668" y="195638"/>
                </a:cubicBezTo>
                <a:lnTo>
                  <a:pt x="28668" y="161439"/>
                </a:lnTo>
                <a:cubicBezTo>
                  <a:pt x="28668" y="159091"/>
                  <a:pt x="29502" y="157079"/>
                  <a:pt x="31185" y="155404"/>
                </a:cubicBezTo>
                <a:cubicBezTo>
                  <a:pt x="32860" y="153729"/>
                  <a:pt x="34872" y="152888"/>
                  <a:pt x="37220" y="152888"/>
                </a:cubicBezTo>
                <a:cubicBezTo>
                  <a:pt x="39729" y="152888"/>
                  <a:pt x="41741" y="153729"/>
                  <a:pt x="43255" y="155404"/>
                </a:cubicBezTo>
                <a:cubicBezTo>
                  <a:pt x="44930" y="157079"/>
                  <a:pt x="45764" y="159091"/>
                  <a:pt x="45764" y="161439"/>
                </a:cubicBezTo>
                <a:lnTo>
                  <a:pt x="45764" y="195638"/>
                </a:lnTo>
                <a:lnTo>
                  <a:pt x="79962" y="195638"/>
                </a:lnTo>
                <a:cubicBezTo>
                  <a:pt x="82311" y="195638"/>
                  <a:pt x="84322" y="196472"/>
                  <a:pt x="85997" y="198154"/>
                </a:cubicBezTo>
                <a:cubicBezTo>
                  <a:pt x="87673" y="199829"/>
                  <a:pt x="88514" y="201841"/>
                  <a:pt x="88514" y="204189"/>
                </a:cubicBezTo>
                <a:cubicBezTo>
                  <a:pt x="88514" y="206698"/>
                  <a:pt x="87673" y="208710"/>
                  <a:pt x="85997" y="210224"/>
                </a:cubicBezTo>
                <a:cubicBezTo>
                  <a:pt x="84322" y="211899"/>
                  <a:pt x="82311" y="212733"/>
                  <a:pt x="79962" y="212733"/>
                </a:cubicBezTo>
                <a:lnTo>
                  <a:pt x="45764" y="212733"/>
                </a:lnTo>
                <a:close/>
                <a:moveTo>
                  <a:pt x="195638" y="212733"/>
                </a:moveTo>
                <a:lnTo>
                  <a:pt x="161439" y="212733"/>
                </a:lnTo>
                <a:cubicBezTo>
                  <a:pt x="159091" y="212733"/>
                  <a:pt x="157079" y="211899"/>
                  <a:pt x="155404" y="210224"/>
                </a:cubicBezTo>
                <a:cubicBezTo>
                  <a:pt x="153729" y="208542"/>
                  <a:pt x="152888" y="206530"/>
                  <a:pt x="152888" y="204189"/>
                </a:cubicBezTo>
                <a:cubicBezTo>
                  <a:pt x="152888" y="201673"/>
                  <a:pt x="153729" y="199661"/>
                  <a:pt x="155404" y="198154"/>
                </a:cubicBezTo>
                <a:cubicBezTo>
                  <a:pt x="157079" y="196472"/>
                  <a:pt x="159091" y="195638"/>
                  <a:pt x="161439" y="195638"/>
                </a:cubicBezTo>
                <a:lnTo>
                  <a:pt x="195638" y="195638"/>
                </a:lnTo>
                <a:lnTo>
                  <a:pt x="195638" y="161439"/>
                </a:lnTo>
                <a:cubicBezTo>
                  <a:pt x="195638" y="159091"/>
                  <a:pt x="196472" y="157079"/>
                  <a:pt x="198154" y="155404"/>
                </a:cubicBezTo>
                <a:cubicBezTo>
                  <a:pt x="199829" y="153729"/>
                  <a:pt x="201841" y="152888"/>
                  <a:pt x="204189" y="152888"/>
                </a:cubicBezTo>
                <a:cubicBezTo>
                  <a:pt x="206698" y="152888"/>
                  <a:pt x="208710" y="153729"/>
                  <a:pt x="210224" y="155404"/>
                </a:cubicBezTo>
                <a:cubicBezTo>
                  <a:pt x="211899" y="157079"/>
                  <a:pt x="212733" y="159091"/>
                  <a:pt x="212733" y="161439"/>
                </a:cubicBezTo>
                <a:lnTo>
                  <a:pt x="212733" y="195638"/>
                </a:lnTo>
                <a:cubicBezTo>
                  <a:pt x="212733" y="200166"/>
                  <a:pt x="211058" y="204189"/>
                  <a:pt x="207708" y="207708"/>
                </a:cubicBezTo>
                <a:cubicBezTo>
                  <a:pt x="204350" y="211058"/>
                  <a:pt x="200327" y="212733"/>
                  <a:pt x="195638" y="212733"/>
                </a:cubicBezTo>
                <a:close/>
                <a:moveTo>
                  <a:pt x="28668" y="79962"/>
                </a:moveTo>
                <a:lnTo>
                  <a:pt x="28668" y="45764"/>
                </a:lnTo>
                <a:cubicBezTo>
                  <a:pt x="28668" y="41075"/>
                  <a:pt x="30343" y="37051"/>
                  <a:pt x="33694" y="33694"/>
                </a:cubicBezTo>
                <a:cubicBezTo>
                  <a:pt x="37220" y="30343"/>
                  <a:pt x="41243" y="28668"/>
                  <a:pt x="45764" y="28668"/>
                </a:cubicBezTo>
                <a:lnTo>
                  <a:pt x="79962" y="28668"/>
                </a:lnTo>
                <a:cubicBezTo>
                  <a:pt x="82311" y="28668"/>
                  <a:pt x="84322" y="29502"/>
                  <a:pt x="85997" y="31185"/>
                </a:cubicBezTo>
                <a:cubicBezTo>
                  <a:pt x="87673" y="32860"/>
                  <a:pt x="88514" y="34872"/>
                  <a:pt x="88514" y="37220"/>
                </a:cubicBezTo>
                <a:cubicBezTo>
                  <a:pt x="88514" y="39729"/>
                  <a:pt x="87673" y="41741"/>
                  <a:pt x="85997" y="43255"/>
                </a:cubicBezTo>
                <a:cubicBezTo>
                  <a:pt x="84322" y="44930"/>
                  <a:pt x="82311" y="45764"/>
                  <a:pt x="79962" y="45764"/>
                </a:cubicBezTo>
                <a:lnTo>
                  <a:pt x="45764" y="45764"/>
                </a:lnTo>
                <a:lnTo>
                  <a:pt x="45764" y="79962"/>
                </a:lnTo>
                <a:cubicBezTo>
                  <a:pt x="45764" y="82311"/>
                  <a:pt x="44930" y="84322"/>
                  <a:pt x="43255" y="85997"/>
                </a:cubicBezTo>
                <a:cubicBezTo>
                  <a:pt x="41572" y="87673"/>
                  <a:pt x="39561" y="88514"/>
                  <a:pt x="37220" y="88514"/>
                </a:cubicBezTo>
                <a:cubicBezTo>
                  <a:pt x="34703" y="88514"/>
                  <a:pt x="32692" y="87673"/>
                  <a:pt x="31185" y="85997"/>
                </a:cubicBezTo>
                <a:cubicBezTo>
                  <a:pt x="29502" y="84322"/>
                  <a:pt x="28668" y="82311"/>
                  <a:pt x="28668" y="79962"/>
                </a:cubicBezTo>
                <a:close/>
                <a:moveTo>
                  <a:pt x="195638" y="79962"/>
                </a:moveTo>
                <a:lnTo>
                  <a:pt x="195638" y="45764"/>
                </a:lnTo>
                <a:lnTo>
                  <a:pt x="161439" y="45764"/>
                </a:lnTo>
                <a:cubicBezTo>
                  <a:pt x="159091" y="45764"/>
                  <a:pt x="157079" y="44930"/>
                  <a:pt x="155404" y="43255"/>
                </a:cubicBezTo>
                <a:cubicBezTo>
                  <a:pt x="153729" y="41572"/>
                  <a:pt x="152888" y="39561"/>
                  <a:pt x="152888" y="37220"/>
                </a:cubicBezTo>
                <a:cubicBezTo>
                  <a:pt x="152888" y="34703"/>
                  <a:pt x="153729" y="32692"/>
                  <a:pt x="155404" y="31185"/>
                </a:cubicBezTo>
                <a:cubicBezTo>
                  <a:pt x="157079" y="29502"/>
                  <a:pt x="159091" y="28668"/>
                  <a:pt x="161439" y="28668"/>
                </a:cubicBezTo>
                <a:lnTo>
                  <a:pt x="195638" y="28668"/>
                </a:lnTo>
                <a:cubicBezTo>
                  <a:pt x="200327" y="28668"/>
                  <a:pt x="204350" y="30343"/>
                  <a:pt x="207708" y="33694"/>
                </a:cubicBezTo>
                <a:cubicBezTo>
                  <a:pt x="211058" y="37051"/>
                  <a:pt x="212733" y="41075"/>
                  <a:pt x="212733" y="45764"/>
                </a:cubicBezTo>
                <a:lnTo>
                  <a:pt x="212733" y="79962"/>
                </a:lnTo>
                <a:cubicBezTo>
                  <a:pt x="212733" y="82311"/>
                  <a:pt x="211899" y="84322"/>
                  <a:pt x="210224" y="85997"/>
                </a:cubicBezTo>
                <a:cubicBezTo>
                  <a:pt x="208542" y="87673"/>
                  <a:pt x="206530" y="88514"/>
                  <a:pt x="204189" y="88514"/>
                </a:cubicBezTo>
                <a:cubicBezTo>
                  <a:pt x="201673" y="88514"/>
                  <a:pt x="199661" y="87673"/>
                  <a:pt x="198154" y="85997"/>
                </a:cubicBezTo>
                <a:cubicBezTo>
                  <a:pt x="196472" y="84322"/>
                  <a:pt x="195638" y="82311"/>
                  <a:pt x="195638" y="79962"/>
                </a:cubicBez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圖說"/>
          <p:cNvSpPr/>
          <p:nvPr/>
        </p:nvSpPr>
        <p:spPr>
          <a:xfrm>
            <a:off x="3086941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檢測</a:t>
            </a:r>
            <a:endParaRPr lang="en-US" sz="600" dirty="0"/>
          </a:p>
        </p:txBody>
      </p:sp>
      <p:sp>
        <p:nvSpPr>
          <p:cNvPr id="60" name="圖示 顯微分析"/>
          <p:cNvSpPr/>
          <p:nvPr/>
        </p:nvSpPr>
        <p:spPr>
          <a:xfrm>
            <a:off x="3646536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01842" y="195382"/>
                </a:moveTo>
                <a:lnTo>
                  <a:pt x="101842" y="170744"/>
                </a:lnTo>
                <a:lnTo>
                  <a:pt x="98068" y="170744"/>
                </a:lnTo>
                <a:cubicBezTo>
                  <a:pt x="84491" y="170576"/>
                  <a:pt x="73006" y="165711"/>
                  <a:pt x="63620" y="156158"/>
                </a:cubicBezTo>
                <a:cubicBezTo>
                  <a:pt x="54235" y="146604"/>
                  <a:pt x="49539" y="135031"/>
                  <a:pt x="49539" y="121454"/>
                </a:cubicBezTo>
                <a:cubicBezTo>
                  <a:pt x="49539" y="111396"/>
                  <a:pt x="52384" y="102179"/>
                  <a:pt x="58090" y="93795"/>
                </a:cubicBezTo>
                <a:cubicBezTo>
                  <a:pt x="63789" y="85581"/>
                  <a:pt x="71331" y="79626"/>
                  <a:pt x="80716" y="75939"/>
                </a:cubicBezTo>
                <a:cubicBezTo>
                  <a:pt x="81389" y="69238"/>
                  <a:pt x="84242" y="63701"/>
                  <a:pt x="89267" y="59348"/>
                </a:cubicBezTo>
                <a:cubicBezTo>
                  <a:pt x="94468" y="54988"/>
                  <a:pt x="100504" y="52889"/>
                  <a:pt x="107373" y="53057"/>
                </a:cubicBezTo>
                <a:lnTo>
                  <a:pt x="104856" y="46269"/>
                </a:lnTo>
                <a:cubicBezTo>
                  <a:pt x="104022" y="44089"/>
                  <a:pt x="104103" y="41997"/>
                  <a:pt x="105112" y="39985"/>
                </a:cubicBezTo>
                <a:cubicBezTo>
                  <a:pt x="106283" y="37973"/>
                  <a:pt x="107877" y="36459"/>
                  <a:pt x="109889" y="35457"/>
                </a:cubicBezTo>
                <a:lnTo>
                  <a:pt x="112903" y="34199"/>
                </a:lnTo>
                <a:lnTo>
                  <a:pt x="112654" y="33196"/>
                </a:lnTo>
                <a:cubicBezTo>
                  <a:pt x="111813" y="31016"/>
                  <a:pt x="111981" y="28837"/>
                  <a:pt x="113159" y="26657"/>
                </a:cubicBezTo>
                <a:cubicBezTo>
                  <a:pt x="114161" y="24477"/>
                  <a:pt x="116173" y="22801"/>
                  <a:pt x="119194" y="21624"/>
                </a:cubicBezTo>
                <a:cubicBezTo>
                  <a:pt x="121374" y="20790"/>
                  <a:pt x="123634" y="20790"/>
                  <a:pt x="125982" y="21624"/>
                </a:cubicBezTo>
                <a:cubicBezTo>
                  <a:pt x="128162" y="22633"/>
                  <a:pt x="129669" y="24308"/>
                  <a:pt x="130510" y="26657"/>
                </a:cubicBezTo>
                <a:lnTo>
                  <a:pt x="131008" y="27915"/>
                </a:lnTo>
                <a:lnTo>
                  <a:pt x="134029" y="26905"/>
                </a:lnTo>
                <a:cubicBezTo>
                  <a:pt x="136041" y="26232"/>
                  <a:pt x="138052" y="26320"/>
                  <a:pt x="140064" y="27161"/>
                </a:cubicBezTo>
                <a:cubicBezTo>
                  <a:pt x="142076" y="27995"/>
                  <a:pt x="143502" y="29422"/>
                  <a:pt x="144336" y="31433"/>
                </a:cubicBezTo>
                <a:lnTo>
                  <a:pt x="167979" y="92786"/>
                </a:lnTo>
                <a:cubicBezTo>
                  <a:pt x="168813" y="95134"/>
                  <a:pt x="168732" y="97314"/>
                  <a:pt x="167723" y="99326"/>
                </a:cubicBezTo>
                <a:cubicBezTo>
                  <a:pt x="166889" y="101337"/>
                  <a:pt x="165375" y="102764"/>
                  <a:pt x="163195" y="103605"/>
                </a:cubicBezTo>
                <a:lnTo>
                  <a:pt x="159676" y="104856"/>
                </a:lnTo>
                <a:lnTo>
                  <a:pt x="160181" y="106114"/>
                </a:lnTo>
                <a:cubicBezTo>
                  <a:pt x="161015" y="108462"/>
                  <a:pt x="160854" y="110723"/>
                  <a:pt x="159676" y="112903"/>
                </a:cubicBezTo>
                <a:cubicBezTo>
                  <a:pt x="158674" y="115083"/>
                  <a:pt x="156662" y="116677"/>
                  <a:pt x="153641" y="117687"/>
                </a:cubicBezTo>
                <a:cubicBezTo>
                  <a:pt x="151461" y="118521"/>
                  <a:pt x="149281" y="118440"/>
                  <a:pt x="147101" y="117431"/>
                </a:cubicBezTo>
                <a:cubicBezTo>
                  <a:pt x="144921" y="116429"/>
                  <a:pt x="143414" y="114834"/>
                  <a:pt x="142581" y="112654"/>
                </a:cubicBezTo>
                <a:lnTo>
                  <a:pt x="142076" y="111147"/>
                </a:lnTo>
                <a:lnTo>
                  <a:pt x="138301" y="112405"/>
                </a:lnTo>
                <a:cubicBezTo>
                  <a:pt x="136121" y="113239"/>
                  <a:pt x="134110" y="113239"/>
                  <a:pt x="132266" y="112405"/>
                </a:cubicBezTo>
                <a:cubicBezTo>
                  <a:pt x="130254" y="111564"/>
                  <a:pt x="128828" y="110057"/>
                  <a:pt x="127994" y="107877"/>
                </a:cubicBezTo>
                <a:lnTo>
                  <a:pt x="124475" y="98572"/>
                </a:lnTo>
                <a:cubicBezTo>
                  <a:pt x="121959" y="101089"/>
                  <a:pt x="119106" y="102932"/>
                  <a:pt x="115924" y="104103"/>
                </a:cubicBezTo>
                <a:cubicBezTo>
                  <a:pt x="112735" y="105280"/>
                  <a:pt x="109304" y="105866"/>
                  <a:pt x="105617" y="105866"/>
                </a:cubicBezTo>
                <a:cubicBezTo>
                  <a:pt x="101089" y="105697"/>
                  <a:pt x="96897" y="104359"/>
                  <a:pt x="93042" y="101842"/>
                </a:cubicBezTo>
                <a:cubicBezTo>
                  <a:pt x="89187" y="99326"/>
                  <a:pt x="86166" y="96144"/>
                  <a:pt x="83986" y="92289"/>
                </a:cubicBezTo>
                <a:cubicBezTo>
                  <a:pt x="78456" y="94966"/>
                  <a:pt x="74096" y="98989"/>
                  <a:pt x="70914" y="104359"/>
                </a:cubicBezTo>
                <a:cubicBezTo>
                  <a:pt x="67724" y="109552"/>
                  <a:pt x="66137" y="115251"/>
                  <a:pt x="66137" y="121454"/>
                </a:cubicBezTo>
                <a:cubicBezTo>
                  <a:pt x="66137" y="130510"/>
                  <a:pt x="69319" y="138221"/>
                  <a:pt x="75690" y="144592"/>
                </a:cubicBezTo>
                <a:cubicBezTo>
                  <a:pt x="82062" y="150956"/>
                  <a:pt x="89772" y="154146"/>
                  <a:pt x="98821" y="154146"/>
                </a:cubicBezTo>
                <a:lnTo>
                  <a:pt x="178535" y="154146"/>
                </a:lnTo>
                <a:cubicBezTo>
                  <a:pt x="180883" y="154146"/>
                  <a:pt x="182814" y="154980"/>
                  <a:pt x="184321" y="156662"/>
                </a:cubicBezTo>
                <a:cubicBezTo>
                  <a:pt x="185996" y="158169"/>
                  <a:pt x="186838" y="160093"/>
                  <a:pt x="186838" y="162441"/>
                </a:cubicBezTo>
                <a:cubicBezTo>
                  <a:pt x="186838" y="164790"/>
                  <a:pt x="185996" y="166721"/>
                  <a:pt x="184321" y="168228"/>
                </a:cubicBezTo>
                <a:cubicBezTo>
                  <a:pt x="182814" y="169903"/>
                  <a:pt x="180883" y="170744"/>
                  <a:pt x="178535" y="170744"/>
                </a:cubicBezTo>
                <a:lnTo>
                  <a:pt x="128499" y="170744"/>
                </a:lnTo>
                <a:lnTo>
                  <a:pt x="128499" y="195382"/>
                </a:lnTo>
                <a:lnTo>
                  <a:pt x="183568" y="195382"/>
                </a:lnTo>
                <a:cubicBezTo>
                  <a:pt x="185916" y="195382"/>
                  <a:pt x="187840" y="196223"/>
                  <a:pt x="189347" y="197898"/>
                </a:cubicBezTo>
                <a:cubicBezTo>
                  <a:pt x="191029" y="199405"/>
                  <a:pt x="191863" y="201336"/>
                  <a:pt x="191863" y="203684"/>
                </a:cubicBezTo>
                <a:cubicBezTo>
                  <a:pt x="191863" y="206033"/>
                  <a:pt x="191029" y="207957"/>
                  <a:pt x="189347" y="209463"/>
                </a:cubicBezTo>
                <a:cubicBezTo>
                  <a:pt x="187840" y="211146"/>
                  <a:pt x="185916" y="211980"/>
                  <a:pt x="183568" y="211980"/>
                </a:cubicBezTo>
                <a:lnTo>
                  <a:pt x="57834" y="211980"/>
                </a:lnTo>
                <a:cubicBezTo>
                  <a:pt x="55486" y="211980"/>
                  <a:pt x="53562" y="211146"/>
                  <a:pt x="52055" y="209463"/>
                </a:cubicBezTo>
                <a:cubicBezTo>
                  <a:pt x="50372" y="207957"/>
                  <a:pt x="49539" y="206033"/>
                  <a:pt x="49539" y="203684"/>
                </a:cubicBezTo>
                <a:cubicBezTo>
                  <a:pt x="49539" y="201336"/>
                  <a:pt x="50372" y="199405"/>
                  <a:pt x="52055" y="197898"/>
                </a:cubicBezTo>
                <a:cubicBezTo>
                  <a:pt x="53562" y="196223"/>
                  <a:pt x="55486" y="195382"/>
                  <a:pt x="57834" y="195382"/>
                </a:cubicBezTo>
                <a:lnTo>
                  <a:pt x="101842" y="195382"/>
                </a:lnTo>
                <a:close/>
                <a:moveTo>
                  <a:pt x="139815" y="97570"/>
                </a:moveTo>
                <a:lnTo>
                  <a:pt x="153136" y="92786"/>
                </a:lnTo>
                <a:lnTo>
                  <a:pt x="133020" y="40987"/>
                </a:lnTo>
                <a:lnTo>
                  <a:pt x="119699" y="45764"/>
                </a:lnTo>
                <a:lnTo>
                  <a:pt x="139815" y="97570"/>
                </a:lnTo>
                <a:close/>
                <a:moveTo>
                  <a:pt x="116173" y="88265"/>
                </a:moveTo>
                <a:cubicBezTo>
                  <a:pt x="118521" y="85749"/>
                  <a:pt x="119699" y="82728"/>
                  <a:pt x="119699" y="79209"/>
                </a:cubicBezTo>
                <a:cubicBezTo>
                  <a:pt x="119699" y="75690"/>
                  <a:pt x="118521" y="72757"/>
                  <a:pt x="116173" y="70409"/>
                </a:cubicBezTo>
                <a:cubicBezTo>
                  <a:pt x="113664" y="67892"/>
                  <a:pt x="110642" y="66634"/>
                  <a:pt x="107124" y="66634"/>
                </a:cubicBezTo>
                <a:cubicBezTo>
                  <a:pt x="103605" y="66634"/>
                  <a:pt x="100664" y="67812"/>
                  <a:pt x="98324" y="70160"/>
                </a:cubicBezTo>
                <a:cubicBezTo>
                  <a:pt x="95807" y="72669"/>
                  <a:pt x="94549" y="75690"/>
                  <a:pt x="94549" y="79209"/>
                </a:cubicBezTo>
                <a:cubicBezTo>
                  <a:pt x="94549" y="82728"/>
                  <a:pt x="95719" y="85749"/>
                  <a:pt x="98068" y="88265"/>
                </a:cubicBezTo>
                <a:cubicBezTo>
                  <a:pt x="100584" y="90606"/>
                  <a:pt x="103605" y="91784"/>
                  <a:pt x="107124" y="91784"/>
                </a:cubicBezTo>
                <a:cubicBezTo>
                  <a:pt x="110642" y="91784"/>
                  <a:pt x="113664" y="90606"/>
                  <a:pt x="116173" y="88265"/>
                </a:cubicBezTo>
                <a:close/>
                <a:moveTo>
                  <a:pt x="139815" y="97570"/>
                </a:moveTo>
                <a:close/>
                <a:moveTo>
                  <a:pt x="107124" y="78704"/>
                </a:moveTo>
                <a:close/>
                <a:moveTo>
                  <a:pt x="107629" y="78704"/>
                </a:move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圖說"/>
          <p:cNvSpPr/>
          <p:nvPr/>
        </p:nvSpPr>
        <p:spPr>
          <a:xfrm>
            <a:off x="3530718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顯微分析</a:t>
            </a:r>
            <a:endParaRPr lang="en-US" sz="600" dirty="0"/>
          </a:p>
        </p:txBody>
      </p:sp>
      <p:sp>
        <p:nvSpPr>
          <p:cNvPr id="62" name="圖示 實驗"/>
          <p:cNvSpPr/>
          <p:nvPr/>
        </p:nvSpPr>
        <p:spPr>
          <a:xfrm>
            <a:off x="4090312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3255" y="212733"/>
                </a:moveTo>
                <a:cubicBezTo>
                  <a:pt x="35537" y="212733"/>
                  <a:pt x="30095" y="209215"/>
                  <a:pt x="26905" y="202177"/>
                </a:cubicBezTo>
                <a:cubicBezTo>
                  <a:pt x="23723" y="194965"/>
                  <a:pt x="24725" y="188425"/>
                  <a:pt x="29926" y="182558"/>
                </a:cubicBezTo>
                <a:lnTo>
                  <a:pt x="92033" y="112654"/>
                </a:lnTo>
                <a:lnTo>
                  <a:pt x="92033" y="46269"/>
                </a:lnTo>
                <a:lnTo>
                  <a:pt x="80467" y="46269"/>
                </a:lnTo>
                <a:cubicBezTo>
                  <a:pt x="77951" y="46269"/>
                  <a:pt x="75859" y="45427"/>
                  <a:pt x="74183" y="43752"/>
                </a:cubicBezTo>
                <a:cubicBezTo>
                  <a:pt x="72501" y="42077"/>
                  <a:pt x="71667" y="40065"/>
                  <a:pt x="71667" y="37717"/>
                </a:cubicBezTo>
                <a:cubicBezTo>
                  <a:pt x="71667" y="35208"/>
                  <a:pt x="72501" y="33196"/>
                  <a:pt x="74183" y="31682"/>
                </a:cubicBezTo>
                <a:cubicBezTo>
                  <a:pt x="75859" y="30007"/>
                  <a:pt x="77951" y="29173"/>
                  <a:pt x="80467" y="29173"/>
                </a:cubicBezTo>
                <a:lnTo>
                  <a:pt x="160934" y="29173"/>
                </a:lnTo>
                <a:cubicBezTo>
                  <a:pt x="163451" y="29173"/>
                  <a:pt x="165543" y="30007"/>
                  <a:pt x="167218" y="31682"/>
                </a:cubicBezTo>
                <a:cubicBezTo>
                  <a:pt x="168901" y="33357"/>
                  <a:pt x="169735" y="35369"/>
                  <a:pt x="169735" y="37717"/>
                </a:cubicBezTo>
                <a:cubicBezTo>
                  <a:pt x="169735" y="40234"/>
                  <a:pt x="168901" y="42245"/>
                  <a:pt x="167218" y="43752"/>
                </a:cubicBezTo>
                <a:cubicBezTo>
                  <a:pt x="165543" y="45427"/>
                  <a:pt x="163451" y="46269"/>
                  <a:pt x="160934" y="46269"/>
                </a:cubicBezTo>
                <a:lnTo>
                  <a:pt x="149369" y="46269"/>
                </a:lnTo>
                <a:lnTo>
                  <a:pt x="149369" y="112654"/>
                </a:lnTo>
                <a:lnTo>
                  <a:pt x="211475" y="182558"/>
                </a:lnTo>
                <a:cubicBezTo>
                  <a:pt x="216676" y="188425"/>
                  <a:pt x="217678" y="194965"/>
                  <a:pt x="214496" y="202177"/>
                </a:cubicBezTo>
                <a:cubicBezTo>
                  <a:pt x="211307" y="209215"/>
                  <a:pt x="205864" y="212733"/>
                  <a:pt x="198154" y="212733"/>
                </a:cubicBezTo>
                <a:lnTo>
                  <a:pt x="43255" y="212733"/>
                </a:lnTo>
                <a:close/>
                <a:moveTo>
                  <a:pt x="41492" y="195638"/>
                </a:moveTo>
                <a:lnTo>
                  <a:pt x="199910" y="195638"/>
                </a:lnTo>
                <a:lnTo>
                  <a:pt x="132266" y="118938"/>
                </a:lnTo>
                <a:lnTo>
                  <a:pt x="132266" y="46269"/>
                </a:lnTo>
                <a:lnTo>
                  <a:pt x="109135" y="46269"/>
                </a:lnTo>
                <a:lnTo>
                  <a:pt x="109135" y="118938"/>
                </a:lnTo>
                <a:lnTo>
                  <a:pt x="41492" y="195638"/>
                </a:lnTo>
                <a:close/>
                <a:moveTo>
                  <a:pt x="120196" y="120950"/>
                </a:move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圖說"/>
          <p:cNvSpPr/>
          <p:nvPr/>
        </p:nvSpPr>
        <p:spPr>
          <a:xfrm>
            <a:off x="3974494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實驗</a:t>
            </a:r>
            <a:endParaRPr lang="en-US" sz="600" dirty="0"/>
          </a:p>
        </p:txBody>
      </p:sp>
      <p:sp>
        <p:nvSpPr>
          <p:cNvPr id="64" name="圖示 問題追蹤"/>
          <p:cNvSpPr/>
          <p:nvPr/>
        </p:nvSpPr>
        <p:spPr>
          <a:xfrm>
            <a:off x="4534089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212733"/>
                </a:moveTo>
                <a:cubicBezTo>
                  <a:pt x="109472" y="212733"/>
                  <a:pt x="98989" y="210056"/>
                  <a:pt x="89267" y="204687"/>
                </a:cubicBezTo>
                <a:cubicBezTo>
                  <a:pt x="79714" y="199325"/>
                  <a:pt x="72589" y="191527"/>
                  <a:pt x="67892" y="181300"/>
                </a:cubicBezTo>
                <a:lnTo>
                  <a:pt x="46517" y="181300"/>
                </a:lnTo>
                <a:cubicBezTo>
                  <a:pt x="44337" y="181300"/>
                  <a:pt x="42494" y="180546"/>
                  <a:pt x="40987" y="179040"/>
                </a:cubicBezTo>
                <a:cubicBezTo>
                  <a:pt x="39480" y="177533"/>
                  <a:pt x="38727" y="175689"/>
                  <a:pt x="38727" y="173509"/>
                </a:cubicBezTo>
                <a:cubicBezTo>
                  <a:pt x="38727" y="171161"/>
                  <a:pt x="39480" y="169230"/>
                  <a:pt x="40987" y="167723"/>
                </a:cubicBezTo>
                <a:cubicBezTo>
                  <a:pt x="42494" y="166384"/>
                  <a:pt x="44337" y="165711"/>
                  <a:pt x="46517" y="165711"/>
                </a:cubicBezTo>
                <a:lnTo>
                  <a:pt x="61857" y="165711"/>
                </a:lnTo>
                <a:cubicBezTo>
                  <a:pt x="60687" y="161351"/>
                  <a:pt x="60102" y="156992"/>
                  <a:pt x="60102" y="152639"/>
                </a:cubicBezTo>
                <a:lnTo>
                  <a:pt x="60102" y="139559"/>
                </a:lnTo>
                <a:lnTo>
                  <a:pt x="46269" y="139559"/>
                </a:lnTo>
                <a:cubicBezTo>
                  <a:pt x="44089" y="139559"/>
                  <a:pt x="42245" y="138806"/>
                  <a:pt x="40738" y="137299"/>
                </a:cubicBezTo>
                <a:cubicBezTo>
                  <a:pt x="39231" y="135792"/>
                  <a:pt x="38471" y="133941"/>
                  <a:pt x="38471" y="131769"/>
                </a:cubicBezTo>
                <a:cubicBezTo>
                  <a:pt x="38471" y="129421"/>
                  <a:pt x="39231" y="127489"/>
                  <a:pt x="40738" y="125982"/>
                </a:cubicBezTo>
                <a:cubicBezTo>
                  <a:pt x="42245" y="124644"/>
                  <a:pt x="44089" y="123971"/>
                  <a:pt x="46269" y="123971"/>
                </a:cubicBezTo>
                <a:lnTo>
                  <a:pt x="60102" y="123971"/>
                </a:lnTo>
                <a:cubicBezTo>
                  <a:pt x="60102" y="119106"/>
                  <a:pt x="60182" y="114417"/>
                  <a:pt x="60350" y="109889"/>
                </a:cubicBezTo>
                <a:cubicBezTo>
                  <a:pt x="60350" y="105193"/>
                  <a:pt x="61023" y="100504"/>
                  <a:pt x="62362" y="95807"/>
                </a:cubicBezTo>
                <a:lnTo>
                  <a:pt x="46517" y="95807"/>
                </a:lnTo>
                <a:cubicBezTo>
                  <a:pt x="44337" y="95807"/>
                  <a:pt x="42494" y="95054"/>
                  <a:pt x="40987" y="93547"/>
                </a:cubicBezTo>
                <a:cubicBezTo>
                  <a:pt x="39480" y="92033"/>
                  <a:pt x="38727" y="90189"/>
                  <a:pt x="38727" y="88009"/>
                </a:cubicBezTo>
                <a:cubicBezTo>
                  <a:pt x="38727" y="85661"/>
                  <a:pt x="39480" y="83737"/>
                  <a:pt x="40987" y="82230"/>
                </a:cubicBezTo>
                <a:cubicBezTo>
                  <a:pt x="42494" y="80884"/>
                  <a:pt x="44337" y="80218"/>
                  <a:pt x="46517" y="80218"/>
                </a:cubicBezTo>
                <a:lnTo>
                  <a:pt x="69151" y="80218"/>
                </a:lnTo>
                <a:cubicBezTo>
                  <a:pt x="71331" y="75354"/>
                  <a:pt x="74352" y="71082"/>
                  <a:pt x="78207" y="67395"/>
                </a:cubicBezTo>
                <a:cubicBezTo>
                  <a:pt x="82230" y="63869"/>
                  <a:pt x="86583" y="60936"/>
                  <a:pt x="91279" y="58587"/>
                </a:cubicBezTo>
                <a:lnTo>
                  <a:pt x="77197" y="44762"/>
                </a:lnTo>
                <a:cubicBezTo>
                  <a:pt x="75690" y="43255"/>
                  <a:pt x="74937" y="41492"/>
                  <a:pt x="74937" y="39480"/>
                </a:cubicBezTo>
                <a:cubicBezTo>
                  <a:pt x="74937" y="37468"/>
                  <a:pt x="75690" y="35705"/>
                  <a:pt x="77197" y="34199"/>
                </a:cubicBezTo>
                <a:cubicBezTo>
                  <a:pt x="78704" y="32692"/>
                  <a:pt x="80467" y="31938"/>
                  <a:pt x="82479" y="31938"/>
                </a:cubicBezTo>
                <a:cubicBezTo>
                  <a:pt x="84491" y="31938"/>
                  <a:pt x="86254" y="32692"/>
                  <a:pt x="87760" y="34199"/>
                </a:cubicBezTo>
                <a:lnTo>
                  <a:pt x="106114" y="52552"/>
                </a:lnTo>
                <a:cubicBezTo>
                  <a:pt x="110979" y="50709"/>
                  <a:pt x="115836" y="49787"/>
                  <a:pt x="120701" y="49787"/>
                </a:cubicBezTo>
                <a:cubicBezTo>
                  <a:pt x="125734" y="49619"/>
                  <a:pt x="130759" y="50460"/>
                  <a:pt x="135792" y="52304"/>
                </a:cubicBezTo>
                <a:lnTo>
                  <a:pt x="154146" y="33950"/>
                </a:lnTo>
                <a:cubicBezTo>
                  <a:pt x="155485" y="32436"/>
                  <a:pt x="157248" y="31682"/>
                  <a:pt x="159427" y="31682"/>
                </a:cubicBezTo>
                <a:cubicBezTo>
                  <a:pt x="161439" y="31682"/>
                  <a:pt x="163195" y="32436"/>
                  <a:pt x="164709" y="33950"/>
                </a:cubicBezTo>
                <a:cubicBezTo>
                  <a:pt x="166216" y="35457"/>
                  <a:pt x="166969" y="37220"/>
                  <a:pt x="166969" y="39231"/>
                </a:cubicBezTo>
                <a:cubicBezTo>
                  <a:pt x="166969" y="41243"/>
                  <a:pt x="166216" y="42999"/>
                  <a:pt x="164709" y="44506"/>
                </a:cubicBezTo>
                <a:lnTo>
                  <a:pt x="151125" y="58090"/>
                </a:lnTo>
                <a:cubicBezTo>
                  <a:pt x="155821" y="60599"/>
                  <a:pt x="160013" y="63789"/>
                  <a:pt x="163700" y="67644"/>
                </a:cubicBezTo>
                <a:cubicBezTo>
                  <a:pt x="167386" y="71499"/>
                  <a:pt x="170576" y="75771"/>
                  <a:pt x="173253" y="80467"/>
                </a:cubicBezTo>
                <a:lnTo>
                  <a:pt x="195133" y="80467"/>
                </a:lnTo>
                <a:cubicBezTo>
                  <a:pt x="197313" y="80467"/>
                  <a:pt x="199156" y="81221"/>
                  <a:pt x="200663" y="82728"/>
                </a:cubicBezTo>
                <a:cubicBezTo>
                  <a:pt x="202177" y="84242"/>
                  <a:pt x="202931" y="86085"/>
                  <a:pt x="202931" y="88265"/>
                </a:cubicBezTo>
                <a:cubicBezTo>
                  <a:pt x="202931" y="90445"/>
                  <a:pt x="202177" y="92289"/>
                  <a:pt x="200663" y="93795"/>
                </a:cubicBezTo>
                <a:cubicBezTo>
                  <a:pt x="199156" y="95134"/>
                  <a:pt x="197313" y="95807"/>
                  <a:pt x="195133" y="95807"/>
                </a:cubicBezTo>
                <a:lnTo>
                  <a:pt x="179040" y="95807"/>
                </a:lnTo>
                <a:cubicBezTo>
                  <a:pt x="180546" y="100504"/>
                  <a:pt x="181300" y="105193"/>
                  <a:pt x="181300" y="109889"/>
                </a:cubicBezTo>
                <a:cubicBezTo>
                  <a:pt x="181132" y="114585"/>
                  <a:pt x="181051" y="119274"/>
                  <a:pt x="181051" y="123971"/>
                </a:cubicBezTo>
                <a:lnTo>
                  <a:pt x="195133" y="123971"/>
                </a:lnTo>
                <a:cubicBezTo>
                  <a:pt x="197313" y="123971"/>
                  <a:pt x="199156" y="124724"/>
                  <a:pt x="200663" y="126231"/>
                </a:cubicBezTo>
                <a:cubicBezTo>
                  <a:pt x="202177" y="127745"/>
                  <a:pt x="202931" y="129589"/>
                  <a:pt x="202931" y="131769"/>
                </a:cubicBezTo>
                <a:cubicBezTo>
                  <a:pt x="202931" y="134110"/>
                  <a:pt x="202177" y="136041"/>
                  <a:pt x="200663" y="137548"/>
                </a:cubicBezTo>
                <a:cubicBezTo>
                  <a:pt x="199156" y="138886"/>
                  <a:pt x="197313" y="139559"/>
                  <a:pt x="195133" y="139559"/>
                </a:cubicBezTo>
                <a:lnTo>
                  <a:pt x="181051" y="139559"/>
                </a:lnTo>
                <a:cubicBezTo>
                  <a:pt x="181051" y="144087"/>
                  <a:pt x="181132" y="148447"/>
                  <a:pt x="181300" y="152639"/>
                </a:cubicBezTo>
                <a:cubicBezTo>
                  <a:pt x="181300" y="156992"/>
                  <a:pt x="180715" y="161351"/>
                  <a:pt x="179544" y="165711"/>
                </a:cubicBezTo>
                <a:lnTo>
                  <a:pt x="195133" y="165711"/>
                </a:lnTo>
                <a:cubicBezTo>
                  <a:pt x="197313" y="165711"/>
                  <a:pt x="199156" y="166465"/>
                  <a:pt x="200663" y="167979"/>
                </a:cubicBezTo>
                <a:cubicBezTo>
                  <a:pt x="202177" y="169486"/>
                  <a:pt x="202931" y="171329"/>
                  <a:pt x="202931" y="173509"/>
                </a:cubicBezTo>
                <a:cubicBezTo>
                  <a:pt x="202931" y="175857"/>
                  <a:pt x="202177" y="177781"/>
                  <a:pt x="200663" y="179288"/>
                </a:cubicBezTo>
                <a:cubicBezTo>
                  <a:pt x="199156" y="180634"/>
                  <a:pt x="197313" y="181300"/>
                  <a:pt x="195133" y="181300"/>
                </a:cubicBezTo>
                <a:lnTo>
                  <a:pt x="173758" y="181300"/>
                </a:lnTo>
                <a:cubicBezTo>
                  <a:pt x="169230" y="191527"/>
                  <a:pt x="162105" y="199325"/>
                  <a:pt x="152383" y="204687"/>
                </a:cubicBezTo>
                <a:cubicBezTo>
                  <a:pt x="142661" y="210056"/>
                  <a:pt x="132098" y="212733"/>
                  <a:pt x="120701" y="212733"/>
                </a:cubicBezTo>
                <a:close/>
                <a:moveTo>
                  <a:pt x="120701" y="195638"/>
                </a:moveTo>
                <a:cubicBezTo>
                  <a:pt x="132771" y="195638"/>
                  <a:pt x="142998" y="191358"/>
                  <a:pt x="151381" y="182814"/>
                </a:cubicBezTo>
                <a:cubicBezTo>
                  <a:pt x="159764" y="174431"/>
                  <a:pt x="163956" y="164204"/>
                  <a:pt x="163956" y="152134"/>
                </a:cubicBezTo>
                <a:lnTo>
                  <a:pt x="163956" y="111147"/>
                </a:lnTo>
                <a:cubicBezTo>
                  <a:pt x="163956" y="99077"/>
                  <a:pt x="159764" y="88850"/>
                  <a:pt x="151381" y="80467"/>
                </a:cubicBezTo>
                <a:cubicBezTo>
                  <a:pt x="142998" y="71916"/>
                  <a:pt x="132771" y="67644"/>
                  <a:pt x="120701" y="67644"/>
                </a:cubicBezTo>
                <a:cubicBezTo>
                  <a:pt x="108631" y="67644"/>
                  <a:pt x="98404" y="71916"/>
                  <a:pt x="90021" y="80467"/>
                </a:cubicBezTo>
                <a:cubicBezTo>
                  <a:pt x="81638" y="88850"/>
                  <a:pt x="77453" y="99077"/>
                  <a:pt x="77453" y="111147"/>
                </a:cubicBezTo>
                <a:lnTo>
                  <a:pt x="77453" y="152134"/>
                </a:lnTo>
                <a:cubicBezTo>
                  <a:pt x="77453" y="164204"/>
                  <a:pt x="81638" y="174431"/>
                  <a:pt x="90021" y="182814"/>
                </a:cubicBezTo>
                <a:cubicBezTo>
                  <a:pt x="98404" y="191358"/>
                  <a:pt x="108631" y="195638"/>
                  <a:pt x="120701" y="195638"/>
                </a:cubicBezTo>
                <a:close/>
                <a:moveTo>
                  <a:pt x="108382" y="161183"/>
                </a:moveTo>
                <a:lnTo>
                  <a:pt x="133020" y="161183"/>
                </a:lnTo>
                <a:cubicBezTo>
                  <a:pt x="135200" y="161183"/>
                  <a:pt x="137043" y="160430"/>
                  <a:pt x="138557" y="158923"/>
                </a:cubicBezTo>
                <a:cubicBezTo>
                  <a:pt x="140064" y="157416"/>
                  <a:pt x="140818" y="155572"/>
                  <a:pt x="140818" y="153392"/>
                </a:cubicBezTo>
                <a:cubicBezTo>
                  <a:pt x="140818" y="151044"/>
                  <a:pt x="140064" y="149113"/>
                  <a:pt x="138557" y="147606"/>
                </a:cubicBezTo>
                <a:cubicBezTo>
                  <a:pt x="137043" y="146267"/>
                  <a:pt x="135200" y="145594"/>
                  <a:pt x="133020" y="145594"/>
                </a:cubicBezTo>
                <a:lnTo>
                  <a:pt x="108382" y="145594"/>
                </a:lnTo>
                <a:cubicBezTo>
                  <a:pt x="106202" y="145594"/>
                  <a:pt x="104359" y="146348"/>
                  <a:pt x="102844" y="147862"/>
                </a:cubicBezTo>
                <a:cubicBezTo>
                  <a:pt x="101337" y="149369"/>
                  <a:pt x="100584" y="151212"/>
                  <a:pt x="100584" y="153392"/>
                </a:cubicBezTo>
                <a:cubicBezTo>
                  <a:pt x="100584" y="155741"/>
                  <a:pt x="101337" y="157665"/>
                  <a:pt x="102844" y="159171"/>
                </a:cubicBezTo>
                <a:cubicBezTo>
                  <a:pt x="104359" y="160517"/>
                  <a:pt x="106202" y="161183"/>
                  <a:pt x="108382" y="161183"/>
                </a:cubicBezTo>
                <a:close/>
                <a:moveTo>
                  <a:pt x="108382" y="117687"/>
                </a:moveTo>
                <a:lnTo>
                  <a:pt x="133020" y="117687"/>
                </a:lnTo>
                <a:cubicBezTo>
                  <a:pt x="135200" y="117687"/>
                  <a:pt x="137043" y="116926"/>
                  <a:pt x="138557" y="115419"/>
                </a:cubicBezTo>
                <a:cubicBezTo>
                  <a:pt x="140064" y="113912"/>
                  <a:pt x="140818" y="112069"/>
                  <a:pt x="140818" y="109889"/>
                </a:cubicBezTo>
                <a:cubicBezTo>
                  <a:pt x="140818" y="107541"/>
                  <a:pt x="140064" y="105617"/>
                  <a:pt x="138557" y="104103"/>
                </a:cubicBezTo>
                <a:cubicBezTo>
                  <a:pt x="137043" y="102764"/>
                  <a:pt x="135200" y="102091"/>
                  <a:pt x="133020" y="102091"/>
                </a:cubicBezTo>
                <a:lnTo>
                  <a:pt x="108382" y="102091"/>
                </a:lnTo>
                <a:cubicBezTo>
                  <a:pt x="106202" y="102091"/>
                  <a:pt x="104359" y="102844"/>
                  <a:pt x="102844" y="104359"/>
                </a:cubicBezTo>
                <a:cubicBezTo>
                  <a:pt x="101337" y="105866"/>
                  <a:pt x="100584" y="107709"/>
                  <a:pt x="100584" y="109889"/>
                </a:cubicBezTo>
                <a:cubicBezTo>
                  <a:pt x="100584" y="112237"/>
                  <a:pt x="101337" y="114161"/>
                  <a:pt x="102844" y="115675"/>
                </a:cubicBezTo>
                <a:cubicBezTo>
                  <a:pt x="104359" y="117014"/>
                  <a:pt x="106202" y="117687"/>
                  <a:pt x="108382" y="117687"/>
                </a:cubicBezTo>
                <a:close/>
                <a:moveTo>
                  <a:pt x="120950" y="131769"/>
                </a:moveTo>
                <a:lnTo>
                  <a:pt x="120701" y="131769"/>
                </a:lnTo>
                <a:lnTo>
                  <a:pt x="120950" y="131769"/>
                </a:lnTo>
                <a:lnTo>
                  <a:pt x="120701" y="131769"/>
                </a:lnTo>
                <a:lnTo>
                  <a:pt x="120950" y="131769"/>
                </a:lnTo>
                <a:lnTo>
                  <a:pt x="120701" y="131769"/>
                </a:lnTo>
                <a:lnTo>
                  <a:pt x="120950" y="131769"/>
                </a:lnTo>
                <a:lnTo>
                  <a:pt x="120701" y="131769"/>
                </a:lnTo>
                <a:lnTo>
                  <a:pt x="120950" y="131769"/>
                </a:ln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圖說"/>
          <p:cNvSpPr/>
          <p:nvPr/>
        </p:nvSpPr>
        <p:spPr>
          <a:xfrm>
            <a:off x="4418271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問題追蹤</a:t>
            </a:r>
            <a:endParaRPr lang="en-US" sz="600" dirty="0"/>
          </a:p>
        </p:txBody>
      </p:sp>
      <p:sp>
        <p:nvSpPr>
          <p:cNvPr id="66" name="圖示 成果"/>
          <p:cNvSpPr/>
          <p:nvPr/>
        </p:nvSpPr>
        <p:spPr>
          <a:xfrm>
            <a:off x="4977866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2149" y="196142"/>
                </a:moveTo>
                <a:lnTo>
                  <a:pt x="112149" y="160686"/>
                </a:lnTo>
                <a:cubicBezTo>
                  <a:pt x="103100" y="158842"/>
                  <a:pt x="95054" y="154899"/>
                  <a:pt x="88009" y="148864"/>
                </a:cubicBezTo>
                <a:cubicBezTo>
                  <a:pt x="80804" y="142998"/>
                  <a:pt x="75859" y="135624"/>
                  <a:pt x="73174" y="126736"/>
                </a:cubicBezTo>
                <a:cubicBezTo>
                  <a:pt x="59933" y="125895"/>
                  <a:pt x="48785" y="120869"/>
                  <a:pt x="39729" y="111652"/>
                </a:cubicBezTo>
                <a:cubicBezTo>
                  <a:pt x="30680" y="102596"/>
                  <a:pt x="26152" y="91535"/>
                  <a:pt x="26152" y="78456"/>
                </a:cubicBezTo>
                <a:lnTo>
                  <a:pt x="26152" y="67395"/>
                </a:lnTo>
                <a:cubicBezTo>
                  <a:pt x="26152" y="62699"/>
                  <a:pt x="27747" y="58675"/>
                  <a:pt x="30929" y="55325"/>
                </a:cubicBezTo>
                <a:cubicBezTo>
                  <a:pt x="34279" y="51967"/>
                  <a:pt x="38390" y="50292"/>
                  <a:pt x="43255" y="50292"/>
                </a:cubicBezTo>
                <a:lnTo>
                  <a:pt x="69407" y="50292"/>
                </a:lnTo>
                <a:lnTo>
                  <a:pt x="69407" y="43255"/>
                </a:lnTo>
                <a:cubicBezTo>
                  <a:pt x="69407" y="39063"/>
                  <a:pt x="70826" y="35457"/>
                  <a:pt x="73679" y="32436"/>
                </a:cubicBezTo>
                <a:cubicBezTo>
                  <a:pt x="76693" y="29590"/>
                  <a:pt x="80299" y="28164"/>
                  <a:pt x="84491" y="28164"/>
                </a:cubicBezTo>
                <a:lnTo>
                  <a:pt x="156911" y="28164"/>
                </a:lnTo>
                <a:cubicBezTo>
                  <a:pt x="161103" y="28164"/>
                  <a:pt x="164709" y="29590"/>
                  <a:pt x="167723" y="32436"/>
                </a:cubicBezTo>
                <a:cubicBezTo>
                  <a:pt x="170576" y="35457"/>
                  <a:pt x="172002" y="39063"/>
                  <a:pt x="172002" y="43255"/>
                </a:cubicBezTo>
                <a:lnTo>
                  <a:pt x="172002" y="50292"/>
                </a:lnTo>
                <a:lnTo>
                  <a:pt x="198154" y="50292"/>
                </a:lnTo>
                <a:cubicBezTo>
                  <a:pt x="202843" y="50292"/>
                  <a:pt x="206867" y="51967"/>
                  <a:pt x="210224" y="55325"/>
                </a:cubicBezTo>
                <a:cubicBezTo>
                  <a:pt x="213743" y="58675"/>
                  <a:pt x="215498" y="62699"/>
                  <a:pt x="215498" y="67395"/>
                </a:cubicBezTo>
                <a:lnTo>
                  <a:pt x="215498" y="78456"/>
                </a:lnTo>
                <a:cubicBezTo>
                  <a:pt x="215498" y="91535"/>
                  <a:pt x="210890" y="102596"/>
                  <a:pt x="201673" y="111652"/>
                </a:cubicBezTo>
                <a:cubicBezTo>
                  <a:pt x="192617" y="120869"/>
                  <a:pt x="181556" y="125895"/>
                  <a:pt x="168476" y="126736"/>
                </a:cubicBezTo>
                <a:cubicBezTo>
                  <a:pt x="165631" y="135624"/>
                  <a:pt x="160598" y="142998"/>
                  <a:pt x="153392" y="148864"/>
                </a:cubicBezTo>
                <a:cubicBezTo>
                  <a:pt x="146348" y="154899"/>
                  <a:pt x="138301" y="158842"/>
                  <a:pt x="129252" y="160686"/>
                </a:cubicBezTo>
                <a:lnTo>
                  <a:pt x="129252" y="196142"/>
                </a:lnTo>
                <a:lnTo>
                  <a:pt x="158169" y="196142"/>
                </a:lnTo>
                <a:cubicBezTo>
                  <a:pt x="160686" y="196142"/>
                  <a:pt x="162778" y="196976"/>
                  <a:pt x="164453" y="198652"/>
                </a:cubicBezTo>
                <a:cubicBezTo>
                  <a:pt x="165967" y="200327"/>
                  <a:pt x="166721" y="202338"/>
                  <a:pt x="166721" y="204687"/>
                </a:cubicBezTo>
                <a:cubicBezTo>
                  <a:pt x="166721" y="207203"/>
                  <a:pt x="165967" y="209215"/>
                  <a:pt x="164453" y="210722"/>
                </a:cubicBezTo>
                <a:cubicBezTo>
                  <a:pt x="162778" y="212397"/>
                  <a:pt x="160686" y="213238"/>
                  <a:pt x="158169" y="213238"/>
                </a:cubicBezTo>
                <a:lnTo>
                  <a:pt x="83232" y="213238"/>
                </a:lnTo>
                <a:cubicBezTo>
                  <a:pt x="80716" y="213238"/>
                  <a:pt x="78624" y="212397"/>
                  <a:pt x="76949" y="210722"/>
                </a:cubicBezTo>
                <a:cubicBezTo>
                  <a:pt x="75442" y="209046"/>
                  <a:pt x="74681" y="207035"/>
                  <a:pt x="74681" y="204687"/>
                </a:cubicBezTo>
                <a:cubicBezTo>
                  <a:pt x="74681" y="202177"/>
                  <a:pt x="75442" y="200166"/>
                  <a:pt x="76949" y="198652"/>
                </a:cubicBezTo>
                <a:cubicBezTo>
                  <a:pt x="78624" y="196976"/>
                  <a:pt x="80716" y="196142"/>
                  <a:pt x="83232" y="196142"/>
                </a:cubicBezTo>
                <a:lnTo>
                  <a:pt x="112149" y="196142"/>
                </a:lnTo>
                <a:close/>
                <a:moveTo>
                  <a:pt x="69407" y="109135"/>
                </a:moveTo>
                <a:lnTo>
                  <a:pt x="69407" y="67395"/>
                </a:lnTo>
                <a:lnTo>
                  <a:pt x="43255" y="67395"/>
                </a:lnTo>
                <a:lnTo>
                  <a:pt x="43255" y="78456"/>
                </a:lnTo>
                <a:cubicBezTo>
                  <a:pt x="43255" y="85997"/>
                  <a:pt x="45683" y="92618"/>
                  <a:pt x="50541" y="98324"/>
                </a:cubicBezTo>
                <a:cubicBezTo>
                  <a:pt x="55574" y="103854"/>
                  <a:pt x="61857" y="107460"/>
                  <a:pt x="69407" y="109135"/>
                </a:cubicBezTo>
                <a:close/>
                <a:moveTo>
                  <a:pt x="145090" y="134534"/>
                </a:moveTo>
                <a:cubicBezTo>
                  <a:pt x="151629" y="127826"/>
                  <a:pt x="154899" y="119699"/>
                  <a:pt x="154899" y="110138"/>
                </a:cubicBezTo>
                <a:lnTo>
                  <a:pt x="154899" y="45266"/>
                </a:lnTo>
                <a:lnTo>
                  <a:pt x="86502" y="45266"/>
                </a:lnTo>
                <a:lnTo>
                  <a:pt x="86502" y="110138"/>
                </a:lnTo>
                <a:cubicBezTo>
                  <a:pt x="86502" y="119699"/>
                  <a:pt x="89853" y="127826"/>
                  <a:pt x="96561" y="134534"/>
                </a:cubicBezTo>
                <a:cubicBezTo>
                  <a:pt x="103100" y="141235"/>
                  <a:pt x="111147" y="144592"/>
                  <a:pt x="120701" y="144592"/>
                </a:cubicBezTo>
                <a:cubicBezTo>
                  <a:pt x="130254" y="144592"/>
                  <a:pt x="138389" y="141235"/>
                  <a:pt x="145090" y="134534"/>
                </a:cubicBezTo>
                <a:close/>
                <a:moveTo>
                  <a:pt x="172002" y="109135"/>
                </a:moveTo>
                <a:cubicBezTo>
                  <a:pt x="179544" y="107460"/>
                  <a:pt x="185828" y="103854"/>
                  <a:pt x="190861" y="98324"/>
                </a:cubicBezTo>
                <a:cubicBezTo>
                  <a:pt x="195718" y="92618"/>
                  <a:pt x="198154" y="85997"/>
                  <a:pt x="198154" y="78456"/>
                </a:cubicBezTo>
                <a:lnTo>
                  <a:pt x="198154" y="67395"/>
                </a:lnTo>
                <a:lnTo>
                  <a:pt x="172002" y="67395"/>
                </a:lnTo>
                <a:lnTo>
                  <a:pt x="172002" y="109135"/>
                </a:lnTo>
                <a:close/>
                <a:moveTo>
                  <a:pt x="120701" y="94798"/>
                </a:move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圖說"/>
          <p:cNvSpPr/>
          <p:nvPr/>
        </p:nvSpPr>
        <p:spPr>
          <a:xfrm>
            <a:off x="4862048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成果</a:t>
            </a:r>
            <a:endParaRPr lang="en-US" sz="600" dirty="0"/>
          </a:p>
        </p:txBody>
      </p:sp>
      <p:sp>
        <p:nvSpPr>
          <p:cNvPr id="68" name="圖示 重點"/>
          <p:cNvSpPr/>
          <p:nvPr/>
        </p:nvSpPr>
        <p:spPr>
          <a:xfrm>
            <a:off x="5421642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81974" y="178535"/>
                </a:moveTo>
                <a:lnTo>
                  <a:pt x="120701" y="155404"/>
                </a:lnTo>
                <a:lnTo>
                  <a:pt x="159427" y="178791"/>
                </a:lnTo>
                <a:lnTo>
                  <a:pt x="148864" y="135031"/>
                </a:lnTo>
                <a:lnTo>
                  <a:pt x="183063" y="105617"/>
                </a:lnTo>
                <a:lnTo>
                  <a:pt x="138052" y="101593"/>
                </a:lnTo>
                <a:lnTo>
                  <a:pt x="120701" y="60350"/>
                </a:lnTo>
                <a:lnTo>
                  <a:pt x="103349" y="101337"/>
                </a:lnTo>
                <a:lnTo>
                  <a:pt x="58587" y="105361"/>
                </a:lnTo>
                <a:lnTo>
                  <a:pt x="92537" y="134783"/>
                </a:lnTo>
                <a:lnTo>
                  <a:pt x="81974" y="178535"/>
                </a:lnTo>
                <a:close/>
                <a:moveTo>
                  <a:pt x="120701" y="175521"/>
                </a:moveTo>
                <a:lnTo>
                  <a:pt x="73927" y="203684"/>
                </a:lnTo>
                <a:cubicBezTo>
                  <a:pt x="72252" y="204687"/>
                  <a:pt x="70577" y="205111"/>
                  <a:pt x="68902" y="204943"/>
                </a:cubicBezTo>
                <a:cubicBezTo>
                  <a:pt x="67227" y="204943"/>
                  <a:pt x="65712" y="204438"/>
                  <a:pt x="64374" y="203428"/>
                </a:cubicBezTo>
                <a:cubicBezTo>
                  <a:pt x="63035" y="202426"/>
                  <a:pt x="62026" y="201168"/>
                  <a:pt x="61360" y="199661"/>
                </a:cubicBezTo>
                <a:cubicBezTo>
                  <a:pt x="60687" y="198154"/>
                  <a:pt x="60519" y="196472"/>
                  <a:pt x="60855" y="194628"/>
                </a:cubicBezTo>
                <a:lnTo>
                  <a:pt x="73430" y="141066"/>
                </a:lnTo>
                <a:lnTo>
                  <a:pt x="31938" y="105112"/>
                </a:lnTo>
                <a:cubicBezTo>
                  <a:pt x="30424" y="103766"/>
                  <a:pt x="29502" y="102259"/>
                  <a:pt x="29173" y="100584"/>
                </a:cubicBezTo>
                <a:cubicBezTo>
                  <a:pt x="28837" y="99077"/>
                  <a:pt x="28917" y="97482"/>
                  <a:pt x="29422" y="95807"/>
                </a:cubicBezTo>
                <a:cubicBezTo>
                  <a:pt x="29758" y="94300"/>
                  <a:pt x="30592" y="93042"/>
                  <a:pt x="31938" y="92033"/>
                </a:cubicBezTo>
                <a:cubicBezTo>
                  <a:pt x="33277" y="91030"/>
                  <a:pt x="34872" y="90445"/>
                  <a:pt x="36715" y="90277"/>
                </a:cubicBezTo>
                <a:lnTo>
                  <a:pt x="91535" y="85500"/>
                </a:lnTo>
                <a:lnTo>
                  <a:pt x="112654" y="34952"/>
                </a:lnTo>
                <a:cubicBezTo>
                  <a:pt x="113495" y="33109"/>
                  <a:pt x="114666" y="31770"/>
                  <a:pt x="116173" y="30929"/>
                </a:cubicBezTo>
                <a:cubicBezTo>
                  <a:pt x="117687" y="30095"/>
                  <a:pt x="119194" y="29670"/>
                  <a:pt x="120701" y="29670"/>
                </a:cubicBezTo>
                <a:cubicBezTo>
                  <a:pt x="122208" y="29670"/>
                  <a:pt x="123722" y="30095"/>
                  <a:pt x="125229" y="30929"/>
                </a:cubicBezTo>
                <a:cubicBezTo>
                  <a:pt x="126736" y="31770"/>
                  <a:pt x="127906" y="33109"/>
                  <a:pt x="128748" y="34952"/>
                </a:cubicBezTo>
                <a:lnTo>
                  <a:pt x="149874" y="85500"/>
                </a:lnTo>
                <a:lnTo>
                  <a:pt x="204687" y="90277"/>
                </a:lnTo>
                <a:cubicBezTo>
                  <a:pt x="206530" y="90445"/>
                  <a:pt x="208125" y="91030"/>
                  <a:pt x="209463" y="92033"/>
                </a:cubicBezTo>
                <a:cubicBezTo>
                  <a:pt x="210809" y="93042"/>
                  <a:pt x="211643" y="94300"/>
                  <a:pt x="211980" y="95807"/>
                </a:cubicBezTo>
                <a:cubicBezTo>
                  <a:pt x="212485" y="97482"/>
                  <a:pt x="212565" y="99077"/>
                  <a:pt x="212236" y="100584"/>
                </a:cubicBezTo>
                <a:cubicBezTo>
                  <a:pt x="211899" y="102259"/>
                  <a:pt x="210978" y="103766"/>
                  <a:pt x="209463" y="105112"/>
                </a:cubicBezTo>
                <a:lnTo>
                  <a:pt x="167979" y="141066"/>
                </a:lnTo>
                <a:lnTo>
                  <a:pt x="180546" y="194628"/>
                </a:lnTo>
                <a:cubicBezTo>
                  <a:pt x="180883" y="196472"/>
                  <a:pt x="180715" y="198154"/>
                  <a:pt x="180049" y="199661"/>
                </a:cubicBezTo>
                <a:cubicBezTo>
                  <a:pt x="179376" y="201168"/>
                  <a:pt x="178367" y="202426"/>
                  <a:pt x="177028" y="203428"/>
                </a:cubicBezTo>
                <a:cubicBezTo>
                  <a:pt x="175689" y="204438"/>
                  <a:pt x="174175" y="204943"/>
                  <a:pt x="172500" y="204943"/>
                </a:cubicBezTo>
                <a:cubicBezTo>
                  <a:pt x="170825" y="205111"/>
                  <a:pt x="169149" y="204687"/>
                  <a:pt x="167474" y="203684"/>
                </a:cubicBezTo>
                <a:lnTo>
                  <a:pt x="120701" y="175521"/>
                </a:lnTo>
                <a:close/>
                <a:moveTo>
                  <a:pt x="120701" y="121959"/>
                </a:move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圖說"/>
          <p:cNvSpPr/>
          <p:nvPr/>
        </p:nvSpPr>
        <p:spPr>
          <a:xfrm>
            <a:off x="5305824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600" dirty="0"/>
          </a:p>
        </p:txBody>
      </p:sp>
      <p:sp>
        <p:nvSpPr>
          <p:cNvPr id="70" name="圖示 資料庫"/>
          <p:cNvSpPr/>
          <p:nvPr/>
        </p:nvSpPr>
        <p:spPr>
          <a:xfrm>
            <a:off x="5865419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212733"/>
                </a:moveTo>
                <a:cubicBezTo>
                  <a:pt x="94885" y="212733"/>
                  <a:pt x="73093" y="208710"/>
                  <a:pt x="55325" y="200663"/>
                </a:cubicBezTo>
                <a:cubicBezTo>
                  <a:pt x="37549" y="192617"/>
                  <a:pt x="28668" y="182726"/>
                  <a:pt x="28668" y="170993"/>
                </a:cubicBezTo>
                <a:lnTo>
                  <a:pt x="28668" y="70409"/>
                </a:lnTo>
                <a:cubicBezTo>
                  <a:pt x="28668" y="58843"/>
                  <a:pt x="37637" y="49034"/>
                  <a:pt x="55574" y="40987"/>
                </a:cubicBezTo>
                <a:cubicBezTo>
                  <a:pt x="73510" y="32772"/>
                  <a:pt x="95222" y="28668"/>
                  <a:pt x="120701" y="28668"/>
                </a:cubicBezTo>
                <a:cubicBezTo>
                  <a:pt x="146011" y="28668"/>
                  <a:pt x="167723" y="32772"/>
                  <a:pt x="185828" y="40987"/>
                </a:cubicBezTo>
                <a:cubicBezTo>
                  <a:pt x="203765" y="49034"/>
                  <a:pt x="212733" y="58843"/>
                  <a:pt x="212733" y="70409"/>
                </a:cubicBezTo>
                <a:lnTo>
                  <a:pt x="212733" y="170993"/>
                </a:lnTo>
                <a:cubicBezTo>
                  <a:pt x="212733" y="182726"/>
                  <a:pt x="203853" y="192617"/>
                  <a:pt x="186084" y="200663"/>
                </a:cubicBezTo>
                <a:cubicBezTo>
                  <a:pt x="168308" y="208710"/>
                  <a:pt x="146516" y="212733"/>
                  <a:pt x="120701" y="212733"/>
                </a:cubicBezTo>
                <a:close/>
                <a:moveTo>
                  <a:pt x="120701" y="88514"/>
                </a:moveTo>
                <a:cubicBezTo>
                  <a:pt x="135119" y="88514"/>
                  <a:pt x="149874" y="86254"/>
                  <a:pt x="164958" y="81725"/>
                </a:cubicBezTo>
                <a:cubicBezTo>
                  <a:pt x="180049" y="77366"/>
                  <a:pt x="189851" y="72420"/>
                  <a:pt x="194379" y="66890"/>
                </a:cubicBezTo>
                <a:cubicBezTo>
                  <a:pt x="189683" y="61521"/>
                  <a:pt x="179793" y="56576"/>
                  <a:pt x="164709" y="52055"/>
                </a:cubicBezTo>
                <a:cubicBezTo>
                  <a:pt x="149450" y="47527"/>
                  <a:pt x="134783" y="45266"/>
                  <a:pt x="120701" y="45266"/>
                </a:cubicBezTo>
                <a:cubicBezTo>
                  <a:pt x="105946" y="45266"/>
                  <a:pt x="91199" y="47439"/>
                  <a:pt x="76444" y="51799"/>
                </a:cubicBezTo>
                <a:cubicBezTo>
                  <a:pt x="61521" y="56159"/>
                  <a:pt x="51631" y="61192"/>
                  <a:pt x="46773" y="66890"/>
                </a:cubicBezTo>
                <a:cubicBezTo>
                  <a:pt x="51631" y="72757"/>
                  <a:pt x="61360" y="77783"/>
                  <a:pt x="75939" y="81974"/>
                </a:cubicBezTo>
                <a:cubicBezTo>
                  <a:pt x="90694" y="86334"/>
                  <a:pt x="105617" y="88514"/>
                  <a:pt x="120701" y="88514"/>
                </a:cubicBezTo>
                <a:close/>
                <a:moveTo>
                  <a:pt x="120452" y="142325"/>
                </a:moveTo>
                <a:cubicBezTo>
                  <a:pt x="127489" y="142325"/>
                  <a:pt x="134446" y="141908"/>
                  <a:pt x="141322" y="141066"/>
                </a:cubicBezTo>
                <a:cubicBezTo>
                  <a:pt x="148360" y="140232"/>
                  <a:pt x="155068" y="139055"/>
                  <a:pt x="161439" y="137548"/>
                </a:cubicBezTo>
                <a:cubicBezTo>
                  <a:pt x="167979" y="136041"/>
                  <a:pt x="174175" y="134197"/>
                  <a:pt x="180049" y="132017"/>
                </a:cubicBezTo>
                <a:cubicBezTo>
                  <a:pt x="185916" y="129837"/>
                  <a:pt x="191278" y="127321"/>
                  <a:pt x="196142" y="124475"/>
                </a:cubicBezTo>
                <a:lnTo>
                  <a:pt x="196142" y="87512"/>
                </a:lnTo>
                <a:cubicBezTo>
                  <a:pt x="191110" y="90189"/>
                  <a:pt x="185660" y="92618"/>
                  <a:pt x="179793" y="94798"/>
                </a:cubicBezTo>
                <a:cubicBezTo>
                  <a:pt x="173926" y="96978"/>
                  <a:pt x="167723" y="98821"/>
                  <a:pt x="161183" y="100335"/>
                </a:cubicBezTo>
                <a:cubicBezTo>
                  <a:pt x="154819" y="101842"/>
                  <a:pt x="148191" y="103013"/>
                  <a:pt x="141322" y="103854"/>
                </a:cubicBezTo>
                <a:cubicBezTo>
                  <a:pt x="134446" y="104688"/>
                  <a:pt x="127489" y="105112"/>
                  <a:pt x="120452" y="105112"/>
                </a:cubicBezTo>
                <a:cubicBezTo>
                  <a:pt x="113408" y="105112"/>
                  <a:pt x="106451" y="104688"/>
                  <a:pt x="99582" y="103854"/>
                </a:cubicBezTo>
                <a:cubicBezTo>
                  <a:pt x="92537" y="103013"/>
                  <a:pt x="85749" y="101842"/>
                  <a:pt x="79209" y="100335"/>
                </a:cubicBezTo>
                <a:cubicBezTo>
                  <a:pt x="72837" y="98821"/>
                  <a:pt x="66722" y="96978"/>
                  <a:pt x="60855" y="94798"/>
                </a:cubicBezTo>
                <a:cubicBezTo>
                  <a:pt x="55157" y="92618"/>
                  <a:pt x="49956" y="90189"/>
                  <a:pt x="45266" y="87512"/>
                </a:cubicBezTo>
                <a:lnTo>
                  <a:pt x="45266" y="124475"/>
                </a:lnTo>
                <a:cubicBezTo>
                  <a:pt x="49787" y="127321"/>
                  <a:pt x="54988" y="129837"/>
                  <a:pt x="60855" y="132017"/>
                </a:cubicBezTo>
                <a:cubicBezTo>
                  <a:pt x="66554" y="134197"/>
                  <a:pt x="72589" y="136041"/>
                  <a:pt x="78960" y="137548"/>
                </a:cubicBezTo>
                <a:cubicBezTo>
                  <a:pt x="85500" y="139055"/>
                  <a:pt x="92289" y="140232"/>
                  <a:pt x="99326" y="141066"/>
                </a:cubicBezTo>
                <a:cubicBezTo>
                  <a:pt x="106370" y="141908"/>
                  <a:pt x="113408" y="142325"/>
                  <a:pt x="120452" y="142325"/>
                </a:cubicBezTo>
                <a:close/>
                <a:moveTo>
                  <a:pt x="120701" y="196142"/>
                </a:moveTo>
                <a:cubicBezTo>
                  <a:pt x="128748" y="196142"/>
                  <a:pt x="136962" y="195382"/>
                  <a:pt x="145346" y="193875"/>
                </a:cubicBezTo>
                <a:cubicBezTo>
                  <a:pt x="153897" y="192536"/>
                  <a:pt x="161688" y="190693"/>
                  <a:pt x="168732" y="188344"/>
                </a:cubicBezTo>
                <a:cubicBezTo>
                  <a:pt x="175938" y="185996"/>
                  <a:pt x="181973" y="183399"/>
                  <a:pt x="186838" y="180546"/>
                </a:cubicBezTo>
                <a:cubicBezTo>
                  <a:pt x="191863" y="177701"/>
                  <a:pt x="194965" y="174767"/>
                  <a:pt x="196142" y="171746"/>
                </a:cubicBezTo>
                <a:lnTo>
                  <a:pt x="196142" y="141571"/>
                </a:lnTo>
                <a:cubicBezTo>
                  <a:pt x="191278" y="144424"/>
                  <a:pt x="185916" y="146853"/>
                  <a:pt x="180049" y="148864"/>
                </a:cubicBezTo>
                <a:cubicBezTo>
                  <a:pt x="174343" y="151044"/>
                  <a:pt x="168228" y="152888"/>
                  <a:pt x="161688" y="154395"/>
                </a:cubicBezTo>
                <a:cubicBezTo>
                  <a:pt x="155148" y="155909"/>
                  <a:pt x="148447" y="156992"/>
                  <a:pt x="141571" y="157665"/>
                </a:cubicBezTo>
                <a:cubicBezTo>
                  <a:pt x="134702" y="158506"/>
                  <a:pt x="127658" y="158923"/>
                  <a:pt x="120452" y="158923"/>
                </a:cubicBezTo>
                <a:cubicBezTo>
                  <a:pt x="113239" y="158923"/>
                  <a:pt x="106202" y="158506"/>
                  <a:pt x="99326" y="157665"/>
                </a:cubicBezTo>
                <a:cubicBezTo>
                  <a:pt x="92289" y="156992"/>
                  <a:pt x="85500" y="155909"/>
                  <a:pt x="78960" y="154395"/>
                </a:cubicBezTo>
                <a:cubicBezTo>
                  <a:pt x="72589" y="152888"/>
                  <a:pt x="66554" y="151044"/>
                  <a:pt x="60855" y="148864"/>
                </a:cubicBezTo>
                <a:cubicBezTo>
                  <a:pt x="55157" y="146684"/>
                  <a:pt x="49956" y="144256"/>
                  <a:pt x="45266" y="141571"/>
                </a:cubicBezTo>
                <a:lnTo>
                  <a:pt x="45266" y="172002"/>
                </a:lnTo>
                <a:cubicBezTo>
                  <a:pt x="46269" y="174848"/>
                  <a:pt x="49202" y="177701"/>
                  <a:pt x="54067" y="180546"/>
                </a:cubicBezTo>
                <a:cubicBezTo>
                  <a:pt x="59092" y="183568"/>
                  <a:pt x="65215" y="186165"/>
                  <a:pt x="72420" y="188344"/>
                </a:cubicBezTo>
                <a:cubicBezTo>
                  <a:pt x="79465" y="190693"/>
                  <a:pt x="87256" y="192536"/>
                  <a:pt x="95807" y="193875"/>
                </a:cubicBezTo>
                <a:cubicBezTo>
                  <a:pt x="104190" y="195382"/>
                  <a:pt x="112486" y="196142"/>
                  <a:pt x="120701" y="196142"/>
                </a:cubicBez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圖說"/>
          <p:cNvSpPr/>
          <p:nvPr/>
        </p:nvSpPr>
        <p:spPr>
          <a:xfrm>
            <a:off x="5749601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600" dirty="0"/>
          </a:p>
        </p:txBody>
      </p:sp>
      <p:sp>
        <p:nvSpPr>
          <p:cNvPr id="72" name="圖示 伺服器"/>
          <p:cNvSpPr/>
          <p:nvPr/>
        </p:nvSpPr>
        <p:spPr>
          <a:xfrm>
            <a:off x="6309195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72172" y="59348"/>
                </a:moveTo>
                <a:cubicBezTo>
                  <a:pt x="68646" y="59348"/>
                  <a:pt x="65712" y="60519"/>
                  <a:pt x="63372" y="62867"/>
                </a:cubicBezTo>
                <a:cubicBezTo>
                  <a:pt x="60855" y="65383"/>
                  <a:pt x="59597" y="68397"/>
                  <a:pt x="59597" y="71916"/>
                </a:cubicBezTo>
                <a:cubicBezTo>
                  <a:pt x="59597" y="75442"/>
                  <a:pt x="60855" y="78375"/>
                  <a:pt x="63372" y="80716"/>
                </a:cubicBezTo>
                <a:cubicBezTo>
                  <a:pt x="65712" y="83232"/>
                  <a:pt x="68646" y="84491"/>
                  <a:pt x="72172" y="84491"/>
                </a:cubicBezTo>
                <a:cubicBezTo>
                  <a:pt x="75690" y="84491"/>
                  <a:pt x="78704" y="83232"/>
                  <a:pt x="81221" y="80716"/>
                </a:cubicBezTo>
                <a:cubicBezTo>
                  <a:pt x="83569" y="78375"/>
                  <a:pt x="84739" y="75442"/>
                  <a:pt x="84739" y="71916"/>
                </a:cubicBezTo>
                <a:cubicBezTo>
                  <a:pt x="84739" y="68397"/>
                  <a:pt x="83488" y="65383"/>
                  <a:pt x="80972" y="62867"/>
                </a:cubicBezTo>
                <a:cubicBezTo>
                  <a:pt x="78624" y="60519"/>
                  <a:pt x="75690" y="59348"/>
                  <a:pt x="72172" y="59348"/>
                </a:cubicBezTo>
                <a:close/>
                <a:moveTo>
                  <a:pt x="72172" y="166465"/>
                </a:moveTo>
                <a:cubicBezTo>
                  <a:pt x="68646" y="166465"/>
                  <a:pt x="65712" y="167723"/>
                  <a:pt x="63372" y="170239"/>
                </a:cubicBezTo>
                <a:cubicBezTo>
                  <a:pt x="60855" y="172588"/>
                  <a:pt x="59597" y="175521"/>
                  <a:pt x="59597" y="179040"/>
                </a:cubicBezTo>
                <a:cubicBezTo>
                  <a:pt x="59597" y="182558"/>
                  <a:pt x="60855" y="185579"/>
                  <a:pt x="63372" y="188096"/>
                </a:cubicBezTo>
                <a:cubicBezTo>
                  <a:pt x="65712" y="190437"/>
                  <a:pt x="68646" y="191614"/>
                  <a:pt x="72172" y="191614"/>
                </a:cubicBezTo>
                <a:cubicBezTo>
                  <a:pt x="75690" y="191614"/>
                  <a:pt x="78704" y="190356"/>
                  <a:pt x="81221" y="187840"/>
                </a:cubicBezTo>
                <a:cubicBezTo>
                  <a:pt x="83569" y="185492"/>
                  <a:pt x="84739" y="182558"/>
                  <a:pt x="84739" y="179040"/>
                </a:cubicBezTo>
                <a:cubicBezTo>
                  <a:pt x="84739" y="175521"/>
                  <a:pt x="83488" y="172588"/>
                  <a:pt x="80972" y="170239"/>
                </a:cubicBezTo>
                <a:cubicBezTo>
                  <a:pt x="78624" y="167723"/>
                  <a:pt x="75690" y="166465"/>
                  <a:pt x="72172" y="166465"/>
                </a:cubicBezTo>
                <a:close/>
                <a:moveTo>
                  <a:pt x="38222" y="27161"/>
                </a:moveTo>
                <a:lnTo>
                  <a:pt x="202931" y="27161"/>
                </a:lnTo>
                <a:cubicBezTo>
                  <a:pt x="205945" y="27161"/>
                  <a:pt x="208293" y="27995"/>
                  <a:pt x="209968" y="29670"/>
                </a:cubicBezTo>
                <a:cubicBezTo>
                  <a:pt x="211812" y="31514"/>
                  <a:pt x="212733" y="33950"/>
                  <a:pt x="212733" y="36964"/>
                </a:cubicBezTo>
                <a:lnTo>
                  <a:pt x="212733" y="105361"/>
                </a:lnTo>
                <a:cubicBezTo>
                  <a:pt x="212733" y="108550"/>
                  <a:pt x="211812" y="111315"/>
                  <a:pt x="209968" y="113664"/>
                </a:cubicBezTo>
                <a:cubicBezTo>
                  <a:pt x="208293" y="115836"/>
                  <a:pt x="205945" y="116926"/>
                  <a:pt x="202931" y="116926"/>
                </a:cubicBezTo>
                <a:lnTo>
                  <a:pt x="38222" y="116926"/>
                </a:lnTo>
                <a:cubicBezTo>
                  <a:pt x="35369" y="116926"/>
                  <a:pt x="33109" y="115836"/>
                  <a:pt x="31433" y="113664"/>
                </a:cubicBezTo>
                <a:cubicBezTo>
                  <a:pt x="29590" y="111315"/>
                  <a:pt x="28668" y="108550"/>
                  <a:pt x="28668" y="105361"/>
                </a:cubicBezTo>
                <a:lnTo>
                  <a:pt x="28668" y="36964"/>
                </a:lnTo>
                <a:cubicBezTo>
                  <a:pt x="28668" y="33950"/>
                  <a:pt x="29590" y="31514"/>
                  <a:pt x="31433" y="29670"/>
                </a:cubicBezTo>
                <a:cubicBezTo>
                  <a:pt x="33109" y="27995"/>
                  <a:pt x="35369" y="27161"/>
                  <a:pt x="38222" y="27161"/>
                </a:cubicBezTo>
                <a:close/>
                <a:moveTo>
                  <a:pt x="45764" y="44257"/>
                </a:moveTo>
                <a:lnTo>
                  <a:pt x="45764" y="99831"/>
                </a:lnTo>
                <a:lnTo>
                  <a:pt x="195638" y="99831"/>
                </a:lnTo>
                <a:lnTo>
                  <a:pt x="195638" y="44257"/>
                </a:lnTo>
                <a:lnTo>
                  <a:pt x="45764" y="44257"/>
                </a:lnTo>
                <a:close/>
                <a:moveTo>
                  <a:pt x="38222" y="134029"/>
                </a:moveTo>
                <a:lnTo>
                  <a:pt x="201921" y="134029"/>
                </a:lnTo>
                <a:cubicBezTo>
                  <a:pt x="204774" y="134029"/>
                  <a:pt x="207284" y="135200"/>
                  <a:pt x="209463" y="137548"/>
                </a:cubicBezTo>
                <a:cubicBezTo>
                  <a:pt x="211643" y="139896"/>
                  <a:pt x="212733" y="142581"/>
                  <a:pt x="212733" y="145594"/>
                </a:cubicBezTo>
                <a:lnTo>
                  <a:pt x="212733" y="212733"/>
                </a:lnTo>
                <a:cubicBezTo>
                  <a:pt x="212733" y="216420"/>
                  <a:pt x="211643" y="219193"/>
                  <a:pt x="209463" y="221036"/>
                </a:cubicBezTo>
                <a:cubicBezTo>
                  <a:pt x="207284" y="223048"/>
                  <a:pt x="204774" y="224050"/>
                  <a:pt x="201921" y="224050"/>
                </a:cubicBezTo>
                <a:lnTo>
                  <a:pt x="39480" y="224050"/>
                </a:lnTo>
                <a:cubicBezTo>
                  <a:pt x="36459" y="224050"/>
                  <a:pt x="33950" y="223048"/>
                  <a:pt x="31938" y="221036"/>
                </a:cubicBezTo>
                <a:cubicBezTo>
                  <a:pt x="29758" y="219193"/>
                  <a:pt x="28668" y="216420"/>
                  <a:pt x="28668" y="212733"/>
                </a:cubicBezTo>
                <a:lnTo>
                  <a:pt x="28668" y="145594"/>
                </a:lnTo>
                <a:cubicBezTo>
                  <a:pt x="28668" y="142581"/>
                  <a:pt x="29590" y="139896"/>
                  <a:pt x="31433" y="137548"/>
                </a:cubicBezTo>
                <a:cubicBezTo>
                  <a:pt x="33109" y="135200"/>
                  <a:pt x="35369" y="134029"/>
                  <a:pt x="38222" y="134029"/>
                </a:cubicBezTo>
                <a:close/>
                <a:moveTo>
                  <a:pt x="45764" y="151125"/>
                </a:moveTo>
                <a:lnTo>
                  <a:pt x="45764" y="206954"/>
                </a:lnTo>
                <a:lnTo>
                  <a:pt x="195638" y="206954"/>
                </a:lnTo>
                <a:lnTo>
                  <a:pt x="195638" y="151125"/>
                </a:lnTo>
                <a:lnTo>
                  <a:pt x="45764" y="151125"/>
                </a:lnTo>
                <a:close/>
                <a:moveTo>
                  <a:pt x="45764" y="44257"/>
                </a:moveTo>
                <a:lnTo>
                  <a:pt x="45764" y="99831"/>
                </a:lnTo>
                <a:lnTo>
                  <a:pt x="45764" y="44257"/>
                </a:lnTo>
                <a:close/>
                <a:moveTo>
                  <a:pt x="45764" y="151125"/>
                </a:moveTo>
                <a:lnTo>
                  <a:pt x="45764" y="206954"/>
                </a:lnTo>
                <a:lnTo>
                  <a:pt x="45764" y="151125"/>
                </a:ln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圖說"/>
          <p:cNvSpPr/>
          <p:nvPr/>
        </p:nvSpPr>
        <p:spPr>
          <a:xfrm>
            <a:off x="6193378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伺服器</a:t>
            </a:r>
            <a:endParaRPr lang="en-US" sz="600" dirty="0"/>
          </a:p>
        </p:txBody>
      </p:sp>
      <p:sp>
        <p:nvSpPr>
          <p:cNvPr id="74" name="圖示 雲端"/>
          <p:cNvSpPr/>
          <p:nvPr/>
        </p:nvSpPr>
        <p:spPr>
          <a:xfrm>
            <a:off x="6752972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63116" y="202675"/>
                </a:moveTo>
                <a:cubicBezTo>
                  <a:pt x="48032" y="202675"/>
                  <a:pt x="35208" y="197393"/>
                  <a:pt x="24645" y="186838"/>
                </a:cubicBezTo>
                <a:cubicBezTo>
                  <a:pt x="14082" y="176274"/>
                  <a:pt x="8800" y="163363"/>
                  <a:pt x="8800" y="148111"/>
                </a:cubicBezTo>
                <a:cubicBezTo>
                  <a:pt x="8800" y="134863"/>
                  <a:pt x="12992" y="123129"/>
                  <a:pt x="21375" y="112903"/>
                </a:cubicBezTo>
                <a:cubicBezTo>
                  <a:pt x="29758" y="102676"/>
                  <a:pt x="40482" y="96561"/>
                  <a:pt x="53562" y="94549"/>
                </a:cubicBezTo>
                <a:cubicBezTo>
                  <a:pt x="57081" y="78119"/>
                  <a:pt x="65127" y="64791"/>
                  <a:pt x="77702" y="54564"/>
                </a:cubicBezTo>
                <a:cubicBezTo>
                  <a:pt x="90277" y="44176"/>
                  <a:pt x="104776" y="38975"/>
                  <a:pt x="121206" y="38975"/>
                </a:cubicBezTo>
                <a:cubicBezTo>
                  <a:pt x="140145" y="38975"/>
                  <a:pt x="156158" y="45852"/>
                  <a:pt x="169230" y="59597"/>
                </a:cubicBezTo>
                <a:cubicBezTo>
                  <a:pt x="182309" y="73174"/>
                  <a:pt x="189017" y="89604"/>
                  <a:pt x="189347" y="108879"/>
                </a:cubicBezTo>
                <a:lnTo>
                  <a:pt x="189347" y="114914"/>
                </a:lnTo>
                <a:cubicBezTo>
                  <a:pt x="201585" y="114914"/>
                  <a:pt x="211899" y="119106"/>
                  <a:pt x="220283" y="127489"/>
                </a:cubicBezTo>
                <a:cubicBezTo>
                  <a:pt x="228659" y="135873"/>
                  <a:pt x="232850" y="146267"/>
                  <a:pt x="232850" y="158674"/>
                </a:cubicBezTo>
                <a:cubicBezTo>
                  <a:pt x="232850" y="170744"/>
                  <a:pt x="228490" y="181132"/>
                  <a:pt x="219778" y="189851"/>
                </a:cubicBezTo>
                <a:cubicBezTo>
                  <a:pt x="211226" y="198403"/>
                  <a:pt x="200919" y="202675"/>
                  <a:pt x="188849" y="202675"/>
                </a:cubicBezTo>
                <a:lnTo>
                  <a:pt x="63116" y="202675"/>
                </a:lnTo>
                <a:close/>
                <a:moveTo>
                  <a:pt x="63116" y="185579"/>
                </a:moveTo>
                <a:lnTo>
                  <a:pt x="188849" y="185579"/>
                </a:lnTo>
                <a:cubicBezTo>
                  <a:pt x="196055" y="185579"/>
                  <a:pt x="202338" y="182895"/>
                  <a:pt x="207708" y="177533"/>
                </a:cubicBezTo>
                <a:cubicBezTo>
                  <a:pt x="212902" y="172331"/>
                  <a:pt x="215498" y="166048"/>
                  <a:pt x="215498" y="158674"/>
                </a:cubicBezTo>
                <a:cubicBezTo>
                  <a:pt x="215498" y="151293"/>
                  <a:pt x="212902" y="145009"/>
                  <a:pt x="207708" y="139815"/>
                </a:cubicBezTo>
                <a:cubicBezTo>
                  <a:pt x="202338" y="134446"/>
                  <a:pt x="196055" y="131769"/>
                  <a:pt x="188849" y="131769"/>
                </a:cubicBezTo>
                <a:lnTo>
                  <a:pt x="172251" y="131769"/>
                </a:lnTo>
                <a:lnTo>
                  <a:pt x="172251" y="110138"/>
                </a:lnTo>
                <a:cubicBezTo>
                  <a:pt x="172251" y="95054"/>
                  <a:pt x="167218" y="82230"/>
                  <a:pt x="157160" y="71667"/>
                </a:cubicBezTo>
                <a:cubicBezTo>
                  <a:pt x="147101" y="61272"/>
                  <a:pt x="134783" y="56078"/>
                  <a:pt x="120196" y="56078"/>
                </a:cubicBezTo>
                <a:cubicBezTo>
                  <a:pt x="105617" y="56078"/>
                  <a:pt x="93210" y="61360"/>
                  <a:pt x="82984" y="71916"/>
                </a:cubicBezTo>
                <a:cubicBezTo>
                  <a:pt x="72925" y="82479"/>
                  <a:pt x="67892" y="95390"/>
                  <a:pt x="67892" y="110642"/>
                </a:cubicBezTo>
                <a:lnTo>
                  <a:pt x="62362" y="110642"/>
                </a:lnTo>
                <a:cubicBezTo>
                  <a:pt x="52135" y="110642"/>
                  <a:pt x="43503" y="114249"/>
                  <a:pt x="36459" y="121454"/>
                </a:cubicBezTo>
                <a:cubicBezTo>
                  <a:pt x="29422" y="128667"/>
                  <a:pt x="25903" y="137548"/>
                  <a:pt x="25903" y="148111"/>
                </a:cubicBezTo>
                <a:cubicBezTo>
                  <a:pt x="25903" y="158506"/>
                  <a:pt x="29502" y="167306"/>
                  <a:pt x="36715" y="174511"/>
                </a:cubicBezTo>
                <a:cubicBezTo>
                  <a:pt x="43920" y="181892"/>
                  <a:pt x="52721" y="185579"/>
                  <a:pt x="63116" y="185579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圖說"/>
          <p:cNvSpPr/>
          <p:nvPr/>
        </p:nvSpPr>
        <p:spPr>
          <a:xfrm>
            <a:off x="6637154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</a:t>
            </a:r>
            <a:endParaRPr lang="en-US" sz="600" dirty="0"/>
          </a:p>
        </p:txBody>
      </p:sp>
      <p:sp>
        <p:nvSpPr>
          <p:cNvPr id="76" name="圖示 電腦"/>
          <p:cNvSpPr/>
          <p:nvPr/>
        </p:nvSpPr>
        <p:spPr>
          <a:xfrm>
            <a:off x="7196749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6598" y="213487"/>
                </a:moveTo>
                <a:cubicBezTo>
                  <a:pt x="14250" y="213487"/>
                  <a:pt x="12319" y="212733"/>
                  <a:pt x="10812" y="211226"/>
                </a:cubicBezTo>
                <a:cubicBezTo>
                  <a:pt x="9473" y="209719"/>
                  <a:pt x="8800" y="207788"/>
                  <a:pt x="8800" y="205440"/>
                </a:cubicBezTo>
                <a:cubicBezTo>
                  <a:pt x="8800" y="203260"/>
                  <a:pt x="9473" y="201417"/>
                  <a:pt x="10812" y="199910"/>
                </a:cubicBezTo>
                <a:cubicBezTo>
                  <a:pt x="12319" y="198403"/>
                  <a:pt x="14250" y="197649"/>
                  <a:pt x="16598" y="197649"/>
                </a:cubicBezTo>
                <a:lnTo>
                  <a:pt x="224803" y="197649"/>
                </a:lnTo>
                <a:cubicBezTo>
                  <a:pt x="227152" y="197649"/>
                  <a:pt x="229083" y="198403"/>
                  <a:pt x="230590" y="199910"/>
                </a:cubicBezTo>
                <a:cubicBezTo>
                  <a:pt x="232097" y="201417"/>
                  <a:pt x="232850" y="203348"/>
                  <a:pt x="232850" y="205696"/>
                </a:cubicBezTo>
                <a:cubicBezTo>
                  <a:pt x="232850" y="207876"/>
                  <a:pt x="232097" y="209719"/>
                  <a:pt x="230590" y="211226"/>
                </a:cubicBezTo>
                <a:cubicBezTo>
                  <a:pt x="229083" y="212733"/>
                  <a:pt x="227152" y="213487"/>
                  <a:pt x="224803" y="213487"/>
                </a:cubicBezTo>
                <a:lnTo>
                  <a:pt x="16598" y="213487"/>
                </a:lnTo>
                <a:close/>
                <a:moveTo>
                  <a:pt x="35705" y="182558"/>
                </a:moveTo>
                <a:cubicBezTo>
                  <a:pt x="31185" y="182558"/>
                  <a:pt x="27161" y="180883"/>
                  <a:pt x="23635" y="177533"/>
                </a:cubicBezTo>
                <a:cubicBezTo>
                  <a:pt x="20285" y="174014"/>
                  <a:pt x="18610" y="169991"/>
                  <a:pt x="18610" y="165463"/>
                </a:cubicBezTo>
                <a:lnTo>
                  <a:pt x="18610" y="45764"/>
                </a:lnTo>
                <a:cubicBezTo>
                  <a:pt x="18610" y="41075"/>
                  <a:pt x="20285" y="37051"/>
                  <a:pt x="23635" y="33694"/>
                </a:cubicBezTo>
                <a:cubicBezTo>
                  <a:pt x="27161" y="30343"/>
                  <a:pt x="31185" y="28668"/>
                  <a:pt x="35705" y="28668"/>
                </a:cubicBezTo>
                <a:lnTo>
                  <a:pt x="205696" y="28668"/>
                </a:lnTo>
                <a:cubicBezTo>
                  <a:pt x="210385" y="28668"/>
                  <a:pt x="214409" y="30343"/>
                  <a:pt x="217766" y="33694"/>
                </a:cubicBezTo>
                <a:cubicBezTo>
                  <a:pt x="221117" y="37051"/>
                  <a:pt x="222792" y="41075"/>
                  <a:pt x="222792" y="45764"/>
                </a:cubicBezTo>
                <a:lnTo>
                  <a:pt x="222792" y="165463"/>
                </a:lnTo>
                <a:cubicBezTo>
                  <a:pt x="222792" y="169991"/>
                  <a:pt x="221117" y="174014"/>
                  <a:pt x="217766" y="177533"/>
                </a:cubicBezTo>
                <a:cubicBezTo>
                  <a:pt x="214409" y="180883"/>
                  <a:pt x="210385" y="182558"/>
                  <a:pt x="205696" y="182558"/>
                </a:cubicBezTo>
                <a:lnTo>
                  <a:pt x="35705" y="182558"/>
                </a:lnTo>
                <a:close/>
                <a:moveTo>
                  <a:pt x="35705" y="165463"/>
                </a:moveTo>
                <a:lnTo>
                  <a:pt x="205696" y="165463"/>
                </a:lnTo>
                <a:lnTo>
                  <a:pt x="205696" y="45764"/>
                </a:lnTo>
                <a:lnTo>
                  <a:pt x="35705" y="45764"/>
                </a:lnTo>
                <a:lnTo>
                  <a:pt x="35705" y="165463"/>
                </a:lnTo>
                <a:close/>
                <a:moveTo>
                  <a:pt x="35705" y="165463"/>
                </a:moveTo>
                <a:lnTo>
                  <a:pt x="35705" y="45764"/>
                </a:lnTo>
                <a:lnTo>
                  <a:pt x="35705" y="165463"/>
                </a:ln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圖說"/>
          <p:cNvSpPr/>
          <p:nvPr/>
        </p:nvSpPr>
        <p:spPr>
          <a:xfrm>
            <a:off x="7080931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電腦</a:t>
            </a:r>
            <a:endParaRPr lang="en-US" sz="600" dirty="0"/>
          </a:p>
        </p:txBody>
      </p:sp>
      <p:sp>
        <p:nvSpPr>
          <p:cNvPr id="78" name="圖示 程式"/>
          <p:cNvSpPr/>
          <p:nvPr/>
        </p:nvSpPr>
        <p:spPr>
          <a:xfrm>
            <a:off x="7640525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2494" y="120196"/>
                </a:moveTo>
                <a:lnTo>
                  <a:pt x="85997" y="163700"/>
                </a:lnTo>
                <a:cubicBezTo>
                  <a:pt x="87841" y="165375"/>
                  <a:pt x="88682" y="167386"/>
                  <a:pt x="88514" y="169735"/>
                </a:cubicBezTo>
                <a:cubicBezTo>
                  <a:pt x="88346" y="171915"/>
                  <a:pt x="87424" y="173926"/>
                  <a:pt x="85749" y="175770"/>
                </a:cubicBezTo>
                <a:cubicBezTo>
                  <a:pt x="84074" y="177445"/>
                  <a:pt x="82062" y="178286"/>
                  <a:pt x="79714" y="178286"/>
                </a:cubicBezTo>
                <a:cubicBezTo>
                  <a:pt x="77366" y="178286"/>
                  <a:pt x="75354" y="177445"/>
                  <a:pt x="73679" y="175770"/>
                </a:cubicBezTo>
                <a:lnTo>
                  <a:pt x="24140" y="126231"/>
                </a:lnTo>
                <a:cubicBezTo>
                  <a:pt x="23138" y="125397"/>
                  <a:pt x="22465" y="124475"/>
                  <a:pt x="22128" y="123466"/>
                </a:cubicBezTo>
                <a:cubicBezTo>
                  <a:pt x="21624" y="122464"/>
                  <a:pt x="21375" y="121374"/>
                  <a:pt x="21375" y="120196"/>
                </a:cubicBezTo>
                <a:cubicBezTo>
                  <a:pt x="21375" y="119026"/>
                  <a:pt x="21624" y="117936"/>
                  <a:pt x="22128" y="116926"/>
                </a:cubicBezTo>
                <a:cubicBezTo>
                  <a:pt x="22465" y="115924"/>
                  <a:pt x="23138" y="115002"/>
                  <a:pt x="24140" y="114161"/>
                </a:cubicBezTo>
                <a:lnTo>
                  <a:pt x="74432" y="63869"/>
                </a:lnTo>
                <a:cubicBezTo>
                  <a:pt x="76107" y="62194"/>
                  <a:pt x="78119" y="61360"/>
                  <a:pt x="80467" y="61360"/>
                </a:cubicBezTo>
                <a:cubicBezTo>
                  <a:pt x="82815" y="61360"/>
                  <a:pt x="84827" y="62194"/>
                  <a:pt x="86502" y="63869"/>
                </a:cubicBezTo>
                <a:cubicBezTo>
                  <a:pt x="88177" y="65544"/>
                  <a:pt x="89019" y="67556"/>
                  <a:pt x="89019" y="69904"/>
                </a:cubicBezTo>
                <a:cubicBezTo>
                  <a:pt x="89019" y="72420"/>
                  <a:pt x="88177" y="74513"/>
                  <a:pt x="86502" y="76195"/>
                </a:cubicBezTo>
                <a:lnTo>
                  <a:pt x="42494" y="120196"/>
                </a:lnTo>
                <a:close/>
                <a:moveTo>
                  <a:pt x="198908" y="120196"/>
                </a:moveTo>
                <a:lnTo>
                  <a:pt x="155404" y="76693"/>
                </a:lnTo>
                <a:cubicBezTo>
                  <a:pt x="153561" y="75017"/>
                  <a:pt x="152719" y="73006"/>
                  <a:pt x="152888" y="70658"/>
                </a:cubicBezTo>
                <a:cubicBezTo>
                  <a:pt x="153056" y="68478"/>
                  <a:pt x="153978" y="66466"/>
                  <a:pt x="155653" y="64622"/>
                </a:cubicBezTo>
                <a:cubicBezTo>
                  <a:pt x="157328" y="62947"/>
                  <a:pt x="159340" y="62113"/>
                  <a:pt x="161688" y="62113"/>
                </a:cubicBezTo>
                <a:cubicBezTo>
                  <a:pt x="164036" y="62113"/>
                  <a:pt x="166128" y="62947"/>
                  <a:pt x="167979" y="64622"/>
                </a:cubicBezTo>
                <a:lnTo>
                  <a:pt x="217510" y="114161"/>
                </a:lnTo>
                <a:cubicBezTo>
                  <a:pt x="218351" y="115002"/>
                  <a:pt x="218937" y="115924"/>
                  <a:pt x="219273" y="116926"/>
                </a:cubicBezTo>
                <a:cubicBezTo>
                  <a:pt x="219778" y="117936"/>
                  <a:pt x="220027" y="119026"/>
                  <a:pt x="220027" y="120196"/>
                </a:cubicBezTo>
                <a:cubicBezTo>
                  <a:pt x="220027" y="121374"/>
                  <a:pt x="219778" y="122464"/>
                  <a:pt x="219273" y="123466"/>
                </a:cubicBezTo>
                <a:cubicBezTo>
                  <a:pt x="218937" y="124475"/>
                  <a:pt x="218351" y="125397"/>
                  <a:pt x="217510" y="126231"/>
                </a:cubicBezTo>
                <a:lnTo>
                  <a:pt x="167218" y="176523"/>
                </a:lnTo>
                <a:cubicBezTo>
                  <a:pt x="165375" y="178198"/>
                  <a:pt x="163363" y="179040"/>
                  <a:pt x="161183" y="179040"/>
                </a:cubicBezTo>
                <a:cubicBezTo>
                  <a:pt x="158842" y="179040"/>
                  <a:pt x="156831" y="178118"/>
                  <a:pt x="155148" y="176274"/>
                </a:cubicBezTo>
                <a:cubicBezTo>
                  <a:pt x="153305" y="174599"/>
                  <a:pt x="152383" y="172588"/>
                  <a:pt x="152383" y="170239"/>
                </a:cubicBezTo>
                <a:cubicBezTo>
                  <a:pt x="152383" y="167891"/>
                  <a:pt x="153305" y="165799"/>
                  <a:pt x="155148" y="163956"/>
                </a:cubicBezTo>
                <a:lnTo>
                  <a:pt x="198908" y="120196"/>
                </a:ln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圖說"/>
          <p:cNvSpPr/>
          <p:nvPr/>
        </p:nvSpPr>
        <p:spPr>
          <a:xfrm>
            <a:off x="7524707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</a:t>
            </a:r>
            <a:endParaRPr lang="en-US" sz="600" dirty="0"/>
          </a:p>
        </p:txBody>
      </p:sp>
      <p:sp>
        <p:nvSpPr>
          <p:cNvPr id="80" name="圖示 API"/>
          <p:cNvSpPr/>
          <p:nvPr/>
        </p:nvSpPr>
        <p:spPr>
          <a:xfrm>
            <a:off x="8084302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148616"/>
                </a:moveTo>
                <a:lnTo>
                  <a:pt x="92786" y="120701"/>
                </a:lnTo>
                <a:lnTo>
                  <a:pt x="120701" y="92786"/>
                </a:lnTo>
                <a:lnTo>
                  <a:pt x="148616" y="120701"/>
                </a:lnTo>
                <a:lnTo>
                  <a:pt x="120701" y="148616"/>
                </a:lnTo>
                <a:close/>
                <a:moveTo>
                  <a:pt x="99326" y="71916"/>
                </a:moveTo>
                <a:lnTo>
                  <a:pt x="77453" y="50292"/>
                </a:lnTo>
                <a:lnTo>
                  <a:pt x="108631" y="19115"/>
                </a:lnTo>
                <a:cubicBezTo>
                  <a:pt x="110306" y="17432"/>
                  <a:pt x="112237" y="16174"/>
                  <a:pt x="114417" y="15340"/>
                </a:cubicBezTo>
                <a:cubicBezTo>
                  <a:pt x="116429" y="14499"/>
                  <a:pt x="118521" y="14082"/>
                  <a:pt x="120701" y="14082"/>
                </a:cubicBezTo>
                <a:cubicBezTo>
                  <a:pt x="122881" y="14082"/>
                  <a:pt x="124973" y="14499"/>
                  <a:pt x="126985" y="15340"/>
                </a:cubicBezTo>
                <a:cubicBezTo>
                  <a:pt x="129164" y="16174"/>
                  <a:pt x="131096" y="17432"/>
                  <a:pt x="132771" y="19115"/>
                </a:cubicBezTo>
                <a:lnTo>
                  <a:pt x="163956" y="50292"/>
                </a:lnTo>
                <a:lnTo>
                  <a:pt x="142076" y="71916"/>
                </a:lnTo>
                <a:lnTo>
                  <a:pt x="120701" y="50541"/>
                </a:lnTo>
                <a:lnTo>
                  <a:pt x="99326" y="71916"/>
                </a:lnTo>
                <a:close/>
                <a:moveTo>
                  <a:pt x="50292" y="163956"/>
                </a:moveTo>
                <a:lnTo>
                  <a:pt x="19115" y="132771"/>
                </a:lnTo>
                <a:cubicBezTo>
                  <a:pt x="17432" y="131096"/>
                  <a:pt x="16174" y="129164"/>
                  <a:pt x="15340" y="126985"/>
                </a:cubicBezTo>
                <a:cubicBezTo>
                  <a:pt x="14499" y="124973"/>
                  <a:pt x="14082" y="122881"/>
                  <a:pt x="14082" y="120701"/>
                </a:cubicBezTo>
                <a:cubicBezTo>
                  <a:pt x="14082" y="118521"/>
                  <a:pt x="14499" y="116429"/>
                  <a:pt x="15340" y="114417"/>
                </a:cubicBezTo>
                <a:cubicBezTo>
                  <a:pt x="16174" y="112237"/>
                  <a:pt x="17432" y="110306"/>
                  <a:pt x="19115" y="108631"/>
                </a:cubicBezTo>
                <a:lnTo>
                  <a:pt x="50292" y="77453"/>
                </a:lnTo>
                <a:lnTo>
                  <a:pt x="71916" y="99326"/>
                </a:lnTo>
                <a:lnTo>
                  <a:pt x="50541" y="120701"/>
                </a:lnTo>
                <a:lnTo>
                  <a:pt x="71916" y="142076"/>
                </a:lnTo>
                <a:lnTo>
                  <a:pt x="50292" y="163956"/>
                </a:lnTo>
                <a:close/>
                <a:moveTo>
                  <a:pt x="191110" y="163956"/>
                </a:moveTo>
                <a:lnTo>
                  <a:pt x="169486" y="142076"/>
                </a:lnTo>
                <a:lnTo>
                  <a:pt x="190861" y="120701"/>
                </a:lnTo>
                <a:lnTo>
                  <a:pt x="169486" y="99326"/>
                </a:lnTo>
                <a:lnTo>
                  <a:pt x="191110" y="77453"/>
                </a:lnTo>
                <a:lnTo>
                  <a:pt x="222294" y="108631"/>
                </a:lnTo>
                <a:cubicBezTo>
                  <a:pt x="223969" y="110306"/>
                  <a:pt x="225228" y="112237"/>
                  <a:pt x="226062" y="114417"/>
                </a:cubicBezTo>
                <a:cubicBezTo>
                  <a:pt x="226903" y="116429"/>
                  <a:pt x="227320" y="118521"/>
                  <a:pt x="227320" y="120701"/>
                </a:cubicBezTo>
                <a:cubicBezTo>
                  <a:pt x="227320" y="122881"/>
                  <a:pt x="226903" y="124973"/>
                  <a:pt x="226062" y="126985"/>
                </a:cubicBezTo>
                <a:cubicBezTo>
                  <a:pt x="225228" y="129164"/>
                  <a:pt x="223969" y="131096"/>
                  <a:pt x="222294" y="132771"/>
                </a:cubicBezTo>
                <a:lnTo>
                  <a:pt x="191110" y="163956"/>
                </a:lnTo>
                <a:close/>
                <a:moveTo>
                  <a:pt x="108631" y="222294"/>
                </a:moveTo>
                <a:lnTo>
                  <a:pt x="77453" y="191110"/>
                </a:lnTo>
                <a:lnTo>
                  <a:pt x="99326" y="169486"/>
                </a:lnTo>
                <a:lnTo>
                  <a:pt x="120701" y="190861"/>
                </a:lnTo>
                <a:lnTo>
                  <a:pt x="142076" y="169486"/>
                </a:lnTo>
                <a:lnTo>
                  <a:pt x="163956" y="191110"/>
                </a:lnTo>
                <a:lnTo>
                  <a:pt x="132771" y="222294"/>
                </a:lnTo>
                <a:cubicBezTo>
                  <a:pt x="131096" y="223969"/>
                  <a:pt x="129164" y="225228"/>
                  <a:pt x="126985" y="226062"/>
                </a:cubicBezTo>
                <a:cubicBezTo>
                  <a:pt x="124973" y="226903"/>
                  <a:pt x="122881" y="227320"/>
                  <a:pt x="120701" y="227320"/>
                </a:cubicBezTo>
                <a:cubicBezTo>
                  <a:pt x="118521" y="227320"/>
                  <a:pt x="116429" y="226903"/>
                  <a:pt x="114417" y="226062"/>
                </a:cubicBezTo>
                <a:cubicBezTo>
                  <a:pt x="112237" y="225228"/>
                  <a:pt x="110306" y="223969"/>
                  <a:pt x="108631" y="222294"/>
                </a:cubicBez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圖說"/>
          <p:cNvSpPr/>
          <p:nvPr/>
        </p:nvSpPr>
        <p:spPr>
          <a:xfrm>
            <a:off x="7968484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</a:t>
            </a:r>
            <a:endParaRPr lang="en-US" sz="600" dirty="0"/>
          </a:p>
        </p:txBody>
      </p:sp>
      <p:sp>
        <p:nvSpPr>
          <p:cNvPr id="82" name="圖示 AI 機器人"/>
          <p:cNvSpPr/>
          <p:nvPr/>
        </p:nvSpPr>
        <p:spPr>
          <a:xfrm>
            <a:off x="8528078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5705" y="146853"/>
                </a:moveTo>
                <a:cubicBezTo>
                  <a:pt x="28164" y="146853"/>
                  <a:pt x="21792" y="144256"/>
                  <a:pt x="16598" y="139055"/>
                </a:cubicBezTo>
                <a:cubicBezTo>
                  <a:pt x="11397" y="133861"/>
                  <a:pt x="8800" y="127489"/>
                  <a:pt x="8800" y="119947"/>
                </a:cubicBezTo>
                <a:cubicBezTo>
                  <a:pt x="8800" y="112405"/>
                  <a:pt x="11397" y="106034"/>
                  <a:pt x="16598" y="100833"/>
                </a:cubicBezTo>
                <a:cubicBezTo>
                  <a:pt x="21792" y="95639"/>
                  <a:pt x="28164" y="93042"/>
                  <a:pt x="35705" y="93042"/>
                </a:cubicBezTo>
                <a:lnTo>
                  <a:pt x="35705" y="60855"/>
                </a:lnTo>
                <a:cubicBezTo>
                  <a:pt x="35705" y="56832"/>
                  <a:pt x="37220" y="53313"/>
                  <a:pt x="40234" y="50292"/>
                </a:cubicBezTo>
                <a:cubicBezTo>
                  <a:pt x="43255" y="47278"/>
                  <a:pt x="46773" y="45764"/>
                  <a:pt x="50797" y="45764"/>
                </a:cubicBezTo>
                <a:lnTo>
                  <a:pt x="93795" y="45764"/>
                </a:lnTo>
                <a:cubicBezTo>
                  <a:pt x="93795" y="38222"/>
                  <a:pt x="96392" y="31850"/>
                  <a:pt x="101593" y="26657"/>
                </a:cubicBezTo>
                <a:cubicBezTo>
                  <a:pt x="106787" y="21455"/>
                  <a:pt x="113159" y="18859"/>
                  <a:pt x="120701" y="18859"/>
                </a:cubicBezTo>
                <a:cubicBezTo>
                  <a:pt x="128243" y="18859"/>
                  <a:pt x="134614" y="21455"/>
                  <a:pt x="139815" y="26657"/>
                </a:cubicBezTo>
                <a:cubicBezTo>
                  <a:pt x="145009" y="31850"/>
                  <a:pt x="147606" y="38222"/>
                  <a:pt x="147606" y="45764"/>
                </a:cubicBezTo>
                <a:lnTo>
                  <a:pt x="190861" y="45764"/>
                </a:lnTo>
                <a:cubicBezTo>
                  <a:pt x="194884" y="45764"/>
                  <a:pt x="198403" y="47278"/>
                  <a:pt x="201417" y="50292"/>
                </a:cubicBezTo>
                <a:cubicBezTo>
                  <a:pt x="204438" y="53313"/>
                  <a:pt x="205945" y="56832"/>
                  <a:pt x="205945" y="60855"/>
                </a:cubicBezTo>
                <a:lnTo>
                  <a:pt x="205945" y="93042"/>
                </a:lnTo>
                <a:cubicBezTo>
                  <a:pt x="213487" y="93042"/>
                  <a:pt x="219858" y="95639"/>
                  <a:pt x="225059" y="100833"/>
                </a:cubicBezTo>
                <a:cubicBezTo>
                  <a:pt x="230253" y="106034"/>
                  <a:pt x="232850" y="112405"/>
                  <a:pt x="232850" y="119947"/>
                </a:cubicBezTo>
                <a:cubicBezTo>
                  <a:pt x="232850" y="127489"/>
                  <a:pt x="230173" y="133861"/>
                  <a:pt x="224803" y="139055"/>
                </a:cubicBezTo>
                <a:cubicBezTo>
                  <a:pt x="219610" y="144256"/>
                  <a:pt x="213319" y="146853"/>
                  <a:pt x="205945" y="146853"/>
                </a:cubicBezTo>
                <a:lnTo>
                  <a:pt x="205945" y="197649"/>
                </a:lnTo>
                <a:cubicBezTo>
                  <a:pt x="205945" y="201673"/>
                  <a:pt x="204438" y="205191"/>
                  <a:pt x="201417" y="208213"/>
                </a:cubicBezTo>
                <a:cubicBezTo>
                  <a:pt x="198403" y="211226"/>
                  <a:pt x="194884" y="212733"/>
                  <a:pt x="190861" y="212733"/>
                </a:cubicBezTo>
                <a:lnTo>
                  <a:pt x="50797" y="212733"/>
                </a:lnTo>
                <a:cubicBezTo>
                  <a:pt x="46773" y="212733"/>
                  <a:pt x="43255" y="211226"/>
                  <a:pt x="40234" y="208213"/>
                </a:cubicBezTo>
                <a:cubicBezTo>
                  <a:pt x="37220" y="205191"/>
                  <a:pt x="35705" y="201673"/>
                  <a:pt x="35705" y="197649"/>
                </a:cubicBezTo>
                <a:lnTo>
                  <a:pt x="35705" y="146853"/>
                </a:lnTo>
                <a:close/>
                <a:moveTo>
                  <a:pt x="94044" y="118184"/>
                </a:moveTo>
                <a:cubicBezTo>
                  <a:pt x="96056" y="116173"/>
                  <a:pt x="97065" y="113744"/>
                  <a:pt x="97065" y="110891"/>
                </a:cubicBezTo>
                <a:cubicBezTo>
                  <a:pt x="97065" y="108046"/>
                  <a:pt x="96056" y="105617"/>
                  <a:pt x="94044" y="103605"/>
                </a:cubicBezTo>
                <a:cubicBezTo>
                  <a:pt x="91864" y="101593"/>
                  <a:pt x="89355" y="100584"/>
                  <a:pt x="86502" y="100584"/>
                </a:cubicBezTo>
                <a:cubicBezTo>
                  <a:pt x="83649" y="100584"/>
                  <a:pt x="81221" y="101593"/>
                  <a:pt x="79209" y="103605"/>
                </a:cubicBezTo>
                <a:cubicBezTo>
                  <a:pt x="77197" y="105617"/>
                  <a:pt x="76195" y="108046"/>
                  <a:pt x="76195" y="110891"/>
                </a:cubicBezTo>
                <a:cubicBezTo>
                  <a:pt x="76195" y="113912"/>
                  <a:pt x="77197" y="116429"/>
                  <a:pt x="79209" y="118440"/>
                </a:cubicBezTo>
                <a:cubicBezTo>
                  <a:pt x="81221" y="120452"/>
                  <a:pt x="83737" y="121454"/>
                  <a:pt x="86751" y="121454"/>
                </a:cubicBezTo>
                <a:cubicBezTo>
                  <a:pt x="89604" y="121454"/>
                  <a:pt x="92033" y="120364"/>
                  <a:pt x="94044" y="118184"/>
                </a:cubicBezTo>
                <a:close/>
                <a:moveTo>
                  <a:pt x="162193" y="118184"/>
                </a:moveTo>
                <a:cubicBezTo>
                  <a:pt x="164204" y="116173"/>
                  <a:pt x="165206" y="113744"/>
                  <a:pt x="165206" y="110891"/>
                </a:cubicBezTo>
                <a:cubicBezTo>
                  <a:pt x="165206" y="108046"/>
                  <a:pt x="164204" y="105617"/>
                  <a:pt x="162193" y="103605"/>
                </a:cubicBezTo>
                <a:cubicBezTo>
                  <a:pt x="160181" y="101593"/>
                  <a:pt x="157665" y="100584"/>
                  <a:pt x="154651" y="100584"/>
                </a:cubicBezTo>
                <a:cubicBezTo>
                  <a:pt x="151798" y="100584"/>
                  <a:pt x="149369" y="101593"/>
                  <a:pt x="147357" y="103605"/>
                </a:cubicBezTo>
                <a:cubicBezTo>
                  <a:pt x="145346" y="105617"/>
                  <a:pt x="144336" y="108046"/>
                  <a:pt x="144336" y="110891"/>
                </a:cubicBezTo>
                <a:cubicBezTo>
                  <a:pt x="144336" y="113912"/>
                  <a:pt x="145346" y="116429"/>
                  <a:pt x="147357" y="118440"/>
                </a:cubicBezTo>
                <a:cubicBezTo>
                  <a:pt x="149537" y="120452"/>
                  <a:pt x="152046" y="121454"/>
                  <a:pt x="154899" y="121454"/>
                </a:cubicBezTo>
                <a:cubicBezTo>
                  <a:pt x="157752" y="121454"/>
                  <a:pt x="160181" y="120364"/>
                  <a:pt x="162193" y="118184"/>
                </a:cubicBezTo>
                <a:close/>
                <a:moveTo>
                  <a:pt x="87007" y="169735"/>
                </a:moveTo>
                <a:lnTo>
                  <a:pt x="154395" y="169735"/>
                </a:lnTo>
                <a:cubicBezTo>
                  <a:pt x="156575" y="169735"/>
                  <a:pt x="158418" y="168981"/>
                  <a:pt x="159932" y="167474"/>
                </a:cubicBezTo>
                <a:cubicBezTo>
                  <a:pt x="161439" y="165967"/>
                  <a:pt x="162193" y="164036"/>
                  <a:pt x="162193" y="161688"/>
                </a:cubicBezTo>
                <a:cubicBezTo>
                  <a:pt x="162193" y="159508"/>
                  <a:pt x="161439" y="157665"/>
                  <a:pt x="159932" y="156158"/>
                </a:cubicBezTo>
                <a:cubicBezTo>
                  <a:pt x="158418" y="154651"/>
                  <a:pt x="156575" y="153897"/>
                  <a:pt x="154395" y="153897"/>
                </a:cubicBezTo>
                <a:lnTo>
                  <a:pt x="87007" y="153897"/>
                </a:lnTo>
                <a:cubicBezTo>
                  <a:pt x="84827" y="153897"/>
                  <a:pt x="82984" y="154651"/>
                  <a:pt x="81477" y="156158"/>
                </a:cubicBezTo>
                <a:cubicBezTo>
                  <a:pt x="79962" y="157665"/>
                  <a:pt x="79209" y="159596"/>
                  <a:pt x="79209" y="161944"/>
                </a:cubicBezTo>
                <a:cubicBezTo>
                  <a:pt x="79209" y="164117"/>
                  <a:pt x="79962" y="165967"/>
                  <a:pt x="81477" y="167474"/>
                </a:cubicBezTo>
                <a:cubicBezTo>
                  <a:pt x="82984" y="168981"/>
                  <a:pt x="84827" y="169735"/>
                  <a:pt x="87007" y="169735"/>
                </a:cubicBezTo>
                <a:close/>
                <a:moveTo>
                  <a:pt x="52808" y="195382"/>
                </a:moveTo>
                <a:lnTo>
                  <a:pt x="188593" y="195382"/>
                </a:lnTo>
                <a:lnTo>
                  <a:pt x="188593" y="62867"/>
                </a:lnTo>
                <a:lnTo>
                  <a:pt x="52808" y="62867"/>
                </a:lnTo>
                <a:lnTo>
                  <a:pt x="52808" y="195382"/>
                </a:lnTo>
                <a:close/>
                <a:moveTo>
                  <a:pt x="120701" y="128996"/>
                </a:move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圖說"/>
          <p:cNvSpPr/>
          <p:nvPr/>
        </p:nvSpPr>
        <p:spPr>
          <a:xfrm>
            <a:off x="8412261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機器人</a:t>
            </a:r>
            <a:endParaRPr lang="en-US" sz="600" dirty="0"/>
          </a:p>
        </p:txBody>
      </p:sp>
      <p:sp>
        <p:nvSpPr>
          <p:cNvPr id="84" name="圖示 AI"/>
          <p:cNvSpPr/>
          <p:nvPr/>
        </p:nvSpPr>
        <p:spPr>
          <a:xfrm>
            <a:off x="8971855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96809" y="212485"/>
                </a:moveTo>
                <a:cubicBezTo>
                  <a:pt x="88265" y="212485"/>
                  <a:pt x="81052" y="209383"/>
                  <a:pt x="75186" y="203180"/>
                </a:cubicBezTo>
                <a:cubicBezTo>
                  <a:pt x="69151" y="197145"/>
                  <a:pt x="65544" y="190188"/>
                  <a:pt x="64374" y="182309"/>
                </a:cubicBezTo>
                <a:cubicBezTo>
                  <a:pt x="53979" y="181805"/>
                  <a:pt x="45179" y="177701"/>
                  <a:pt x="37973" y="169991"/>
                </a:cubicBezTo>
                <a:cubicBezTo>
                  <a:pt x="30929" y="162441"/>
                  <a:pt x="27410" y="152968"/>
                  <a:pt x="27410" y="141571"/>
                </a:cubicBezTo>
                <a:cubicBezTo>
                  <a:pt x="27410" y="137716"/>
                  <a:pt x="27915" y="134029"/>
                  <a:pt x="28917" y="130510"/>
                </a:cubicBezTo>
                <a:cubicBezTo>
                  <a:pt x="29926" y="126816"/>
                  <a:pt x="31346" y="123385"/>
                  <a:pt x="33196" y="120196"/>
                </a:cubicBezTo>
                <a:cubicBezTo>
                  <a:pt x="31346" y="117014"/>
                  <a:pt x="29926" y="113664"/>
                  <a:pt x="28917" y="110138"/>
                </a:cubicBezTo>
                <a:cubicBezTo>
                  <a:pt x="27915" y="106619"/>
                  <a:pt x="27410" y="102844"/>
                  <a:pt x="27410" y="98821"/>
                </a:cubicBezTo>
                <a:cubicBezTo>
                  <a:pt x="27410" y="88594"/>
                  <a:pt x="31016" y="79794"/>
                  <a:pt x="38222" y="72420"/>
                </a:cubicBezTo>
                <a:cubicBezTo>
                  <a:pt x="45266" y="65047"/>
                  <a:pt x="53730" y="60767"/>
                  <a:pt x="63620" y="59597"/>
                </a:cubicBezTo>
                <a:cubicBezTo>
                  <a:pt x="64293" y="51045"/>
                  <a:pt x="67724" y="43752"/>
                  <a:pt x="73927" y="37717"/>
                </a:cubicBezTo>
                <a:cubicBezTo>
                  <a:pt x="80131" y="31850"/>
                  <a:pt x="87512" y="28917"/>
                  <a:pt x="96056" y="28917"/>
                </a:cubicBezTo>
                <a:cubicBezTo>
                  <a:pt x="101257" y="28917"/>
                  <a:pt x="105778" y="29839"/>
                  <a:pt x="109640" y="31682"/>
                </a:cubicBezTo>
                <a:cubicBezTo>
                  <a:pt x="113495" y="33526"/>
                  <a:pt x="117182" y="36210"/>
                  <a:pt x="120701" y="39729"/>
                </a:cubicBezTo>
                <a:cubicBezTo>
                  <a:pt x="124219" y="36210"/>
                  <a:pt x="127906" y="33526"/>
                  <a:pt x="131769" y="31682"/>
                </a:cubicBezTo>
                <a:cubicBezTo>
                  <a:pt x="135624" y="29839"/>
                  <a:pt x="140064" y="28917"/>
                  <a:pt x="145090" y="28917"/>
                </a:cubicBezTo>
                <a:cubicBezTo>
                  <a:pt x="153473" y="28917"/>
                  <a:pt x="160766" y="31850"/>
                  <a:pt x="166969" y="37717"/>
                </a:cubicBezTo>
                <a:cubicBezTo>
                  <a:pt x="173173" y="43752"/>
                  <a:pt x="176611" y="51045"/>
                  <a:pt x="177277" y="59597"/>
                </a:cubicBezTo>
                <a:cubicBezTo>
                  <a:pt x="187335" y="60431"/>
                  <a:pt x="195974" y="64542"/>
                  <a:pt x="203180" y="71916"/>
                </a:cubicBezTo>
                <a:cubicBezTo>
                  <a:pt x="210385" y="79465"/>
                  <a:pt x="213992" y="88433"/>
                  <a:pt x="213992" y="98821"/>
                </a:cubicBezTo>
                <a:cubicBezTo>
                  <a:pt x="213992" y="103013"/>
                  <a:pt x="213487" y="106868"/>
                  <a:pt x="212485" y="110394"/>
                </a:cubicBezTo>
                <a:cubicBezTo>
                  <a:pt x="211307" y="114081"/>
                  <a:pt x="209719" y="117431"/>
                  <a:pt x="207708" y="120452"/>
                </a:cubicBezTo>
                <a:cubicBezTo>
                  <a:pt x="209551" y="123971"/>
                  <a:pt x="210978" y="127577"/>
                  <a:pt x="211980" y="131264"/>
                </a:cubicBezTo>
                <a:cubicBezTo>
                  <a:pt x="212989" y="134951"/>
                  <a:pt x="213487" y="138638"/>
                  <a:pt x="213487" y="142325"/>
                </a:cubicBezTo>
                <a:cubicBezTo>
                  <a:pt x="213487" y="153392"/>
                  <a:pt x="210056" y="162610"/>
                  <a:pt x="203180" y="169991"/>
                </a:cubicBezTo>
                <a:cubicBezTo>
                  <a:pt x="196142" y="177196"/>
                  <a:pt x="187503" y="181132"/>
                  <a:pt x="177277" y="181805"/>
                </a:cubicBezTo>
                <a:cubicBezTo>
                  <a:pt x="176106" y="189683"/>
                  <a:pt x="172500" y="196808"/>
                  <a:pt x="166465" y="203180"/>
                </a:cubicBezTo>
                <a:cubicBezTo>
                  <a:pt x="160261" y="209383"/>
                  <a:pt x="152968" y="212485"/>
                  <a:pt x="144592" y="212485"/>
                </a:cubicBezTo>
                <a:cubicBezTo>
                  <a:pt x="139559" y="212485"/>
                  <a:pt x="135200" y="211643"/>
                  <a:pt x="131513" y="209968"/>
                </a:cubicBezTo>
                <a:cubicBezTo>
                  <a:pt x="127826" y="208461"/>
                  <a:pt x="124219" y="206033"/>
                  <a:pt x="120701" y="202675"/>
                </a:cubicBezTo>
                <a:cubicBezTo>
                  <a:pt x="117182" y="206033"/>
                  <a:pt x="113576" y="208461"/>
                  <a:pt x="109889" y="209968"/>
                </a:cubicBezTo>
                <a:cubicBezTo>
                  <a:pt x="106202" y="211643"/>
                  <a:pt x="101842" y="212485"/>
                  <a:pt x="96809" y="212485"/>
                </a:cubicBezTo>
                <a:close/>
                <a:moveTo>
                  <a:pt x="128996" y="60350"/>
                </a:moveTo>
                <a:lnTo>
                  <a:pt x="128996" y="181556"/>
                </a:lnTo>
                <a:cubicBezTo>
                  <a:pt x="128996" y="185579"/>
                  <a:pt x="130591" y="188930"/>
                  <a:pt x="133780" y="191614"/>
                </a:cubicBezTo>
                <a:cubicBezTo>
                  <a:pt x="136794" y="194460"/>
                  <a:pt x="140481" y="195886"/>
                  <a:pt x="144841" y="195886"/>
                </a:cubicBezTo>
                <a:cubicBezTo>
                  <a:pt x="149033" y="195886"/>
                  <a:pt x="152639" y="194043"/>
                  <a:pt x="155653" y="190356"/>
                </a:cubicBezTo>
                <a:cubicBezTo>
                  <a:pt x="158674" y="186669"/>
                  <a:pt x="160349" y="182895"/>
                  <a:pt x="160686" y="179040"/>
                </a:cubicBezTo>
                <a:cubicBezTo>
                  <a:pt x="157160" y="177701"/>
                  <a:pt x="153809" y="176026"/>
                  <a:pt x="150627" y="174014"/>
                </a:cubicBezTo>
                <a:cubicBezTo>
                  <a:pt x="147606" y="171834"/>
                  <a:pt x="145009" y="169149"/>
                  <a:pt x="142829" y="165967"/>
                </a:cubicBezTo>
                <a:cubicBezTo>
                  <a:pt x="141491" y="163956"/>
                  <a:pt x="140986" y="161856"/>
                  <a:pt x="141322" y="159676"/>
                </a:cubicBezTo>
                <a:cubicBezTo>
                  <a:pt x="141659" y="157665"/>
                  <a:pt x="142829" y="155909"/>
                  <a:pt x="144841" y="154395"/>
                </a:cubicBezTo>
                <a:cubicBezTo>
                  <a:pt x="146853" y="152888"/>
                  <a:pt x="148945" y="152302"/>
                  <a:pt x="151125" y="152639"/>
                </a:cubicBezTo>
                <a:cubicBezTo>
                  <a:pt x="153305" y="153136"/>
                  <a:pt x="155148" y="154395"/>
                  <a:pt x="156662" y="156406"/>
                </a:cubicBezTo>
                <a:cubicBezTo>
                  <a:pt x="158674" y="159259"/>
                  <a:pt x="161183" y="161439"/>
                  <a:pt x="164204" y="162946"/>
                </a:cubicBezTo>
                <a:cubicBezTo>
                  <a:pt x="167386" y="164453"/>
                  <a:pt x="170825" y="165206"/>
                  <a:pt x="174511" y="165206"/>
                </a:cubicBezTo>
                <a:cubicBezTo>
                  <a:pt x="180715" y="165206"/>
                  <a:pt x="185996" y="163114"/>
                  <a:pt x="190356" y="158923"/>
                </a:cubicBezTo>
                <a:cubicBezTo>
                  <a:pt x="194716" y="154731"/>
                  <a:pt x="196896" y="149201"/>
                  <a:pt x="196896" y="142325"/>
                </a:cubicBezTo>
                <a:cubicBezTo>
                  <a:pt x="196896" y="140818"/>
                  <a:pt x="196728" y="139223"/>
                  <a:pt x="196391" y="137548"/>
                </a:cubicBezTo>
                <a:cubicBezTo>
                  <a:pt x="196055" y="136041"/>
                  <a:pt x="195718" y="134446"/>
                  <a:pt x="195382" y="132771"/>
                </a:cubicBezTo>
                <a:cubicBezTo>
                  <a:pt x="192536" y="134614"/>
                  <a:pt x="189434" y="136041"/>
                  <a:pt x="186084" y="137043"/>
                </a:cubicBezTo>
                <a:cubicBezTo>
                  <a:pt x="182558" y="138052"/>
                  <a:pt x="179040" y="138557"/>
                  <a:pt x="175521" y="138557"/>
                </a:cubicBezTo>
                <a:cubicBezTo>
                  <a:pt x="173173" y="138557"/>
                  <a:pt x="171161" y="137804"/>
                  <a:pt x="169486" y="136289"/>
                </a:cubicBezTo>
                <a:cubicBezTo>
                  <a:pt x="167979" y="134783"/>
                  <a:pt x="167218" y="132771"/>
                  <a:pt x="167218" y="130254"/>
                </a:cubicBezTo>
                <a:cubicBezTo>
                  <a:pt x="167218" y="127906"/>
                  <a:pt x="167979" y="125895"/>
                  <a:pt x="169486" y="124219"/>
                </a:cubicBezTo>
                <a:cubicBezTo>
                  <a:pt x="171161" y="122712"/>
                  <a:pt x="173173" y="121959"/>
                  <a:pt x="175521" y="121959"/>
                </a:cubicBezTo>
                <a:cubicBezTo>
                  <a:pt x="181556" y="121959"/>
                  <a:pt x="186750" y="119699"/>
                  <a:pt x="191110" y="115171"/>
                </a:cubicBezTo>
                <a:cubicBezTo>
                  <a:pt x="195301" y="110642"/>
                  <a:pt x="197393" y="105193"/>
                  <a:pt x="197393" y="98821"/>
                </a:cubicBezTo>
                <a:cubicBezTo>
                  <a:pt x="197393" y="92786"/>
                  <a:pt x="195133" y="87512"/>
                  <a:pt x="190605" y="82984"/>
                </a:cubicBezTo>
                <a:cubicBezTo>
                  <a:pt x="186084" y="78624"/>
                  <a:pt x="180883" y="76276"/>
                  <a:pt x="175016" y="75939"/>
                </a:cubicBezTo>
                <a:cubicBezTo>
                  <a:pt x="173341" y="80299"/>
                  <a:pt x="170912" y="84074"/>
                  <a:pt x="167723" y="87256"/>
                </a:cubicBezTo>
                <a:cubicBezTo>
                  <a:pt x="164373" y="90445"/>
                  <a:pt x="160598" y="92874"/>
                  <a:pt x="156406" y="94549"/>
                </a:cubicBezTo>
                <a:cubicBezTo>
                  <a:pt x="154226" y="95390"/>
                  <a:pt x="152046" y="95302"/>
                  <a:pt x="149874" y="94300"/>
                </a:cubicBezTo>
                <a:cubicBezTo>
                  <a:pt x="147862" y="93291"/>
                  <a:pt x="146436" y="91696"/>
                  <a:pt x="145594" y="89523"/>
                </a:cubicBezTo>
                <a:cubicBezTo>
                  <a:pt x="144921" y="87343"/>
                  <a:pt x="145090" y="85164"/>
                  <a:pt x="146099" y="82984"/>
                </a:cubicBezTo>
                <a:cubicBezTo>
                  <a:pt x="147101" y="80972"/>
                  <a:pt x="148696" y="79545"/>
                  <a:pt x="150876" y="78704"/>
                </a:cubicBezTo>
                <a:cubicBezTo>
                  <a:pt x="153729" y="77702"/>
                  <a:pt x="156070" y="75690"/>
                  <a:pt x="157921" y="72669"/>
                </a:cubicBezTo>
                <a:cubicBezTo>
                  <a:pt x="159764" y="69655"/>
                  <a:pt x="160686" y="66305"/>
                  <a:pt x="160686" y="62611"/>
                </a:cubicBezTo>
                <a:cubicBezTo>
                  <a:pt x="160686" y="57922"/>
                  <a:pt x="159091" y="53898"/>
                  <a:pt x="155909" y="50541"/>
                </a:cubicBezTo>
                <a:cubicBezTo>
                  <a:pt x="152888" y="47190"/>
                  <a:pt x="149201" y="45515"/>
                  <a:pt x="144841" y="45515"/>
                </a:cubicBezTo>
                <a:cubicBezTo>
                  <a:pt x="140481" y="45515"/>
                  <a:pt x="136794" y="47022"/>
                  <a:pt x="133780" y="50043"/>
                </a:cubicBezTo>
                <a:cubicBezTo>
                  <a:pt x="130591" y="52889"/>
                  <a:pt x="128996" y="56327"/>
                  <a:pt x="128996" y="60350"/>
                </a:cubicBezTo>
                <a:close/>
                <a:moveTo>
                  <a:pt x="112405" y="181556"/>
                </a:moveTo>
                <a:lnTo>
                  <a:pt x="112405" y="60350"/>
                </a:lnTo>
                <a:cubicBezTo>
                  <a:pt x="112405" y="56327"/>
                  <a:pt x="110891" y="52889"/>
                  <a:pt x="107877" y="50043"/>
                </a:cubicBezTo>
                <a:cubicBezTo>
                  <a:pt x="104856" y="47022"/>
                  <a:pt x="101089" y="45515"/>
                  <a:pt x="96561" y="45515"/>
                </a:cubicBezTo>
                <a:cubicBezTo>
                  <a:pt x="92201" y="45515"/>
                  <a:pt x="88433" y="47190"/>
                  <a:pt x="85244" y="50541"/>
                </a:cubicBezTo>
                <a:cubicBezTo>
                  <a:pt x="82062" y="53898"/>
                  <a:pt x="80467" y="57922"/>
                  <a:pt x="80467" y="62611"/>
                </a:cubicBezTo>
                <a:cubicBezTo>
                  <a:pt x="80467" y="66305"/>
                  <a:pt x="81389" y="69655"/>
                  <a:pt x="83232" y="72669"/>
                </a:cubicBezTo>
                <a:cubicBezTo>
                  <a:pt x="84908" y="75522"/>
                  <a:pt x="87256" y="77453"/>
                  <a:pt x="90277" y="78456"/>
                </a:cubicBezTo>
                <a:cubicBezTo>
                  <a:pt x="92457" y="79297"/>
                  <a:pt x="94044" y="80716"/>
                  <a:pt x="95054" y="82728"/>
                </a:cubicBezTo>
                <a:cubicBezTo>
                  <a:pt x="96056" y="84908"/>
                  <a:pt x="96224" y="87007"/>
                  <a:pt x="95558" y="89019"/>
                </a:cubicBezTo>
                <a:cubicBezTo>
                  <a:pt x="94549" y="91199"/>
                  <a:pt x="92954" y="92874"/>
                  <a:pt x="90774" y="94044"/>
                </a:cubicBezTo>
                <a:cubicBezTo>
                  <a:pt x="88594" y="95054"/>
                  <a:pt x="86422" y="95134"/>
                  <a:pt x="84242" y="94300"/>
                </a:cubicBezTo>
                <a:cubicBezTo>
                  <a:pt x="80050" y="92786"/>
                  <a:pt x="76363" y="90445"/>
                  <a:pt x="73174" y="87256"/>
                </a:cubicBezTo>
                <a:cubicBezTo>
                  <a:pt x="70160" y="84074"/>
                  <a:pt x="67724" y="80299"/>
                  <a:pt x="65881" y="75939"/>
                </a:cubicBezTo>
                <a:cubicBezTo>
                  <a:pt x="60182" y="76612"/>
                  <a:pt x="55157" y="79041"/>
                  <a:pt x="50797" y="83232"/>
                </a:cubicBezTo>
                <a:cubicBezTo>
                  <a:pt x="46269" y="87592"/>
                  <a:pt x="44008" y="92786"/>
                  <a:pt x="44008" y="98821"/>
                </a:cubicBezTo>
                <a:cubicBezTo>
                  <a:pt x="44008" y="105193"/>
                  <a:pt x="46188" y="110642"/>
                  <a:pt x="50541" y="115171"/>
                </a:cubicBezTo>
                <a:cubicBezTo>
                  <a:pt x="54732" y="119699"/>
                  <a:pt x="59846" y="121959"/>
                  <a:pt x="65881" y="121959"/>
                </a:cubicBezTo>
                <a:cubicBezTo>
                  <a:pt x="68229" y="121959"/>
                  <a:pt x="70241" y="122712"/>
                  <a:pt x="71916" y="124219"/>
                </a:cubicBezTo>
                <a:cubicBezTo>
                  <a:pt x="73430" y="125895"/>
                  <a:pt x="74183" y="127906"/>
                  <a:pt x="74183" y="130254"/>
                </a:cubicBezTo>
                <a:cubicBezTo>
                  <a:pt x="74183" y="132771"/>
                  <a:pt x="73430" y="134783"/>
                  <a:pt x="71916" y="136289"/>
                </a:cubicBezTo>
                <a:cubicBezTo>
                  <a:pt x="70241" y="137804"/>
                  <a:pt x="68229" y="138557"/>
                  <a:pt x="65881" y="138557"/>
                </a:cubicBezTo>
                <a:cubicBezTo>
                  <a:pt x="62194" y="138557"/>
                  <a:pt x="58675" y="138052"/>
                  <a:pt x="55325" y="137043"/>
                </a:cubicBezTo>
                <a:cubicBezTo>
                  <a:pt x="51799" y="136041"/>
                  <a:pt x="48617" y="134614"/>
                  <a:pt x="45764" y="132771"/>
                </a:cubicBezTo>
                <a:cubicBezTo>
                  <a:pt x="45266" y="134110"/>
                  <a:pt x="44842" y="135624"/>
                  <a:pt x="44506" y="137299"/>
                </a:cubicBezTo>
                <a:cubicBezTo>
                  <a:pt x="44176" y="138806"/>
                  <a:pt x="44008" y="140313"/>
                  <a:pt x="44008" y="141827"/>
                </a:cubicBezTo>
                <a:cubicBezTo>
                  <a:pt x="44008" y="148864"/>
                  <a:pt x="46188" y="154651"/>
                  <a:pt x="50541" y="159171"/>
                </a:cubicBezTo>
                <a:cubicBezTo>
                  <a:pt x="54732" y="163531"/>
                  <a:pt x="59933" y="165711"/>
                  <a:pt x="66137" y="165711"/>
                </a:cubicBezTo>
                <a:cubicBezTo>
                  <a:pt x="69655" y="165711"/>
                  <a:pt x="73006" y="164958"/>
                  <a:pt x="76195" y="163451"/>
                </a:cubicBezTo>
                <a:cubicBezTo>
                  <a:pt x="79377" y="161776"/>
                  <a:pt x="81974" y="159508"/>
                  <a:pt x="83986" y="156662"/>
                </a:cubicBezTo>
                <a:cubicBezTo>
                  <a:pt x="85500" y="154819"/>
                  <a:pt x="87424" y="153729"/>
                  <a:pt x="89772" y="153392"/>
                </a:cubicBezTo>
                <a:cubicBezTo>
                  <a:pt x="91952" y="152888"/>
                  <a:pt x="93964" y="153392"/>
                  <a:pt x="95807" y="154899"/>
                </a:cubicBezTo>
                <a:cubicBezTo>
                  <a:pt x="97651" y="156238"/>
                  <a:pt x="98821" y="158081"/>
                  <a:pt x="99326" y="160430"/>
                </a:cubicBezTo>
                <a:cubicBezTo>
                  <a:pt x="99662" y="162610"/>
                  <a:pt x="99158" y="164621"/>
                  <a:pt x="97819" y="166465"/>
                </a:cubicBezTo>
                <a:cubicBezTo>
                  <a:pt x="95639" y="169486"/>
                  <a:pt x="93122" y="172002"/>
                  <a:pt x="90277" y="174014"/>
                </a:cubicBezTo>
                <a:cubicBezTo>
                  <a:pt x="87256" y="176187"/>
                  <a:pt x="84074" y="177869"/>
                  <a:pt x="80716" y="179040"/>
                </a:cubicBezTo>
                <a:cubicBezTo>
                  <a:pt x="81052" y="182895"/>
                  <a:pt x="82728" y="186669"/>
                  <a:pt x="85749" y="190356"/>
                </a:cubicBezTo>
                <a:cubicBezTo>
                  <a:pt x="88763" y="194043"/>
                  <a:pt x="92457" y="195886"/>
                  <a:pt x="96809" y="195886"/>
                </a:cubicBezTo>
                <a:cubicBezTo>
                  <a:pt x="101169" y="195886"/>
                  <a:pt x="104856" y="194460"/>
                  <a:pt x="107877" y="191614"/>
                </a:cubicBezTo>
                <a:cubicBezTo>
                  <a:pt x="110891" y="188930"/>
                  <a:pt x="112405" y="185579"/>
                  <a:pt x="112405" y="181556"/>
                </a:cubicBezTo>
                <a:close/>
                <a:moveTo>
                  <a:pt x="120701" y="121206"/>
                </a:move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圖說"/>
          <p:cNvSpPr/>
          <p:nvPr/>
        </p:nvSpPr>
        <p:spPr>
          <a:xfrm>
            <a:off x="8856037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</a:t>
            </a:r>
            <a:endParaRPr lang="en-US" sz="600" dirty="0"/>
          </a:p>
        </p:txBody>
      </p:sp>
      <p:sp>
        <p:nvSpPr>
          <p:cNvPr id="86" name="圖示 樞紐"/>
          <p:cNvSpPr/>
          <p:nvPr/>
        </p:nvSpPr>
        <p:spPr>
          <a:xfrm>
            <a:off x="540100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7220" y="224555"/>
                </a:moveTo>
                <a:cubicBezTo>
                  <a:pt x="31346" y="218856"/>
                  <a:pt x="28412" y="211812"/>
                  <a:pt x="28412" y="203428"/>
                </a:cubicBezTo>
                <a:cubicBezTo>
                  <a:pt x="28412" y="194884"/>
                  <a:pt x="31346" y="187759"/>
                  <a:pt x="37220" y="182061"/>
                </a:cubicBezTo>
                <a:cubicBezTo>
                  <a:pt x="43087" y="176187"/>
                  <a:pt x="50212" y="173253"/>
                  <a:pt x="58587" y="173253"/>
                </a:cubicBezTo>
                <a:cubicBezTo>
                  <a:pt x="60936" y="173253"/>
                  <a:pt x="63035" y="173509"/>
                  <a:pt x="64879" y="174014"/>
                </a:cubicBezTo>
                <a:cubicBezTo>
                  <a:pt x="66722" y="174343"/>
                  <a:pt x="68565" y="174936"/>
                  <a:pt x="70409" y="175770"/>
                </a:cubicBezTo>
                <a:lnTo>
                  <a:pt x="90774" y="149874"/>
                </a:lnTo>
                <a:cubicBezTo>
                  <a:pt x="87760" y="146011"/>
                  <a:pt x="85412" y="141659"/>
                  <a:pt x="83737" y="136794"/>
                </a:cubicBezTo>
                <a:cubicBezTo>
                  <a:pt x="82062" y="131930"/>
                  <a:pt x="81638" y="126904"/>
                  <a:pt x="82479" y="121710"/>
                </a:cubicBezTo>
                <a:lnTo>
                  <a:pt x="53057" y="111396"/>
                </a:lnTo>
                <a:cubicBezTo>
                  <a:pt x="50372" y="115587"/>
                  <a:pt x="46942" y="118857"/>
                  <a:pt x="42750" y="121206"/>
                </a:cubicBezTo>
                <a:cubicBezTo>
                  <a:pt x="38390" y="123722"/>
                  <a:pt x="33445" y="124973"/>
                  <a:pt x="27915" y="124973"/>
                </a:cubicBezTo>
                <a:cubicBezTo>
                  <a:pt x="19700" y="124973"/>
                  <a:pt x="12655" y="122039"/>
                  <a:pt x="6789" y="116173"/>
                </a:cubicBezTo>
                <a:cubicBezTo>
                  <a:pt x="922" y="110306"/>
                  <a:pt x="-2012" y="103181"/>
                  <a:pt x="-2012" y="94798"/>
                </a:cubicBezTo>
                <a:cubicBezTo>
                  <a:pt x="-2012" y="86583"/>
                  <a:pt x="922" y="79545"/>
                  <a:pt x="6789" y="73679"/>
                </a:cubicBezTo>
                <a:cubicBezTo>
                  <a:pt x="12655" y="67812"/>
                  <a:pt x="19700" y="64879"/>
                  <a:pt x="27915" y="64879"/>
                </a:cubicBezTo>
                <a:cubicBezTo>
                  <a:pt x="36291" y="64879"/>
                  <a:pt x="43416" y="67812"/>
                  <a:pt x="49290" y="73679"/>
                </a:cubicBezTo>
                <a:cubicBezTo>
                  <a:pt x="55157" y="79545"/>
                  <a:pt x="58090" y="86583"/>
                  <a:pt x="58090" y="94798"/>
                </a:cubicBezTo>
                <a:lnTo>
                  <a:pt x="58090" y="95807"/>
                </a:lnTo>
                <a:lnTo>
                  <a:pt x="87512" y="106370"/>
                </a:lnTo>
                <a:cubicBezTo>
                  <a:pt x="90526" y="101001"/>
                  <a:pt x="94212" y="96897"/>
                  <a:pt x="98572" y="94044"/>
                </a:cubicBezTo>
                <a:cubicBezTo>
                  <a:pt x="102764" y="91199"/>
                  <a:pt x="107373" y="89187"/>
                  <a:pt x="112405" y="88009"/>
                </a:cubicBezTo>
                <a:lnTo>
                  <a:pt x="112405" y="56576"/>
                </a:lnTo>
                <a:cubicBezTo>
                  <a:pt x="105866" y="54732"/>
                  <a:pt x="100584" y="51045"/>
                  <a:pt x="96561" y="45515"/>
                </a:cubicBezTo>
                <a:cubicBezTo>
                  <a:pt x="92706" y="39817"/>
                  <a:pt x="90774" y="33862"/>
                  <a:pt x="90774" y="27659"/>
                </a:cubicBezTo>
                <a:cubicBezTo>
                  <a:pt x="90774" y="19276"/>
                  <a:pt x="93627" y="12151"/>
                  <a:pt x="99326" y="6284"/>
                </a:cubicBezTo>
                <a:cubicBezTo>
                  <a:pt x="105193" y="417"/>
                  <a:pt x="112318" y="-2516"/>
                  <a:pt x="120701" y="-2516"/>
                </a:cubicBezTo>
                <a:cubicBezTo>
                  <a:pt x="129084" y="-2516"/>
                  <a:pt x="136209" y="417"/>
                  <a:pt x="142076" y="6284"/>
                </a:cubicBezTo>
                <a:cubicBezTo>
                  <a:pt x="147943" y="12151"/>
                  <a:pt x="150876" y="19276"/>
                  <a:pt x="150876" y="27659"/>
                </a:cubicBezTo>
                <a:cubicBezTo>
                  <a:pt x="150876" y="33862"/>
                  <a:pt x="148784" y="39817"/>
                  <a:pt x="144592" y="45515"/>
                </a:cubicBezTo>
                <a:cubicBezTo>
                  <a:pt x="140569" y="51045"/>
                  <a:pt x="135368" y="54732"/>
                  <a:pt x="128996" y="56576"/>
                </a:cubicBezTo>
                <a:lnTo>
                  <a:pt x="128996" y="88009"/>
                </a:lnTo>
                <a:cubicBezTo>
                  <a:pt x="134029" y="89187"/>
                  <a:pt x="138725" y="91199"/>
                  <a:pt x="143078" y="94044"/>
                </a:cubicBezTo>
                <a:cubicBezTo>
                  <a:pt x="147438" y="96897"/>
                  <a:pt x="151125" y="101001"/>
                  <a:pt x="154146" y="106370"/>
                </a:cubicBezTo>
                <a:lnTo>
                  <a:pt x="183312" y="95807"/>
                </a:lnTo>
                <a:lnTo>
                  <a:pt x="183312" y="94798"/>
                </a:lnTo>
                <a:cubicBezTo>
                  <a:pt x="183312" y="86583"/>
                  <a:pt x="186245" y="79545"/>
                  <a:pt x="192119" y="73679"/>
                </a:cubicBezTo>
                <a:cubicBezTo>
                  <a:pt x="197986" y="67812"/>
                  <a:pt x="205111" y="64879"/>
                  <a:pt x="213487" y="64879"/>
                </a:cubicBezTo>
                <a:cubicBezTo>
                  <a:pt x="221702" y="64879"/>
                  <a:pt x="228746" y="67724"/>
                  <a:pt x="234613" y="73430"/>
                </a:cubicBezTo>
                <a:cubicBezTo>
                  <a:pt x="240480" y="79297"/>
                  <a:pt x="243413" y="86422"/>
                  <a:pt x="243413" y="94798"/>
                </a:cubicBezTo>
                <a:cubicBezTo>
                  <a:pt x="243413" y="103349"/>
                  <a:pt x="240480" y="110474"/>
                  <a:pt x="234613" y="116173"/>
                </a:cubicBezTo>
                <a:cubicBezTo>
                  <a:pt x="228746" y="122039"/>
                  <a:pt x="221702" y="124973"/>
                  <a:pt x="213487" y="124973"/>
                </a:cubicBezTo>
                <a:cubicBezTo>
                  <a:pt x="207957" y="124973"/>
                  <a:pt x="203011" y="123722"/>
                  <a:pt x="198652" y="121206"/>
                </a:cubicBezTo>
                <a:cubicBezTo>
                  <a:pt x="194292" y="118857"/>
                  <a:pt x="190861" y="115587"/>
                  <a:pt x="188344" y="111396"/>
                </a:cubicBezTo>
                <a:lnTo>
                  <a:pt x="158923" y="121710"/>
                </a:lnTo>
                <a:cubicBezTo>
                  <a:pt x="159764" y="126904"/>
                  <a:pt x="159340" y="131930"/>
                  <a:pt x="157665" y="136794"/>
                </a:cubicBezTo>
                <a:cubicBezTo>
                  <a:pt x="156158" y="141659"/>
                  <a:pt x="153809" y="146011"/>
                  <a:pt x="150627" y="149874"/>
                </a:cubicBezTo>
                <a:lnTo>
                  <a:pt x="171242" y="175770"/>
                </a:lnTo>
                <a:cubicBezTo>
                  <a:pt x="172924" y="174936"/>
                  <a:pt x="174680" y="174343"/>
                  <a:pt x="176523" y="174014"/>
                </a:cubicBezTo>
                <a:cubicBezTo>
                  <a:pt x="178535" y="173509"/>
                  <a:pt x="180634" y="173253"/>
                  <a:pt x="182814" y="173253"/>
                </a:cubicBezTo>
                <a:cubicBezTo>
                  <a:pt x="191190" y="173253"/>
                  <a:pt x="198315" y="176187"/>
                  <a:pt x="204189" y="182061"/>
                </a:cubicBezTo>
                <a:cubicBezTo>
                  <a:pt x="210056" y="187759"/>
                  <a:pt x="212989" y="194884"/>
                  <a:pt x="212989" y="203428"/>
                </a:cubicBezTo>
                <a:cubicBezTo>
                  <a:pt x="212989" y="211812"/>
                  <a:pt x="210056" y="218856"/>
                  <a:pt x="204189" y="224555"/>
                </a:cubicBezTo>
                <a:cubicBezTo>
                  <a:pt x="198483" y="230421"/>
                  <a:pt x="191358" y="233355"/>
                  <a:pt x="182814" y="233355"/>
                </a:cubicBezTo>
                <a:cubicBezTo>
                  <a:pt x="174431" y="233355"/>
                  <a:pt x="167386" y="230421"/>
                  <a:pt x="161688" y="224555"/>
                </a:cubicBezTo>
                <a:cubicBezTo>
                  <a:pt x="155821" y="218688"/>
                  <a:pt x="152888" y="211643"/>
                  <a:pt x="152888" y="203428"/>
                </a:cubicBezTo>
                <a:cubicBezTo>
                  <a:pt x="152888" y="199910"/>
                  <a:pt x="153392" y="196728"/>
                  <a:pt x="154395" y="193875"/>
                </a:cubicBezTo>
                <a:cubicBezTo>
                  <a:pt x="155236" y="191029"/>
                  <a:pt x="156494" y="188344"/>
                  <a:pt x="158169" y="185828"/>
                </a:cubicBezTo>
                <a:lnTo>
                  <a:pt x="137804" y="160181"/>
                </a:lnTo>
                <a:cubicBezTo>
                  <a:pt x="132434" y="162866"/>
                  <a:pt x="126655" y="164204"/>
                  <a:pt x="120452" y="164204"/>
                </a:cubicBezTo>
                <a:cubicBezTo>
                  <a:pt x="114417" y="164204"/>
                  <a:pt x="108711" y="162866"/>
                  <a:pt x="103349" y="160181"/>
                </a:cubicBezTo>
                <a:lnTo>
                  <a:pt x="83232" y="186084"/>
                </a:lnTo>
                <a:cubicBezTo>
                  <a:pt x="84908" y="188593"/>
                  <a:pt x="86166" y="191278"/>
                  <a:pt x="87007" y="194131"/>
                </a:cubicBezTo>
                <a:cubicBezTo>
                  <a:pt x="88009" y="196808"/>
                  <a:pt x="88514" y="199910"/>
                  <a:pt x="88514" y="203428"/>
                </a:cubicBezTo>
                <a:cubicBezTo>
                  <a:pt x="88514" y="211643"/>
                  <a:pt x="85581" y="218688"/>
                  <a:pt x="79714" y="224555"/>
                </a:cubicBezTo>
                <a:cubicBezTo>
                  <a:pt x="74015" y="230421"/>
                  <a:pt x="66971" y="233355"/>
                  <a:pt x="58587" y="233355"/>
                </a:cubicBezTo>
                <a:cubicBezTo>
                  <a:pt x="50043" y="233355"/>
                  <a:pt x="42918" y="230421"/>
                  <a:pt x="37220" y="224555"/>
                </a:cubicBezTo>
                <a:close/>
                <a:moveTo>
                  <a:pt x="27915" y="108382"/>
                </a:moveTo>
                <a:cubicBezTo>
                  <a:pt x="31770" y="108382"/>
                  <a:pt x="35040" y="107124"/>
                  <a:pt x="37717" y="104607"/>
                </a:cubicBezTo>
                <a:cubicBezTo>
                  <a:pt x="40234" y="101923"/>
                  <a:pt x="41492" y="98653"/>
                  <a:pt x="41492" y="94798"/>
                </a:cubicBezTo>
                <a:cubicBezTo>
                  <a:pt x="41492" y="90943"/>
                  <a:pt x="40234" y="87760"/>
                  <a:pt x="37717" y="85244"/>
                </a:cubicBezTo>
                <a:cubicBezTo>
                  <a:pt x="35040" y="82559"/>
                  <a:pt x="31770" y="81221"/>
                  <a:pt x="27915" y="81221"/>
                </a:cubicBezTo>
                <a:cubicBezTo>
                  <a:pt x="24060" y="81221"/>
                  <a:pt x="20870" y="82559"/>
                  <a:pt x="18354" y="85244"/>
                </a:cubicBezTo>
                <a:cubicBezTo>
                  <a:pt x="15676" y="87760"/>
                  <a:pt x="14330" y="90943"/>
                  <a:pt x="14330" y="94798"/>
                </a:cubicBezTo>
                <a:cubicBezTo>
                  <a:pt x="14330" y="98653"/>
                  <a:pt x="15676" y="101923"/>
                  <a:pt x="18354" y="104607"/>
                </a:cubicBezTo>
                <a:cubicBezTo>
                  <a:pt x="20870" y="107124"/>
                  <a:pt x="24060" y="108382"/>
                  <a:pt x="27915" y="108382"/>
                </a:cubicBezTo>
                <a:close/>
                <a:moveTo>
                  <a:pt x="68148" y="212989"/>
                </a:moveTo>
                <a:cubicBezTo>
                  <a:pt x="70826" y="210473"/>
                  <a:pt x="72172" y="207284"/>
                  <a:pt x="72172" y="203428"/>
                </a:cubicBezTo>
                <a:cubicBezTo>
                  <a:pt x="72172" y="199573"/>
                  <a:pt x="70826" y="196303"/>
                  <a:pt x="68148" y="193626"/>
                </a:cubicBezTo>
                <a:cubicBezTo>
                  <a:pt x="65464" y="191110"/>
                  <a:pt x="62282" y="189851"/>
                  <a:pt x="58587" y="189851"/>
                </a:cubicBezTo>
                <a:cubicBezTo>
                  <a:pt x="54732" y="189851"/>
                  <a:pt x="51462" y="191110"/>
                  <a:pt x="48785" y="193626"/>
                </a:cubicBezTo>
                <a:cubicBezTo>
                  <a:pt x="46269" y="196303"/>
                  <a:pt x="45010" y="199573"/>
                  <a:pt x="45010" y="203428"/>
                </a:cubicBezTo>
                <a:cubicBezTo>
                  <a:pt x="45010" y="207284"/>
                  <a:pt x="46269" y="210473"/>
                  <a:pt x="48785" y="212989"/>
                </a:cubicBezTo>
                <a:cubicBezTo>
                  <a:pt x="51462" y="215667"/>
                  <a:pt x="54732" y="217013"/>
                  <a:pt x="58587" y="217013"/>
                </a:cubicBezTo>
                <a:cubicBezTo>
                  <a:pt x="62443" y="217013"/>
                  <a:pt x="65632" y="215667"/>
                  <a:pt x="68148" y="212989"/>
                </a:cubicBezTo>
                <a:close/>
                <a:moveTo>
                  <a:pt x="130510" y="37220"/>
                </a:moveTo>
                <a:cubicBezTo>
                  <a:pt x="133020" y="34703"/>
                  <a:pt x="134278" y="31514"/>
                  <a:pt x="134278" y="27659"/>
                </a:cubicBezTo>
                <a:cubicBezTo>
                  <a:pt x="134278" y="23804"/>
                  <a:pt x="132939" y="20534"/>
                  <a:pt x="130254" y="17856"/>
                </a:cubicBezTo>
                <a:cubicBezTo>
                  <a:pt x="127745" y="15340"/>
                  <a:pt x="124556" y="14082"/>
                  <a:pt x="120701" y="14082"/>
                </a:cubicBezTo>
                <a:cubicBezTo>
                  <a:pt x="116846" y="14082"/>
                  <a:pt x="113664" y="15340"/>
                  <a:pt x="111147" y="17856"/>
                </a:cubicBezTo>
                <a:cubicBezTo>
                  <a:pt x="108462" y="20534"/>
                  <a:pt x="107124" y="23804"/>
                  <a:pt x="107124" y="27659"/>
                </a:cubicBezTo>
                <a:cubicBezTo>
                  <a:pt x="107124" y="31514"/>
                  <a:pt x="108462" y="34703"/>
                  <a:pt x="111147" y="37220"/>
                </a:cubicBezTo>
                <a:cubicBezTo>
                  <a:pt x="113664" y="39897"/>
                  <a:pt x="116846" y="41243"/>
                  <a:pt x="120701" y="41243"/>
                </a:cubicBezTo>
                <a:cubicBezTo>
                  <a:pt x="124556" y="41243"/>
                  <a:pt x="127826" y="39897"/>
                  <a:pt x="130510" y="37220"/>
                </a:cubicBezTo>
                <a:close/>
                <a:moveTo>
                  <a:pt x="120701" y="147101"/>
                </a:moveTo>
                <a:cubicBezTo>
                  <a:pt x="126736" y="147101"/>
                  <a:pt x="131769" y="145009"/>
                  <a:pt x="135792" y="140818"/>
                </a:cubicBezTo>
                <a:cubicBezTo>
                  <a:pt x="139976" y="136626"/>
                  <a:pt x="142076" y="131600"/>
                  <a:pt x="142076" y="125734"/>
                </a:cubicBezTo>
                <a:cubicBezTo>
                  <a:pt x="142076" y="119699"/>
                  <a:pt x="139976" y="114666"/>
                  <a:pt x="135792" y="110642"/>
                </a:cubicBezTo>
                <a:cubicBezTo>
                  <a:pt x="131769" y="106451"/>
                  <a:pt x="126736" y="104359"/>
                  <a:pt x="120701" y="104359"/>
                </a:cubicBezTo>
                <a:cubicBezTo>
                  <a:pt x="114834" y="104359"/>
                  <a:pt x="109801" y="106451"/>
                  <a:pt x="105617" y="110642"/>
                </a:cubicBezTo>
                <a:cubicBezTo>
                  <a:pt x="101425" y="114666"/>
                  <a:pt x="99326" y="119699"/>
                  <a:pt x="99326" y="125734"/>
                </a:cubicBezTo>
                <a:cubicBezTo>
                  <a:pt x="99326" y="131600"/>
                  <a:pt x="101425" y="136626"/>
                  <a:pt x="105617" y="140818"/>
                </a:cubicBezTo>
                <a:cubicBezTo>
                  <a:pt x="109801" y="145009"/>
                  <a:pt x="114834" y="147101"/>
                  <a:pt x="120701" y="147101"/>
                </a:cubicBezTo>
                <a:close/>
                <a:moveTo>
                  <a:pt x="192617" y="212989"/>
                </a:moveTo>
                <a:cubicBezTo>
                  <a:pt x="195133" y="210473"/>
                  <a:pt x="196391" y="207284"/>
                  <a:pt x="196391" y="203428"/>
                </a:cubicBezTo>
                <a:cubicBezTo>
                  <a:pt x="196391" y="199573"/>
                  <a:pt x="195133" y="196303"/>
                  <a:pt x="192617" y="193626"/>
                </a:cubicBezTo>
                <a:cubicBezTo>
                  <a:pt x="189939" y="191110"/>
                  <a:pt x="186669" y="189851"/>
                  <a:pt x="182814" y="189851"/>
                </a:cubicBezTo>
                <a:cubicBezTo>
                  <a:pt x="178959" y="189851"/>
                  <a:pt x="175770" y="191110"/>
                  <a:pt x="173253" y="193626"/>
                </a:cubicBezTo>
                <a:cubicBezTo>
                  <a:pt x="170576" y="196303"/>
                  <a:pt x="169230" y="199573"/>
                  <a:pt x="169230" y="203428"/>
                </a:cubicBezTo>
                <a:cubicBezTo>
                  <a:pt x="169230" y="207284"/>
                  <a:pt x="170576" y="210473"/>
                  <a:pt x="173253" y="212989"/>
                </a:cubicBezTo>
                <a:cubicBezTo>
                  <a:pt x="175938" y="215667"/>
                  <a:pt x="179120" y="217013"/>
                  <a:pt x="182814" y="217013"/>
                </a:cubicBezTo>
                <a:cubicBezTo>
                  <a:pt x="186669" y="217013"/>
                  <a:pt x="189939" y="215667"/>
                  <a:pt x="192617" y="212989"/>
                </a:cubicBezTo>
                <a:close/>
                <a:moveTo>
                  <a:pt x="223048" y="104607"/>
                </a:moveTo>
                <a:cubicBezTo>
                  <a:pt x="225725" y="101923"/>
                  <a:pt x="227071" y="98653"/>
                  <a:pt x="227071" y="94798"/>
                </a:cubicBezTo>
                <a:cubicBezTo>
                  <a:pt x="227071" y="90943"/>
                  <a:pt x="225725" y="87760"/>
                  <a:pt x="223048" y="85244"/>
                </a:cubicBezTo>
                <a:cubicBezTo>
                  <a:pt x="220531" y="82559"/>
                  <a:pt x="217342" y="81221"/>
                  <a:pt x="213487" y="81221"/>
                </a:cubicBezTo>
                <a:cubicBezTo>
                  <a:pt x="209632" y="81221"/>
                  <a:pt x="206362" y="82559"/>
                  <a:pt x="203684" y="85244"/>
                </a:cubicBezTo>
                <a:cubicBezTo>
                  <a:pt x="201168" y="87760"/>
                  <a:pt x="199910" y="90943"/>
                  <a:pt x="199910" y="94798"/>
                </a:cubicBezTo>
                <a:cubicBezTo>
                  <a:pt x="199910" y="98653"/>
                  <a:pt x="201168" y="101923"/>
                  <a:pt x="203684" y="104607"/>
                </a:cubicBezTo>
                <a:cubicBezTo>
                  <a:pt x="206362" y="107124"/>
                  <a:pt x="209632" y="108382"/>
                  <a:pt x="213487" y="108382"/>
                </a:cubicBezTo>
                <a:cubicBezTo>
                  <a:pt x="217342" y="108382"/>
                  <a:pt x="220531" y="107124"/>
                  <a:pt x="223048" y="104607"/>
                </a:cubicBezTo>
                <a:close/>
                <a:moveTo>
                  <a:pt x="120701" y="27659"/>
                </a:moveTo>
                <a:close/>
                <a:moveTo>
                  <a:pt x="27915" y="94798"/>
                </a:moveTo>
                <a:close/>
                <a:moveTo>
                  <a:pt x="120701" y="125734"/>
                </a:moveTo>
                <a:close/>
                <a:moveTo>
                  <a:pt x="213487" y="94798"/>
                </a:moveTo>
                <a:close/>
                <a:moveTo>
                  <a:pt x="58587" y="203428"/>
                </a:moveTo>
                <a:close/>
                <a:moveTo>
                  <a:pt x="182814" y="203428"/>
                </a:move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圖說"/>
          <p:cNvSpPr/>
          <p:nvPr/>
        </p:nvSpPr>
        <p:spPr>
          <a:xfrm>
            <a:off x="424282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樞紐</a:t>
            </a:r>
            <a:endParaRPr lang="en-US" sz="600" dirty="0"/>
          </a:p>
        </p:txBody>
      </p:sp>
      <p:sp>
        <p:nvSpPr>
          <p:cNvPr id="88" name="圖示 網路"/>
          <p:cNvSpPr/>
          <p:nvPr/>
        </p:nvSpPr>
        <p:spPr>
          <a:xfrm>
            <a:off x="983876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28917" y="205440"/>
                </a:moveTo>
                <a:lnTo>
                  <a:pt x="28917" y="170239"/>
                </a:lnTo>
                <a:cubicBezTo>
                  <a:pt x="28917" y="165543"/>
                  <a:pt x="30592" y="161520"/>
                  <a:pt x="33950" y="158169"/>
                </a:cubicBezTo>
                <a:cubicBezTo>
                  <a:pt x="37300" y="154819"/>
                  <a:pt x="41324" y="153136"/>
                  <a:pt x="46020" y="153136"/>
                </a:cubicBezTo>
                <a:lnTo>
                  <a:pt x="59348" y="153136"/>
                </a:lnTo>
                <a:lnTo>
                  <a:pt x="59348" y="129757"/>
                </a:lnTo>
                <a:cubicBezTo>
                  <a:pt x="59348" y="124892"/>
                  <a:pt x="61023" y="120781"/>
                  <a:pt x="64374" y="117431"/>
                </a:cubicBezTo>
                <a:cubicBezTo>
                  <a:pt x="67724" y="114081"/>
                  <a:pt x="71747" y="112405"/>
                  <a:pt x="76444" y="112405"/>
                </a:cubicBezTo>
                <a:lnTo>
                  <a:pt x="112405" y="112405"/>
                </a:lnTo>
                <a:lnTo>
                  <a:pt x="112405" y="88265"/>
                </a:lnTo>
                <a:lnTo>
                  <a:pt x="99077" y="88265"/>
                </a:lnTo>
                <a:cubicBezTo>
                  <a:pt x="94381" y="88265"/>
                  <a:pt x="90357" y="86583"/>
                  <a:pt x="87007" y="83232"/>
                </a:cubicBezTo>
                <a:cubicBezTo>
                  <a:pt x="83649" y="79882"/>
                  <a:pt x="81974" y="75859"/>
                  <a:pt x="81974" y="71162"/>
                </a:cubicBezTo>
                <a:lnTo>
                  <a:pt x="81974" y="35962"/>
                </a:lnTo>
                <a:cubicBezTo>
                  <a:pt x="81974" y="31265"/>
                  <a:pt x="83649" y="27242"/>
                  <a:pt x="87007" y="23891"/>
                </a:cubicBezTo>
                <a:cubicBezTo>
                  <a:pt x="90357" y="20534"/>
                  <a:pt x="94381" y="18859"/>
                  <a:pt x="99077" y="18859"/>
                </a:cubicBezTo>
                <a:lnTo>
                  <a:pt x="142325" y="18859"/>
                </a:lnTo>
                <a:cubicBezTo>
                  <a:pt x="147021" y="18859"/>
                  <a:pt x="151044" y="20534"/>
                  <a:pt x="154395" y="23891"/>
                </a:cubicBezTo>
                <a:cubicBezTo>
                  <a:pt x="157752" y="27242"/>
                  <a:pt x="159427" y="31265"/>
                  <a:pt x="159427" y="35962"/>
                </a:cubicBezTo>
                <a:lnTo>
                  <a:pt x="159427" y="71162"/>
                </a:lnTo>
                <a:cubicBezTo>
                  <a:pt x="159427" y="75859"/>
                  <a:pt x="157752" y="79882"/>
                  <a:pt x="154395" y="83232"/>
                </a:cubicBezTo>
                <a:cubicBezTo>
                  <a:pt x="151044" y="86583"/>
                  <a:pt x="147021" y="88265"/>
                  <a:pt x="142325" y="88265"/>
                </a:cubicBezTo>
                <a:lnTo>
                  <a:pt x="128996" y="88265"/>
                </a:lnTo>
                <a:lnTo>
                  <a:pt x="128996" y="112405"/>
                </a:lnTo>
                <a:lnTo>
                  <a:pt x="164958" y="112405"/>
                </a:lnTo>
                <a:cubicBezTo>
                  <a:pt x="169654" y="112405"/>
                  <a:pt x="173677" y="114081"/>
                  <a:pt x="177028" y="117431"/>
                </a:cubicBezTo>
                <a:cubicBezTo>
                  <a:pt x="180378" y="120781"/>
                  <a:pt x="182061" y="124892"/>
                  <a:pt x="182061" y="129757"/>
                </a:cubicBezTo>
                <a:lnTo>
                  <a:pt x="182061" y="153136"/>
                </a:lnTo>
                <a:lnTo>
                  <a:pt x="195382" y="153136"/>
                </a:lnTo>
                <a:cubicBezTo>
                  <a:pt x="200078" y="153136"/>
                  <a:pt x="204101" y="154819"/>
                  <a:pt x="207452" y="158169"/>
                </a:cubicBezTo>
                <a:cubicBezTo>
                  <a:pt x="210978" y="161520"/>
                  <a:pt x="212733" y="165543"/>
                  <a:pt x="212733" y="170239"/>
                </a:cubicBezTo>
                <a:lnTo>
                  <a:pt x="212733" y="205440"/>
                </a:lnTo>
                <a:cubicBezTo>
                  <a:pt x="212733" y="210136"/>
                  <a:pt x="210978" y="214160"/>
                  <a:pt x="207452" y="217510"/>
                </a:cubicBezTo>
                <a:cubicBezTo>
                  <a:pt x="204101" y="221036"/>
                  <a:pt x="200078" y="222792"/>
                  <a:pt x="195382" y="222792"/>
                </a:cubicBezTo>
                <a:lnTo>
                  <a:pt x="152639" y="222792"/>
                </a:lnTo>
                <a:cubicBezTo>
                  <a:pt x="147943" y="222792"/>
                  <a:pt x="143919" y="221036"/>
                  <a:pt x="140569" y="217510"/>
                </a:cubicBezTo>
                <a:cubicBezTo>
                  <a:pt x="137211" y="214160"/>
                  <a:pt x="135536" y="210136"/>
                  <a:pt x="135536" y="205440"/>
                </a:cubicBezTo>
                <a:lnTo>
                  <a:pt x="135536" y="169991"/>
                </a:lnTo>
                <a:cubicBezTo>
                  <a:pt x="135536" y="165294"/>
                  <a:pt x="137131" y="161271"/>
                  <a:pt x="140313" y="157921"/>
                </a:cubicBezTo>
                <a:cubicBezTo>
                  <a:pt x="143671" y="154731"/>
                  <a:pt x="147694" y="153136"/>
                  <a:pt x="152383" y="153136"/>
                </a:cubicBezTo>
                <a:lnTo>
                  <a:pt x="165711" y="153136"/>
                </a:lnTo>
                <a:lnTo>
                  <a:pt x="165711" y="128996"/>
                </a:lnTo>
                <a:lnTo>
                  <a:pt x="75690" y="128996"/>
                </a:lnTo>
                <a:lnTo>
                  <a:pt x="75690" y="153136"/>
                </a:lnTo>
                <a:lnTo>
                  <a:pt x="89019" y="153136"/>
                </a:lnTo>
                <a:cubicBezTo>
                  <a:pt x="93708" y="153136"/>
                  <a:pt x="97731" y="154731"/>
                  <a:pt x="101089" y="157921"/>
                </a:cubicBezTo>
                <a:cubicBezTo>
                  <a:pt x="104271" y="161271"/>
                  <a:pt x="105866" y="165294"/>
                  <a:pt x="105866" y="169991"/>
                </a:cubicBezTo>
                <a:lnTo>
                  <a:pt x="105866" y="205440"/>
                </a:lnTo>
                <a:cubicBezTo>
                  <a:pt x="105866" y="210136"/>
                  <a:pt x="104190" y="214160"/>
                  <a:pt x="100833" y="217510"/>
                </a:cubicBezTo>
                <a:cubicBezTo>
                  <a:pt x="97482" y="221036"/>
                  <a:pt x="93459" y="222792"/>
                  <a:pt x="88763" y="222792"/>
                </a:cubicBezTo>
                <a:lnTo>
                  <a:pt x="46020" y="222792"/>
                </a:lnTo>
                <a:cubicBezTo>
                  <a:pt x="41324" y="222792"/>
                  <a:pt x="37300" y="221036"/>
                  <a:pt x="33950" y="217510"/>
                </a:cubicBezTo>
                <a:cubicBezTo>
                  <a:pt x="30424" y="214160"/>
                  <a:pt x="28668" y="210136"/>
                  <a:pt x="28668" y="205440"/>
                </a:cubicBezTo>
                <a:close/>
                <a:moveTo>
                  <a:pt x="98324" y="71916"/>
                </a:moveTo>
                <a:lnTo>
                  <a:pt x="143078" y="71916"/>
                </a:lnTo>
                <a:lnTo>
                  <a:pt x="143078" y="35208"/>
                </a:lnTo>
                <a:lnTo>
                  <a:pt x="98324" y="35208"/>
                </a:lnTo>
                <a:lnTo>
                  <a:pt x="98324" y="71916"/>
                </a:lnTo>
                <a:close/>
                <a:moveTo>
                  <a:pt x="45266" y="206201"/>
                </a:moveTo>
                <a:lnTo>
                  <a:pt x="89523" y="206201"/>
                </a:lnTo>
                <a:lnTo>
                  <a:pt x="89523" y="169486"/>
                </a:lnTo>
                <a:lnTo>
                  <a:pt x="45266" y="169486"/>
                </a:lnTo>
                <a:lnTo>
                  <a:pt x="45266" y="206201"/>
                </a:lnTo>
                <a:close/>
                <a:moveTo>
                  <a:pt x="151885" y="206201"/>
                </a:moveTo>
                <a:lnTo>
                  <a:pt x="196142" y="206201"/>
                </a:lnTo>
                <a:lnTo>
                  <a:pt x="196142" y="169486"/>
                </a:lnTo>
                <a:lnTo>
                  <a:pt x="151885" y="169486"/>
                </a:lnTo>
                <a:lnTo>
                  <a:pt x="151885" y="206201"/>
                </a:lnTo>
                <a:close/>
                <a:moveTo>
                  <a:pt x="120701" y="71916"/>
                </a:moveTo>
                <a:close/>
                <a:moveTo>
                  <a:pt x="89523" y="169486"/>
                </a:moveTo>
                <a:close/>
                <a:moveTo>
                  <a:pt x="151885" y="169486"/>
                </a:move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圖說"/>
          <p:cNvSpPr/>
          <p:nvPr/>
        </p:nvSpPr>
        <p:spPr>
          <a:xfrm>
            <a:off x="868058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網路</a:t>
            </a:r>
            <a:endParaRPr lang="en-US" sz="600" dirty="0"/>
          </a:p>
        </p:txBody>
      </p:sp>
      <p:sp>
        <p:nvSpPr>
          <p:cNvPr id="90" name="圖示 同步"/>
          <p:cNvSpPr/>
          <p:nvPr/>
        </p:nvSpPr>
        <p:spPr>
          <a:xfrm>
            <a:off x="1427653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6327" y="121454"/>
                </a:moveTo>
                <a:cubicBezTo>
                  <a:pt x="56327" y="131849"/>
                  <a:pt x="58258" y="140898"/>
                  <a:pt x="62113" y="148616"/>
                </a:cubicBezTo>
                <a:cubicBezTo>
                  <a:pt x="65968" y="156158"/>
                  <a:pt x="71250" y="162778"/>
                  <a:pt x="77951" y="168476"/>
                </a:cubicBezTo>
                <a:lnTo>
                  <a:pt x="84995" y="173253"/>
                </a:lnTo>
                <a:lnTo>
                  <a:pt x="84995" y="151125"/>
                </a:lnTo>
                <a:cubicBezTo>
                  <a:pt x="84995" y="148945"/>
                  <a:pt x="85749" y="147101"/>
                  <a:pt x="87256" y="145594"/>
                </a:cubicBezTo>
                <a:cubicBezTo>
                  <a:pt x="88763" y="144087"/>
                  <a:pt x="90694" y="143334"/>
                  <a:pt x="93042" y="143334"/>
                </a:cubicBezTo>
                <a:cubicBezTo>
                  <a:pt x="95222" y="143334"/>
                  <a:pt x="97065" y="144087"/>
                  <a:pt x="98572" y="145594"/>
                </a:cubicBezTo>
                <a:cubicBezTo>
                  <a:pt x="100079" y="147101"/>
                  <a:pt x="100833" y="148945"/>
                  <a:pt x="100833" y="151125"/>
                </a:cubicBezTo>
                <a:lnTo>
                  <a:pt x="100833" y="193626"/>
                </a:lnTo>
                <a:cubicBezTo>
                  <a:pt x="100833" y="195974"/>
                  <a:pt x="99999" y="197986"/>
                  <a:pt x="98324" y="199661"/>
                </a:cubicBezTo>
                <a:cubicBezTo>
                  <a:pt x="96641" y="201336"/>
                  <a:pt x="94629" y="202177"/>
                  <a:pt x="92289" y="202177"/>
                </a:cubicBezTo>
                <a:lnTo>
                  <a:pt x="50043" y="202177"/>
                </a:lnTo>
                <a:cubicBezTo>
                  <a:pt x="47695" y="202177"/>
                  <a:pt x="45764" y="201417"/>
                  <a:pt x="44257" y="199910"/>
                </a:cubicBezTo>
                <a:cubicBezTo>
                  <a:pt x="42750" y="198403"/>
                  <a:pt x="41997" y="196472"/>
                  <a:pt x="41997" y="194131"/>
                </a:cubicBezTo>
                <a:cubicBezTo>
                  <a:pt x="41997" y="191951"/>
                  <a:pt x="42750" y="190107"/>
                  <a:pt x="44257" y="188593"/>
                </a:cubicBezTo>
                <a:cubicBezTo>
                  <a:pt x="45764" y="187086"/>
                  <a:pt x="47695" y="186333"/>
                  <a:pt x="50043" y="186333"/>
                </a:cubicBezTo>
                <a:lnTo>
                  <a:pt x="73430" y="186333"/>
                </a:lnTo>
                <a:lnTo>
                  <a:pt x="70160" y="183816"/>
                </a:lnTo>
                <a:cubicBezTo>
                  <a:pt x="59429" y="174936"/>
                  <a:pt x="51550" y="165463"/>
                  <a:pt x="46517" y="155404"/>
                </a:cubicBezTo>
                <a:cubicBezTo>
                  <a:pt x="41492" y="145346"/>
                  <a:pt x="38975" y="134029"/>
                  <a:pt x="38975" y="121454"/>
                </a:cubicBezTo>
                <a:cubicBezTo>
                  <a:pt x="38975" y="105361"/>
                  <a:pt x="43335" y="90694"/>
                  <a:pt x="52055" y="77453"/>
                </a:cubicBezTo>
                <a:cubicBezTo>
                  <a:pt x="60599" y="64206"/>
                  <a:pt x="72004" y="54235"/>
                  <a:pt x="86254" y="47527"/>
                </a:cubicBezTo>
                <a:cubicBezTo>
                  <a:pt x="88265" y="46686"/>
                  <a:pt x="90189" y="46773"/>
                  <a:pt x="92033" y="47776"/>
                </a:cubicBezTo>
                <a:cubicBezTo>
                  <a:pt x="93876" y="48785"/>
                  <a:pt x="95134" y="50372"/>
                  <a:pt x="95807" y="52552"/>
                </a:cubicBezTo>
                <a:cubicBezTo>
                  <a:pt x="96641" y="54564"/>
                  <a:pt x="96561" y="56664"/>
                  <a:pt x="95558" y="58843"/>
                </a:cubicBezTo>
                <a:cubicBezTo>
                  <a:pt x="94549" y="61023"/>
                  <a:pt x="93042" y="62699"/>
                  <a:pt x="91030" y="63869"/>
                </a:cubicBezTo>
                <a:cubicBezTo>
                  <a:pt x="80467" y="69407"/>
                  <a:pt x="72004" y="77366"/>
                  <a:pt x="65632" y="87760"/>
                </a:cubicBezTo>
                <a:cubicBezTo>
                  <a:pt x="59429" y="97987"/>
                  <a:pt x="56327" y="109216"/>
                  <a:pt x="56327" y="121454"/>
                </a:cubicBezTo>
                <a:close/>
                <a:moveTo>
                  <a:pt x="185075" y="119947"/>
                </a:moveTo>
                <a:cubicBezTo>
                  <a:pt x="185075" y="112069"/>
                  <a:pt x="183143" y="104022"/>
                  <a:pt x="179288" y="95807"/>
                </a:cubicBezTo>
                <a:cubicBezTo>
                  <a:pt x="175433" y="87760"/>
                  <a:pt x="170408" y="80548"/>
                  <a:pt x="164204" y="74183"/>
                </a:cubicBezTo>
                <a:lnTo>
                  <a:pt x="157160" y="68148"/>
                </a:lnTo>
                <a:lnTo>
                  <a:pt x="157160" y="90277"/>
                </a:lnTo>
                <a:cubicBezTo>
                  <a:pt x="157160" y="92457"/>
                  <a:pt x="156406" y="94300"/>
                  <a:pt x="154899" y="95807"/>
                </a:cubicBezTo>
                <a:cubicBezTo>
                  <a:pt x="153392" y="97314"/>
                  <a:pt x="151549" y="98068"/>
                  <a:pt x="149369" y="98068"/>
                </a:cubicBezTo>
                <a:cubicBezTo>
                  <a:pt x="147021" y="98068"/>
                  <a:pt x="145090" y="97314"/>
                  <a:pt x="143583" y="95807"/>
                </a:cubicBezTo>
                <a:cubicBezTo>
                  <a:pt x="142076" y="94300"/>
                  <a:pt x="141322" y="92457"/>
                  <a:pt x="141322" y="90277"/>
                </a:cubicBezTo>
                <a:lnTo>
                  <a:pt x="141322" y="47776"/>
                </a:lnTo>
                <a:cubicBezTo>
                  <a:pt x="141322" y="45427"/>
                  <a:pt x="142156" y="43416"/>
                  <a:pt x="143839" y="41741"/>
                </a:cubicBezTo>
                <a:cubicBezTo>
                  <a:pt x="145514" y="40065"/>
                  <a:pt x="147526" y="39231"/>
                  <a:pt x="149874" y="39231"/>
                </a:cubicBezTo>
                <a:lnTo>
                  <a:pt x="192119" y="39231"/>
                </a:lnTo>
                <a:cubicBezTo>
                  <a:pt x="194460" y="39231"/>
                  <a:pt x="196391" y="39985"/>
                  <a:pt x="197898" y="41492"/>
                </a:cubicBezTo>
                <a:cubicBezTo>
                  <a:pt x="199405" y="42999"/>
                  <a:pt x="200166" y="44930"/>
                  <a:pt x="200166" y="47278"/>
                </a:cubicBezTo>
                <a:cubicBezTo>
                  <a:pt x="200166" y="49451"/>
                  <a:pt x="199405" y="51301"/>
                  <a:pt x="197898" y="52808"/>
                </a:cubicBezTo>
                <a:cubicBezTo>
                  <a:pt x="196391" y="54315"/>
                  <a:pt x="194460" y="55069"/>
                  <a:pt x="192119" y="55069"/>
                </a:cubicBezTo>
                <a:lnTo>
                  <a:pt x="168732" y="55069"/>
                </a:lnTo>
                <a:lnTo>
                  <a:pt x="171746" y="58090"/>
                </a:lnTo>
                <a:cubicBezTo>
                  <a:pt x="181973" y="67644"/>
                  <a:pt x="189603" y="77870"/>
                  <a:pt x="194628" y="88763"/>
                </a:cubicBezTo>
                <a:cubicBezTo>
                  <a:pt x="199829" y="99494"/>
                  <a:pt x="202426" y="109889"/>
                  <a:pt x="202426" y="119947"/>
                </a:cubicBezTo>
                <a:cubicBezTo>
                  <a:pt x="202426" y="135873"/>
                  <a:pt x="198235" y="150371"/>
                  <a:pt x="189851" y="163451"/>
                </a:cubicBezTo>
                <a:cubicBezTo>
                  <a:pt x="181636" y="176523"/>
                  <a:pt x="170488" y="186581"/>
                  <a:pt x="156406" y="193626"/>
                </a:cubicBezTo>
                <a:cubicBezTo>
                  <a:pt x="154395" y="194628"/>
                  <a:pt x="152383" y="194716"/>
                  <a:pt x="150371" y="193875"/>
                </a:cubicBezTo>
                <a:cubicBezTo>
                  <a:pt x="148191" y="192873"/>
                  <a:pt x="146684" y="191190"/>
                  <a:pt x="145850" y="188849"/>
                </a:cubicBezTo>
                <a:cubicBezTo>
                  <a:pt x="145009" y="186838"/>
                  <a:pt x="145090" y="184738"/>
                  <a:pt x="146099" y="182558"/>
                </a:cubicBezTo>
                <a:cubicBezTo>
                  <a:pt x="147101" y="180378"/>
                  <a:pt x="148616" y="178703"/>
                  <a:pt x="150627" y="177533"/>
                </a:cubicBezTo>
                <a:cubicBezTo>
                  <a:pt x="161351" y="172163"/>
                  <a:pt x="169735" y="164285"/>
                  <a:pt x="175770" y="153897"/>
                </a:cubicBezTo>
                <a:cubicBezTo>
                  <a:pt x="181973" y="143502"/>
                  <a:pt x="185075" y="132186"/>
                  <a:pt x="185075" y="119947"/>
                </a:cubicBez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圖說"/>
          <p:cNvSpPr/>
          <p:nvPr/>
        </p:nvSpPr>
        <p:spPr>
          <a:xfrm>
            <a:off x="1311835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同步</a:t>
            </a:r>
            <a:endParaRPr lang="en-US" sz="600" dirty="0"/>
          </a:p>
        </p:txBody>
      </p:sp>
      <p:sp>
        <p:nvSpPr>
          <p:cNvPr id="92" name="圖示 分析"/>
          <p:cNvSpPr/>
          <p:nvPr/>
        </p:nvSpPr>
        <p:spPr>
          <a:xfrm>
            <a:off x="1871429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73927" y="122464"/>
                </a:moveTo>
                <a:cubicBezTo>
                  <a:pt x="72420" y="123802"/>
                  <a:pt x="71667" y="125565"/>
                  <a:pt x="71667" y="127745"/>
                </a:cubicBezTo>
                <a:lnTo>
                  <a:pt x="71667" y="164204"/>
                </a:lnTo>
                <a:cubicBezTo>
                  <a:pt x="71667" y="166384"/>
                  <a:pt x="72420" y="168140"/>
                  <a:pt x="73927" y="169486"/>
                </a:cubicBezTo>
                <a:cubicBezTo>
                  <a:pt x="75442" y="170993"/>
                  <a:pt x="77197" y="171746"/>
                  <a:pt x="79209" y="171746"/>
                </a:cubicBezTo>
                <a:cubicBezTo>
                  <a:pt x="81389" y="171746"/>
                  <a:pt x="83232" y="170993"/>
                  <a:pt x="84739" y="169486"/>
                </a:cubicBezTo>
                <a:cubicBezTo>
                  <a:pt x="86085" y="168140"/>
                  <a:pt x="86751" y="166384"/>
                  <a:pt x="86751" y="164204"/>
                </a:cubicBezTo>
                <a:lnTo>
                  <a:pt x="86751" y="127745"/>
                </a:lnTo>
                <a:cubicBezTo>
                  <a:pt x="86751" y="125565"/>
                  <a:pt x="85997" y="123802"/>
                  <a:pt x="84491" y="122464"/>
                </a:cubicBezTo>
                <a:cubicBezTo>
                  <a:pt x="83152" y="120950"/>
                  <a:pt x="81389" y="120196"/>
                  <a:pt x="79209" y="120196"/>
                </a:cubicBezTo>
                <a:cubicBezTo>
                  <a:pt x="77029" y="120196"/>
                  <a:pt x="75273" y="120950"/>
                  <a:pt x="73927" y="122464"/>
                </a:cubicBezTo>
                <a:close/>
                <a:moveTo>
                  <a:pt x="156911" y="68397"/>
                </a:moveTo>
                <a:cubicBezTo>
                  <a:pt x="155404" y="69736"/>
                  <a:pt x="154651" y="71499"/>
                  <a:pt x="154651" y="73679"/>
                </a:cubicBezTo>
                <a:lnTo>
                  <a:pt x="154651" y="164204"/>
                </a:lnTo>
                <a:cubicBezTo>
                  <a:pt x="154651" y="166384"/>
                  <a:pt x="155404" y="168140"/>
                  <a:pt x="156911" y="169486"/>
                </a:cubicBezTo>
                <a:cubicBezTo>
                  <a:pt x="158250" y="170993"/>
                  <a:pt x="160013" y="171746"/>
                  <a:pt x="162193" y="171746"/>
                </a:cubicBezTo>
                <a:cubicBezTo>
                  <a:pt x="164373" y="171746"/>
                  <a:pt x="166128" y="170993"/>
                  <a:pt x="167474" y="169486"/>
                </a:cubicBezTo>
                <a:cubicBezTo>
                  <a:pt x="168981" y="168140"/>
                  <a:pt x="169735" y="166384"/>
                  <a:pt x="169735" y="164204"/>
                </a:cubicBezTo>
                <a:lnTo>
                  <a:pt x="169735" y="73679"/>
                </a:lnTo>
                <a:cubicBezTo>
                  <a:pt x="169735" y="71499"/>
                  <a:pt x="168981" y="69736"/>
                  <a:pt x="167474" y="68397"/>
                </a:cubicBezTo>
                <a:cubicBezTo>
                  <a:pt x="165967" y="66890"/>
                  <a:pt x="164204" y="66137"/>
                  <a:pt x="162193" y="66137"/>
                </a:cubicBezTo>
                <a:cubicBezTo>
                  <a:pt x="160013" y="66137"/>
                  <a:pt x="158250" y="66890"/>
                  <a:pt x="156911" y="68397"/>
                </a:cubicBezTo>
                <a:close/>
                <a:moveTo>
                  <a:pt x="115419" y="144336"/>
                </a:moveTo>
                <a:cubicBezTo>
                  <a:pt x="113912" y="145682"/>
                  <a:pt x="113159" y="147438"/>
                  <a:pt x="113159" y="149618"/>
                </a:cubicBezTo>
                <a:lnTo>
                  <a:pt x="113159" y="164204"/>
                </a:lnTo>
                <a:cubicBezTo>
                  <a:pt x="113159" y="166384"/>
                  <a:pt x="113912" y="168140"/>
                  <a:pt x="115419" y="169486"/>
                </a:cubicBezTo>
                <a:cubicBezTo>
                  <a:pt x="116758" y="170993"/>
                  <a:pt x="118521" y="171746"/>
                  <a:pt x="120701" y="171746"/>
                </a:cubicBezTo>
                <a:cubicBezTo>
                  <a:pt x="122881" y="171746"/>
                  <a:pt x="124724" y="170993"/>
                  <a:pt x="126231" y="169486"/>
                </a:cubicBezTo>
                <a:cubicBezTo>
                  <a:pt x="127577" y="168140"/>
                  <a:pt x="128243" y="166384"/>
                  <a:pt x="128243" y="164204"/>
                </a:cubicBezTo>
                <a:lnTo>
                  <a:pt x="128243" y="149618"/>
                </a:lnTo>
                <a:cubicBezTo>
                  <a:pt x="128243" y="147438"/>
                  <a:pt x="127489" y="145682"/>
                  <a:pt x="125982" y="144336"/>
                </a:cubicBezTo>
                <a:cubicBezTo>
                  <a:pt x="124644" y="142829"/>
                  <a:pt x="122881" y="142076"/>
                  <a:pt x="120701" y="142076"/>
                </a:cubicBezTo>
                <a:cubicBezTo>
                  <a:pt x="118521" y="142076"/>
                  <a:pt x="116758" y="142829"/>
                  <a:pt x="115419" y="144336"/>
                </a:cubicBezTo>
                <a:close/>
                <a:moveTo>
                  <a:pt x="45764" y="212733"/>
                </a:moveTo>
                <a:cubicBezTo>
                  <a:pt x="41243" y="212733"/>
                  <a:pt x="37220" y="211058"/>
                  <a:pt x="33694" y="207708"/>
                </a:cubicBezTo>
                <a:cubicBezTo>
                  <a:pt x="30343" y="204189"/>
                  <a:pt x="28668" y="200166"/>
                  <a:pt x="28668" y="195638"/>
                </a:cubicBezTo>
                <a:lnTo>
                  <a:pt x="28668" y="45764"/>
                </a:lnTo>
                <a:cubicBezTo>
                  <a:pt x="28668" y="41075"/>
                  <a:pt x="30343" y="37051"/>
                  <a:pt x="33694" y="33694"/>
                </a:cubicBezTo>
                <a:cubicBezTo>
                  <a:pt x="37220" y="30343"/>
                  <a:pt x="41243" y="28668"/>
                  <a:pt x="45764" y="28668"/>
                </a:cubicBezTo>
                <a:lnTo>
                  <a:pt x="195638" y="28668"/>
                </a:lnTo>
                <a:cubicBezTo>
                  <a:pt x="200327" y="28668"/>
                  <a:pt x="204350" y="30343"/>
                  <a:pt x="207708" y="33694"/>
                </a:cubicBezTo>
                <a:cubicBezTo>
                  <a:pt x="211058" y="37051"/>
                  <a:pt x="212733" y="41075"/>
                  <a:pt x="212733" y="45764"/>
                </a:cubicBezTo>
                <a:lnTo>
                  <a:pt x="212733" y="195638"/>
                </a:lnTo>
                <a:cubicBezTo>
                  <a:pt x="212733" y="200166"/>
                  <a:pt x="211058" y="204189"/>
                  <a:pt x="207708" y="207708"/>
                </a:cubicBezTo>
                <a:cubicBezTo>
                  <a:pt x="204350" y="211058"/>
                  <a:pt x="200327" y="212733"/>
                  <a:pt x="195638" y="212733"/>
                </a:cubicBezTo>
                <a:lnTo>
                  <a:pt x="45764" y="212733"/>
                </a:lnTo>
                <a:close/>
                <a:moveTo>
                  <a:pt x="45764" y="195638"/>
                </a:moveTo>
                <a:lnTo>
                  <a:pt x="195638" y="195638"/>
                </a:lnTo>
                <a:lnTo>
                  <a:pt x="195638" y="45764"/>
                </a:lnTo>
                <a:lnTo>
                  <a:pt x="45764" y="45764"/>
                </a:lnTo>
                <a:lnTo>
                  <a:pt x="45764" y="195638"/>
                </a:lnTo>
                <a:close/>
                <a:moveTo>
                  <a:pt x="45764" y="45764"/>
                </a:moveTo>
                <a:lnTo>
                  <a:pt x="45764" y="195638"/>
                </a:lnTo>
                <a:lnTo>
                  <a:pt x="45764" y="45764"/>
                </a:lnTo>
                <a:close/>
                <a:moveTo>
                  <a:pt x="126231" y="117936"/>
                </a:moveTo>
                <a:cubicBezTo>
                  <a:pt x="127577" y="116597"/>
                  <a:pt x="128243" y="114834"/>
                  <a:pt x="128243" y="112654"/>
                </a:cubicBezTo>
                <a:cubicBezTo>
                  <a:pt x="128243" y="110474"/>
                  <a:pt x="127489" y="108631"/>
                  <a:pt x="125982" y="107124"/>
                </a:cubicBezTo>
                <a:cubicBezTo>
                  <a:pt x="124644" y="105778"/>
                  <a:pt x="122881" y="105112"/>
                  <a:pt x="120701" y="105112"/>
                </a:cubicBezTo>
                <a:cubicBezTo>
                  <a:pt x="118521" y="105112"/>
                  <a:pt x="116758" y="105866"/>
                  <a:pt x="115419" y="107373"/>
                </a:cubicBezTo>
                <a:cubicBezTo>
                  <a:pt x="113912" y="108711"/>
                  <a:pt x="113159" y="110474"/>
                  <a:pt x="113159" y="112654"/>
                </a:cubicBezTo>
                <a:cubicBezTo>
                  <a:pt x="113159" y="114834"/>
                  <a:pt x="113912" y="116597"/>
                  <a:pt x="115419" y="117936"/>
                </a:cubicBezTo>
                <a:cubicBezTo>
                  <a:pt x="116758" y="119443"/>
                  <a:pt x="118521" y="120196"/>
                  <a:pt x="120701" y="120196"/>
                </a:cubicBezTo>
                <a:cubicBezTo>
                  <a:pt x="122881" y="120196"/>
                  <a:pt x="124724" y="119443"/>
                  <a:pt x="126231" y="117936"/>
                </a:cubicBez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圖說"/>
          <p:cNvSpPr/>
          <p:nvPr/>
        </p:nvSpPr>
        <p:spPr>
          <a:xfrm>
            <a:off x="1755611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600" dirty="0"/>
          </a:p>
        </p:txBody>
      </p:sp>
      <p:sp>
        <p:nvSpPr>
          <p:cNvPr id="94" name="圖示 監控"/>
          <p:cNvSpPr/>
          <p:nvPr/>
        </p:nvSpPr>
        <p:spPr>
          <a:xfrm>
            <a:off x="2315206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1682" y="209719"/>
                </a:moveTo>
                <a:cubicBezTo>
                  <a:pt x="30007" y="208213"/>
                  <a:pt x="29173" y="206201"/>
                  <a:pt x="29173" y="203684"/>
                </a:cubicBezTo>
                <a:lnTo>
                  <a:pt x="29173" y="191614"/>
                </a:lnTo>
                <a:cubicBezTo>
                  <a:pt x="29173" y="189266"/>
                  <a:pt x="30007" y="187254"/>
                  <a:pt x="31682" y="185579"/>
                </a:cubicBezTo>
                <a:cubicBezTo>
                  <a:pt x="33196" y="183904"/>
                  <a:pt x="35208" y="183063"/>
                  <a:pt x="37717" y="183063"/>
                </a:cubicBezTo>
                <a:cubicBezTo>
                  <a:pt x="40065" y="183063"/>
                  <a:pt x="42077" y="183904"/>
                  <a:pt x="43752" y="185579"/>
                </a:cubicBezTo>
                <a:cubicBezTo>
                  <a:pt x="45266" y="187254"/>
                  <a:pt x="46020" y="189266"/>
                  <a:pt x="46020" y="191614"/>
                </a:cubicBezTo>
                <a:lnTo>
                  <a:pt x="46020" y="203684"/>
                </a:lnTo>
                <a:cubicBezTo>
                  <a:pt x="46020" y="206201"/>
                  <a:pt x="45266" y="208213"/>
                  <a:pt x="43752" y="209719"/>
                </a:cubicBezTo>
                <a:cubicBezTo>
                  <a:pt x="42077" y="211395"/>
                  <a:pt x="39985" y="212236"/>
                  <a:pt x="37468" y="212236"/>
                </a:cubicBezTo>
                <a:cubicBezTo>
                  <a:pt x="35120" y="212236"/>
                  <a:pt x="33196" y="211395"/>
                  <a:pt x="31682" y="209719"/>
                </a:cubicBezTo>
                <a:close/>
                <a:moveTo>
                  <a:pt x="73174" y="209719"/>
                </a:moveTo>
                <a:cubicBezTo>
                  <a:pt x="71499" y="208213"/>
                  <a:pt x="70658" y="206201"/>
                  <a:pt x="70658" y="203684"/>
                </a:cubicBezTo>
                <a:lnTo>
                  <a:pt x="70658" y="153136"/>
                </a:lnTo>
                <a:cubicBezTo>
                  <a:pt x="70658" y="150796"/>
                  <a:pt x="71499" y="148784"/>
                  <a:pt x="73174" y="147101"/>
                </a:cubicBezTo>
                <a:cubicBezTo>
                  <a:pt x="74849" y="145594"/>
                  <a:pt x="76861" y="144841"/>
                  <a:pt x="79209" y="144841"/>
                </a:cubicBezTo>
                <a:cubicBezTo>
                  <a:pt x="81557" y="144841"/>
                  <a:pt x="83569" y="145594"/>
                  <a:pt x="85244" y="147101"/>
                </a:cubicBezTo>
                <a:cubicBezTo>
                  <a:pt x="86919" y="148784"/>
                  <a:pt x="87760" y="150796"/>
                  <a:pt x="87760" y="153136"/>
                </a:cubicBezTo>
                <a:lnTo>
                  <a:pt x="87760" y="203684"/>
                </a:lnTo>
                <a:cubicBezTo>
                  <a:pt x="87760" y="206201"/>
                  <a:pt x="86919" y="208213"/>
                  <a:pt x="85244" y="209719"/>
                </a:cubicBezTo>
                <a:cubicBezTo>
                  <a:pt x="83569" y="211395"/>
                  <a:pt x="81557" y="212236"/>
                  <a:pt x="79209" y="212236"/>
                </a:cubicBezTo>
                <a:cubicBezTo>
                  <a:pt x="76693" y="212236"/>
                  <a:pt x="74681" y="211395"/>
                  <a:pt x="73174" y="209719"/>
                </a:cubicBezTo>
                <a:close/>
                <a:moveTo>
                  <a:pt x="114666" y="209719"/>
                </a:moveTo>
                <a:cubicBezTo>
                  <a:pt x="112991" y="208213"/>
                  <a:pt x="112149" y="206201"/>
                  <a:pt x="112149" y="203684"/>
                </a:cubicBezTo>
                <a:lnTo>
                  <a:pt x="112149" y="168228"/>
                </a:lnTo>
                <a:cubicBezTo>
                  <a:pt x="112149" y="165879"/>
                  <a:pt x="112991" y="163868"/>
                  <a:pt x="114666" y="162193"/>
                </a:cubicBezTo>
                <a:cubicBezTo>
                  <a:pt x="116341" y="160517"/>
                  <a:pt x="118353" y="159676"/>
                  <a:pt x="120701" y="159676"/>
                </a:cubicBezTo>
                <a:cubicBezTo>
                  <a:pt x="123217" y="159676"/>
                  <a:pt x="125229" y="160517"/>
                  <a:pt x="126736" y="162193"/>
                </a:cubicBezTo>
                <a:cubicBezTo>
                  <a:pt x="128411" y="163868"/>
                  <a:pt x="129252" y="165879"/>
                  <a:pt x="129252" y="168228"/>
                </a:cubicBezTo>
                <a:lnTo>
                  <a:pt x="129252" y="203684"/>
                </a:lnTo>
                <a:cubicBezTo>
                  <a:pt x="129252" y="206201"/>
                  <a:pt x="128411" y="208213"/>
                  <a:pt x="126736" y="209719"/>
                </a:cubicBezTo>
                <a:cubicBezTo>
                  <a:pt x="125061" y="211395"/>
                  <a:pt x="123049" y="212236"/>
                  <a:pt x="120701" y="212236"/>
                </a:cubicBezTo>
                <a:cubicBezTo>
                  <a:pt x="118353" y="212236"/>
                  <a:pt x="116341" y="211395"/>
                  <a:pt x="114666" y="209719"/>
                </a:cubicBezTo>
                <a:close/>
                <a:moveTo>
                  <a:pt x="156158" y="209719"/>
                </a:moveTo>
                <a:cubicBezTo>
                  <a:pt x="154651" y="208213"/>
                  <a:pt x="153897" y="206201"/>
                  <a:pt x="153897" y="203684"/>
                </a:cubicBezTo>
                <a:lnTo>
                  <a:pt x="153897" y="142076"/>
                </a:lnTo>
                <a:cubicBezTo>
                  <a:pt x="153897" y="139728"/>
                  <a:pt x="154651" y="137716"/>
                  <a:pt x="156158" y="136041"/>
                </a:cubicBezTo>
                <a:cubicBezTo>
                  <a:pt x="157833" y="134366"/>
                  <a:pt x="159932" y="133524"/>
                  <a:pt x="162441" y="133524"/>
                </a:cubicBezTo>
                <a:cubicBezTo>
                  <a:pt x="164790" y="133524"/>
                  <a:pt x="166721" y="134366"/>
                  <a:pt x="168228" y="136041"/>
                </a:cubicBezTo>
                <a:cubicBezTo>
                  <a:pt x="169903" y="137716"/>
                  <a:pt x="170744" y="139728"/>
                  <a:pt x="170744" y="142076"/>
                </a:cubicBezTo>
                <a:lnTo>
                  <a:pt x="170744" y="203684"/>
                </a:lnTo>
                <a:cubicBezTo>
                  <a:pt x="170744" y="206201"/>
                  <a:pt x="169903" y="208213"/>
                  <a:pt x="168228" y="209719"/>
                </a:cubicBezTo>
                <a:cubicBezTo>
                  <a:pt x="166721" y="211395"/>
                  <a:pt x="164709" y="212236"/>
                  <a:pt x="162193" y="212236"/>
                </a:cubicBezTo>
                <a:cubicBezTo>
                  <a:pt x="159844" y="212236"/>
                  <a:pt x="157833" y="211395"/>
                  <a:pt x="156158" y="209719"/>
                </a:cubicBezTo>
                <a:close/>
                <a:moveTo>
                  <a:pt x="197649" y="209719"/>
                </a:moveTo>
                <a:cubicBezTo>
                  <a:pt x="196142" y="208213"/>
                  <a:pt x="195382" y="206201"/>
                  <a:pt x="195382" y="203684"/>
                </a:cubicBezTo>
                <a:lnTo>
                  <a:pt x="195382" y="111901"/>
                </a:lnTo>
                <a:cubicBezTo>
                  <a:pt x="195382" y="109552"/>
                  <a:pt x="196223" y="107541"/>
                  <a:pt x="197898" y="105866"/>
                </a:cubicBezTo>
                <a:cubicBezTo>
                  <a:pt x="199405" y="104190"/>
                  <a:pt x="201417" y="103349"/>
                  <a:pt x="203933" y="103349"/>
                </a:cubicBezTo>
                <a:cubicBezTo>
                  <a:pt x="206281" y="103349"/>
                  <a:pt x="208213" y="104190"/>
                  <a:pt x="209719" y="105866"/>
                </a:cubicBezTo>
                <a:cubicBezTo>
                  <a:pt x="211395" y="107541"/>
                  <a:pt x="212236" y="109552"/>
                  <a:pt x="212236" y="111901"/>
                </a:cubicBezTo>
                <a:lnTo>
                  <a:pt x="212236" y="203684"/>
                </a:lnTo>
                <a:cubicBezTo>
                  <a:pt x="212236" y="206201"/>
                  <a:pt x="211395" y="208213"/>
                  <a:pt x="209719" y="209719"/>
                </a:cubicBezTo>
                <a:cubicBezTo>
                  <a:pt x="208213" y="211395"/>
                  <a:pt x="206201" y="212236"/>
                  <a:pt x="203684" y="212236"/>
                </a:cubicBezTo>
                <a:cubicBezTo>
                  <a:pt x="201336" y="212236"/>
                  <a:pt x="199325" y="211395"/>
                  <a:pt x="197649" y="209719"/>
                </a:cubicBezTo>
                <a:close/>
                <a:moveTo>
                  <a:pt x="140818" y="116173"/>
                </a:moveTo>
                <a:cubicBezTo>
                  <a:pt x="138638" y="116173"/>
                  <a:pt x="136458" y="115756"/>
                  <a:pt x="134278" y="114914"/>
                </a:cubicBezTo>
                <a:cubicBezTo>
                  <a:pt x="132266" y="114081"/>
                  <a:pt x="130342" y="112822"/>
                  <a:pt x="128499" y="111147"/>
                </a:cubicBezTo>
                <a:lnTo>
                  <a:pt x="100584" y="83232"/>
                </a:lnTo>
                <a:lnTo>
                  <a:pt x="44008" y="139311"/>
                </a:lnTo>
                <a:cubicBezTo>
                  <a:pt x="42326" y="141154"/>
                  <a:pt x="40314" y="141988"/>
                  <a:pt x="37973" y="141827"/>
                </a:cubicBezTo>
                <a:cubicBezTo>
                  <a:pt x="35457" y="141827"/>
                  <a:pt x="33357" y="140898"/>
                  <a:pt x="31682" y="139055"/>
                </a:cubicBezTo>
                <a:cubicBezTo>
                  <a:pt x="30175" y="137379"/>
                  <a:pt x="29334" y="135456"/>
                  <a:pt x="29173" y="133276"/>
                </a:cubicBezTo>
                <a:cubicBezTo>
                  <a:pt x="29173" y="130927"/>
                  <a:pt x="30007" y="128916"/>
                  <a:pt x="31682" y="127241"/>
                </a:cubicBezTo>
                <a:lnTo>
                  <a:pt x="88514" y="70914"/>
                </a:lnTo>
                <a:cubicBezTo>
                  <a:pt x="90357" y="69070"/>
                  <a:pt x="92289" y="67812"/>
                  <a:pt x="94300" y="67139"/>
                </a:cubicBezTo>
                <a:cubicBezTo>
                  <a:pt x="96312" y="66305"/>
                  <a:pt x="98404" y="65881"/>
                  <a:pt x="100584" y="65881"/>
                </a:cubicBezTo>
                <a:cubicBezTo>
                  <a:pt x="102764" y="65881"/>
                  <a:pt x="104856" y="66305"/>
                  <a:pt x="106868" y="67139"/>
                </a:cubicBezTo>
                <a:cubicBezTo>
                  <a:pt x="109048" y="67812"/>
                  <a:pt x="110979" y="69070"/>
                  <a:pt x="112654" y="70914"/>
                </a:cubicBezTo>
                <a:lnTo>
                  <a:pt x="140818" y="99077"/>
                </a:lnTo>
                <a:lnTo>
                  <a:pt x="197649" y="42245"/>
                </a:lnTo>
                <a:cubicBezTo>
                  <a:pt x="199325" y="40570"/>
                  <a:pt x="201336" y="39729"/>
                  <a:pt x="203684" y="39729"/>
                </a:cubicBezTo>
                <a:cubicBezTo>
                  <a:pt x="206033" y="39729"/>
                  <a:pt x="208044" y="40570"/>
                  <a:pt x="209719" y="42245"/>
                </a:cubicBezTo>
                <a:cubicBezTo>
                  <a:pt x="211226" y="43920"/>
                  <a:pt x="212068" y="45932"/>
                  <a:pt x="212236" y="48280"/>
                </a:cubicBezTo>
                <a:cubicBezTo>
                  <a:pt x="212236" y="50460"/>
                  <a:pt x="211395" y="52472"/>
                  <a:pt x="209719" y="54315"/>
                </a:cubicBezTo>
                <a:lnTo>
                  <a:pt x="152888" y="111147"/>
                </a:lnTo>
                <a:cubicBezTo>
                  <a:pt x="151381" y="112822"/>
                  <a:pt x="149537" y="114081"/>
                  <a:pt x="147357" y="114914"/>
                </a:cubicBezTo>
                <a:cubicBezTo>
                  <a:pt x="145177" y="115756"/>
                  <a:pt x="142998" y="116173"/>
                  <a:pt x="140818" y="116173"/>
                </a:cubicBez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圖說"/>
          <p:cNvSpPr/>
          <p:nvPr/>
        </p:nvSpPr>
        <p:spPr>
          <a:xfrm>
            <a:off x="2199388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監控</a:t>
            </a:r>
            <a:endParaRPr lang="en-US" sz="600" dirty="0"/>
          </a:p>
        </p:txBody>
      </p:sp>
      <p:sp>
        <p:nvSpPr>
          <p:cNvPr id="96" name="圖示 數據查詢"/>
          <p:cNvSpPr/>
          <p:nvPr/>
        </p:nvSpPr>
        <p:spPr>
          <a:xfrm>
            <a:off x="2758983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4835" y="132017"/>
                </a:moveTo>
                <a:cubicBezTo>
                  <a:pt x="12992" y="130840"/>
                  <a:pt x="11902" y="129084"/>
                  <a:pt x="11565" y="126736"/>
                </a:cubicBezTo>
                <a:cubicBezTo>
                  <a:pt x="11229" y="124388"/>
                  <a:pt x="11653" y="122296"/>
                  <a:pt x="12824" y="120452"/>
                </a:cubicBezTo>
                <a:lnTo>
                  <a:pt x="47527" y="66137"/>
                </a:lnTo>
                <a:cubicBezTo>
                  <a:pt x="50212" y="61777"/>
                  <a:pt x="54067" y="59429"/>
                  <a:pt x="59092" y="59092"/>
                </a:cubicBezTo>
                <a:cubicBezTo>
                  <a:pt x="64293" y="58587"/>
                  <a:pt x="68565" y="60270"/>
                  <a:pt x="71916" y="64125"/>
                </a:cubicBezTo>
                <a:lnTo>
                  <a:pt x="89523" y="83986"/>
                </a:lnTo>
                <a:lnTo>
                  <a:pt x="118689" y="37220"/>
                </a:lnTo>
                <a:cubicBezTo>
                  <a:pt x="121710" y="32523"/>
                  <a:pt x="125982" y="30095"/>
                  <a:pt x="131513" y="29926"/>
                </a:cubicBezTo>
                <a:cubicBezTo>
                  <a:pt x="137043" y="29758"/>
                  <a:pt x="141403" y="31938"/>
                  <a:pt x="144592" y="36459"/>
                </a:cubicBezTo>
                <a:lnTo>
                  <a:pt x="163195" y="62867"/>
                </a:lnTo>
                <a:lnTo>
                  <a:pt x="193370" y="15845"/>
                </a:lnTo>
                <a:cubicBezTo>
                  <a:pt x="194716" y="13833"/>
                  <a:pt x="196640" y="12575"/>
                  <a:pt x="199156" y="12070"/>
                </a:cubicBezTo>
                <a:cubicBezTo>
                  <a:pt x="201504" y="11565"/>
                  <a:pt x="203684" y="12070"/>
                  <a:pt x="205696" y="13577"/>
                </a:cubicBezTo>
                <a:cubicBezTo>
                  <a:pt x="207708" y="14923"/>
                  <a:pt x="208798" y="16766"/>
                  <a:pt x="208966" y="19115"/>
                </a:cubicBezTo>
                <a:cubicBezTo>
                  <a:pt x="209295" y="21287"/>
                  <a:pt x="208878" y="23387"/>
                  <a:pt x="207708" y="25398"/>
                </a:cubicBezTo>
                <a:lnTo>
                  <a:pt x="176274" y="73679"/>
                </a:lnTo>
                <a:cubicBezTo>
                  <a:pt x="173253" y="78375"/>
                  <a:pt x="169062" y="80804"/>
                  <a:pt x="163700" y="80972"/>
                </a:cubicBezTo>
                <a:cubicBezTo>
                  <a:pt x="158169" y="81140"/>
                  <a:pt x="153809" y="79041"/>
                  <a:pt x="150627" y="74681"/>
                </a:cubicBezTo>
                <a:lnTo>
                  <a:pt x="132266" y="48529"/>
                </a:lnTo>
                <a:lnTo>
                  <a:pt x="103100" y="94798"/>
                </a:lnTo>
                <a:cubicBezTo>
                  <a:pt x="100248" y="99158"/>
                  <a:pt x="96224" y="101593"/>
                  <a:pt x="91030" y="102091"/>
                </a:cubicBezTo>
                <a:cubicBezTo>
                  <a:pt x="85997" y="102427"/>
                  <a:pt x="81725" y="100752"/>
                  <a:pt x="78207" y="97065"/>
                </a:cubicBezTo>
                <a:lnTo>
                  <a:pt x="60599" y="77197"/>
                </a:lnTo>
                <a:lnTo>
                  <a:pt x="26905" y="130006"/>
                </a:lnTo>
                <a:cubicBezTo>
                  <a:pt x="25567" y="132017"/>
                  <a:pt x="23723" y="133276"/>
                  <a:pt x="21375" y="133780"/>
                </a:cubicBezTo>
                <a:cubicBezTo>
                  <a:pt x="19027" y="134278"/>
                  <a:pt x="16847" y="133693"/>
                  <a:pt x="14835" y="132017"/>
                </a:cubicBezTo>
                <a:close/>
                <a:moveTo>
                  <a:pt x="147862" y="186581"/>
                </a:moveTo>
                <a:cubicBezTo>
                  <a:pt x="155741" y="186581"/>
                  <a:pt x="162441" y="183816"/>
                  <a:pt x="167979" y="178286"/>
                </a:cubicBezTo>
                <a:cubicBezTo>
                  <a:pt x="173677" y="172924"/>
                  <a:pt x="176523" y="166296"/>
                  <a:pt x="176523" y="158418"/>
                </a:cubicBezTo>
                <a:cubicBezTo>
                  <a:pt x="176523" y="150540"/>
                  <a:pt x="173758" y="143839"/>
                  <a:pt x="168228" y="138301"/>
                </a:cubicBezTo>
                <a:cubicBezTo>
                  <a:pt x="162697" y="132939"/>
                  <a:pt x="155989" y="130254"/>
                  <a:pt x="148111" y="130254"/>
                </a:cubicBezTo>
                <a:cubicBezTo>
                  <a:pt x="140232" y="130254"/>
                  <a:pt x="133612" y="133020"/>
                  <a:pt x="128243" y="138557"/>
                </a:cubicBezTo>
                <a:cubicBezTo>
                  <a:pt x="122881" y="144087"/>
                  <a:pt x="120196" y="150796"/>
                  <a:pt x="120196" y="158674"/>
                </a:cubicBezTo>
                <a:cubicBezTo>
                  <a:pt x="120196" y="166384"/>
                  <a:pt x="122881" y="173004"/>
                  <a:pt x="128243" y="178535"/>
                </a:cubicBezTo>
                <a:cubicBezTo>
                  <a:pt x="133612" y="183904"/>
                  <a:pt x="140145" y="186581"/>
                  <a:pt x="147862" y="186581"/>
                </a:cubicBezTo>
                <a:close/>
                <a:moveTo>
                  <a:pt x="147862" y="203684"/>
                </a:moveTo>
                <a:cubicBezTo>
                  <a:pt x="135456" y="203684"/>
                  <a:pt x="124805" y="199237"/>
                  <a:pt x="115924" y="190356"/>
                </a:cubicBezTo>
                <a:cubicBezTo>
                  <a:pt x="107204" y="181636"/>
                  <a:pt x="102844" y="170993"/>
                  <a:pt x="102844" y="158418"/>
                </a:cubicBezTo>
                <a:cubicBezTo>
                  <a:pt x="102844" y="146011"/>
                  <a:pt x="107204" y="135287"/>
                  <a:pt x="115924" y="126231"/>
                </a:cubicBezTo>
                <a:cubicBezTo>
                  <a:pt x="124805" y="117350"/>
                  <a:pt x="135536" y="112903"/>
                  <a:pt x="148111" y="112903"/>
                </a:cubicBezTo>
                <a:cubicBezTo>
                  <a:pt x="160686" y="112903"/>
                  <a:pt x="171410" y="117350"/>
                  <a:pt x="180298" y="126231"/>
                </a:cubicBezTo>
                <a:cubicBezTo>
                  <a:pt x="189178" y="135119"/>
                  <a:pt x="193626" y="145931"/>
                  <a:pt x="193626" y="158674"/>
                </a:cubicBezTo>
                <a:cubicBezTo>
                  <a:pt x="193626" y="163363"/>
                  <a:pt x="192953" y="167891"/>
                  <a:pt x="191614" y="172251"/>
                </a:cubicBezTo>
                <a:cubicBezTo>
                  <a:pt x="190107" y="176443"/>
                  <a:pt x="188096" y="180378"/>
                  <a:pt x="185579" y="184072"/>
                </a:cubicBezTo>
                <a:lnTo>
                  <a:pt x="206450" y="204687"/>
                </a:lnTo>
                <a:cubicBezTo>
                  <a:pt x="208293" y="206530"/>
                  <a:pt x="209215" y="208542"/>
                  <a:pt x="209215" y="210722"/>
                </a:cubicBezTo>
                <a:cubicBezTo>
                  <a:pt x="209215" y="213070"/>
                  <a:pt x="208293" y="215082"/>
                  <a:pt x="206450" y="216757"/>
                </a:cubicBezTo>
                <a:cubicBezTo>
                  <a:pt x="204774" y="218432"/>
                  <a:pt x="202763" y="219273"/>
                  <a:pt x="200415" y="219273"/>
                </a:cubicBezTo>
                <a:cubicBezTo>
                  <a:pt x="198235" y="219441"/>
                  <a:pt x="196303" y="218600"/>
                  <a:pt x="194628" y="216757"/>
                </a:cubicBezTo>
                <a:lnTo>
                  <a:pt x="173509" y="195886"/>
                </a:lnTo>
                <a:cubicBezTo>
                  <a:pt x="169822" y="198235"/>
                  <a:pt x="165879" y="200166"/>
                  <a:pt x="161688" y="201673"/>
                </a:cubicBezTo>
                <a:cubicBezTo>
                  <a:pt x="157328" y="203011"/>
                  <a:pt x="152719" y="203684"/>
                  <a:pt x="147862" y="203684"/>
                </a:cubicBez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圖說"/>
          <p:cNvSpPr/>
          <p:nvPr/>
        </p:nvSpPr>
        <p:spPr>
          <a:xfrm>
            <a:off x="2643165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數據查詢</a:t>
            </a:r>
            <a:endParaRPr lang="en-US" sz="600" dirty="0"/>
          </a:p>
        </p:txBody>
      </p:sp>
      <p:sp>
        <p:nvSpPr>
          <p:cNvPr id="98" name="圖示 長條圖"/>
          <p:cNvSpPr/>
          <p:nvPr/>
        </p:nvSpPr>
        <p:spPr>
          <a:xfrm>
            <a:off x="3202759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74767" y="202675"/>
                </a:moveTo>
                <a:cubicBezTo>
                  <a:pt x="172251" y="202675"/>
                  <a:pt x="170152" y="201841"/>
                  <a:pt x="168476" y="200166"/>
                </a:cubicBezTo>
                <a:cubicBezTo>
                  <a:pt x="166801" y="198483"/>
                  <a:pt x="165967" y="196472"/>
                  <a:pt x="165967" y="194131"/>
                </a:cubicBezTo>
                <a:lnTo>
                  <a:pt x="165967" y="138806"/>
                </a:lnTo>
                <a:cubicBezTo>
                  <a:pt x="165967" y="136289"/>
                  <a:pt x="166801" y="134197"/>
                  <a:pt x="168476" y="132522"/>
                </a:cubicBezTo>
                <a:cubicBezTo>
                  <a:pt x="170152" y="130840"/>
                  <a:pt x="172251" y="130006"/>
                  <a:pt x="174767" y="130006"/>
                </a:cubicBezTo>
                <a:lnTo>
                  <a:pt x="194131" y="130006"/>
                </a:lnTo>
                <a:cubicBezTo>
                  <a:pt x="196472" y="130006"/>
                  <a:pt x="198483" y="130840"/>
                  <a:pt x="200166" y="132522"/>
                </a:cubicBezTo>
                <a:cubicBezTo>
                  <a:pt x="201841" y="134197"/>
                  <a:pt x="202675" y="136289"/>
                  <a:pt x="202675" y="138806"/>
                </a:cubicBezTo>
                <a:lnTo>
                  <a:pt x="202675" y="194131"/>
                </a:lnTo>
                <a:cubicBezTo>
                  <a:pt x="202675" y="196472"/>
                  <a:pt x="201841" y="198483"/>
                  <a:pt x="200166" y="200166"/>
                </a:cubicBezTo>
                <a:cubicBezTo>
                  <a:pt x="198483" y="201841"/>
                  <a:pt x="196472" y="202675"/>
                  <a:pt x="194131" y="202675"/>
                </a:cubicBezTo>
                <a:lnTo>
                  <a:pt x="174767" y="202675"/>
                </a:lnTo>
                <a:close/>
                <a:moveTo>
                  <a:pt x="110891" y="202675"/>
                </a:moveTo>
                <a:cubicBezTo>
                  <a:pt x="108550" y="202675"/>
                  <a:pt x="106539" y="201841"/>
                  <a:pt x="104856" y="200166"/>
                </a:cubicBezTo>
                <a:cubicBezTo>
                  <a:pt x="103181" y="198483"/>
                  <a:pt x="102347" y="196472"/>
                  <a:pt x="102347" y="194131"/>
                </a:cubicBezTo>
                <a:lnTo>
                  <a:pt x="102347" y="47278"/>
                </a:lnTo>
                <a:cubicBezTo>
                  <a:pt x="102347" y="44930"/>
                  <a:pt x="103181" y="42918"/>
                  <a:pt x="104856" y="41243"/>
                </a:cubicBezTo>
                <a:cubicBezTo>
                  <a:pt x="106539" y="39561"/>
                  <a:pt x="108550" y="38727"/>
                  <a:pt x="110891" y="38727"/>
                </a:cubicBezTo>
                <a:lnTo>
                  <a:pt x="130510" y="38727"/>
                </a:lnTo>
                <a:cubicBezTo>
                  <a:pt x="132851" y="38727"/>
                  <a:pt x="134863" y="39561"/>
                  <a:pt x="136546" y="41243"/>
                </a:cubicBezTo>
                <a:cubicBezTo>
                  <a:pt x="138221" y="42918"/>
                  <a:pt x="139055" y="44930"/>
                  <a:pt x="139055" y="47278"/>
                </a:cubicBezTo>
                <a:lnTo>
                  <a:pt x="139055" y="194131"/>
                </a:lnTo>
                <a:cubicBezTo>
                  <a:pt x="139055" y="196472"/>
                  <a:pt x="138221" y="198483"/>
                  <a:pt x="136546" y="200166"/>
                </a:cubicBezTo>
                <a:cubicBezTo>
                  <a:pt x="134863" y="201841"/>
                  <a:pt x="132851" y="202675"/>
                  <a:pt x="130510" y="202675"/>
                </a:cubicBezTo>
                <a:lnTo>
                  <a:pt x="110891" y="202675"/>
                </a:lnTo>
                <a:close/>
                <a:moveTo>
                  <a:pt x="47278" y="202675"/>
                </a:moveTo>
                <a:cubicBezTo>
                  <a:pt x="44930" y="202675"/>
                  <a:pt x="42918" y="201841"/>
                  <a:pt x="41243" y="200166"/>
                </a:cubicBezTo>
                <a:cubicBezTo>
                  <a:pt x="39561" y="198483"/>
                  <a:pt x="38727" y="196472"/>
                  <a:pt x="38727" y="194131"/>
                </a:cubicBezTo>
                <a:lnTo>
                  <a:pt x="38727" y="97570"/>
                </a:lnTo>
                <a:cubicBezTo>
                  <a:pt x="38727" y="95222"/>
                  <a:pt x="39561" y="93210"/>
                  <a:pt x="41243" y="91535"/>
                </a:cubicBezTo>
                <a:cubicBezTo>
                  <a:pt x="42918" y="89853"/>
                  <a:pt x="44930" y="89019"/>
                  <a:pt x="47278" y="89019"/>
                </a:cubicBezTo>
                <a:lnTo>
                  <a:pt x="66634" y="89019"/>
                </a:lnTo>
                <a:cubicBezTo>
                  <a:pt x="69151" y="89019"/>
                  <a:pt x="71250" y="89853"/>
                  <a:pt x="72925" y="91535"/>
                </a:cubicBezTo>
                <a:cubicBezTo>
                  <a:pt x="74600" y="93210"/>
                  <a:pt x="75442" y="95222"/>
                  <a:pt x="75442" y="97570"/>
                </a:cubicBezTo>
                <a:lnTo>
                  <a:pt x="75442" y="194131"/>
                </a:lnTo>
                <a:cubicBezTo>
                  <a:pt x="75442" y="196472"/>
                  <a:pt x="74600" y="198483"/>
                  <a:pt x="72925" y="200166"/>
                </a:cubicBezTo>
                <a:cubicBezTo>
                  <a:pt x="71250" y="201841"/>
                  <a:pt x="69151" y="202675"/>
                  <a:pt x="66634" y="202675"/>
                </a:cubicBezTo>
                <a:lnTo>
                  <a:pt x="47278" y="202675"/>
                </a:ln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9" name="圖說"/>
          <p:cNvSpPr/>
          <p:nvPr/>
        </p:nvSpPr>
        <p:spPr>
          <a:xfrm>
            <a:off x="3086941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長條圖</a:t>
            </a:r>
            <a:endParaRPr lang="en-US" sz="600" dirty="0"/>
          </a:p>
        </p:txBody>
      </p:sp>
      <p:sp>
        <p:nvSpPr>
          <p:cNvPr id="100" name="圖示 排名"/>
          <p:cNvSpPr/>
          <p:nvPr/>
        </p:nvSpPr>
        <p:spPr>
          <a:xfrm>
            <a:off x="3646536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5705" y="195638"/>
                </a:moveTo>
                <a:lnTo>
                  <a:pt x="80972" y="195638"/>
                </a:lnTo>
                <a:lnTo>
                  <a:pt x="80972" y="106114"/>
                </a:lnTo>
                <a:lnTo>
                  <a:pt x="35705" y="106114"/>
                </a:lnTo>
                <a:lnTo>
                  <a:pt x="35705" y="195638"/>
                </a:lnTo>
                <a:close/>
                <a:moveTo>
                  <a:pt x="98068" y="195638"/>
                </a:moveTo>
                <a:lnTo>
                  <a:pt x="143334" y="195638"/>
                </a:lnTo>
                <a:lnTo>
                  <a:pt x="143334" y="45764"/>
                </a:lnTo>
                <a:lnTo>
                  <a:pt x="98068" y="45764"/>
                </a:lnTo>
                <a:lnTo>
                  <a:pt x="98068" y="195638"/>
                </a:lnTo>
                <a:close/>
                <a:moveTo>
                  <a:pt x="160430" y="195638"/>
                </a:moveTo>
                <a:lnTo>
                  <a:pt x="205696" y="195638"/>
                </a:lnTo>
                <a:lnTo>
                  <a:pt x="205696" y="126231"/>
                </a:lnTo>
                <a:lnTo>
                  <a:pt x="160430" y="126231"/>
                </a:lnTo>
                <a:lnTo>
                  <a:pt x="160430" y="195638"/>
                </a:lnTo>
                <a:close/>
                <a:moveTo>
                  <a:pt x="18610" y="195638"/>
                </a:moveTo>
                <a:lnTo>
                  <a:pt x="18610" y="106114"/>
                </a:lnTo>
                <a:cubicBezTo>
                  <a:pt x="18610" y="101425"/>
                  <a:pt x="20285" y="97402"/>
                  <a:pt x="23635" y="94044"/>
                </a:cubicBezTo>
                <a:cubicBezTo>
                  <a:pt x="26993" y="90694"/>
                  <a:pt x="31016" y="89019"/>
                  <a:pt x="35705" y="89019"/>
                </a:cubicBezTo>
                <a:lnTo>
                  <a:pt x="80972" y="89019"/>
                </a:lnTo>
                <a:lnTo>
                  <a:pt x="80972" y="45764"/>
                </a:lnTo>
                <a:cubicBezTo>
                  <a:pt x="80972" y="41075"/>
                  <a:pt x="82647" y="37051"/>
                  <a:pt x="85997" y="33694"/>
                </a:cubicBezTo>
                <a:cubicBezTo>
                  <a:pt x="89355" y="30343"/>
                  <a:pt x="93379" y="28668"/>
                  <a:pt x="98068" y="28668"/>
                </a:cubicBezTo>
                <a:lnTo>
                  <a:pt x="143334" y="28668"/>
                </a:lnTo>
                <a:cubicBezTo>
                  <a:pt x="148023" y="28668"/>
                  <a:pt x="152046" y="30343"/>
                  <a:pt x="155404" y="33694"/>
                </a:cubicBezTo>
                <a:cubicBezTo>
                  <a:pt x="158754" y="37051"/>
                  <a:pt x="160430" y="41075"/>
                  <a:pt x="160430" y="45764"/>
                </a:cubicBezTo>
                <a:lnTo>
                  <a:pt x="160430" y="109135"/>
                </a:lnTo>
                <a:lnTo>
                  <a:pt x="205696" y="109135"/>
                </a:lnTo>
                <a:cubicBezTo>
                  <a:pt x="210385" y="109135"/>
                  <a:pt x="214409" y="110811"/>
                  <a:pt x="217766" y="114161"/>
                </a:cubicBezTo>
                <a:cubicBezTo>
                  <a:pt x="221117" y="117519"/>
                  <a:pt x="222792" y="121542"/>
                  <a:pt x="222792" y="126231"/>
                </a:cubicBezTo>
                <a:lnTo>
                  <a:pt x="222792" y="195638"/>
                </a:lnTo>
                <a:cubicBezTo>
                  <a:pt x="222792" y="200327"/>
                  <a:pt x="221117" y="204350"/>
                  <a:pt x="217766" y="207708"/>
                </a:cubicBezTo>
                <a:cubicBezTo>
                  <a:pt x="214409" y="211058"/>
                  <a:pt x="210385" y="212733"/>
                  <a:pt x="205696" y="212733"/>
                </a:cubicBezTo>
                <a:lnTo>
                  <a:pt x="35705" y="212733"/>
                </a:lnTo>
                <a:cubicBezTo>
                  <a:pt x="31016" y="212733"/>
                  <a:pt x="26993" y="211058"/>
                  <a:pt x="23635" y="207708"/>
                </a:cubicBezTo>
                <a:cubicBezTo>
                  <a:pt x="20285" y="204350"/>
                  <a:pt x="18610" y="200327"/>
                  <a:pt x="18610" y="195638"/>
                </a:cubicBez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1" name="圖說"/>
          <p:cNvSpPr/>
          <p:nvPr/>
        </p:nvSpPr>
        <p:spPr>
          <a:xfrm>
            <a:off x="3530718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排名</a:t>
            </a:r>
            <a:endParaRPr lang="en-US" sz="600" dirty="0"/>
          </a:p>
        </p:txBody>
      </p:sp>
      <p:sp>
        <p:nvSpPr>
          <p:cNvPr id="102" name="圖示 占比"/>
          <p:cNvSpPr/>
          <p:nvPr/>
        </p:nvSpPr>
        <p:spPr>
          <a:xfrm>
            <a:off x="4090312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9252" y="112149"/>
                </a:moveTo>
                <a:lnTo>
                  <a:pt x="205191" y="112149"/>
                </a:lnTo>
                <a:cubicBezTo>
                  <a:pt x="203348" y="92201"/>
                  <a:pt x="195213" y="74937"/>
                  <a:pt x="180802" y="60350"/>
                </a:cubicBezTo>
                <a:cubicBezTo>
                  <a:pt x="166552" y="45596"/>
                  <a:pt x="149369" y="37549"/>
                  <a:pt x="129252" y="36210"/>
                </a:cubicBezTo>
                <a:lnTo>
                  <a:pt x="129252" y="112149"/>
                </a:lnTo>
                <a:close/>
                <a:moveTo>
                  <a:pt x="112149" y="205191"/>
                </a:moveTo>
                <a:lnTo>
                  <a:pt x="112149" y="36210"/>
                </a:lnTo>
                <a:cubicBezTo>
                  <a:pt x="90526" y="38222"/>
                  <a:pt x="72420" y="47359"/>
                  <a:pt x="57834" y="63620"/>
                </a:cubicBezTo>
                <a:cubicBezTo>
                  <a:pt x="43087" y="79882"/>
                  <a:pt x="35705" y="98909"/>
                  <a:pt x="35705" y="120701"/>
                </a:cubicBezTo>
                <a:cubicBezTo>
                  <a:pt x="35705" y="142493"/>
                  <a:pt x="43087" y="161520"/>
                  <a:pt x="57834" y="177781"/>
                </a:cubicBezTo>
                <a:cubicBezTo>
                  <a:pt x="72420" y="194043"/>
                  <a:pt x="90526" y="203180"/>
                  <a:pt x="112149" y="205191"/>
                </a:cubicBezTo>
                <a:close/>
                <a:moveTo>
                  <a:pt x="129252" y="205191"/>
                </a:moveTo>
                <a:cubicBezTo>
                  <a:pt x="149369" y="203684"/>
                  <a:pt x="166552" y="195638"/>
                  <a:pt x="180802" y="181051"/>
                </a:cubicBezTo>
                <a:cubicBezTo>
                  <a:pt x="195052" y="166465"/>
                  <a:pt x="203180" y="149201"/>
                  <a:pt x="205191" y="129252"/>
                </a:cubicBezTo>
                <a:lnTo>
                  <a:pt x="129252" y="129252"/>
                </a:lnTo>
                <a:lnTo>
                  <a:pt x="129252" y="205191"/>
                </a:lnTo>
                <a:close/>
                <a:moveTo>
                  <a:pt x="120701" y="120701"/>
                </a:moveTo>
                <a:close/>
                <a:moveTo>
                  <a:pt x="120701" y="222792"/>
                </a:moveTo>
                <a:cubicBezTo>
                  <a:pt x="106619" y="222792"/>
                  <a:pt x="93379" y="220114"/>
                  <a:pt x="80972" y="214745"/>
                </a:cubicBezTo>
                <a:cubicBezTo>
                  <a:pt x="68565" y="209383"/>
                  <a:pt x="57754" y="202090"/>
                  <a:pt x="48529" y="192873"/>
                </a:cubicBezTo>
                <a:cubicBezTo>
                  <a:pt x="39312" y="183648"/>
                  <a:pt x="32019" y="172836"/>
                  <a:pt x="26657" y="160430"/>
                </a:cubicBezTo>
                <a:cubicBezTo>
                  <a:pt x="21287" y="148023"/>
                  <a:pt x="18610" y="134783"/>
                  <a:pt x="18610" y="120701"/>
                </a:cubicBezTo>
                <a:cubicBezTo>
                  <a:pt x="18610" y="106619"/>
                  <a:pt x="21287" y="93379"/>
                  <a:pt x="26657" y="80972"/>
                </a:cubicBezTo>
                <a:cubicBezTo>
                  <a:pt x="32019" y="68565"/>
                  <a:pt x="39312" y="57754"/>
                  <a:pt x="48529" y="48529"/>
                </a:cubicBezTo>
                <a:cubicBezTo>
                  <a:pt x="57754" y="39312"/>
                  <a:pt x="68565" y="32019"/>
                  <a:pt x="80972" y="26657"/>
                </a:cubicBezTo>
                <a:cubicBezTo>
                  <a:pt x="93379" y="21287"/>
                  <a:pt x="106619" y="18610"/>
                  <a:pt x="120701" y="18610"/>
                </a:cubicBezTo>
                <a:cubicBezTo>
                  <a:pt x="134783" y="18610"/>
                  <a:pt x="148023" y="21287"/>
                  <a:pt x="160430" y="26657"/>
                </a:cubicBezTo>
                <a:cubicBezTo>
                  <a:pt x="172836" y="32019"/>
                  <a:pt x="183648" y="39312"/>
                  <a:pt x="192873" y="48529"/>
                </a:cubicBezTo>
                <a:cubicBezTo>
                  <a:pt x="202090" y="57585"/>
                  <a:pt x="209383" y="68317"/>
                  <a:pt x="214745" y="80716"/>
                </a:cubicBezTo>
                <a:cubicBezTo>
                  <a:pt x="220114" y="93291"/>
                  <a:pt x="222792" y="106619"/>
                  <a:pt x="222792" y="120701"/>
                </a:cubicBezTo>
                <a:cubicBezTo>
                  <a:pt x="222792" y="134951"/>
                  <a:pt x="220114" y="148279"/>
                  <a:pt x="214745" y="160686"/>
                </a:cubicBezTo>
                <a:cubicBezTo>
                  <a:pt x="209383" y="173085"/>
                  <a:pt x="202090" y="183816"/>
                  <a:pt x="192873" y="192873"/>
                </a:cubicBezTo>
                <a:cubicBezTo>
                  <a:pt x="183648" y="202090"/>
                  <a:pt x="172836" y="209383"/>
                  <a:pt x="160430" y="214745"/>
                </a:cubicBezTo>
                <a:cubicBezTo>
                  <a:pt x="148023" y="220114"/>
                  <a:pt x="134783" y="222792"/>
                  <a:pt x="120701" y="222792"/>
                </a:cubicBez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3" name="圖說"/>
          <p:cNvSpPr/>
          <p:nvPr/>
        </p:nvSpPr>
        <p:spPr>
          <a:xfrm>
            <a:off x="3974494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占比</a:t>
            </a:r>
            <a:endParaRPr lang="en-US" sz="600" dirty="0"/>
          </a:p>
        </p:txBody>
      </p:sp>
      <p:sp>
        <p:nvSpPr>
          <p:cNvPr id="104" name="圖示 表格"/>
          <p:cNvSpPr/>
          <p:nvPr/>
        </p:nvSpPr>
        <p:spPr>
          <a:xfrm>
            <a:off x="4534089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95638" y="212485"/>
                </a:moveTo>
                <a:lnTo>
                  <a:pt x="45764" y="212485"/>
                </a:lnTo>
                <a:cubicBezTo>
                  <a:pt x="41243" y="212485"/>
                  <a:pt x="37220" y="210809"/>
                  <a:pt x="33694" y="207452"/>
                </a:cubicBezTo>
                <a:cubicBezTo>
                  <a:pt x="30343" y="203933"/>
                  <a:pt x="28668" y="199910"/>
                  <a:pt x="28668" y="195382"/>
                </a:cubicBezTo>
                <a:lnTo>
                  <a:pt x="28668" y="45764"/>
                </a:lnTo>
                <a:cubicBezTo>
                  <a:pt x="28668" y="41075"/>
                  <a:pt x="30343" y="37051"/>
                  <a:pt x="33694" y="33694"/>
                </a:cubicBezTo>
                <a:cubicBezTo>
                  <a:pt x="37220" y="30343"/>
                  <a:pt x="41243" y="28668"/>
                  <a:pt x="45764" y="28668"/>
                </a:cubicBezTo>
                <a:lnTo>
                  <a:pt x="195638" y="28668"/>
                </a:lnTo>
                <a:cubicBezTo>
                  <a:pt x="200327" y="28668"/>
                  <a:pt x="204350" y="30343"/>
                  <a:pt x="207708" y="33694"/>
                </a:cubicBezTo>
                <a:cubicBezTo>
                  <a:pt x="211058" y="37051"/>
                  <a:pt x="212733" y="41075"/>
                  <a:pt x="212733" y="45764"/>
                </a:cubicBezTo>
                <a:lnTo>
                  <a:pt x="212733" y="195382"/>
                </a:lnTo>
                <a:cubicBezTo>
                  <a:pt x="212733" y="199910"/>
                  <a:pt x="211058" y="203933"/>
                  <a:pt x="207708" y="207452"/>
                </a:cubicBezTo>
                <a:cubicBezTo>
                  <a:pt x="204350" y="210809"/>
                  <a:pt x="200327" y="212485"/>
                  <a:pt x="195638" y="212485"/>
                </a:cubicBezTo>
                <a:close/>
                <a:moveTo>
                  <a:pt x="45764" y="80716"/>
                </a:moveTo>
                <a:lnTo>
                  <a:pt x="195638" y="80716"/>
                </a:lnTo>
                <a:lnTo>
                  <a:pt x="195638" y="45764"/>
                </a:lnTo>
                <a:lnTo>
                  <a:pt x="45764" y="45764"/>
                </a:lnTo>
                <a:lnTo>
                  <a:pt x="45764" y="80716"/>
                </a:lnTo>
                <a:close/>
                <a:moveTo>
                  <a:pt x="78207" y="95807"/>
                </a:moveTo>
                <a:lnTo>
                  <a:pt x="45764" y="95807"/>
                </a:lnTo>
                <a:lnTo>
                  <a:pt x="45764" y="195382"/>
                </a:lnTo>
                <a:lnTo>
                  <a:pt x="78207" y="195382"/>
                </a:lnTo>
                <a:lnTo>
                  <a:pt x="78207" y="95807"/>
                </a:lnTo>
                <a:close/>
                <a:moveTo>
                  <a:pt x="163195" y="95807"/>
                </a:moveTo>
                <a:lnTo>
                  <a:pt x="163195" y="195382"/>
                </a:lnTo>
                <a:lnTo>
                  <a:pt x="195638" y="195382"/>
                </a:lnTo>
                <a:lnTo>
                  <a:pt x="195638" y="95807"/>
                </a:lnTo>
                <a:lnTo>
                  <a:pt x="163195" y="95807"/>
                </a:lnTo>
                <a:close/>
                <a:moveTo>
                  <a:pt x="148111" y="95807"/>
                </a:moveTo>
                <a:lnTo>
                  <a:pt x="93291" y="95807"/>
                </a:lnTo>
                <a:lnTo>
                  <a:pt x="93291" y="195382"/>
                </a:lnTo>
                <a:lnTo>
                  <a:pt x="148111" y="195382"/>
                </a:lnTo>
                <a:lnTo>
                  <a:pt x="148111" y="95807"/>
                </a:ln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5" name="圖說"/>
          <p:cNvSpPr/>
          <p:nvPr/>
        </p:nvSpPr>
        <p:spPr>
          <a:xfrm>
            <a:off x="4418271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表格</a:t>
            </a:r>
            <a:endParaRPr lang="en-US" sz="600" dirty="0"/>
          </a:p>
        </p:txBody>
      </p:sp>
      <p:sp>
        <p:nvSpPr>
          <p:cNvPr id="106" name="圖示 上升"/>
          <p:cNvSpPr/>
          <p:nvPr/>
        </p:nvSpPr>
        <p:spPr>
          <a:xfrm>
            <a:off x="4977866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24894" y="179040"/>
                </a:moveTo>
                <a:cubicBezTo>
                  <a:pt x="23218" y="177364"/>
                  <a:pt x="22377" y="175265"/>
                  <a:pt x="22377" y="172756"/>
                </a:cubicBezTo>
                <a:cubicBezTo>
                  <a:pt x="22209" y="170408"/>
                  <a:pt x="23050" y="168396"/>
                  <a:pt x="24894" y="166721"/>
                </a:cubicBezTo>
                <a:lnTo>
                  <a:pt x="81725" y="110138"/>
                </a:lnTo>
                <a:cubicBezTo>
                  <a:pt x="85076" y="106787"/>
                  <a:pt x="89099" y="105112"/>
                  <a:pt x="93795" y="105112"/>
                </a:cubicBezTo>
                <a:cubicBezTo>
                  <a:pt x="98492" y="105112"/>
                  <a:pt x="102515" y="106787"/>
                  <a:pt x="105866" y="110138"/>
                </a:cubicBezTo>
                <a:lnTo>
                  <a:pt x="135792" y="140064"/>
                </a:lnTo>
                <a:lnTo>
                  <a:pt x="194131" y="81725"/>
                </a:lnTo>
                <a:lnTo>
                  <a:pt x="171242" y="81725"/>
                </a:lnTo>
                <a:cubicBezTo>
                  <a:pt x="168901" y="81725"/>
                  <a:pt x="166889" y="80884"/>
                  <a:pt x="165206" y="79209"/>
                </a:cubicBezTo>
                <a:cubicBezTo>
                  <a:pt x="163531" y="77534"/>
                  <a:pt x="162697" y="75442"/>
                  <a:pt x="162697" y="72925"/>
                </a:cubicBezTo>
                <a:cubicBezTo>
                  <a:pt x="162697" y="70577"/>
                  <a:pt x="163531" y="68565"/>
                  <a:pt x="165206" y="66890"/>
                </a:cubicBezTo>
                <a:cubicBezTo>
                  <a:pt x="166889" y="65215"/>
                  <a:pt x="168901" y="64374"/>
                  <a:pt x="171242" y="64374"/>
                </a:cubicBezTo>
                <a:lnTo>
                  <a:pt x="214248" y="64374"/>
                </a:lnTo>
                <a:cubicBezTo>
                  <a:pt x="216588" y="64374"/>
                  <a:pt x="218600" y="65215"/>
                  <a:pt x="220283" y="66890"/>
                </a:cubicBezTo>
                <a:cubicBezTo>
                  <a:pt x="221958" y="68565"/>
                  <a:pt x="222792" y="70658"/>
                  <a:pt x="222792" y="73174"/>
                </a:cubicBezTo>
                <a:lnTo>
                  <a:pt x="222792" y="115924"/>
                </a:lnTo>
                <a:cubicBezTo>
                  <a:pt x="222792" y="118272"/>
                  <a:pt x="222038" y="120284"/>
                  <a:pt x="220531" y="121959"/>
                </a:cubicBezTo>
                <a:cubicBezTo>
                  <a:pt x="218856" y="123634"/>
                  <a:pt x="216844" y="124475"/>
                  <a:pt x="214496" y="124475"/>
                </a:cubicBezTo>
                <a:cubicBezTo>
                  <a:pt x="212148" y="124475"/>
                  <a:pt x="210136" y="123634"/>
                  <a:pt x="208461" y="121959"/>
                </a:cubicBezTo>
                <a:cubicBezTo>
                  <a:pt x="206786" y="120284"/>
                  <a:pt x="205945" y="118272"/>
                  <a:pt x="205945" y="115924"/>
                </a:cubicBezTo>
                <a:lnTo>
                  <a:pt x="205945" y="94044"/>
                </a:lnTo>
                <a:lnTo>
                  <a:pt x="147606" y="152383"/>
                </a:lnTo>
                <a:cubicBezTo>
                  <a:pt x="144256" y="155572"/>
                  <a:pt x="140232" y="157160"/>
                  <a:pt x="135536" y="157160"/>
                </a:cubicBezTo>
                <a:cubicBezTo>
                  <a:pt x="130840" y="157160"/>
                  <a:pt x="126816" y="155572"/>
                  <a:pt x="123466" y="152383"/>
                </a:cubicBezTo>
                <a:lnTo>
                  <a:pt x="93547" y="122712"/>
                </a:lnTo>
                <a:lnTo>
                  <a:pt x="37220" y="179040"/>
                </a:lnTo>
                <a:cubicBezTo>
                  <a:pt x="35369" y="180715"/>
                  <a:pt x="33277" y="181556"/>
                  <a:pt x="30929" y="181556"/>
                </a:cubicBezTo>
                <a:cubicBezTo>
                  <a:pt x="28580" y="181556"/>
                  <a:pt x="26569" y="180715"/>
                  <a:pt x="24894" y="179040"/>
                </a:cubicBez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7" name="圖說"/>
          <p:cNvSpPr/>
          <p:nvPr/>
        </p:nvSpPr>
        <p:spPr>
          <a:xfrm>
            <a:off x="4862048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上升</a:t>
            </a:r>
            <a:endParaRPr lang="en-US" sz="600" dirty="0"/>
          </a:p>
        </p:txBody>
      </p:sp>
      <p:sp>
        <p:nvSpPr>
          <p:cNvPr id="108" name="圖示 下降"/>
          <p:cNvSpPr/>
          <p:nvPr/>
        </p:nvSpPr>
        <p:spPr>
          <a:xfrm>
            <a:off x="5421642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94131" y="165206"/>
                </a:moveTo>
                <a:lnTo>
                  <a:pt x="135792" y="106868"/>
                </a:lnTo>
                <a:lnTo>
                  <a:pt x="105866" y="136794"/>
                </a:lnTo>
                <a:cubicBezTo>
                  <a:pt x="102515" y="140145"/>
                  <a:pt x="98492" y="141827"/>
                  <a:pt x="93795" y="141827"/>
                </a:cubicBezTo>
                <a:cubicBezTo>
                  <a:pt x="89099" y="141827"/>
                  <a:pt x="85076" y="140145"/>
                  <a:pt x="81725" y="136794"/>
                </a:cubicBezTo>
                <a:lnTo>
                  <a:pt x="24894" y="79962"/>
                </a:lnTo>
                <a:cubicBezTo>
                  <a:pt x="23050" y="78119"/>
                  <a:pt x="22209" y="76027"/>
                  <a:pt x="22377" y="73679"/>
                </a:cubicBezTo>
                <a:cubicBezTo>
                  <a:pt x="22377" y="71331"/>
                  <a:pt x="23218" y="69319"/>
                  <a:pt x="24894" y="67644"/>
                </a:cubicBezTo>
                <a:cubicBezTo>
                  <a:pt x="26569" y="65968"/>
                  <a:pt x="28580" y="65127"/>
                  <a:pt x="30929" y="65127"/>
                </a:cubicBezTo>
                <a:cubicBezTo>
                  <a:pt x="33277" y="65127"/>
                  <a:pt x="35369" y="65968"/>
                  <a:pt x="37220" y="67644"/>
                </a:cubicBezTo>
                <a:lnTo>
                  <a:pt x="93547" y="124219"/>
                </a:lnTo>
                <a:lnTo>
                  <a:pt x="123466" y="94300"/>
                </a:lnTo>
                <a:cubicBezTo>
                  <a:pt x="126816" y="90943"/>
                  <a:pt x="130840" y="89267"/>
                  <a:pt x="135536" y="89267"/>
                </a:cubicBezTo>
                <a:cubicBezTo>
                  <a:pt x="140232" y="89267"/>
                  <a:pt x="144256" y="90943"/>
                  <a:pt x="147606" y="94300"/>
                </a:cubicBezTo>
                <a:lnTo>
                  <a:pt x="205945" y="152639"/>
                </a:lnTo>
                <a:lnTo>
                  <a:pt x="205945" y="130510"/>
                </a:lnTo>
                <a:cubicBezTo>
                  <a:pt x="205945" y="128162"/>
                  <a:pt x="206786" y="126231"/>
                  <a:pt x="208461" y="124724"/>
                </a:cubicBezTo>
                <a:cubicBezTo>
                  <a:pt x="210136" y="123049"/>
                  <a:pt x="212148" y="122208"/>
                  <a:pt x="214496" y="122208"/>
                </a:cubicBezTo>
                <a:cubicBezTo>
                  <a:pt x="216844" y="122208"/>
                  <a:pt x="218856" y="123049"/>
                  <a:pt x="220531" y="124724"/>
                </a:cubicBezTo>
                <a:cubicBezTo>
                  <a:pt x="222038" y="126231"/>
                  <a:pt x="222792" y="128162"/>
                  <a:pt x="222792" y="130510"/>
                </a:cubicBezTo>
                <a:lnTo>
                  <a:pt x="222792" y="173758"/>
                </a:lnTo>
                <a:cubicBezTo>
                  <a:pt x="222792" y="176274"/>
                  <a:pt x="221958" y="178286"/>
                  <a:pt x="220283" y="179793"/>
                </a:cubicBezTo>
                <a:cubicBezTo>
                  <a:pt x="218600" y="181468"/>
                  <a:pt x="216588" y="182309"/>
                  <a:pt x="214248" y="182309"/>
                </a:cubicBezTo>
                <a:lnTo>
                  <a:pt x="171242" y="182309"/>
                </a:lnTo>
                <a:cubicBezTo>
                  <a:pt x="168901" y="182309"/>
                  <a:pt x="166889" y="181468"/>
                  <a:pt x="165206" y="179793"/>
                </a:cubicBezTo>
                <a:cubicBezTo>
                  <a:pt x="163531" y="178286"/>
                  <a:pt x="162697" y="176274"/>
                  <a:pt x="162697" y="173758"/>
                </a:cubicBezTo>
                <a:cubicBezTo>
                  <a:pt x="162697" y="171410"/>
                  <a:pt x="163531" y="169398"/>
                  <a:pt x="165206" y="167723"/>
                </a:cubicBezTo>
                <a:cubicBezTo>
                  <a:pt x="166889" y="166048"/>
                  <a:pt x="168901" y="165206"/>
                  <a:pt x="171242" y="165206"/>
                </a:cubicBezTo>
                <a:lnTo>
                  <a:pt x="194131" y="165206"/>
                </a:ln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9" name="圖說"/>
          <p:cNvSpPr/>
          <p:nvPr/>
        </p:nvSpPr>
        <p:spPr>
          <a:xfrm>
            <a:off x="5305824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下降</a:t>
            </a:r>
            <a:endParaRPr lang="en-US" sz="600" dirty="0"/>
          </a:p>
        </p:txBody>
      </p:sp>
      <p:sp>
        <p:nvSpPr>
          <p:cNvPr id="110" name="圖示 時間軸"/>
          <p:cNvSpPr/>
          <p:nvPr/>
        </p:nvSpPr>
        <p:spPr>
          <a:xfrm>
            <a:off x="5865419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28412" y="181805"/>
                </a:moveTo>
                <a:cubicBezTo>
                  <a:pt x="23050" y="181805"/>
                  <a:pt x="18522" y="179881"/>
                  <a:pt x="14835" y="176026"/>
                </a:cubicBezTo>
                <a:cubicBezTo>
                  <a:pt x="11148" y="172331"/>
                  <a:pt x="9305" y="167891"/>
                  <a:pt x="9305" y="162697"/>
                </a:cubicBezTo>
                <a:cubicBezTo>
                  <a:pt x="9305" y="157496"/>
                  <a:pt x="11148" y="153056"/>
                  <a:pt x="14835" y="149369"/>
                </a:cubicBezTo>
                <a:cubicBezTo>
                  <a:pt x="18690" y="145682"/>
                  <a:pt x="23138" y="143839"/>
                  <a:pt x="28164" y="143839"/>
                </a:cubicBezTo>
                <a:cubicBezTo>
                  <a:pt x="29173" y="143839"/>
                  <a:pt x="30095" y="143839"/>
                  <a:pt x="30929" y="143839"/>
                </a:cubicBezTo>
                <a:cubicBezTo>
                  <a:pt x="31938" y="144000"/>
                  <a:pt x="33196" y="144256"/>
                  <a:pt x="34703" y="144592"/>
                </a:cubicBezTo>
                <a:lnTo>
                  <a:pt x="82479" y="96809"/>
                </a:lnTo>
                <a:cubicBezTo>
                  <a:pt x="82142" y="95302"/>
                  <a:pt x="81894" y="94132"/>
                  <a:pt x="81725" y="93291"/>
                </a:cubicBezTo>
                <a:cubicBezTo>
                  <a:pt x="81725" y="92289"/>
                  <a:pt x="81725" y="91367"/>
                  <a:pt x="81725" y="90526"/>
                </a:cubicBezTo>
                <a:cubicBezTo>
                  <a:pt x="81725" y="85332"/>
                  <a:pt x="83569" y="80884"/>
                  <a:pt x="87256" y="77197"/>
                </a:cubicBezTo>
                <a:cubicBezTo>
                  <a:pt x="90943" y="73510"/>
                  <a:pt x="95390" y="71667"/>
                  <a:pt x="100584" y="71667"/>
                </a:cubicBezTo>
                <a:cubicBezTo>
                  <a:pt x="105778" y="71667"/>
                  <a:pt x="110225" y="73510"/>
                  <a:pt x="113912" y="77197"/>
                </a:cubicBezTo>
                <a:cubicBezTo>
                  <a:pt x="117767" y="80884"/>
                  <a:pt x="119699" y="85332"/>
                  <a:pt x="119699" y="90526"/>
                </a:cubicBezTo>
                <a:cubicBezTo>
                  <a:pt x="119699" y="91030"/>
                  <a:pt x="119362" y="93042"/>
                  <a:pt x="118689" y="96561"/>
                </a:cubicBezTo>
                <a:lnTo>
                  <a:pt x="144592" y="122712"/>
                </a:lnTo>
                <a:cubicBezTo>
                  <a:pt x="146099" y="122376"/>
                  <a:pt x="147270" y="122127"/>
                  <a:pt x="148111" y="121959"/>
                </a:cubicBezTo>
                <a:cubicBezTo>
                  <a:pt x="149113" y="121959"/>
                  <a:pt x="150035" y="121959"/>
                  <a:pt x="150876" y="121959"/>
                </a:cubicBezTo>
                <a:cubicBezTo>
                  <a:pt x="151717" y="121959"/>
                  <a:pt x="152639" y="121959"/>
                  <a:pt x="153641" y="121959"/>
                </a:cubicBezTo>
                <a:cubicBezTo>
                  <a:pt x="154482" y="122127"/>
                  <a:pt x="155653" y="122376"/>
                  <a:pt x="157160" y="122712"/>
                </a:cubicBezTo>
                <a:lnTo>
                  <a:pt x="194884" y="84995"/>
                </a:lnTo>
                <a:cubicBezTo>
                  <a:pt x="194548" y="83488"/>
                  <a:pt x="194292" y="82311"/>
                  <a:pt x="194131" y="81477"/>
                </a:cubicBezTo>
                <a:cubicBezTo>
                  <a:pt x="194131" y="80467"/>
                  <a:pt x="194131" y="79465"/>
                  <a:pt x="194131" y="78456"/>
                </a:cubicBezTo>
                <a:cubicBezTo>
                  <a:pt x="194131" y="73262"/>
                  <a:pt x="195974" y="68814"/>
                  <a:pt x="199661" y="65127"/>
                </a:cubicBezTo>
                <a:cubicBezTo>
                  <a:pt x="203348" y="61440"/>
                  <a:pt x="207876" y="59597"/>
                  <a:pt x="213238" y="59597"/>
                </a:cubicBezTo>
                <a:cubicBezTo>
                  <a:pt x="218432" y="59597"/>
                  <a:pt x="222880" y="61440"/>
                  <a:pt x="226566" y="65127"/>
                </a:cubicBezTo>
                <a:cubicBezTo>
                  <a:pt x="230253" y="68982"/>
                  <a:pt x="232097" y="73510"/>
                  <a:pt x="232097" y="78704"/>
                </a:cubicBezTo>
                <a:cubicBezTo>
                  <a:pt x="232097" y="83905"/>
                  <a:pt x="230253" y="88346"/>
                  <a:pt x="226566" y="92033"/>
                </a:cubicBezTo>
                <a:cubicBezTo>
                  <a:pt x="222880" y="95719"/>
                  <a:pt x="218432" y="97570"/>
                  <a:pt x="213238" y="97570"/>
                </a:cubicBezTo>
                <a:cubicBezTo>
                  <a:pt x="212236" y="97570"/>
                  <a:pt x="211226" y="97570"/>
                  <a:pt x="210224" y="97570"/>
                </a:cubicBezTo>
                <a:cubicBezTo>
                  <a:pt x="209383" y="97402"/>
                  <a:pt x="208213" y="97146"/>
                  <a:pt x="206698" y="96809"/>
                </a:cubicBezTo>
                <a:lnTo>
                  <a:pt x="168981" y="134534"/>
                </a:lnTo>
                <a:cubicBezTo>
                  <a:pt x="169318" y="136041"/>
                  <a:pt x="169566" y="137211"/>
                  <a:pt x="169735" y="138052"/>
                </a:cubicBezTo>
                <a:cubicBezTo>
                  <a:pt x="169903" y="139055"/>
                  <a:pt x="169991" y="139976"/>
                  <a:pt x="169991" y="140818"/>
                </a:cubicBezTo>
                <a:cubicBezTo>
                  <a:pt x="169991" y="146011"/>
                  <a:pt x="168059" y="150459"/>
                  <a:pt x="164204" y="154146"/>
                </a:cubicBezTo>
                <a:cubicBezTo>
                  <a:pt x="160517" y="158001"/>
                  <a:pt x="156070" y="159932"/>
                  <a:pt x="150876" y="159932"/>
                </a:cubicBezTo>
                <a:cubicBezTo>
                  <a:pt x="145682" y="159932"/>
                  <a:pt x="141235" y="158001"/>
                  <a:pt x="137548" y="154146"/>
                </a:cubicBezTo>
                <a:cubicBezTo>
                  <a:pt x="133861" y="150459"/>
                  <a:pt x="132017" y="146011"/>
                  <a:pt x="132017" y="140818"/>
                </a:cubicBezTo>
                <a:cubicBezTo>
                  <a:pt x="132017" y="139976"/>
                  <a:pt x="132017" y="139055"/>
                  <a:pt x="132017" y="138052"/>
                </a:cubicBezTo>
                <a:cubicBezTo>
                  <a:pt x="132186" y="137211"/>
                  <a:pt x="132434" y="136041"/>
                  <a:pt x="132771" y="134534"/>
                </a:cubicBezTo>
                <a:lnTo>
                  <a:pt x="106868" y="108631"/>
                </a:lnTo>
                <a:cubicBezTo>
                  <a:pt x="105361" y="108967"/>
                  <a:pt x="104190" y="109216"/>
                  <a:pt x="103349" y="109384"/>
                </a:cubicBezTo>
                <a:cubicBezTo>
                  <a:pt x="102347" y="109552"/>
                  <a:pt x="101425" y="109640"/>
                  <a:pt x="100584" y="109640"/>
                </a:cubicBezTo>
                <a:cubicBezTo>
                  <a:pt x="100079" y="109640"/>
                  <a:pt x="98068" y="109304"/>
                  <a:pt x="94549" y="108631"/>
                </a:cubicBezTo>
                <a:lnTo>
                  <a:pt x="46517" y="156662"/>
                </a:lnTo>
                <a:cubicBezTo>
                  <a:pt x="46854" y="158001"/>
                  <a:pt x="47110" y="159171"/>
                  <a:pt x="47278" y="160181"/>
                </a:cubicBezTo>
                <a:cubicBezTo>
                  <a:pt x="47278" y="161015"/>
                  <a:pt x="47278" y="161944"/>
                  <a:pt x="47278" y="162946"/>
                </a:cubicBezTo>
                <a:cubicBezTo>
                  <a:pt x="47278" y="167979"/>
                  <a:pt x="45427" y="172419"/>
                  <a:pt x="41741" y="176274"/>
                </a:cubicBezTo>
                <a:cubicBezTo>
                  <a:pt x="38054" y="179961"/>
                  <a:pt x="33613" y="181805"/>
                  <a:pt x="28412" y="181805"/>
                </a:cubicBez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1" name="圖說"/>
          <p:cNvSpPr/>
          <p:nvPr/>
        </p:nvSpPr>
        <p:spPr>
          <a:xfrm>
            <a:off x="5749601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時間軸</a:t>
            </a:r>
            <a:endParaRPr lang="en-US" sz="600" dirty="0"/>
          </a:p>
        </p:txBody>
      </p:sp>
      <p:sp>
        <p:nvSpPr>
          <p:cNvPr id="112" name="圖示 效能"/>
          <p:cNvSpPr/>
          <p:nvPr/>
        </p:nvSpPr>
        <p:spPr>
          <a:xfrm>
            <a:off x="6309195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8938" y="165206"/>
                </a:moveTo>
                <a:cubicBezTo>
                  <a:pt x="126319" y="164877"/>
                  <a:pt x="131681" y="162105"/>
                  <a:pt x="135031" y="156911"/>
                </a:cubicBezTo>
                <a:lnTo>
                  <a:pt x="179288" y="88009"/>
                </a:lnTo>
                <a:cubicBezTo>
                  <a:pt x="180634" y="85997"/>
                  <a:pt x="180466" y="84154"/>
                  <a:pt x="178791" y="82479"/>
                </a:cubicBezTo>
                <a:cubicBezTo>
                  <a:pt x="177108" y="80804"/>
                  <a:pt x="175265" y="80635"/>
                  <a:pt x="173253" y="81974"/>
                </a:cubicBezTo>
                <a:lnTo>
                  <a:pt x="105112" y="126736"/>
                </a:lnTo>
                <a:cubicBezTo>
                  <a:pt x="100079" y="130086"/>
                  <a:pt x="97402" y="135456"/>
                  <a:pt x="97065" y="142829"/>
                </a:cubicBezTo>
                <a:cubicBezTo>
                  <a:pt x="96729" y="150203"/>
                  <a:pt x="98492" y="155821"/>
                  <a:pt x="102347" y="159676"/>
                </a:cubicBezTo>
                <a:cubicBezTo>
                  <a:pt x="106202" y="163531"/>
                  <a:pt x="111732" y="165375"/>
                  <a:pt x="118938" y="165206"/>
                </a:cubicBezTo>
                <a:close/>
                <a:moveTo>
                  <a:pt x="120196" y="38975"/>
                </a:moveTo>
                <a:cubicBezTo>
                  <a:pt x="127577" y="38975"/>
                  <a:pt x="135368" y="39985"/>
                  <a:pt x="143583" y="41997"/>
                </a:cubicBezTo>
                <a:cubicBezTo>
                  <a:pt x="151798" y="43840"/>
                  <a:pt x="159932" y="47022"/>
                  <a:pt x="167979" y="51550"/>
                </a:cubicBezTo>
                <a:cubicBezTo>
                  <a:pt x="169991" y="52721"/>
                  <a:pt x="171242" y="54484"/>
                  <a:pt x="171746" y="56832"/>
                </a:cubicBezTo>
                <a:cubicBezTo>
                  <a:pt x="172083" y="59012"/>
                  <a:pt x="171498" y="61192"/>
                  <a:pt x="169991" y="63372"/>
                </a:cubicBezTo>
                <a:cubicBezTo>
                  <a:pt x="168645" y="65544"/>
                  <a:pt x="166889" y="66802"/>
                  <a:pt x="164709" y="67139"/>
                </a:cubicBezTo>
                <a:cubicBezTo>
                  <a:pt x="162697" y="67475"/>
                  <a:pt x="160598" y="67139"/>
                  <a:pt x="158418" y="66137"/>
                </a:cubicBezTo>
                <a:cubicBezTo>
                  <a:pt x="151717" y="62611"/>
                  <a:pt x="144921" y="60102"/>
                  <a:pt x="138052" y="58587"/>
                </a:cubicBezTo>
                <a:cubicBezTo>
                  <a:pt x="131344" y="56912"/>
                  <a:pt x="125397" y="56078"/>
                  <a:pt x="120196" y="56078"/>
                </a:cubicBezTo>
                <a:cubicBezTo>
                  <a:pt x="96897" y="56078"/>
                  <a:pt x="76949" y="64454"/>
                  <a:pt x="60350" y="81221"/>
                </a:cubicBezTo>
                <a:cubicBezTo>
                  <a:pt x="43920" y="97819"/>
                  <a:pt x="35705" y="118016"/>
                  <a:pt x="35705" y="141827"/>
                </a:cubicBezTo>
                <a:cubicBezTo>
                  <a:pt x="35705" y="149369"/>
                  <a:pt x="36715" y="156911"/>
                  <a:pt x="38727" y="164453"/>
                </a:cubicBezTo>
                <a:cubicBezTo>
                  <a:pt x="40907" y="172002"/>
                  <a:pt x="43840" y="179040"/>
                  <a:pt x="47527" y="185579"/>
                </a:cubicBezTo>
                <a:lnTo>
                  <a:pt x="192617" y="185579"/>
                </a:lnTo>
                <a:cubicBezTo>
                  <a:pt x="196303" y="179544"/>
                  <a:pt x="199156" y="172588"/>
                  <a:pt x="201168" y="164709"/>
                </a:cubicBezTo>
                <a:cubicBezTo>
                  <a:pt x="203348" y="156831"/>
                  <a:pt x="204438" y="149033"/>
                  <a:pt x="204438" y="141322"/>
                </a:cubicBezTo>
                <a:cubicBezTo>
                  <a:pt x="204438" y="135792"/>
                  <a:pt x="203684" y="129757"/>
                  <a:pt x="202177" y="123217"/>
                </a:cubicBezTo>
                <a:cubicBezTo>
                  <a:pt x="200832" y="116677"/>
                  <a:pt x="198483" y="110394"/>
                  <a:pt x="195133" y="104359"/>
                </a:cubicBezTo>
                <a:cubicBezTo>
                  <a:pt x="193963" y="102179"/>
                  <a:pt x="193538" y="99911"/>
                  <a:pt x="193875" y="97570"/>
                </a:cubicBezTo>
                <a:cubicBezTo>
                  <a:pt x="194211" y="95054"/>
                  <a:pt x="195469" y="93122"/>
                  <a:pt x="197649" y="91784"/>
                </a:cubicBezTo>
                <a:cubicBezTo>
                  <a:pt x="199661" y="90277"/>
                  <a:pt x="201841" y="89853"/>
                  <a:pt x="204189" y="90526"/>
                </a:cubicBezTo>
                <a:cubicBezTo>
                  <a:pt x="206530" y="91367"/>
                  <a:pt x="208293" y="92874"/>
                  <a:pt x="209463" y="95054"/>
                </a:cubicBezTo>
                <a:cubicBezTo>
                  <a:pt x="213158" y="102596"/>
                  <a:pt x="216003" y="110057"/>
                  <a:pt x="218015" y="117431"/>
                </a:cubicBezTo>
                <a:cubicBezTo>
                  <a:pt x="220027" y="124973"/>
                  <a:pt x="221204" y="132434"/>
                  <a:pt x="221534" y="139815"/>
                </a:cubicBezTo>
                <a:cubicBezTo>
                  <a:pt x="221870" y="149874"/>
                  <a:pt x="220868" y="159427"/>
                  <a:pt x="218520" y="168476"/>
                </a:cubicBezTo>
                <a:cubicBezTo>
                  <a:pt x="216171" y="177533"/>
                  <a:pt x="212653" y="185916"/>
                  <a:pt x="207957" y="193626"/>
                </a:cubicBezTo>
                <a:cubicBezTo>
                  <a:pt x="205777" y="197818"/>
                  <a:pt x="203428" y="200327"/>
                  <a:pt x="200919" y="201168"/>
                </a:cubicBezTo>
                <a:cubicBezTo>
                  <a:pt x="198571" y="202177"/>
                  <a:pt x="195550" y="202675"/>
                  <a:pt x="191863" y="202675"/>
                </a:cubicBezTo>
                <a:lnTo>
                  <a:pt x="48280" y="202675"/>
                </a:lnTo>
                <a:cubicBezTo>
                  <a:pt x="45098" y="202675"/>
                  <a:pt x="41997" y="201921"/>
                  <a:pt x="38975" y="200415"/>
                </a:cubicBezTo>
                <a:cubicBezTo>
                  <a:pt x="35962" y="198739"/>
                  <a:pt x="33782" y="196472"/>
                  <a:pt x="32436" y="193626"/>
                </a:cubicBezTo>
                <a:cubicBezTo>
                  <a:pt x="27915" y="185579"/>
                  <a:pt x="24477" y="177277"/>
                  <a:pt x="22128" y="168732"/>
                </a:cubicBezTo>
                <a:cubicBezTo>
                  <a:pt x="19780" y="160349"/>
                  <a:pt x="18610" y="151381"/>
                  <a:pt x="18610" y="141827"/>
                </a:cubicBezTo>
                <a:cubicBezTo>
                  <a:pt x="18610" y="127745"/>
                  <a:pt x="21287" y="114417"/>
                  <a:pt x="26657" y="101842"/>
                </a:cubicBezTo>
                <a:cubicBezTo>
                  <a:pt x="32019" y="89436"/>
                  <a:pt x="39312" y="78536"/>
                  <a:pt x="48529" y="69151"/>
                </a:cubicBezTo>
                <a:cubicBezTo>
                  <a:pt x="57754" y="59933"/>
                  <a:pt x="68478" y="52552"/>
                  <a:pt x="80716" y="47022"/>
                </a:cubicBezTo>
                <a:cubicBezTo>
                  <a:pt x="93122" y="41660"/>
                  <a:pt x="106283" y="38975"/>
                  <a:pt x="120196" y="38975"/>
                </a:cubicBezTo>
                <a:close/>
                <a:moveTo>
                  <a:pt x="118689" y="122961"/>
                </a:move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3" name="圖說"/>
          <p:cNvSpPr/>
          <p:nvPr/>
        </p:nvSpPr>
        <p:spPr>
          <a:xfrm>
            <a:off x="6193378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效能</a:t>
            </a:r>
            <a:endParaRPr lang="en-US" sz="600" dirty="0"/>
          </a:p>
        </p:txBody>
      </p:sp>
      <p:sp>
        <p:nvSpPr>
          <p:cNvPr id="114" name="圖示 儀表板"/>
          <p:cNvSpPr/>
          <p:nvPr/>
        </p:nvSpPr>
        <p:spPr>
          <a:xfrm>
            <a:off x="6752972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7994" y="88763"/>
                </a:moveTo>
                <a:lnTo>
                  <a:pt x="127994" y="35962"/>
                </a:lnTo>
                <a:cubicBezTo>
                  <a:pt x="127994" y="33613"/>
                  <a:pt x="128748" y="31602"/>
                  <a:pt x="130254" y="29926"/>
                </a:cubicBezTo>
                <a:cubicBezTo>
                  <a:pt x="131930" y="28244"/>
                  <a:pt x="134029" y="27410"/>
                  <a:pt x="136546" y="27410"/>
                </a:cubicBezTo>
                <a:lnTo>
                  <a:pt x="205440" y="27410"/>
                </a:lnTo>
                <a:cubicBezTo>
                  <a:pt x="207788" y="27410"/>
                  <a:pt x="209800" y="28244"/>
                  <a:pt x="211475" y="29926"/>
                </a:cubicBezTo>
                <a:cubicBezTo>
                  <a:pt x="213158" y="31602"/>
                  <a:pt x="213992" y="33613"/>
                  <a:pt x="213992" y="35962"/>
                </a:cubicBezTo>
                <a:lnTo>
                  <a:pt x="213992" y="88763"/>
                </a:lnTo>
                <a:cubicBezTo>
                  <a:pt x="213992" y="91279"/>
                  <a:pt x="213158" y="93379"/>
                  <a:pt x="211475" y="95054"/>
                </a:cubicBezTo>
                <a:cubicBezTo>
                  <a:pt x="209800" y="96561"/>
                  <a:pt x="207788" y="97314"/>
                  <a:pt x="205440" y="97314"/>
                </a:cubicBezTo>
                <a:lnTo>
                  <a:pt x="136546" y="97314"/>
                </a:lnTo>
                <a:cubicBezTo>
                  <a:pt x="134029" y="97314"/>
                  <a:pt x="131930" y="96561"/>
                  <a:pt x="130254" y="95054"/>
                </a:cubicBezTo>
                <a:cubicBezTo>
                  <a:pt x="128748" y="93379"/>
                  <a:pt x="127994" y="91279"/>
                  <a:pt x="127994" y="88763"/>
                </a:cubicBezTo>
                <a:close/>
                <a:moveTo>
                  <a:pt x="27410" y="120701"/>
                </a:moveTo>
                <a:lnTo>
                  <a:pt x="27410" y="35962"/>
                </a:lnTo>
                <a:cubicBezTo>
                  <a:pt x="27410" y="33613"/>
                  <a:pt x="28244" y="31602"/>
                  <a:pt x="29926" y="29926"/>
                </a:cubicBezTo>
                <a:cubicBezTo>
                  <a:pt x="31602" y="28244"/>
                  <a:pt x="33613" y="27410"/>
                  <a:pt x="35962" y="27410"/>
                </a:cubicBezTo>
                <a:lnTo>
                  <a:pt x="104856" y="27410"/>
                </a:lnTo>
                <a:cubicBezTo>
                  <a:pt x="107373" y="27410"/>
                  <a:pt x="109472" y="28244"/>
                  <a:pt x="111147" y="29926"/>
                </a:cubicBezTo>
                <a:cubicBezTo>
                  <a:pt x="112654" y="31602"/>
                  <a:pt x="113408" y="33613"/>
                  <a:pt x="113408" y="35962"/>
                </a:cubicBezTo>
                <a:lnTo>
                  <a:pt x="113408" y="120701"/>
                </a:lnTo>
                <a:cubicBezTo>
                  <a:pt x="113408" y="123217"/>
                  <a:pt x="112654" y="125309"/>
                  <a:pt x="111147" y="126985"/>
                </a:cubicBezTo>
                <a:cubicBezTo>
                  <a:pt x="109472" y="128667"/>
                  <a:pt x="107373" y="129501"/>
                  <a:pt x="104856" y="129501"/>
                </a:cubicBezTo>
                <a:lnTo>
                  <a:pt x="35962" y="129501"/>
                </a:lnTo>
                <a:cubicBezTo>
                  <a:pt x="33613" y="129501"/>
                  <a:pt x="31602" y="128667"/>
                  <a:pt x="29926" y="126985"/>
                </a:cubicBezTo>
                <a:cubicBezTo>
                  <a:pt x="28244" y="125309"/>
                  <a:pt x="27410" y="123217"/>
                  <a:pt x="27410" y="120701"/>
                </a:cubicBezTo>
                <a:close/>
                <a:moveTo>
                  <a:pt x="127994" y="205191"/>
                </a:moveTo>
                <a:lnTo>
                  <a:pt x="127994" y="120452"/>
                </a:lnTo>
                <a:cubicBezTo>
                  <a:pt x="127994" y="117936"/>
                  <a:pt x="128748" y="115924"/>
                  <a:pt x="130254" y="114417"/>
                </a:cubicBezTo>
                <a:cubicBezTo>
                  <a:pt x="131930" y="112735"/>
                  <a:pt x="134029" y="111901"/>
                  <a:pt x="136546" y="111901"/>
                </a:cubicBezTo>
                <a:lnTo>
                  <a:pt x="205440" y="111901"/>
                </a:lnTo>
                <a:cubicBezTo>
                  <a:pt x="207788" y="111901"/>
                  <a:pt x="209800" y="112735"/>
                  <a:pt x="211475" y="114417"/>
                </a:cubicBezTo>
                <a:cubicBezTo>
                  <a:pt x="213158" y="115924"/>
                  <a:pt x="213992" y="117936"/>
                  <a:pt x="213992" y="120452"/>
                </a:cubicBezTo>
                <a:lnTo>
                  <a:pt x="213992" y="205191"/>
                </a:lnTo>
                <a:cubicBezTo>
                  <a:pt x="213992" y="207708"/>
                  <a:pt x="213158" y="209719"/>
                  <a:pt x="211475" y="211226"/>
                </a:cubicBezTo>
                <a:cubicBezTo>
                  <a:pt x="209800" y="212902"/>
                  <a:pt x="207788" y="213743"/>
                  <a:pt x="205440" y="213743"/>
                </a:cubicBezTo>
                <a:lnTo>
                  <a:pt x="136546" y="213743"/>
                </a:lnTo>
                <a:cubicBezTo>
                  <a:pt x="134029" y="213743"/>
                  <a:pt x="131930" y="212902"/>
                  <a:pt x="130254" y="211226"/>
                </a:cubicBezTo>
                <a:cubicBezTo>
                  <a:pt x="128748" y="209719"/>
                  <a:pt x="127994" y="207708"/>
                  <a:pt x="127994" y="205191"/>
                </a:cubicBezTo>
                <a:close/>
                <a:moveTo>
                  <a:pt x="27410" y="205191"/>
                </a:moveTo>
                <a:lnTo>
                  <a:pt x="27410" y="152383"/>
                </a:lnTo>
                <a:cubicBezTo>
                  <a:pt x="27410" y="150035"/>
                  <a:pt x="28244" y="148023"/>
                  <a:pt x="29926" y="146348"/>
                </a:cubicBezTo>
                <a:cubicBezTo>
                  <a:pt x="31602" y="144673"/>
                  <a:pt x="33613" y="143839"/>
                  <a:pt x="35962" y="143839"/>
                </a:cubicBezTo>
                <a:lnTo>
                  <a:pt x="104856" y="143839"/>
                </a:lnTo>
                <a:cubicBezTo>
                  <a:pt x="107373" y="143839"/>
                  <a:pt x="109472" y="144673"/>
                  <a:pt x="111147" y="146348"/>
                </a:cubicBezTo>
                <a:cubicBezTo>
                  <a:pt x="112654" y="148023"/>
                  <a:pt x="113408" y="150035"/>
                  <a:pt x="113408" y="152383"/>
                </a:cubicBezTo>
                <a:lnTo>
                  <a:pt x="113408" y="205191"/>
                </a:lnTo>
                <a:cubicBezTo>
                  <a:pt x="113408" y="207708"/>
                  <a:pt x="112654" y="209719"/>
                  <a:pt x="111147" y="211226"/>
                </a:cubicBezTo>
                <a:cubicBezTo>
                  <a:pt x="109472" y="212902"/>
                  <a:pt x="107373" y="213743"/>
                  <a:pt x="104856" y="213743"/>
                </a:cubicBezTo>
                <a:lnTo>
                  <a:pt x="35962" y="213743"/>
                </a:lnTo>
                <a:cubicBezTo>
                  <a:pt x="33613" y="213743"/>
                  <a:pt x="31602" y="212902"/>
                  <a:pt x="29926" y="211226"/>
                </a:cubicBezTo>
                <a:cubicBezTo>
                  <a:pt x="28244" y="209719"/>
                  <a:pt x="27410" y="207708"/>
                  <a:pt x="27410" y="205191"/>
                </a:cubicBezTo>
                <a:close/>
                <a:moveTo>
                  <a:pt x="44762" y="112149"/>
                </a:moveTo>
                <a:lnTo>
                  <a:pt x="96312" y="112149"/>
                </a:lnTo>
                <a:lnTo>
                  <a:pt x="96312" y="44506"/>
                </a:lnTo>
                <a:lnTo>
                  <a:pt x="44762" y="44506"/>
                </a:lnTo>
                <a:lnTo>
                  <a:pt x="44762" y="112149"/>
                </a:lnTo>
                <a:close/>
                <a:moveTo>
                  <a:pt x="145090" y="196640"/>
                </a:moveTo>
                <a:lnTo>
                  <a:pt x="196896" y="196640"/>
                </a:lnTo>
                <a:lnTo>
                  <a:pt x="196896" y="128996"/>
                </a:lnTo>
                <a:lnTo>
                  <a:pt x="145090" y="128996"/>
                </a:lnTo>
                <a:lnTo>
                  <a:pt x="145090" y="196640"/>
                </a:lnTo>
                <a:close/>
                <a:moveTo>
                  <a:pt x="145090" y="80218"/>
                </a:moveTo>
                <a:lnTo>
                  <a:pt x="196896" y="80218"/>
                </a:lnTo>
                <a:lnTo>
                  <a:pt x="196896" y="44506"/>
                </a:lnTo>
                <a:lnTo>
                  <a:pt x="145090" y="44506"/>
                </a:lnTo>
                <a:lnTo>
                  <a:pt x="145090" y="80218"/>
                </a:lnTo>
                <a:close/>
                <a:moveTo>
                  <a:pt x="44762" y="196640"/>
                </a:moveTo>
                <a:lnTo>
                  <a:pt x="96312" y="196640"/>
                </a:lnTo>
                <a:lnTo>
                  <a:pt x="96312" y="160934"/>
                </a:lnTo>
                <a:lnTo>
                  <a:pt x="44762" y="160934"/>
                </a:lnTo>
                <a:lnTo>
                  <a:pt x="44762" y="196640"/>
                </a:lnTo>
                <a:close/>
                <a:moveTo>
                  <a:pt x="96312" y="112149"/>
                </a:moveTo>
                <a:close/>
                <a:moveTo>
                  <a:pt x="145090" y="80218"/>
                </a:moveTo>
                <a:close/>
                <a:moveTo>
                  <a:pt x="145090" y="128996"/>
                </a:moveTo>
                <a:close/>
                <a:moveTo>
                  <a:pt x="96312" y="160934"/>
                </a:move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5" name="圖說"/>
          <p:cNvSpPr/>
          <p:nvPr/>
        </p:nvSpPr>
        <p:spPr>
          <a:xfrm>
            <a:off x="6637154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儀表板</a:t>
            </a:r>
            <a:endParaRPr lang="en-US" sz="600" dirty="0"/>
          </a:p>
        </p:txBody>
      </p:sp>
      <p:sp>
        <p:nvSpPr>
          <p:cNvPr id="116" name="圖示 完成"/>
          <p:cNvSpPr/>
          <p:nvPr/>
        </p:nvSpPr>
        <p:spPr>
          <a:xfrm>
            <a:off x="7196749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05866" y="142076"/>
                </a:moveTo>
                <a:lnTo>
                  <a:pt x="82230" y="118440"/>
                </a:lnTo>
                <a:cubicBezTo>
                  <a:pt x="80548" y="116758"/>
                  <a:pt x="78536" y="115924"/>
                  <a:pt x="76195" y="115924"/>
                </a:cubicBezTo>
                <a:cubicBezTo>
                  <a:pt x="73679" y="115924"/>
                  <a:pt x="71499" y="116846"/>
                  <a:pt x="69655" y="118689"/>
                </a:cubicBezTo>
                <a:cubicBezTo>
                  <a:pt x="67980" y="120533"/>
                  <a:pt x="67139" y="122632"/>
                  <a:pt x="67139" y="124973"/>
                </a:cubicBezTo>
                <a:cubicBezTo>
                  <a:pt x="67139" y="127321"/>
                  <a:pt x="67980" y="129333"/>
                  <a:pt x="69655" y="131008"/>
                </a:cubicBezTo>
                <a:lnTo>
                  <a:pt x="99582" y="161183"/>
                </a:lnTo>
                <a:cubicBezTo>
                  <a:pt x="101425" y="163027"/>
                  <a:pt x="103437" y="163956"/>
                  <a:pt x="105617" y="163956"/>
                </a:cubicBezTo>
                <a:cubicBezTo>
                  <a:pt x="107958" y="163956"/>
                  <a:pt x="110057" y="163027"/>
                  <a:pt x="111901" y="161183"/>
                </a:cubicBezTo>
                <a:lnTo>
                  <a:pt x="171242" y="101842"/>
                </a:lnTo>
                <a:cubicBezTo>
                  <a:pt x="173085" y="99999"/>
                  <a:pt x="174014" y="97899"/>
                  <a:pt x="174014" y="95558"/>
                </a:cubicBezTo>
                <a:cubicBezTo>
                  <a:pt x="174014" y="93042"/>
                  <a:pt x="173085" y="90862"/>
                  <a:pt x="171242" y="89019"/>
                </a:cubicBezTo>
                <a:cubicBezTo>
                  <a:pt x="169398" y="87343"/>
                  <a:pt x="167218" y="86583"/>
                  <a:pt x="164709" y="86751"/>
                </a:cubicBezTo>
                <a:cubicBezTo>
                  <a:pt x="162193" y="86751"/>
                  <a:pt x="160093" y="87592"/>
                  <a:pt x="158418" y="89267"/>
                </a:cubicBezTo>
                <a:lnTo>
                  <a:pt x="105866" y="142076"/>
                </a:lnTo>
                <a:close/>
                <a:moveTo>
                  <a:pt x="120701" y="222792"/>
                </a:moveTo>
                <a:cubicBezTo>
                  <a:pt x="106787" y="222792"/>
                  <a:pt x="93547" y="220114"/>
                  <a:pt x="80972" y="214745"/>
                </a:cubicBezTo>
                <a:cubicBezTo>
                  <a:pt x="68565" y="209383"/>
                  <a:pt x="57754" y="202090"/>
                  <a:pt x="48529" y="192873"/>
                </a:cubicBezTo>
                <a:cubicBezTo>
                  <a:pt x="39312" y="183648"/>
                  <a:pt x="32019" y="172836"/>
                  <a:pt x="26657" y="160430"/>
                </a:cubicBezTo>
                <a:cubicBezTo>
                  <a:pt x="21287" y="147862"/>
                  <a:pt x="18610" y="134614"/>
                  <a:pt x="18610" y="120701"/>
                </a:cubicBezTo>
                <a:cubicBezTo>
                  <a:pt x="18610" y="106619"/>
                  <a:pt x="21287" y="93291"/>
                  <a:pt x="26657" y="80716"/>
                </a:cubicBezTo>
                <a:cubicBezTo>
                  <a:pt x="32019" y="68317"/>
                  <a:pt x="39312" y="57585"/>
                  <a:pt x="48529" y="48529"/>
                </a:cubicBezTo>
                <a:cubicBezTo>
                  <a:pt x="57754" y="39312"/>
                  <a:pt x="68565" y="32019"/>
                  <a:pt x="80972" y="26657"/>
                </a:cubicBezTo>
                <a:cubicBezTo>
                  <a:pt x="93379" y="21287"/>
                  <a:pt x="106619" y="18610"/>
                  <a:pt x="120701" y="18610"/>
                </a:cubicBezTo>
                <a:cubicBezTo>
                  <a:pt x="134783" y="18610"/>
                  <a:pt x="148111" y="21287"/>
                  <a:pt x="160686" y="26657"/>
                </a:cubicBezTo>
                <a:cubicBezTo>
                  <a:pt x="173085" y="32019"/>
                  <a:pt x="183816" y="39312"/>
                  <a:pt x="192873" y="48529"/>
                </a:cubicBezTo>
                <a:cubicBezTo>
                  <a:pt x="202090" y="57585"/>
                  <a:pt x="209383" y="68317"/>
                  <a:pt x="214745" y="80716"/>
                </a:cubicBezTo>
                <a:cubicBezTo>
                  <a:pt x="220114" y="93122"/>
                  <a:pt x="222792" y="106451"/>
                  <a:pt x="222792" y="120701"/>
                </a:cubicBezTo>
                <a:cubicBezTo>
                  <a:pt x="222792" y="134783"/>
                  <a:pt x="220114" y="148023"/>
                  <a:pt x="214745" y="160430"/>
                </a:cubicBezTo>
                <a:cubicBezTo>
                  <a:pt x="209383" y="172836"/>
                  <a:pt x="202090" y="183648"/>
                  <a:pt x="192873" y="192873"/>
                </a:cubicBezTo>
                <a:cubicBezTo>
                  <a:pt x="183816" y="202090"/>
                  <a:pt x="173085" y="209383"/>
                  <a:pt x="160686" y="214745"/>
                </a:cubicBezTo>
                <a:cubicBezTo>
                  <a:pt x="148111" y="220114"/>
                  <a:pt x="134783" y="222792"/>
                  <a:pt x="120701" y="222792"/>
                </a:cubicBezTo>
                <a:close/>
                <a:moveTo>
                  <a:pt x="120701" y="205696"/>
                </a:moveTo>
                <a:cubicBezTo>
                  <a:pt x="144336" y="205696"/>
                  <a:pt x="164373" y="197393"/>
                  <a:pt x="180802" y="180802"/>
                </a:cubicBezTo>
                <a:cubicBezTo>
                  <a:pt x="197393" y="164204"/>
                  <a:pt x="205696" y="144168"/>
                  <a:pt x="205696" y="120701"/>
                </a:cubicBezTo>
                <a:cubicBezTo>
                  <a:pt x="205696" y="97065"/>
                  <a:pt x="197393" y="77029"/>
                  <a:pt x="180802" y="60599"/>
                </a:cubicBezTo>
                <a:cubicBezTo>
                  <a:pt x="164373" y="44008"/>
                  <a:pt x="144336" y="35705"/>
                  <a:pt x="120701" y="35705"/>
                </a:cubicBezTo>
                <a:cubicBezTo>
                  <a:pt x="97234" y="35705"/>
                  <a:pt x="77197" y="44008"/>
                  <a:pt x="60599" y="60599"/>
                </a:cubicBezTo>
                <a:cubicBezTo>
                  <a:pt x="44008" y="77029"/>
                  <a:pt x="35705" y="97065"/>
                  <a:pt x="35705" y="120701"/>
                </a:cubicBezTo>
                <a:cubicBezTo>
                  <a:pt x="35705" y="144168"/>
                  <a:pt x="44008" y="164204"/>
                  <a:pt x="60599" y="180802"/>
                </a:cubicBezTo>
                <a:cubicBezTo>
                  <a:pt x="77197" y="197393"/>
                  <a:pt x="97234" y="205696"/>
                  <a:pt x="120701" y="205696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7" name="圖說"/>
          <p:cNvSpPr/>
          <p:nvPr/>
        </p:nvSpPr>
        <p:spPr>
          <a:xfrm>
            <a:off x="7080931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</a:t>
            </a:r>
            <a:endParaRPr lang="en-US" sz="600" dirty="0"/>
          </a:p>
        </p:txBody>
      </p:sp>
      <p:sp>
        <p:nvSpPr>
          <p:cNvPr id="118" name="圖示 錯誤"/>
          <p:cNvSpPr/>
          <p:nvPr/>
        </p:nvSpPr>
        <p:spPr>
          <a:xfrm>
            <a:off x="7640525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131769"/>
                </a:moveTo>
                <a:lnTo>
                  <a:pt x="152383" y="163451"/>
                </a:lnTo>
                <a:cubicBezTo>
                  <a:pt x="154058" y="165126"/>
                  <a:pt x="155909" y="165967"/>
                  <a:pt x="157921" y="165967"/>
                </a:cubicBezTo>
                <a:cubicBezTo>
                  <a:pt x="160093" y="165967"/>
                  <a:pt x="161944" y="165126"/>
                  <a:pt x="163451" y="163451"/>
                </a:cubicBezTo>
                <a:cubicBezTo>
                  <a:pt x="165126" y="161776"/>
                  <a:pt x="165967" y="159932"/>
                  <a:pt x="165967" y="157921"/>
                </a:cubicBezTo>
                <a:cubicBezTo>
                  <a:pt x="165967" y="155741"/>
                  <a:pt x="165126" y="153897"/>
                  <a:pt x="163451" y="152383"/>
                </a:cubicBezTo>
                <a:lnTo>
                  <a:pt x="131769" y="120701"/>
                </a:lnTo>
                <a:lnTo>
                  <a:pt x="163451" y="89019"/>
                </a:lnTo>
                <a:cubicBezTo>
                  <a:pt x="165126" y="87343"/>
                  <a:pt x="165967" y="85500"/>
                  <a:pt x="165967" y="83488"/>
                </a:cubicBezTo>
                <a:cubicBezTo>
                  <a:pt x="165967" y="81308"/>
                  <a:pt x="165126" y="79465"/>
                  <a:pt x="163451" y="77951"/>
                </a:cubicBezTo>
                <a:cubicBezTo>
                  <a:pt x="161944" y="76276"/>
                  <a:pt x="160093" y="75442"/>
                  <a:pt x="157921" y="75442"/>
                </a:cubicBezTo>
                <a:cubicBezTo>
                  <a:pt x="155909" y="75442"/>
                  <a:pt x="154058" y="76276"/>
                  <a:pt x="152383" y="77951"/>
                </a:cubicBezTo>
                <a:lnTo>
                  <a:pt x="120701" y="109640"/>
                </a:lnTo>
                <a:lnTo>
                  <a:pt x="89019" y="77951"/>
                </a:lnTo>
                <a:cubicBezTo>
                  <a:pt x="87343" y="76276"/>
                  <a:pt x="85500" y="75442"/>
                  <a:pt x="83488" y="75442"/>
                </a:cubicBezTo>
                <a:cubicBezTo>
                  <a:pt x="81477" y="75442"/>
                  <a:pt x="79626" y="76276"/>
                  <a:pt x="77951" y="77951"/>
                </a:cubicBezTo>
                <a:cubicBezTo>
                  <a:pt x="76276" y="79465"/>
                  <a:pt x="75442" y="81308"/>
                  <a:pt x="75442" y="83488"/>
                </a:cubicBezTo>
                <a:cubicBezTo>
                  <a:pt x="75442" y="85500"/>
                  <a:pt x="76276" y="87343"/>
                  <a:pt x="77951" y="89019"/>
                </a:cubicBezTo>
                <a:lnTo>
                  <a:pt x="109640" y="120701"/>
                </a:lnTo>
                <a:lnTo>
                  <a:pt x="77951" y="152383"/>
                </a:lnTo>
                <a:cubicBezTo>
                  <a:pt x="76276" y="154058"/>
                  <a:pt x="75442" y="155909"/>
                  <a:pt x="75442" y="157921"/>
                </a:cubicBezTo>
                <a:cubicBezTo>
                  <a:pt x="75442" y="159932"/>
                  <a:pt x="76276" y="161776"/>
                  <a:pt x="77951" y="163451"/>
                </a:cubicBezTo>
                <a:cubicBezTo>
                  <a:pt x="79626" y="165126"/>
                  <a:pt x="81477" y="165967"/>
                  <a:pt x="83488" y="165967"/>
                </a:cubicBezTo>
                <a:cubicBezTo>
                  <a:pt x="85661" y="165967"/>
                  <a:pt x="87512" y="165126"/>
                  <a:pt x="89019" y="163451"/>
                </a:cubicBezTo>
                <a:lnTo>
                  <a:pt x="120701" y="131769"/>
                </a:lnTo>
                <a:close/>
                <a:moveTo>
                  <a:pt x="120701" y="222792"/>
                </a:moveTo>
                <a:cubicBezTo>
                  <a:pt x="106787" y="222792"/>
                  <a:pt x="93547" y="220114"/>
                  <a:pt x="80972" y="214745"/>
                </a:cubicBezTo>
                <a:cubicBezTo>
                  <a:pt x="68565" y="209383"/>
                  <a:pt x="57754" y="202090"/>
                  <a:pt x="48529" y="192873"/>
                </a:cubicBezTo>
                <a:cubicBezTo>
                  <a:pt x="39312" y="183648"/>
                  <a:pt x="32019" y="172836"/>
                  <a:pt x="26657" y="160430"/>
                </a:cubicBezTo>
                <a:cubicBezTo>
                  <a:pt x="21287" y="148023"/>
                  <a:pt x="18610" y="134783"/>
                  <a:pt x="18610" y="120701"/>
                </a:cubicBezTo>
                <a:cubicBezTo>
                  <a:pt x="18610" y="106619"/>
                  <a:pt x="21287" y="93291"/>
                  <a:pt x="26657" y="80716"/>
                </a:cubicBezTo>
                <a:cubicBezTo>
                  <a:pt x="32019" y="68317"/>
                  <a:pt x="39312" y="57585"/>
                  <a:pt x="48529" y="48529"/>
                </a:cubicBezTo>
                <a:cubicBezTo>
                  <a:pt x="57754" y="39312"/>
                  <a:pt x="68565" y="32019"/>
                  <a:pt x="80972" y="26657"/>
                </a:cubicBezTo>
                <a:cubicBezTo>
                  <a:pt x="93379" y="21287"/>
                  <a:pt x="106619" y="18610"/>
                  <a:pt x="120701" y="18610"/>
                </a:cubicBezTo>
                <a:cubicBezTo>
                  <a:pt x="134783" y="18610"/>
                  <a:pt x="148111" y="21287"/>
                  <a:pt x="160686" y="26657"/>
                </a:cubicBezTo>
                <a:cubicBezTo>
                  <a:pt x="173085" y="32019"/>
                  <a:pt x="183816" y="39231"/>
                  <a:pt x="192873" y="48280"/>
                </a:cubicBezTo>
                <a:cubicBezTo>
                  <a:pt x="202090" y="57497"/>
                  <a:pt x="209383" y="68317"/>
                  <a:pt x="214745" y="80716"/>
                </a:cubicBezTo>
                <a:cubicBezTo>
                  <a:pt x="220114" y="93122"/>
                  <a:pt x="222792" y="106451"/>
                  <a:pt x="222792" y="120701"/>
                </a:cubicBezTo>
                <a:cubicBezTo>
                  <a:pt x="222792" y="134783"/>
                  <a:pt x="220114" y="148023"/>
                  <a:pt x="214745" y="160430"/>
                </a:cubicBezTo>
                <a:cubicBezTo>
                  <a:pt x="209383" y="172836"/>
                  <a:pt x="202090" y="183648"/>
                  <a:pt x="192873" y="192873"/>
                </a:cubicBezTo>
                <a:cubicBezTo>
                  <a:pt x="183816" y="202090"/>
                  <a:pt x="173085" y="209383"/>
                  <a:pt x="160686" y="214745"/>
                </a:cubicBezTo>
                <a:cubicBezTo>
                  <a:pt x="148279" y="220114"/>
                  <a:pt x="134951" y="222792"/>
                  <a:pt x="120701" y="222792"/>
                </a:cubicBezTo>
                <a:close/>
                <a:moveTo>
                  <a:pt x="120701" y="205696"/>
                </a:moveTo>
                <a:cubicBezTo>
                  <a:pt x="144336" y="205696"/>
                  <a:pt x="164373" y="197393"/>
                  <a:pt x="180802" y="180802"/>
                </a:cubicBezTo>
                <a:cubicBezTo>
                  <a:pt x="197393" y="164204"/>
                  <a:pt x="205696" y="144168"/>
                  <a:pt x="205696" y="120701"/>
                </a:cubicBezTo>
                <a:cubicBezTo>
                  <a:pt x="205696" y="97065"/>
                  <a:pt x="197393" y="77029"/>
                  <a:pt x="180802" y="60599"/>
                </a:cubicBezTo>
                <a:cubicBezTo>
                  <a:pt x="164373" y="44008"/>
                  <a:pt x="144336" y="35705"/>
                  <a:pt x="120701" y="35705"/>
                </a:cubicBezTo>
                <a:cubicBezTo>
                  <a:pt x="97234" y="35705"/>
                  <a:pt x="77197" y="44008"/>
                  <a:pt x="60599" y="60599"/>
                </a:cubicBezTo>
                <a:cubicBezTo>
                  <a:pt x="44008" y="77029"/>
                  <a:pt x="35705" y="97065"/>
                  <a:pt x="35705" y="120701"/>
                </a:cubicBezTo>
                <a:cubicBezTo>
                  <a:pt x="35705" y="144168"/>
                  <a:pt x="44008" y="164204"/>
                  <a:pt x="60599" y="180802"/>
                </a:cubicBezTo>
                <a:cubicBezTo>
                  <a:pt x="77197" y="197393"/>
                  <a:pt x="97234" y="205696"/>
                  <a:pt x="120701" y="205696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9" name="圖說"/>
          <p:cNvSpPr/>
          <p:nvPr/>
        </p:nvSpPr>
        <p:spPr>
          <a:xfrm>
            <a:off x="7524707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錯誤</a:t>
            </a:r>
            <a:endParaRPr lang="en-US" sz="600" dirty="0"/>
          </a:p>
        </p:txBody>
      </p:sp>
      <p:sp>
        <p:nvSpPr>
          <p:cNvPr id="120" name="圖示 阻擋"/>
          <p:cNvSpPr/>
          <p:nvPr/>
        </p:nvSpPr>
        <p:spPr>
          <a:xfrm>
            <a:off x="8084302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80972" y="214745"/>
                </a:moveTo>
                <a:cubicBezTo>
                  <a:pt x="68565" y="209383"/>
                  <a:pt x="57754" y="202090"/>
                  <a:pt x="48529" y="192873"/>
                </a:cubicBezTo>
                <a:cubicBezTo>
                  <a:pt x="39312" y="183648"/>
                  <a:pt x="32019" y="172836"/>
                  <a:pt x="26657" y="160430"/>
                </a:cubicBezTo>
                <a:cubicBezTo>
                  <a:pt x="21287" y="148023"/>
                  <a:pt x="18610" y="134783"/>
                  <a:pt x="18610" y="120701"/>
                </a:cubicBezTo>
                <a:cubicBezTo>
                  <a:pt x="18610" y="106619"/>
                  <a:pt x="21287" y="93291"/>
                  <a:pt x="26657" y="80716"/>
                </a:cubicBezTo>
                <a:cubicBezTo>
                  <a:pt x="32019" y="68317"/>
                  <a:pt x="39312" y="57585"/>
                  <a:pt x="48529" y="48529"/>
                </a:cubicBezTo>
                <a:cubicBezTo>
                  <a:pt x="57754" y="39312"/>
                  <a:pt x="68565" y="32019"/>
                  <a:pt x="80972" y="26657"/>
                </a:cubicBezTo>
                <a:cubicBezTo>
                  <a:pt x="93379" y="21287"/>
                  <a:pt x="106619" y="18610"/>
                  <a:pt x="120701" y="18610"/>
                </a:cubicBezTo>
                <a:cubicBezTo>
                  <a:pt x="134783" y="18610"/>
                  <a:pt x="148023" y="21287"/>
                  <a:pt x="160430" y="26657"/>
                </a:cubicBezTo>
                <a:cubicBezTo>
                  <a:pt x="172836" y="32019"/>
                  <a:pt x="183648" y="39312"/>
                  <a:pt x="192873" y="48529"/>
                </a:cubicBezTo>
                <a:cubicBezTo>
                  <a:pt x="202090" y="57585"/>
                  <a:pt x="209383" y="68317"/>
                  <a:pt x="214745" y="80716"/>
                </a:cubicBezTo>
                <a:cubicBezTo>
                  <a:pt x="220114" y="93291"/>
                  <a:pt x="222792" y="106619"/>
                  <a:pt x="222792" y="120701"/>
                </a:cubicBezTo>
                <a:cubicBezTo>
                  <a:pt x="222792" y="134783"/>
                  <a:pt x="220114" y="148023"/>
                  <a:pt x="214745" y="160430"/>
                </a:cubicBezTo>
                <a:cubicBezTo>
                  <a:pt x="209383" y="172836"/>
                  <a:pt x="202090" y="183648"/>
                  <a:pt x="192873" y="192873"/>
                </a:cubicBezTo>
                <a:cubicBezTo>
                  <a:pt x="183648" y="202090"/>
                  <a:pt x="172836" y="209383"/>
                  <a:pt x="160430" y="214745"/>
                </a:cubicBezTo>
                <a:cubicBezTo>
                  <a:pt x="148023" y="220114"/>
                  <a:pt x="134783" y="222792"/>
                  <a:pt x="120701" y="222792"/>
                </a:cubicBezTo>
                <a:cubicBezTo>
                  <a:pt x="106619" y="222792"/>
                  <a:pt x="93379" y="220114"/>
                  <a:pt x="80972" y="214745"/>
                </a:cubicBezTo>
                <a:close/>
                <a:moveTo>
                  <a:pt x="120701" y="205696"/>
                </a:moveTo>
                <a:cubicBezTo>
                  <a:pt x="130759" y="205696"/>
                  <a:pt x="140401" y="204021"/>
                  <a:pt x="149618" y="200663"/>
                </a:cubicBezTo>
                <a:cubicBezTo>
                  <a:pt x="158842" y="197481"/>
                  <a:pt x="167138" y="192617"/>
                  <a:pt x="174511" y="186084"/>
                </a:cubicBezTo>
                <a:lnTo>
                  <a:pt x="55069" y="66890"/>
                </a:lnTo>
                <a:cubicBezTo>
                  <a:pt x="48866" y="74432"/>
                  <a:pt x="44089" y="82815"/>
                  <a:pt x="40738" y="92033"/>
                </a:cubicBezTo>
                <a:cubicBezTo>
                  <a:pt x="37381" y="101257"/>
                  <a:pt x="35705" y="110811"/>
                  <a:pt x="35705" y="120701"/>
                </a:cubicBezTo>
                <a:cubicBezTo>
                  <a:pt x="35705" y="144336"/>
                  <a:pt x="43920" y="164453"/>
                  <a:pt x="60350" y="181051"/>
                </a:cubicBezTo>
                <a:cubicBezTo>
                  <a:pt x="76949" y="197481"/>
                  <a:pt x="97065" y="205696"/>
                  <a:pt x="120701" y="205696"/>
                </a:cubicBezTo>
                <a:close/>
                <a:moveTo>
                  <a:pt x="186084" y="174511"/>
                </a:moveTo>
                <a:cubicBezTo>
                  <a:pt x="192119" y="166969"/>
                  <a:pt x="196896" y="158586"/>
                  <a:pt x="200415" y="149369"/>
                </a:cubicBezTo>
                <a:cubicBezTo>
                  <a:pt x="203933" y="140145"/>
                  <a:pt x="205696" y="130591"/>
                  <a:pt x="205696" y="120701"/>
                </a:cubicBezTo>
                <a:cubicBezTo>
                  <a:pt x="205696" y="96897"/>
                  <a:pt x="197481" y="76780"/>
                  <a:pt x="181051" y="60350"/>
                </a:cubicBezTo>
                <a:cubicBezTo>
                  <a:pt x="164453" y="43920"/>
                  <a:pt x="144336" y="35705"/>
                  <a:pt x="120701" y="35705"/>
                </a:cubicBezTo>
                <a:cubicBezTo>
                  <a:pt x="110811" y="35705"/>
                  <a:pt x="101257" y="37381"/>
                  <a:pt x="92033" y="40738"/>
                </a:cubicBezTo>
                <a:cubicBezTo>
                  <a:pt x="82815" y="44089"/>
                  <a:pt x="74432" y="48953"/>
                  <a:pt x="66890" y="55325"/>
                </a:cubicBezTo>
                <a:lnTo>
                  <a:pt x="186084" y="174511"/>
                </a:ln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1" name="圖說"/>
          <p:cNvSpPr/>
          <p:nvPr/>
        </p:nvSpPr>
        <p:spPr>
          <a:xfrm>
            <a:off x="7968484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阻擋</a:t>
            </a:r>
            <a:endParaRPr lang="en-US" sz="600" dirty="0"/>
          </a:p>
        </p:txBody>
      </p:sp>
      <p:sp>
        <p:nvSpPr>
          <p:cNvPr id="122" name="圖示 警示"/>
          <p:cNvSpPr/>
          <p:nvPr/>
        </p:nvSpPr>
        <p:spPr>
          <a:xfrm>
            <a:off x="8528078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23635" y="211980"/>
                </a:moveTo>
                <a:cubicBezTo>
                  <a:pt x="21960" y="211980"/>
                  <a:pt x="20453" y="211563"/>
                  <a:pt x="19115" y="210722"/>
                </a:cubicBezTo>
                <a:cubicBezTo>
                  <a:pt x="17937" y="210056"/>
                  <a:pt x="16935" y="209046"/>
                  <a:pt x="16093" y="207708"/>
                </a:cubicBezTo>
                <a:cubicBezTo>
                  <a:pt x="15420" y="206362"/>
                  <a:pt x="15003" y="205023"/>
                  <a:pt x="14835" y="203684"/>
                </a:cubicBezTo>
                <a:cubicBezTo>
                  <a:pt x="14835" y="202177"/>
                  <a:pt x="15252" y="200663"/>
                  <a:pt x="16093" y="199156"/>
                </a:cubicBezTo>
                <a:lnTo>
                  <a:pt x="113159" y="31433"/>
                </a:lnTo>
                <a:cubicBezTo>
                  <a:pt x="114161" y="29926"/>
                  <a:pt x="115251" y="28837"/>
                  <a:pt x="116429" y="28164"/>
                </a:cubicBezTo>
                <a:cubicBezTo>
                  <a:pt x="117767" y="27491"/>
                  <a:pt x="119194" y="27161"/>
                  <a:pt x="120701" y="27161"/>
                </a:cubicBezTo>
                <a:cubicBezTo>
                  <a:pt x="122208" y="27161"/>
                  <a:pt x="123634" y="27491"/>
                  <a:pt x="124973" y="28164"/>
                </a:cubicBezTo>
                <a:cubicBezTo>
                  <a:pt x="126151" y="28837"/>
                  <a:pt x="127241" y="29926"/>
                  <a:pt x="128243" y="31433"/>
                </a:cubicBezTo>
                <a:lnTo>
                  <a:pt x="225308" y="199156"/>
                </a:lnTo>
                <a:cubicBezTo>
                  <a:pt x="226149" y="200663"/>
                  <a:pt x="226566" y="202177"/>
                  <a:pt x="226566" y="203684"/>
                </a:cubicBezTo>
                <a:cubicBezTo>
                  <a:pt x="226398" y="205023"/>
                  <a:pt x="225981" y="206362"/>
                  <a:pt x="225308" y="207708"/>
                </a:cubicBezTo>
                <a:cubicBezTo>
                  <a:pt x="224467" y="209046"/>
                  <a:pt x="223465" y="210056"/>
                  <a:pt x="222294" y="210722"/>
                </a:cubicBezTo>
                <a:cubicBezTo>
                  <a:pt x="220948" y="211563"/>
                  <a:pt x="219441" y="211980"/>
                  <a:pt x="217766" y="211980"/>
                </a:cubicBezTo>
                <a:lnTo>
                  <a:pt x="23635" y="211980"/>
                </a:lnTo>
                <a:close/>
                <a:moveTo>
                  <a:pt x="37468" y="195382"/>
                </a:moveTo>
                <a:lnTo>
                  <a:pt x="203933" y="195382"/>
                </a:lnTo>
                <a:lnTo>
                  <a:pt x="120701" y="51550"/>
                </a:lnTo>
                <a:lnTo>
                  <a:pt x="37468" y="195382"/>
                </a:lnTo>
                <a:close/>
                <a:moveTo>
                  <a:pt x="127241" y="179544"/>
                </a:moveTo>
                <a:cubicBezTo>
                  <a:pt x="128748" y="178037"/>
                  <a:pt x="129501" y="176187"/>
                  <a:pt x="129501" y="174014"/>
                </a:cubicBezTo>
                <a:cubicBezTo>
                  <a:pt x="129501" y="171666"/>
                  <a:pt x="128748" y="169822"/>
                  <a:pt x="127241" y="168476"/>
                </a:cubicBezTo>
                <a:cubicBezTo>
                  <a:pt x="125734" y="166969"/>
                  <a:pt x="123883" y="166216"/>
                  <a:pt x="121710" y="166216"/>
                </a:cubicBezTo>
                <a:cubicBezTo>
                  <a:pt x="119530" y="166216"/>
                  <a:pt x="117687" y="166969"/>
                  <a:pt x="116173" y="168476"/>
                </a:cubicBezTo>
                <a:cubicBezTo>
                  <a:pt x="114666" y="169822"/>
                  <a:pt x="113912" y="171666"/>
                  <a:pt x="113912" y="174014"/>
                </a:cubicBezTo>
                <a:cubicBezTo>
                  <a:pt x="113912" y="176187"/>
                  <a:pt x="114666" y="178037"/>
                  <a:pt x="116173" y="179544"/>
                </a:cubicBezTo>
                <a:cubicBezTo>
                  <a:pt x="117687" y="181051"/>
                  <a:pt x="119530" y="181805"/>
                  <a:pt x="121710" y="181805"/>
                </a:cubicBezTo>
                <a:cubicBezTo>
                  <a:pt x="123883" y="181805"/>
                  <a:pt x="125734" y="181051"/>
                  <a:pt x="127241" y="179544"/>
                </a:cubicBezTo>
                <a:close/>
                <a:moveTo>
                  <a:pt x="127241" y="151885"/>
                </a:moveTo>
                <a:cubicBezTo>
                  <a:pt x="128579" y="150371"/>
                  <a:pt x="129252" y="148528"/>
                  <a:pt x="129252" y="146348"/>
                </a:cubicBezTo>
                <a:lnTo>
                  <a:pt x="129252" y="105617"/>
                </a:lnTo>
                <a:cubicBezTo>
                  <a:pt x="129252" y="103437"/>
                  <a:pt x="128579" y="101593"/>
                  <a:pt x="127241" y="100079"/>
                </a:cubicBezTo>
                <a:cubicBezTo>
                  <a:pt x="125734" y="98741"/>
                  <a:pt x="123883" y="98068"/>
                  <a:pt x="121710" y="98068"/>
                </a:cubicBezTo>
                <a:cubicBezTo>
                  <a:pt x="119530" y="98068"/>
                  <a:pt x="117767" y="98741"/>
                  <a:pt x="116429" y="100079"/>
                </a:cubicBezTo>
                <a:cubicBezTo>
                  <a:pt x="114914" y="101593"/>
                  <a:pt x="114161" y="103437"/>
                  <a:pt x="114161" y="105617"/>
                </a:cubicBezTo>
                <a:lnTo>
                  <a:pt x="114161" y="146348"/>
                </a:lnTo>
                <a:cubicBezTo>
                  <a:pt x="114161" y="148528"/>
                  <a:pt x="114914" y="150371"/>
                  <a:pt x="116429" y="151885"/>
                </a:cubicBezTo>
                <a:cubicBezTo>
                  <a:pt x="117767" y="153224"/>
                  <a:pt x="119530" y="153897"/>
                  <a:pt x="121710" y="153897"/>
                </a:cubicBezTo>
                <a:cubicBezTo>
                  <a:pt x="123883" y="153897"/>
                  <a:pt x="125734" y="153224"/>
                  <a:pt x="127241" y="151885"/>
                </a:cubicBezTo>
                <a:close/>
                <a:moveTo>
                  <a:pt x="120701" y="123466"/>
                </a:move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3" name="圖說"/>
          <p:cNvSpPr/>
          <p:nvPr/>
        </p:nvSpPr>
        <p:spPr>
          <a:xfrm>
            <a:off x="8412261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</a:t>
            </a:r>
            <a:endParaRPr lang="en-US" sz="600" dirty="0"/>
          </a:p>
        </p:txBody>
      </p:sp>
      <p:sp>
        <p:nvSpPr>
          <p:cNvPr id="124" name="圖示 異常"/>
          <p:cNvSpPr/>
          <p:nvPr/>
        </p:nvSpPr>
        <p:spPr>
          <a:xfrm>
            <a:off x="8971855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7489" y="169735"/>
                </a:moveTo>
                <a:cubicBezTo>
                  <a:pt x="129333" y="167891"/>
                  <a:pt x="130254" y="165631"/>
                  <a:pt x="130254" y="162946"/>
                </a:cubicBezTo>
                <a:cubicBezTo>
                  <a:pt x="130254" y="160261"/>
                  <a:pt x="129333" y="158001"/>
                  <a:pt x="127489" y="156158"/>
                </a:cubicBezTo>
                <a:cubicBezTo>
                  <a:pt x="125814" y="154146"/>
                  <a:pt x="123554" y="153136"/>
                  <a:pt x="120701" y="153136"/>
                </a:cubicBezTo>
                <a:cubicBezTo>
                  <a:pt x="118016" y="153136"/>
                  <a:pt x="115756" y="154058"/>
                  <a:pt x="113912" y="155909"/>
                </a:cubicBezTo>
                <a:cubicBezTo>
                  <a:pt x="112069" y="157921"/>
                  <a:pt x="111147" y="160261"/>
                  <a:pt x="111147" y="162946"/>
                </a:cubicBezTo>
                <a:cubicBezTo>
                  <a:pt x="111147" y="165631"/>
                  <a:pt x="112069" y="167891"/>
                  <a:pt x="113912" y="169735"/>
                </a:cubicBezTo>
                <a:cubicBezTo>
                  <a:pt x="115587" y="171578"/>
                  <a:pt x="117848" y="172500"/>
                  <a:pt x="120701" y="172500"/>
                </a:cubicBezTo>
                <a:cubicBezTo>
                  <a:pt x="123385" y="172500"/>
                  <a:pt x="125646" y="171578"/>
                  <a:pt x="127489" y="169735"/>
                </a:cubicBezTo>
                <a:close/>
                <a:moveTo>
                  <a:pt x="127489" y="130006"/>
                </a:moveTo>
                <a:cubicBezTo>
                  <a:pt x="129164" y="128499"/>
                  <a:pt x="130006" y="126487"/>
                  <a:pt x="130006" y="123971"/>
                </a:cubicBezTo>
                <a:lnTo>
                  <a:pt x="130006" y="76444"/>
                </a:lnTo>
                <a:cubicBezTo>
                  <a:pt x="130006" y="74096"/>
                  <a:pt x="129164" y="72084"/>
                  <a:pt x="127489" y="70409"/>
                </a:cubicBezTo>
                <a:cubicBezTo>
                  <a:pt x="125814" y="68734"/>
                  <a:pt x="123802" y="67892"/>
                  <a:pt x="121454" y="67892"/>
                </a:cubicBezTo>
                <a:cubicBezTo>
                  <a:pt x="118938" y="67892"/>
                  <a:pt x="116926" y="68734"/>
                  <a:pt x="115419" y="70409"/>
                </a:cubicBezTo>
                <a:cubicBezTo>
                  <a:pt x="113744" y="72084"/>
                  <a:pt x="112903" y="74096"/>
                  <a:pt x="112903" y="76444"/>
                </a:cubicBezTo>
                <a:lnTo>
                  <a:pt x="112903" y="123971"/>
                </a:lnTo>
                <a:cubicBezTo>
                  <a:pt x="112903" y="126487"/>
                  <a:pt x="113744" y="128499"/>
                  <a:pt x="115419" y="130006"/>
                </a:cubicBezTo>
                <a:cubicBezTo>
                  <a:pt x="117094" y="131681"/>
                  <a:pt x="119106" y="132522"/>
                  <a:pt x="121454" y="132522"/>
                </a:cubicBezTo>
                <a:cubicBezTo>
                  <a:pt x="123971" y="132522"/>
                  <a:pt x="125982" y="131681"/>
                  <a:pt x="127489" y="130006"/>
                </a:cubicBezTo>
                <a:close/>
                <a:moveTo>
                  <a:pt x="120701" y="222792"/>
                </a:moveTo>
                <a:cubicBezTo>
                  <a:pt x="106619" y="222792"/>
                  <a:pt x="93379" y="220114"/>
                  <a:pt x="80972" y="214745"/>
                </a:cubicBezTo>
                <a:cubicBezTo>
                  <a:pt x="68565" y="209383"/>
                  <a:pt x="57754" y="202090"/>
                  <a:pt x="48529" y="192873"/>
                </a:cubicBezTo>
                <a:cubicBezTo>
                  <a:pt x="39312" y="183648"/>
                  <a:pt x="32019" y="172836"/>
                  <a:pt x="26657" y="160430"/>
                </a:cubicBezTo>
                <a:cubicBezTo>
                  <a:pt x="21287" y="148023"/>
                  <a:pt x="18610" y="134783"/>
                  <a:pt x="18610" y="120701"/>
                </a:cubicBezTo>
                <a:cubicBezTo>
                  <a:pt x="18610" y="106451"/>
                  <a:pt x="21287" y="93122"/>
                  <a:pt x="26657" y="80716"/>
                </a:cubicBezTo>
                <a:cubicBezTo>
                  <a:pt x="32019" y="68317"/>
                  <a:pt x="39312" y="57585"/>
                  <a:pt x="48529" y="48529"/>
                </a:cubicBezTo>
                <a:cubicBezTo>
                  <a:pt x="57754" y="39312"/>
                  <a:pt x="68565" y="32019"/>
                  <a:pt x="80972" y="26657"/>
                </a:cubicBezTo>
                <a:cubicBezTo>
                  <a:pt x="93379" y="21287"/>
                  <a:pt x="106700" y="18610"/>
                  <a:pt x="120950" y="18610"/>
                </a:cubicBezTo>
                <a:cubicBezTo>
                  <a:pt x="135031" y="18610"/>
                  <a:pt x="148279" y="21287"/>
                  <a:pt x="160686" y="26657"/>
                </a:cubicBezTo>
                <a:cubicBezTo>
                  <a:pt x="173085" y="32019"/>
                  <a:pt x="183816" y="39312"/>
                  <a:pt x="192873" y="48529"/>
                </a:cubicBezTo>
                <a:cubicBezTo>
                  <a:pt x="202090" y="57585"/>
                  <a:pt x="209383" y="68317"/>
                  <a:pt x="214745" y="80716"/>
                </a:cubicBezTo>
                <a:cubicBezTo>
                  <a:pt x="220114" y="93291"/>
                  <a:pt x="222792" y="106619"/>
                  <a:pt x="222792" y="120701"/>
                </a:cubicBezTo>
                <a:cubicBezTo>
                  <a:pt x="222792" y="134783"/>
                  <a:pt x="220114" y="148023"/>
                  <a:pt x="214745" y="160430"/>
                </a:cubicBezTo>
                <a:cubicBezTo>
                  <a:pt x="209383" y="172836"/>
                  <a:pt x="202090" y="183648"/>
                  <a:pt x="192873" y="192873"/>
                </a:cubicBezTo>
                <a:cubicBezTo>
                  <a:pt x="183816" y="202090"/>
                  <a:pt x="173085" y="209383"/>
                  <a:pt x="160686" y="214745"/>
                </a:cubicBezTo>
                <a:cubicBezTo>
                  <a:pt x="148111" y="220114"/>
                  <a:pt x="134783" y="222792"/>
                  <a:pt x="120701" y="222792"/>
                </a:cubicBezTo>
                <a:close/>
                <a:moveTo>
                  <a:pt x="120950" y="205696"/>
                </a:moveTo>
                <a:cubicBezTo>
                  <a:pt x="144424" y="205696"/>
                  <a:pt x="164373" y="197393"/>
                  <a:pt x="180802" y="180802"/>
                </a:cubicBezTo>
                <a:cubicBezTo>
                  <a:pt x="197393" y="164204"/>
                  <a:pt x="205696" y="144168"/>
                  <a:pt x="205696" y="120701"/>
                </a:cubicBezTo>
                <a:cubicBezTo>
                  <a:pt x="205696" y="97065"/>
                  <a:pt x="197481" y="77029"/>
                  <a:pt x="181051" y="60599"/>
                </a:cubicBezTo>
                <a:cubicBezTo>
                  <a:pt x="164453" y="44008"/>
                  <a:pt x="144336" y="35705"/>
                  <a:pt x="120701" y="35705"/>
                </a:cubicBezTo>
                <a:cubicBezTo>
                  <a:pt x="97234" y="35705"/>
                  <a:pt x="77197" y="43920"/>
                  <a:pt x="60599" y="60350"/>
                </a:cubicBezTo>
                <a:cubicBezTo>
                  <a:pt x="44008" y="76949"/>
                  <a:pt x="35705" y="97065"/>
                  <a:pt x="35705" y="120701"/>
                </a:cubicBezTo>
                <a:cubicBezTo>
                  <a:pt x="35705" y="144168"/>
                  <a:pt x="44008" y="164204"/>
                  <a:pt x="60599" y="180802"/>
                </a:cubicBezTo>
                <a:cubicBezTo>
                  <a:pt x="77197" y="197393"/>
                  <a:pt x="97314" y="205696"/>
                  <a:pt x="120950" y="205696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5" name="圖說"/>
          <p:cNvSpPr/>
          <p:nvPr/>
        </p:nvSpPr>
        <p:spPr>
          <a:xfrm>
            <a:off x="8856037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異常</a:t>
            </a:r>
            <a:endParaRPr lang="en-US" sz="600" dirty="0"/>
          </a:p>
        </p:txBody>
      </p:sp>
      <p:sp>
        <p:nvSpPr>
          <p:cNvPr id="126" name="圖示 緊急"/>
          <p:cNvSpPr/>
          <p:nvPr/>
        </p:nvSpPr>
        <p:spPr>
          <a:xfrm>
            <a:off x="540100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213743"/>
                </a:moveTo>
                <a:cubicBezTo>
                  <a:pt x="115507" y="213743"/>
                  <a:pt x="111059" y="211812"/>
                  <a:pt x="107373" y="207957"/>
                </a:cubicBezTo>
                <a:cubicBezTo>
                  <a:pt x="103686" y="204270"/>
                  <a:pt x="101842" y="199829"/>
                  <a:pt x="101842" y="194628"/>
                </a:cubicBezTo>
                <a:cubicBezTo>
                  <a:pt x="101842" y="189434"/>
                  <a:pt x="103686" y="184994"/>
                  <a:pt x="107373" y="181300"/>
                </a:cubicBezTo>
                <a:cubicBezTo>
                  <a:pt x="111059" y="177613"/>
                  <a:pt x="115507" y="175770"/>
                  <a:pt x="120701" y="175770"/>
                </a:cubicBezTo>
                <a:cubicBezTo>
                  <a:pt x="125895" y="175770"/>
                  <a:pt x="130342" y="177613"/>
                  <a:pt x="134029" y="181300"/>
                </a:cubicBezTo>
                <a:cubicBezTo>
                  <a:pt x="137884" y="184994"/>
                  <a:pt x="139815" y="189434"/>
                  <a:pt x="139815" y="194628"/>
                </a:cubicBezTo>
                <a:cubicBezTo>
                  <a:pt x="139815" y="199829"/>
                  <a:pt x="137884" y="204350"/>
                  <a:pt x="134029" y="208213"/>
                </a:cubicBezTo>
                <a:cubicBezTo>
                  <a:pt x="130342" y="211899"/>
                  <a:pt x="125895" y="213743"/>
                  <a:pt x="120701" y="213743"/>
                </a:cubicBezTo>
                <a:close/>
                <a:moveTo>
                  <a:pt x="120701" y="150627"/>
                </a:moveTo>
                <a:cubicBezTo>
                  <a:pt x="115675" y="150627"/>
                  <a:pt x="111396" y="148784"/>
                  <a:pt x="107877" y="145090"/>
                </a:cubicBezTo>
                <a:cubicBezTo>
                  <a:pt x="104190" y="141571"/>
                  <a:pt x="102347" y="137299"/>
                  <a:pt x="102347" y="132266"/>
                </a:cubicBezTo>
                <a:lnTo>
                  <a:pt x="102347" y="46517"/>
                </a:lnTo>
                <a:cubicBezTo>
                  <a:pt x="102347" y="41324"/>
                  <a:pt x="104190" y="36964"/>
                  <a:pt x="107877" y="33445"/>
                </a:cubicBezTo>
                <a:cubicBezTo>
                  <a:pt x="111396" y="29926"/>
                  <a:pt x="115675" y="28164"/>
                  <a:pt x="120701" y="28164"/>
                </a:cubicBezTo>
                <a:cubicBezTo>
                  <a:pt x="125734" y="28164"/>
                  <a:pt x="130006" y="29926"/>
                  <a:pt x="133524" y="33445"/>
                </a:cubicBezTo>
                <a:cubicBezTo>
                  <a:pt x="137211" y="36964"/>
                  <a:pt x="139055" y="41324"/>
                  <a:pt x="139055" y="46517"/>
                </a:cubicBezTo>
                <a:lnTo>
                  <a:pt x="139055" y="132266"/>
                </a:lnTo>
                <a:cubicBezTo>
                  <a:pt x="139055" y="137299"/>
                  <a:pt x="137211" y="141571"/>
                  <a:pt x="133524" y="145090"/>
                </a:cubicBezTo>
                <a:cubicBezTo>
                  <a:pt x="130006" y="148784"/>
                  <a:pt x="125734" y="150627"/>
                  <a:pt x="120701" y="150627"/>
                </a:cubicBez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7" name="圖說"/>
          <p:cNvSpPr/>
          <p:nvPr/>
        </p:nvSpPr>
        <p:spPr>
          <a:xfrm>
            <a:off x="424282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緊急</a:t>
            </a:r>
            <a:endParaRPr lang="en-US" sz="600" dirty="0"/>
          </a:p>
        </p:txBody>
      </p:sp>
      <p:sp>
        <p:nvSpPr>
          <p:cNvPr id="128" name="圖示 資訊"/>
          <p:cNvSpPr/>
          <p:nvPr/>
        </p:nvSpPr>
        <p:spPr>
          <a:xfrm>
            <a:off x="983876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7241" y="169230"/>
                </a:moveTo>
                <a:cubicBezTo>
                  <a:pt x="128916" y="167723"/>
                  <a:pt x="129757" y="165799"/>
                  <a:pt x="129757" y="163451"/>
                </a:cubicBezTo>
                <a:lnTo>
                  <a:pt x="129757" y="118938"/>
                </a:lnTo>
                <a:cubicBezTo>
                  <a:pt x="129757" y="116597"/>
                  <a:pt x="128916" y="114585"/>
                  <a:pt x="127241" y="112903"/>
                </a:cubicBezTo>
                <a:cubicBezTo>
                  <a:pt x="125734" y="111396"/>
                  <a:pt x="123802" y="110642"/>
                  <a:pt x="121454" y="110642"/>
                </a:cubicBezTo>
                <a:cubicBezTo>
                  <a:pt x="119106" y="110642"/>
                  <a:pt x="117182" y="111396"/>
                  <a:pt x="115675" y="112903"/>
                </a:cubicBezTo>
                <a:cubicBezTo>
                  <a:pt x="113993" y="114585"/>
                  <a:pt x="113159" y="116597"/>
                  <a:pt x="113159" y="118938"/>
                </a:cubicBezTo>
                <a:lnTo>
                  <a:pt x="113159" y="163451"/>
                </a:lnTo>
                <a:cubicBezTo>
                  <a:pt x="113159" y="165799"/>
                  <a:pt x="113993" y="167723"/>
                  <a:pt x="115675" y="169230"/>
                </a:cubicBezTo>
                <a:cubicBezTo>
                  <a:pt x="117182" y="170912"/>
                  <a:pt x="119106" y="171746"/>
                  <a:pt x="121454" y="171746"/>
                </a:cubicBezTo>
                <a:cubicBezTo>
                  <a:pt x="123802" y="171746"/>
                  <a:pt x="125734" y="170912"/>
                  <a:pt x="127241" y="169230"/>
                </a:cubicBezTo>
                <a:close/>
                <a:moveTo>
                  <a:pt x="127241" y="90277"/>
                </a:moveTo>
                <a:cubicBezTo>
                  <a:pt x="129084" y="88594"/>
                  <a:pt x="130006" y="86502"/>
                  <a:pt x="130006" y="83986"/>
                </a:cubicBezTo>
                <a:cubicBezTo>
                  <a:pt x="130006" y="81308"/>
                  <a:pt x="129084" y="79041"/>
                  <a:pt x="127241" y="77197"/>
                </a:cubicBezTo>
                <a:cubicBezTo>
                  <a:pt x="125565" y="75354"/>
                  <a:pt x="123385" y="74432"/>
                  <a:pt x="120701" y="74432"/>
                </a:cubicBezTo>
                <a:cubicBezTo>
                  <a:pt x="118016" y="74432"/>
                  <a:pt x="115836" y="75354"/>
                  <a:pt x="114161" y="77197"/>
                </a:cubicBezTo>
                <a:cubicBezTo>
                  <a:pt x="112318" y="79041"/>
                  <a:pt x="111396" y="81308"/>
                  <a:pt x="111396" y="83986"/>
                </a:cubicBezTo>
                <a:cubicBezTo>
                  <a:pt x="111396" y="86502"/>
                  <a:pt x="112318" y="88594"/>
                  <a:pt x="114161" y="90277"/>
                </a:cubicBezTo>
                <a:cubicBezTo>
                  <a:pt x="116004" y="92120"/>
                  <a:pt x="118184" y="93042"/>
                  <a:pt x="120701" y="93042"/>
                </a:cubicBezTo>
                <a:cubicBezTo>
                  <a:pt x="123217" y="93042"/>
                  <a:pt x="125397" y="92120"/>
                  <a:pt x="127241" y="90277"/>
                </a:cubicBezTo>
                <a:close/>
                <a:moveTo>
                  <a:pt x="120701" y="222792"/>
                </a:moveTo>
                <a:cubicBezTo>
                  <a:pt x="106619" y="222792"/>
                  <a:pt x="93379" y="220114"/>
                  <a:pt x="80972" y="214745"/>
                </a:cubicBezTo>
                <a:cubicBezTo>
                  <a:pt x="68565" y="209383"/>
                  <a:pt x="57754" y="202090"/>
                  <a:pt x="48529" y="192873"/>
                </a:cubicBezTo>
                <a:cubicBezTo>
                  <a:pt x="39312" y="183648"/>
                  <a:pt x="32019" y="172836"/>
                  <a:pt x="26657" y="160430"/>
                </a:cubicBezTo>
                <a:cubicBezTo>
                  <a:pt x="21287" y="148023"/>
                  <a:pt x="18610" y="134783"/>
                  <a:pt x="18610" y="120701"/>
                </a:cubicBezTo>
                <a:cubicBezTo>
                  <a:pt x="18610" y="106451"/>
                  <a:pt x="21287" y="93122"/>
                  <a:pt x="26657" y="80716"/>
                </a:cubicBezTo>
                <a:cubicBezTo>
                  <a:pt x="32019" y="68317"/>
                  <a:pt x="39312" y="57585"/>
                  <a:pt x="48529" y="48529"/>
                </a:cubicBezTo>
                <a:cubicBezTo>
                  <a:pt x="57754" y="39312"/>
                  <a:pt x="68565" y="32019"/>
                  <a:pt x="80972" y="26657"/>
                </a:cubicBezTo>
                <a:cubicBezTo>
                  <a:pt x="93379" y="21287"/>
                  <a:pt x="106619" y="18610"/>
                  <a:pt x="120701" y="18610"/>
                </a:cubicBezTo>
                <a:cubicBezTo>
                  <a:pt x="134951" y="18610"/>
                  <a:pt x="148279" y="21287"/>
                  <a:pt x="160686" y="26657"/>
                </a:cubicBezTo>
                <a:cubicBezTo>
                  <a:pt x="173085" y="32019"/>
                  <a:pt x="183816" y="39312"/>
                  <a:pt x="192873" y="48529"/>
                </a:cubicBezTo>
                <a:cubicBezTo>
                  <a:pt x="202090" y="57585"/>
                  <a:pt x="209383" y="68317"/>
                  <a:pt x="214745" y="80716"/>
                </a:cubicBezTo>
                <a:cubicBezTo>
                  <a:pt x="220114" y="93122"/>
                  <a:pt x="222792" y="106451"/>
                  <a:pt x="222792" y="120701"/>
                </a:cubicBezTo>
                <a:cubicBezTo>
                  <a:pt x="222792" y="134783"/>
                  <a:pt x="220114" y="148023"/>
                  <a:pt x="214745" y="160430"/>
                </a:cubicBezTo>
                <a:cubicBezTo>
                  <a:pt x="209383" y="172836"/>
                  <a:pt x="202090" y="183648"/>
                  <a:pt x="192873" y="192873"/>
                </a:cubicBezTo>
                <a:cubicBezTo>
                  <a:pt x="183816" y="202090"/>
                  <a:pt x="173085" y="209383"/>
                  <a:pt x="160686" y="214745"/>
                </a:cubicBezTo>
                <a:cubicBezTo>
                  <a:pt x="148279" y="220114"/>
                  <a:pt x="134951" y="222792"/>
                  <a:pt x="120701" y="222792"/>
                </a:cubicBezTo>
                <a:close/>
                <a:moveTo>
                  <a:pt x="120950" y="205696"/>
                </a:moveTo>
                <a:cubicBezTo>
                  <a:pt x="144424" y="205696"/>
                  <a:pt x="164373" y="197393"/>
                  <a:pt x="180802" y="180802"/>
                </a:cubicBezTo>
                <a:cubicBezTo>
                  <a:pt x="197393" y="164204"/>
                  <a:pt x="205696" y="144168"/>
                  <a:pt x="205696" y="120701"/>
                </a:cubicBezTo>
                <a:cubicBezTo>
                  <a:pt x="205696" y="97065"/>
                  <a:pt x="197481" y="77029"/>
                  <a:pt x="181051" y="60599"/>
                </a:cubicBezTo>
                <a:cubicBezTo>
                  <a:pt x="164453" y="44008"/>
                  <a:pt x="144336" y="35705"/>
                  <a:pt x="120701" y="35705"/>
                </a:cubicBezTo>
                <a:cubicBezTo>
                  <a:pt x="97234" y="35705"/>
                  <a:pt x="77197" y="43920"/>
                  <a:pt x="60599" y="60350"/>
                </a:cubicBezTo>
                <a:cubicBezTo>
                  <a:pt x="44008" y="76949"/>
                  <a:pt x="35705" y="97065"/>
                  <a:pt x="35705" y="120701"/>
                </a:cubicBezTo>
                <a:cubicBezTo>
                  <a:pt x="35705" y="144168"/>
                  <a:pt x="44008" y="164204"/>
                  <a:pt x="60599" y="180802"/>
                </a:cubicBezTo>
                <a:cubicBezTo>
                  <a:pt x="77197" y="197393"/>
                  <a:pt x="97314" y="205696"/>
                  <a:pt x="120950" y="205696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9" name="圖說"/>
          <p:cNvSpPr/>
          <p:nvPr/>
        </p:nvSpPr>
        <p:spPr>
          <a:xfrm>
            <a:off x="868058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</a:t>
            </a:r>
            <a:endParaRPr lang="en-US" sz="600" dirty="0"/>
          </a:p>
        </p:txBody>
      </p:sp>
      <p:sp>
        <p:nvSpPr>
          <p:cNvPr id="130" name="圖示 問題"/>
          <p:cNvSpPr/>
          <p:nvPr/>
        </p:nvSpPr>
        <p:spPr>
          <a:xfrm>
            <a:off x="1427653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8748" y="176274"/>
                </a:moveTo>
                <a:cubicBezTo>
                  <a:pt x="130591" y="174431"/>
                  <a:pt x="131513" y="172083"/>
                  <a:pt x="131513" y="169230"/>
                </a:cubicBezTo>
                <a:cubicBezTo>
                  <a:pt x="131513" y="166384"/>
                  <a:pt x="130591" y="164036"/>
                  <a:pt x="128748" y="162193"/>
                </a:cubicBezTo>
                <a:cubicBezTo>
                  <a:pt x="126736" y="160181"/>
                  <a:pt x="124307" y="159171"/>
                  <a:pt x="121454" y="159171"/>
                </a:cubicBezTo>
                <a:cubicBezTo>
                  <a:pt x="118770" y="159171"/>
                  <a:pt x="116429" y="160181"/>
                  <a:pt x="114417" y="162193"/>
                </a:cubicBezTo>
                <a:cubicBezTo>
                  <a:pt x="112574" y="164036"/>
                  <a:pt x="111652" y="166384"/>
                  <a:pt x="111652" y="169230"/>
                </a:cubicBezTo>
                <a:cubicBezTo>
                  <a:pt x="111652" y="172083"/>
                  <a:pt x="112574" y="174431"/>
                  <a:pt x="114417" y="176274"/>
                </a:cubicBezTo>
                <a:cubicBezTo>
                  <a:pt x="116429" y="178286"/>
                  <a:pt x="118770" y="179288"/>
                  <a:pt x="121454" y="179288"/>
                </a:cubicBezTo>
                <a:cubicBezTo>
                  <a:pt x="124307" y="179288"/>
                  <a:pt x="126736" y="178286"/>
                  <a:pt x="128748" y="176274"/>
                </a:cubicBezTo>
                <a:close/>
                <a:moveTo>
                  <a:pt x="120701" y="222792"/>
                </a:moveTo>
                <a:cubicBezTo>
                  <a:pt x="106619" y="222792"/>
                  <a:pt x="93379" y="220114"/>
                  <a:pt x="80972" y="214745"/>
                </a:cubicBezTo>
                <a:cubicBezTo>
                  <a:pt x="68565" y="209383"/>
                  <a:pt x="57754" y="202090"/>
                  <a:pt x="48529" y="192873"/>
                </a:cubicBezTo>
                <a:cubicBezTo>
                  <a:pt x="39312" y="183648"/>
                  <a:pt x="32019" y="172836"/>
                  <a:pt x="26657" y="160430"/>
                </a:cubicBezTo>
                <a:cubicBezTo>
                  <a:pt x="21287" y="148023"/>
                  <a:pt x="18610" y="134783"/>
                  <a:pt x="18610" y="120701"/>
                </a:cubicBezTo>
                <a:cubicBezTo>
                  <a:pt x="18610" y="106451"/>
                  <a:pt x="21287" y="93122"/>
                  <a:pt x="26657" y="80716"/>
                </a:cubicBezTo>
                <a:cubicBezTo>
                  <a:pt x="32019" y="68317"/>
                  <a:pt x="39312" y="57585"/>
                  <a:pt x="48529" y="48529"/>
                </a:cubicBezTo>
                <a:cubicBezTo>
                  <a:pt x="57754" y="39312"/>
                  <a:pt x="68565" y="32019"/>
                  <a:pt x="80972" y="26657"/>
                </a:cubicBezTo>
                <a:cubicBezTo>
                  <a:pt x="93379" y="21287"/>
                  <a:pt x="106619" y="18610"/>
                  <a:pt x="120701" y="18610"/>
                </a:cubicBezTo>
                <a:cubicBezTo>
                  <a:pt x="134951" y="18610"/>
                  <a:pt x="148279" y="21287"/>
                  <a:pt x="160686" y="26657"/>
                </a:cubicBezTo>
                <a:cubicBezTo>
                  <a:pt x="173085" y="32019"/>
                  <a:pt x="183816" y="39312"/>
                  <a:pt x="192873" y="48529"/>
                </a:cubicBezTo>
                <a:cubicBezTo>
                  <a:pt x="202090" y="57585"/>
                  <a:pt x="209383" y="68317"/>
                  <a:pt x="214745" y="80716"/>
                </a:cubicBezTo>
                <a:cubicBezTo>
                  <a:pt x="220114" y="93122"/>
                  <a:pt x="222792" y="106451"/>
                  <a:pt x="222792" y="120701"/>
                </a:cubicBezTo>
                <a:cubicBezTo>
                  <a:pt x="222792" y="134783"/>
                  <a:pt x="220114" y="148023"/>
                  <a:pt x="214745" y="160430"/>
                </a:cubicBezTo>
                <a:cubicBezTo>
                  <a:pt x="209383" y="172836"/>
                  <a:pt x="202090" y="183648"/>
                  <a:pt x="192873" y="192873"/>
                </a:cubicBezTo>
                <a:cubicBezTo>
                  <a:pt x="183816" y="202090"/>
                  <a:pt x="173085" y="209383"/>
                  <a:pt x="160686" y="214745"/>
                </a:cubicBezTo>
                <a:cubicBezTo>
                  <a:pt x="148279" y="220114"/>
                  <a:pt x="134951" y="222792"/>
                  <a:pt x="120701" y="222792"/>
                </a:cubicBezTo>
                <a:close/>
                <a:moveTo>
                  <a:pt x="120950" y="205696"/>
                </a:moveTo>
                <a:cubicBezTo>
                  <a:pt x="144424" y="205696"/>
                  <a:pt x="164373" y="197393"/>
                  <a:pt x="180802" y="180802"/>
                </a:cubicBezTo>
                <a:cubicBezTo>
                  <a:pt x="197393" y="164204"/>
                  <a:pt x="205696" y="144168"/>
                  <a:pt x="205696" y="120701"/>
                </a:cubicBezTo>
                <a:cubicBezTo>
                  <a:pt x="205696" y="97065"/>
                  <a:pt x="197481" y="77029"/>
                  <a:pt x="181051" y="60599"/>
                </a:cubicBezTo>
                <a:cubicBezTo>
                  <a:pt x="164453" y="44008"/>
                  <a:pt x="144336" y="35705"/>
                  <a:pt x="120701" y="35705"/>
                </a:cubicBezTo>
                <a:cubicBezTo>
                  <a:pt x="97234" y="35705"/>
                  <a:pt x="77197" y="43920"/>
                  <a:pt x="60599" y="60350"/>
                </a:cubicBezTo>
                <a:cubicBezTo>
                  <a:pt x="44008" y="76949"/>
                  <a:pt x="35705" y="97065"/>
                  <a:pt x="35705" y="120701"/>
                </a:cubicBezTo>
                <a:cubicBezTo>
                  <a:pt x="35705" y="144168"/>
                  <a:pt x="44008" y="164204"/>
                  <a:pt x="60599" y="180802"/>
                </a:cubicBezTo>
                <a:cubicBezTo>
                  <a:pt x="77197" y="197393"/>
                  <a:pt x="97314" y="205696"/>
                  <a:pt x="120950" y="205696"/>
                </a:cubicBezTo>
                <a:close/>
                <a:moveTo>
                  <a:pt x="120701" y="120701"/>
                </a:moveTo>
                <a:close/>
                <a:moveTo>
                  <a:pt x="121206" y="76444"/>
                </a:moveTo>
                <a:cubicBezTo>
                  <a:pt x="126063" y="76444"/>
                  <a:pt x="130342" y="77951"/>
                  <a:pt x="134029" y="80972"/>
                </a:cubicBezTo>
                <a:cubicBezTo>
                  <a:pt x="137716" y="83818"/>
                  <a:pt x="139559" y="87592"/>
                  <a:pt x="139559" y="92289"/>
                </a:cubicBezTo>
                <a:cubicBezTo>
                  <a:pt x="139559" y="96480"/>
                  <a:pt x="138301" y="100167"/>
                  <a:pt x="135792" y="103349"/>
                </a:cubicBezTo>
                <a:cubicBezTo>
                  <a:pt x="133276" y="106539"/>
                  <a:pt x="130423" y="109472"/>
                  <a:pt x="127241" y="112149"/>
                </a:cubicBezTo>
                <a:cubicBezTo>
                  <a:pt x="123385" y="115339"/>
                  <a:pt x="120028" y="118938"/>
                  <a:pt x="117182" y="122961"/>
                </a:cubicBezTo>
                <a:cubicBezTo>
                  <a:pt x="114329" y="126816"/>
                  <a:pt x="112903" y="131264"/>
                  <a:pt x="112903" y="136289"/>
                </a:cubicBezTo>
                <a:cubicBezTo>
                  <a:pt x="112903" y="138133"/>
                  <a:pt x="113664" y="139647"/>
                  <a:pt x="115171" y="140818"/>
                </a:cubicBezTo>
                <a:cubicBezTo>
                  <a:pt x="116509" y="141988"/>
                  <a:pt x="118184" y="142581"/>
                  <a:pt x="120196" y="142581"/>
                </a:cubicBezTo>
                <a:cubicBezTo>
                  <a:pt x="122376" y="142581"/>
                  <a:pt x="124139" y="141908"/>
                  <a:pt x="125478" y="140569"/>
                </a:cubicBezTo>
                <a:cubicBezTo>
                  <a:pt x="126985" y="139055"/>
                  <a:pt x="127994" y="137299"/>
                  <a:pt x="128499" y="135287"/>
                </a:cubicBezTo>
                <a:cubicBezTo>
                  <a:pt x="128996" y="131769"/>
                  <a:pt x="130342" y="128667"/>
                  <a:pt x="132522" y="125982"/>
                </a:cubicBezTo>
                <a:cubicBezTo>
                  <a:pt x="134534" y="123129"/>
                  <a:pt x="136962" y="120620"/>
                  <a:pt x="139815" y="118440"/>
                </a:cubicBezTo>
                <a:cubicBezTo>
                  <a:pt x="143839" y="115083"/>
                  <a:pt x="147189" y="111147"/>
                  <a:pt x="149874" y="106619"/>
                </a:cubicBezTo>
                <a:cubicBezTo>
                  <a:pt x="152551" y="102091"/>
                  <a:pt x="153897" y="97146"/>
                  <a:pt x="153897" y="91784"/>
                </a:cubicBezTo>
                <a:cubicBezTo>
                  <a:pt x="153897" y="83401"/>
                  <a:pt x="150708" y="76363"/>
                  <a:pt x="144336" y="70658"/>
                </a:cubicBezTo>
                <a:cubicBezTo>
                  <a:pt x="138133" y="64959"/>
                  <a:pt x="130759" y="62113"/>
                  <a:pt x="122208" y="62113"/>
                </a:cubicBezTo>
                <a:cubicBezTo>
                  <a:pt x="116173" y="62113"/>
                  <a:pt x="110306" y="63372"/>
                  <a:pt x="104607" y="65881"/>
                </a:cubicBezTo>
                <a:cubicBezTo>
                  <a:pt x="99077" y="68397"/>
                  <a:pt x="94468" y="72172"/>
                  <a:pt x="90774" y="77197"/>
                </a:cubicBezTo>
                <a:cubicBezTo>
                  <a:pt x="89604" y="78872"/>
                  <a:pt x="89099" y="80716"/>
                  <a:pt x="89267" y="82728"/>
                </a:cubicBezTo>
                <a:cubicBezTo>
                  <a:pt x="89267" y="84908"/>
                  <a:pt x="90109" y="86583"/>
                  <a:pt x="91784" y="87760"/>
                </a:cubicBezTo>
                <a:cubicBezTo>
                  <a:pt x="93795" y="89099"/>
                  <a:pt x="95888" y="89523"/>
                  <a:pt x="98068" y="89019"/>
                </a:cubicBezTo>
                <a:cubicBezTo>
                  <a:pt x="100248" y="88514"/>
                  <a:pt x="102091" y="87343"/>
                  <a:pt x="103605" y="85500"/>
                </a:cubicBezTo>
                <a:cubicBezTo>
                  <a:pt x="105617" y="82647"/>
                  <a:pt x="108214" y="80387"/>
                  <a:pt x="111396" y="78704"/>
                </a:cubicBezTo>
                <a:cubicBezTo>
                  <a:pt x="114417" y="77197"/>
                  <a:pt x="117687" y="76444"/>
                  <a:pt x="121206" y="76444"/>
                </a:cubicBez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1" name="圖說"/>
          <p:cNvSpPr/>
          <p:nvPr/>
        </p:nvSpPr>
        <p:spPr>
          <a:xfrm>
            <a:off x="1311835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600" dirty="0"/>
          </a:p>
        </p:txBody>
      </p:sp>
      <p:sp>
        <p:nvSpPr>
          <p:cNvPr id="132" name="圖示 進行中"/>
          <p:cNvSpPr/>
          <p:nvPr/>
        </p:nvSpPr>
        <p:spPr>
          <a:xfrm>
            <a:off x="1871429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76444" y="129501"/>
                </a:moveTo>
                <a:cubicBezTo>
                  <a:pt x="78792" y="127153"/>
                  <a:pt x="79962" y="124219"/>
                  <a:pt x="79962" y="120701"/>
                </a:cubicBezTo>
                <a:cubicBezTo>
                  <a:pt x="79962" y="117182"/>
                  <a:pt x="78792" y="114249"/>
                  <a:pt x="76444" y="111901"/>
                </a:cubicBezTo>
                <a:cubicBezTo>
                  <a:pt x="73927" y="109384"/>
                  <a:pt x="70914" y="108126"/>
                  <a:pt x="67395" y="108126"/>
                </a:cubicBezTo>
                <a:cubicBezTo>
                  <a:pt x="63869" y="108126"/>
                  <a:pt x="60936" y="109384"/>
                  <a:pt x="58587" y="111901"/>
                </a:cubicBezTo>
                <a:cubicBezTo>
                  <a:pt x="56078" y="114249"/>
                  <a:pt x="54820" y="117182"/>
                  <a:pt x="54820" y="120701"/>
                </a:cubicBezTo>
                <a:cubicBezTo>
                  <a:pt x="54820" y="124219"/>
                  <a:pt x="56078" y="127241"/>
                  <a:pt x="58587" y="129757"/>
                </a:cubicBezTo>
                <a:cubicBezTo>
                  <a:pt x="60936" y="132098"/>
                  <a:pt x="63869" y="133276"/>
                  <a:pt x="67395" y="133276"/>
                </a:cubicBezTo>
                <a:cubicBezTo>
                  <a:pt x="70914" y="133276"/>
                  <a:pt x="73927" y="132017"/>
                  <a:pt x="76444" y="129501"/>
                </a:cubicBezTo>
                <a:close/>
                <a:moveTo>
                  <a:pt x="129757" y="129501"/>
                </a:moveTo>
                <a:cubicBezTo>
                  <a:pt x="132098" y="127153"/>
                  <a:pt x="133276" y="124219"/>
                  <a:pt x="133276" y="120701"/>
                </a:cubicBezTo>
                <a:cubicBezTo>
                  <a:pt x="133276" y="117182"/>
                  <a:pt x="132017" y="114249"/>
                  <a:pt x="129501" y="111901"/>
                </a:cubicBezTo>
                <a:cubicBezTo>
                  <a:pt x="127153" y="109384"/>
                  <a:pt x="124219" y="108126"/>
                  <a:pt x="120701" y="108126"/>
                </a:cubicBezTo>
                <a:cubicBezTo>
                  <a:pt x="117182" y="108126"/>
                  <a:pt x="114249" y="109384"/>
                  <a:pt x="111901" y="111901"/>
                </a:cubicBezTo>
                <a:cubicBezTo>
                  <a:pt x="109384" y="114249"/>
                  <a:pt x="108126" y="117182"/>
                  <a:pt x="108126" y="120701"/>
                </a:cubicBezTo>
                <a:cubicBezTo>
                  <a:pt x="108126" y="124219"/>
                  <a:pt x="109384" y="127241"/>
                  <a:pt x="111901" y="129757"/>
                </a:cubicBezTo>
                <a:cubicBezTo>
                  <a:pt x="114249" y="132098"/>
                  <a:pt x="117182" y="133276"/>
                  <a:pt x="120701" y="133276"/>
                </a:cubicBezTo>
                <a:cubicBezTo>
                  <a:pt x="124219" y="133276"/>
                  <a:pt x="127241" y="132017"/>
                  <a:pt x="129757" y="129501"/>
                </a:cubicBezTo>
                <a:close/>
                <a:moveTo>
                  <a:pt x="182558" y="129501"/>
                </a:moveTo>
                <a:cubicBezTo>
                  <a:pt x="185075" y="127153"/>
                  <a:pt x="186333" y="124219"/>
                  <a:pt x="186333" y="120701"/>
                </a:cubicBezTo>
                <a:cubicBezTo>
                  <a:pt x="186333" y="117182"/>
                  <a:pt x="185075" y="114249"/>
                  <a:pt x="182558" y="111901"/>
                </a:cubicBezTo>
                <a:cubicBezTo>
                  <a:pt x="180210" y="109384"/>
                  <a:pt x="177277" y="108126"/>
                  <a:pt x="173758" y="108126"/>
                </a:cubicBezTo>
                <a:cubicBezTo>
                  <a:pt x="170239" y="108126"/>
                  <a:pt x="167218" y="109384"/>
                  <a:pt x="164709" y="111901"/>
                </a:cubicBezTo>
                <a:cubicBezTo>
                  <a:pt x="162361" y="114249"/>
                  <a:pt x="161183" y="117182"/>
                  <a:pt x="161183" y="120701"/>
                </a:cubicBezTo>
                <a:cubicBezTo>
                  <a:pt x="161183" y="124219"/>
                  <a:pt x="162361" y="127241"/>
                  <a:pt x="164709" y="129757"/>
                </a:cubicBezTo>
                <a:cubicBezTo>
                  <a:pt x="167218" y="132098"/>
                  <a:pt x="170239" y="133276"/>
                  <a:pt x="173758" y="133276"/>
                </a:cubicBezTo>
                <a:cubicBezTo>
                  <a:pt x="177277" y="133276"/>
                  <a:pt x="180210" y="132017"/>
                  <a:pt x="182558" y="129501"/>
                </a:cubicBezTo>
                <a:close/>
                <a:moveTo>
                  <a:pt x="120701" y="222792"/>
                </a:moveTo>
                <a:cubicBezTo>
                  <a:pt x="106619" y="222792"/>
                  <a:pt x="93379" y="220114"/>
                  <a:pt x="80972" y="214745"/>
                </a:cubicBezTo>
                <a:cubicBezTo>
                  <a:pt x="68565" y="209383"/>
                  <a:pt x="57754" y="202090"/>
                  <a:pt x="48529" y="192873"/>
                </a:cubicBezTo>
                <a:cubicBezTo>
                  <a:pt x="39312" y="183648"/>
                  <a:pt x="32019" y="172836"/>
                  <a:pt x="26657" y="160430"/>
                </a:cubicBezTo>
                <a:cubicBezTo>
                  <a:pt x="21287" y="148023"/>
                  <a:pt x="18610" y="134783"/>
                  <a:pt x="18610" y="120701"/>
                </a:cubicBezTo>
                <a:cubicBezTo>
                  <a:pt x="18610" y="106451"/>
                  <a:pt x="21287" y="93122"/>
                  <a:pt x="26657" y="80716"/>
                </a:cubicBezTo>
                <a:cubicBezTo>
                  <a:pt x="32019" y="68317"/>
                  <a:pt x="39312" y="57585"/>
                  <a:pt x="48529" y="48529"/>
                </a:cubicBezTo>
                <a:cubicBezTo>
                  <a:pt x="57754" y="39312"/>
                  <a:pt x="68565" y="32019"/>
                  <a:pt x="80972" y="26657"/>
                </a:cubicBezTo>
                <a:cubicBezTo>
                  <a:pt x="93379" y="21287"/>
                  <a:pt x="106619" y="18610"/>
                  <a:pt x="120701" y="18610"/>
                </a:cubicBezTo>
                <a:cubicBezTo>
                  <a:pt x="134951" y="18610"/>
                  <a:pt x="148279" y="21287"/>
                  <a:pt x="160686" y="26657"/>
                </a:cubicBezTo>
                <a:cubicBezTo>
                  <a:pt x="173085" y="32019"/>
                  <a:pt x="183816" y="39312"/>
                  <a:pt x="192873" y="48529"/>
                </a:cubicBezTo>
                <a:cubicBezTo>
                  <a:pt x="202090" y="57585"/>
                  <a:pt x="209383" y="68317"/>
                  <a:pt x="214745" y="80716"/>
                </a:cubicBezTo>
                <a:cubicBezTo>
                  <a:pt x="220114" y="93122"/>
                  <a:pt x="222792" y="106451"/>
                  <a:pt x="222792" y="120701"/>
                </a:cubicBezTo>
                <a:cubicBezTo>
                  <a:pt x="222792" y="134783"/>
                  <a:pt x="220114" y="148023"/>
                  <a:pt x="214745" y="160430"/>
                </a:cubicBezTo>
                <a:cubicBezTo>
                  <a:pt x="209383" y="172836"/>
                  <a:pt x="202090" y="183648"/>
                  <a:pt x="192873" y="192873"/>
                </a:cubicBezTo>
                <a:cubicBezTo>
                  <a:pt x="183816" y="202090"/>
                  <a:pt x="173085" y="209383"/>
                  <a:pt x="160686" y="214745"/>
                </a:cubicBezTo>
                <a:cubicBezTo>
                  <a:pt x="148279" y="220114"/>
                  <a:pt x="134951" y="222792"/>
                  <a:pt x="120701" y="222792"/>
                </a:cubicBezTo>
                <a:close/>
                <a:moveTo>
                  <a:pt x="120950" y="205696"/>
                </a:moveTo>
                <a:cubicBezTo>
                  <a:pt x="144424" y="205696"/>
                  <a:pt x="164373" y="197393"/>
                  <a:pt x="180802" y="180802"/>
                </a:cubicBezTo>
                <a:cubicBezTo>
                  <a:pt x="197393" y="164204"/>
                  <a:pt x="205696" y="144168"/>
                  <a:pt x="205696" y="120701"/>
                </a:cubicBezTo>
                <a:cubicBezTo>
                  <a:pt x="205696" y="97065"/>
                  <a:pt x="197481" y="77029"/>
                  <a:pt x="181051" y="60599"/>
                </a:cubicBezTo>
                <a:cubicBezTo>
                  <a:pt x="164453" y="44008"/>
                  <a:pt x="144336" y="35705"/>
                  <a:pt x="120701" y="35705"/>
                </a:cubicBezTo>
                <a:cubicBezTo>
                  <a:pt x="97234" y="35705"/>
                  <a:pt x="77197" y="43920"/>
                  <a:pt x="60599" y="60350"/>
                </a:cubicBezTo>
                <a:cubicBezTo>
                  <a:pt x="44008" y="76949"/>
                  <a:pt x="35705" y="97065"/>
                  <a:pt x="35705" y="120701"/>
                </a:cubicBezTo>
                <a:cubicBezTo>
                  <a:pt x="35705" y="144168"/>
                  <a:pt x="44008" y="164204"/>
                  <a:pt x="60599" y="180802"/>
                </a:cubicBezTo>
                <a:cubicBezTo>
                  <a:pt x="77197" y="197393"/>
                  <a:pt x="97314" y="205696"/>
                  <a:pt x="120950" y="205696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3" name="圖說"/>
          <p:cNvSpPr/>
          <p:nvPr/>
        </p:nvSpPr>
        <p:spPr>
          <a:xfrm>
            <a:off x="1755611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進行中</a:t>
            </a:r>
            <a:endParaRPr lang="en-US" sz="600" dirty="0"/>
          </a:p>
        </p:txBody>
      </p:sp>
      <p:sp>
        <p:nvSpPr>
          <p:cNvPr id="134" name="圖示 等待"/>
          <p:cNvSpPr/>
          <p:nvPr/>
        </p:nvSpPr>
        <p:spPr>
          <a:xfrm>
            <a:off x="2315206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77951" y="205696"/>
                </a:moveTo>
                <a:lnTo>
                  <a:pt x="163451" y="205696"/>
                </a:lnTo>
                <a:lnTo>
                  <a:pt x="163451" y="174263"/>
                </a:lnTo>
                <a:cubicBezTo>
                  <a:pt x="163451" y="162361"/>
                  <a:pt x="159259" y="152302"/>
                  <a:pt x="150876" y="144087"/>
                </a:cubicBezTo>
                <a:cubicBezTo>
                  <a:pt x="142661" y="135873"/>
                  <a:pt x="132603" y="131769"/>
                  <a:pt x="120701" y="131769"/>
                </a:cubicBezTo>
                <a:cubicBezTo>
                  <a:pt x="108799" y="131769"/>
                  <a:pt x="98741" y="135873"/>
                  <a:pt x="90526" y="144087"/>
                </a:cubicBezTo>
                <a:cubicBezTo>
                  <a:pt x="82142" y="152302"/>
                  <a:pt x="77951" y="162361"/>
                  <a:pt x="77951" y="174263"/>
                </a:cubicBezTo>
                <a:lnTo>
                  <a:pt x="77951" y="205696"/>
                </a:lnTo>
                <a:close/>
                <a:moveTo>
                  <a:pt x="150876" y="97065"/>
                </a:moveTo>
                <a:cubicBezTo>
                  <a:pt x="159259" y="88850"/>
                  <a:pt x="163451" y="78792"/>
                  <a:pt x="163451" y="66890"/>
                </a:cubicBezTo>
                <a:lnTo>
                  <a:pt x="163451" y="35705"/>
                </a:lnTo>
                <a:lnTo>
                  <a:pt x="77951" y="35705"/>
                </a:lnTo>
                <a:lnTo>
                  <a:pt x="77951" y="66890"/>
                </a:lnTo>
                <a:cubicBezTo>
                  <a:pt x="77951" y="78792"/>
                  <a:pt x="82142" y="88850"/>
                  <a:pt x="90526" y="97065"/>
                </a:cubicBezTo>
                <a:cubicBezTo>
                  <a:pt x="98741" y="105449"/>
                  <a:pt x="108799" y="109640"/>
                  <a:pt x="120701" y="109640"/>
                </a:cubicBezTo>
                <a:cubicBezTo>
                  <a:pt x="132603" y="109640"/>
                  <a:pt x="142661" y="105449"/>
                  <a:pt x="150876" y="97065"/>
                </a:cubicBezTo>
                <a:close/>
                <a:moveTo>
                  <a:pt x="47278" y="222792"/>
                </a:moveTo>
                <a:cubicBezTo>
                  <a:pt x="44762" y="222792"/>
                  <a:pt x="42750" y="221958"/>
                  <a:pt x="41243" y="220283"/>
                </a:cubicBezTo>
                <a:cubicBezTo>
                  <a:pt x="39561" y="218768"/>
                  <a:pt x="38727" y="216757"/>
                  <a:pt x="38727" y="214248"/>
                </a:cubicBezTo>
                <a:cubicBezTo>
                  <a:pt x="38727" y="211731"/>
                  <a:pt x="39561" y="209719"/>
                  <a:pt x="41243" y="208213"/>
                </a:cubicBezTo>
                <a:cubicBezTo>
                  <a:pt x="42750" y="206530"/>
                  <a:pt x="44762" y="205696"/>
                  <a:pt x="47278" y="205696"/>
                </a:cubicBezTo>
                <a:lnTo>
                  <a:pt x="60855" y="205696"/>
                </a:lnTo>
                <a:lnTo>
                  <a:pt x="60855" y="174263"/>
                </a:lnTo>
                <a:cubicBezTo>
                  <a:pt x="60855" y="162529"/>
                  <a:pt x="64125" y="151798"/>
                  <a:pt x="70658" y="142076"/>
                </a:cubicBezTo>
                <a:cubicBezTo>
                  <a:pt x="77197" y="132354"/>
                  <a:pt x="85829" y="125229"/>
                  <a:pt x="96561" y="120701"/>
                </a:cubicBezTo>
                <a:cubicBezTo>
                  <a:pt x="85829" y="116004"/>
                  <a:pt x="77197" y="108799"/>
                  <a:pt x="70658" y="99077"/>
                </a:cubicBezTo>
                <a:cubicBezTo>
                  <a:pt x="64125" y="89355"/>
                  <a:pt x="60855" y="78624"/>
                  <a:pt x="60855" y="66890"/>
                </a:cubicBezTo>
                <a:lnTo>
                  <a:pt x="60855" y="35705"/>
                </a:lnTo>
                <a:lnTo>
                  <a:pt x="47278" y="35705"/>
                </a:lnTo>
                <a:cubicBezTo>
                  <a:pt x="44762" y="35705"/>
                  <a:pt x="42750" y="34872"/>
                  <a:pt x="41243" y="33196"/>
                </a:cubicBezTo>
                <a:cubicBezTo>
                  <a:pt x="39561" y="31682"/>
                  <a:pt x="38727" y="29670"/>
                  <a:pt x="38727" y="27161"/>
                </a:cubicBezTo>
                <a:cubicBezTo>
                  <a:pt x="38727" y="24645"/>
                  <a:pt x="39561" y="22633"/>
                  <a:pt x="41243" y="21126"/>
                </a:cubicBezTo>
                <a:cubicBezTo>
                  <a:pt x="42750" y="19444"/>
                  <a:pt x="44762" y="18610"/>
                  <a:pt x="47278" y="18610"/>
                </a:cubicBezTo>
                <a:lnTo>
                  <a:pt x="194131" y="18610"/>
                </a:lnTo>
                <a:cubicBezTo>
                  <a:pt x="196640" y="18610"/>
                  <a:pt x="198652" y="19444"/>
                  <a:pt x="200166" y="21126"/>
                </a:cubicBezTo>
                <a:cubicBezTo>
                  <a:pt x="201841" y="22633"/>
                  <a:pt x="202675" y="24645"/>
                  <a:pt x="202675" y="27161"/>
                </a:cubicBezTo>
                <a:cubicBezTo>
                  <a:pt x="202675" y="29670"/>
                  <a:pt x="201841" y="31682"/>
                  <a:pt x="200166" y="33196"/>
                </a:cubicBezTo>
                <a:cubicBezTo>
                  <a:pt x="198652" y="34872"/>
                  <a:pt x="196640" y="35705"/>
                  <a:pt x="194131" y="35705"/>
                </a:cubicBezTo>
                <a:lnTo>
                  <a:pt x="180546" y="35705"/>
                </a:lnTo>
                <a:lnTo>
                  <a:pt x="180546" y="66890"/>
                </a:lnTo>
                <a:cubicBezTo>
                  <a:pt x="180546" y="78624"/>
                  <a:pt x="177277" y="89355"/>
                  <a:pt x="170744" y="99077"/>
                </a:cubicBezTo>
                <a:cubicBezTo>
                  <a:pt x="164204" y="108799"/>
                  <a:pt x="155572" y="116004"/>
                  <a:pt x="144841" y="120701"/>
                </a:cubicBezTo>
                <a:cubicBezTo>
                  <a:pt x="155572" y="125229"/>
                  <a:pt x="164204" y="132354"/>
                  <a:pt x="170744" y="142076"/>
                </a:cubicBezTo>
                <a:cubicBezTo>
                  <a:pt x="177277" y="151798"/>
                  <a:pt x="180546" y="162529"/>
                  <a:pt x="180546" y="174263"/>
                </a:cubicBezTo>
                <a:lnTo>
                  <a:pt x="180546" y="205696"/>
                </a:lnTo>
                <a:lnTo>
                  <a:pt x="194131" y="205696"/>
                </a:lnTo>
                <a:cubicBezTo>
                  <a:pt x="196640" y="205696"/>
                  <a:pt x="198652" y="206530"/>
                  <a:pt x="200166" y="208213"/>
                </a:cubicBezTo>
                <a:cubicBezTo>
                  <a:pt x="201841" y="209719"/>
                  <a:pt x="202675" y="211731"/>
                  <a:pt x="202675" y="214248"/>
                </a:cubicBezTo>
                <a:cubicBezTo>
                  <a:pt x="202675" y="216757"/>
                  <a:pt x="201841" y="218768"/>
                  <a:pt x="200166" y="220283"/>
                </a:cubicBezTo>
                <a:cubicBezTo>
                  <a:pt x="198652" y="221958"/>
                  <a:pt x="196640" y="222792"/>
                  <a:pt x="194131" y="222792"/>
                </a:cubicBezTo>
                <a:lnTo>
                  <a:pt x="47278" y="222792"/>
                </a:ln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5" name="圖說"/>
          <p:cNvSpPr/>
          <p:nvPr/>
        </p:nvSpPr>
        <p:spPr>
          <a:xfrm>
            <a:off x="2199388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</a:t>
            </a:r>
            <a:endParaRPr lang="en-US" sz="600" dirty="0"/>
          </a:p>
        </p:txBody>
      </p:sp>
      <p:sp>
        <p:nvSpPr>
          <p:cNvPr id="136" name="圖示 通知"/>
          <p:cNvSpPr/>
          <p:nvPr/>
        </p:nvSpPr>
        <p:spPr>
          <a:xfrm>
            <a:off x="2758983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7278" y="192617"/>
                </a:moveTo>
                <a:cubicBezTo>
                  <a:pt x="44930" y="192617"/>
                  <a:pt x="42918" y="191783"/>
                  <a:pt x="41243" y="190107"/>
                </a:cubicBezTo>
                <a:cubicBezTo>
                  <a:pt x="39561" y="188425"/>
                  <a:pt x="38727" y="186413"/>
                  <a:pt x="38727" y="184072"/>
                </a:cubicBezTo>
                <a:cubicBezTo>
                  <a:pt x="38727" y="181556"/>
                  <a:pt x="39561" y="179544"/>
                  <a:pt x="41243" y="178037"/>
                </a:cubicBezTo>
                <a:cubicBezTo>
                  <a:pt x="42918" y="176355"/>
                  <a:pt x="44930" y="175521"/>
                  <a:pt x="47278" y="175521"/>
                </a:cubicBezTo>
                <a:lnTo>
                  <a:pt x="58339" y="175521"/>
                </a:lnTo>
                <a:lnTo>
                  <a:pt x="58339" y="100584"/>
                </a:lnTo>
                <a:cubicBezTo>
                  <a:pt x="58339" y="86166"/>
                  <a:pt x="62530" y="73174"/>
                  <a:pt x="70914" y="61609"/>
                </a:cubicBezTo>
                <a:cubicBezTo>
                  <a:pt x="79465" y="50043"/>
                  <a:pt x="90694" y="42830"/>
                  <a:pt x="104607" y="39985"/>
                </a:cubicBezTo>
                <a:lnTo>
                  <a:pt x="104607" y="34703"/>
                </a:lnTo>
                <a:cubicBezTo>
                  <a:pt x="104607" y="30175"/>
                  <a:pt x="106202" y="26320"/>
                  <a:pt x="109384" y="23138"/>
                </a:cubicBezTo>
                <a:cubicBezTo>
                  <a:pt x="112405" y="20117"/>
                  <a:pt x="116173" y="18610"/>
                  <a:pt x="120701" y="18610"/>
                </a:cubicBezTo>
                <a:cubicBezTo>
                  <a:pt x="125229" y="18610"/>
                  <a:pt x="128996" y="20117"/>
                  <a:pt x="132017" y="23138"/>
                </a:cubicBezTo>
                <a:cubicBezTo>
                  <a:pt x="135200" y="26320"/>
                  <a:pt x="136794" y="30175"/>
                  <a:pt x="136794" y="34703"/>
                </a:cubicBezTo>
                <a:lnTo>
                  <a:pt x="136794" y="39985"/>
                </a:lnTo>
                <a:cubicBezTo>
                  <a:pt x="150708" y="42830"/>
                  <a:pt x="161944" y="50043"/>
                  <a:pt x="170488" y="61609"/>
                </a:cubicBezTo>
                <a:cubicBezTo>
                  <a:pt x="178871" y="73174"/>
                  <a:pt x="183063" y="86166"/>
                  <a:pt x="183063" y="100584"/>
                </a:cubicBezTo>
                <a:lnTo>
                  <a:pt x="183063" y="175521"/>
                </a:lnTo>
                <a:lnTo>
                  <a:pt x="194131" y="175521"/>
                </a:lnTo>
                <a:cubicBezTo>
                  <a:pt x="196472" y="175521"/>
                  <a:pt x="198483" y="176355"/>
                  <a:pt x="200166" y="178037"/>
                </a:cubicBezTo>
                <a:cubicBezTo>
                  <a:pt x="201841" y="179713"/>
                  <a:pt x="202675" y="181724"/>
                  <a:pt x="202675" y="184072"/>
                </a:cubicBezTo>
                <a:cubicBezTo>
                  <a:pt x="202675" y="186581"/>
                  <a:pt x="201841" y="188593"/>
                  <a:pt x="200166" y="190107"/>
                </a:cubicBezTo>
                <a:cubicBezTo>
                  <a:pt x="198483" y="191783"/>
                  <a:pt x="196472" y="192617"/>
                  <a:pt x="194131" y="192617"/>
                </a:cubicBezTo>
                <a:lnTo>
                  <a:pt x="47278" y="192617"/>
                </a:lnTo>
                <a:close/>
                <a:moveTo>
                  <a:pt x="120701" y="115419"/>
                </a:moveTo>
                <a:close/>
                <a:moveTo>
                  <a:pt x="120701" y="223296"/>
                </a:moveTo>
                <a:cubicBezTo>
                  <a:pt x="115002" y="223296"/>
                  <a:pt x="110138" y="221285"/>
                  <a:pt x="106114" y="217261"/>
                </a:cubicBezTo>
                <a:cubicBezTo>
                  <a:pt x="102091" y="213238"/>
                  <a:pt x="100079" y="208373"/>
                  <a:pt x="100079" y="202675"/>
                </a:cubicBezTo>
                <a:lnTo>
                  <a:pt x="141322" y="202675"/>
                </a:lnTo>
                <a:cubicBezTo>
                  <a:pt x="141322" y="208373"/>
                  <a:pt x="139311" y="213238"/>
                  <a:pt x="135287" y="217261"/>
                </a:cubicBezTo>
                <a:cubicBezTo>
                  <a:pt x="131264" y="221285"/>
                  <a:pt x="126399" y="223296"/>
                  <a:pt x="120701" y="223296"/>
                </a:cubicBezTo>
                <a:close/>
                <a:moveTo>
                  <a:pt x="75442" y="175521"/>
                </a:moveTo>
                <a:lnTo>
                  <a:pt x="165967" y="175521"/>
                </a:lnTo>
                <a:lnTo>
                  <a:pt x="165967" y="100584"/>
                </a:lnTo>
                <a:cubicBezTo>
                  <a:pt x="165967" y="88009"/>
                  <a:pt x="161607" y="77285"/>
                  <a:pt x="152888" y="68397"/>
                </a:cubicBezTo>
                <a:cubicBezTo>
                  <a:pt x="144000" y="59677"/>
                  <a:pt x="133276" y="55325"/>
                  <a:pt x="120701" y="55325"/>
                </a:cubicBezTo>
                <a:cubicBezTo>
                  <a:pt x="108126" y="55325"/>
                  <a:pt x="97482" y="59677"/>
                  <a:pt x="88763" y="68397"/>
                </a:cubicBezTo>
                <a:cubicBezTo>
                  <a:pt x="79882" y="77285"/>
                  <a:pt x="75442" y="88009"/>
                  <a:pt x="75442" y="100584"/>
                </a:cubicBezTo>
                <a:lnTo>
                  <a:pt x="75442" y="175521"/>
                </a:ln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7" name="圖說"/>
          <p:cNvSpPr/>
          <p:nvPr/>
        </p:nvSpPr>
        <p:spPr>
          <a:xfrm>
            <a:off x="2643165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通知</a:t>
            </a:r>
            <a:endParaRPr lang="en-US" sz="600" dirty="0"/>
          </a:p>
        </p:txBody>
      </p:sp>
      <p:sp>
        <p:nvSpPr>
          <p:cNvPr id="138" name="圖示 時間"/>
          <p:cNvSpPr/>
          <p:nvPr/>
        </p:nvSpPr>
        <p:spPr>
          <a:xfrm>
            <a:off x="3202759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9757" y="117182"/>
                </a:moveTo>
                <a:lnTo>
                  <a:pt x="129757" y="75690"/>
                </a:lnTo>
                <a:cubicBezTo>
                  <a:pt x="129757" y="73174"/>
                  <a:pt x="128916" y="71162"/>
                  <a:pt x="127241" y="69655"/>
                </a:cubicBezTo>
                <a:cubicBezTo>
                  <a:pt x="125734" y="68148"/>
                  <a:pt x="123802" y="67395"/>
                  <a:pt x="121454" y="67395"/>
                </a:cubicBezTo>
                <a:cubicBezTo>
                  <a:pt x="119106" y="67395"/>
                  <a:pt x="117182" y="68148"/>
                  <a:pt x="115675" y="69655"/>
                </a:cubicBezTo>
                <a:cubicBezTo>
                  <a:pt x="113993" y="71162"/>
                  <a:pt x="113159" y="73174"/>
                  <a:pt x="113159" y="75690"/>
                </a:cubicBezTo>
                <a:lnTo>
                  <a:pt x="113159" y="120701"/>
                </a:lnTo>
                <a:cubicBezTo>
                  <a:pt x="113159" y="121710"/>
                  <a:pt x="113408" y="122712"/>
                  <a:pt x="113912" y="123722"/>
                </a:cubicBezTo>
                <a:cubicBezTo>
                  <a:pt x="114249" y="124724"/>
                  <a:pt x="114746" y="125646"/>
                  <a:pt x="115419" y="126487"/>
                </a:cubicBezTo>
                <a:lnTo>
                  <a:pt x="150876" y="163195"/>
                </a:lnTo>
                <a:cubicBezTo>
                  <a:pt x="152551" y="165038"/>
                  <a:pt x="154651" y="165967"/>
                  <a:pt x="157160" y="165967"/>
                </a:cubicBezTo>
                <a:cubicBezTo>
                  <a:pt x="159508" y="165799"/>
                  <a:pt x="161520" y="164877"/>
                  <a:pt x="163195" y="163195"/>
                </a:cubicBezTo>
                <a:cubicBezTo>
                  <a:pt x="164877" y="161688"/>
                  <a:pt x="165711" y="159676"/>
                  <a:pt x="165711" y="157160"/>
                </a:cubicBezTo>
                <a:cubicBezTo>
                  <a:pt x="165711" y="154819"/>
                  <a:pt x="164877" y="152807"/>
                  <a:pt x="163195" y="151125"/>
                </a:cubicBezTo>
                <a:lnTo>
                  <a:pt x="129757" y="117182"/>
                </a:lnTo>
                <a:close/>
                <a:moveTo>
                  <a:pt x="120701" y="222792"/>
                </a:moveTo>
                <a:cubicBezTo>
                  <a:pt x="106787" y="222792"/>
                  <a:pt x="93627" y="220114"/>
                  <a:pt x="81221" y="214745"/>
                </a:cubicBezTo>
                <a:cubicBezTo>
                  <a:pt x="68646" y="209383"/>
                  <a:pt x="57754" y="202090"/>
                  <a:pt x="48529" y="192873"/>
                </a:cubicBezTo>
                <a:cubicBezTo>
                  <a:pt x="39312" y="183648"/>
                  <a:pt x="32019" y="172836"/>
                  <a:pt x="26657" y="160430"/>
                </a:cubicBezTo>
                <a:cubicBezTo>
                  <a:pt x="21287" y="147862"/>
                  <a:pt x="18610" y="134614"/>
                  <a:pt x="18610" y="120701"/>
                </a:cubicBezTo>
                <a:cubicBezTo>
                  <a:pt x="18610" y="106787"/>
                  <a:pt x="21287" y="93547"/>
                  <a:pt x="26657" y="80972"/>
                </a:cubicBezTo>
                <a:cubicBezTo>
                  <a:pt x="32019" y="68565"/>
                  <a:pt x="39312" y="57754"/>
                  <a:pt x="48529" y="48529"/>
                </a:cubicBezTo>
                <a:cubicBezTo>
                  <a:pt x="57754" y="39312"/>
                  <a:pt x="68565" y="32019"/>
                  <a:pt x="80972" y="26657"/>
                </a:cubicBezTo>
                <a:cubicBezTo>
                  <a:pt x="93547" y="21287"/>
                  <a:pt x="106787" y="18610"/>
                  <a:pt x="120701" y="18610"/>
                </a:cubicBezTo>
                <a:cubicBezTo>
                  <a:pt x="134614" y="18610"/>
                  <a:pt x="147862" y="21287"/>
                  <a:pt x="160430" y="26657"/>
                </a:cubicBezTo>
                <a:cubicBezTo>
                  <a:pt x="172836" y="32019"/>
                  <a:pt x="183648" y="39312"/>
                  <a:pt x="192873" y="48529"/>
                </a:cubicBezTo>
                <a:cubicBezTo>
                  <a:pt x="202090" y="57754"/>
                  <a:pt x="209383" y="68565"/>
                  <a:pt x="214745" y="80972"/>
                </a:cubicBezTo>
                <a:cubicBezTo>
                  <a:pt x="220114" y="93547"/>
                  <a:pt x="222792" y="106787"/>
                  <a:pt x="222792" y="120701"/>
                </a:cubicBezTo>
                <a:cubicBezTo>
                  <a:pt x="222792" y="134614"/>
                  <a:pt x="220114" y="147862"/>
                  <a:pt x="214745" y="160430"/>
                </a:cubicBezTo>
                <a:cubicBezTo>
                  <a:pt x="209383" y="172836"/>
                  <a:pt x="202090" y="183648"/>
                  <a:pt x="192873" y="192873"/>
                </a:cubicBezTo>
                <a:cubicBezTo>
                  <a:pt x="183648" y="202090"/>
                  <a:pt x="172836" y="209383"/>
                  <a:pt x="160430" y="214745"/>
                </a:cubicBezTo>
                <a:cubicBezTo>
                  <a:pt x="148023" y="220114"/>
                  <a:pt x="134783" y="222792"/>
                  <a:pt x="120701" y="222792"/>
                </a:cubicBezTo>
                <a:close/>
                <a:moveTo>
                  <a:pt x="120701" y="120701"/>
                </a:moveTo>
                <a:close/>
                <a:moveTo>
                  <a:pt x="120701" y="205696"/>
                </a:moveTo>
                <a:cubicBezTo>
                  <a:pt x="144000" y="205696"/>
                  <a:pt x="163956" y="197393"/>
                  <a:pt x="180546" y="180802"/>
                </a:cubicBezTo>
                <a:cubicBezTo>
                  <a:pt x="197313" y="164204"/>
                  <a:pt x="205696" y="144168"/>
                  <a:pt x="205696" y="120701"/>
                </a:cubicBezTo>
                <a:cubicBezTo>
                  <a:pt x="205696" y="97402"/>
                  <a:pt x="197313" y="77366"/>
                  <a:pt x="180546" y="60599"/>
                </a:cubicBezTo>
                <a:cubicBezTo>
                  <a:pt x="163956" y="44008"/>
                  <a:pt x="144000" y="35705"/>
                  <a:pt x="120701" y="35705"/>
                </a:cubicBezTo>
                <a:cubicBezTo>
                  <a:pt x="97402" y="35705"/>
                  <a:pt x="77366" y="44008"/>
                  <a:pt x="60599" y="60599"/>
                </a:cubicBezTo>
                <a:cubicBezTo>
                  <a:pt x="44008" y="77366"/>
                  <a:pt x="35705" y="97402"/>
                  <a:pt x="35705" y="120701"/>
                </a:cubicBezTo>
                <a:cubicBezTo>
                  <a:pt x="35705" y="144168"/>
                  <a:pt x="44008" y="164204"/>
                  <a:pt x="60599" y="180802"/>
                </a:cubicBezTo>
                <a:cubicBezTo>
                  <a:pt x="77366" y="197393"/>
                  <a:pt x="97402" y="205696"/>
                  <a:pt x="120701" y="205696"/>
                </a:cubicBez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9" name="圖說"/>
          <p:cNvSpPr/>
          <p:nvPr/>
        </p:nvSpPr>
        <p:spPr>
          <a:xfrm>
            <a:off x="3086941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</a:t>
            </a:r>
            <a:endParaRPr lang="en-US" sz="600" dirty="0"/>
          </a:p>
        </p:txBody>
      </p:sp>
      <p:sp>
        <p:nvSpPr>
          <p:cNvPr id="140" name="圖示 計時"/>
          <p:cNvSpPr/>
          <p:nvPr/>
        </p:nvSpPr>
        <p:spPr>
          <a:xfrm>
            <a:off x="3646536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97314" y="25150"/>
                </a:moveTo>
                <a:cubicBezTo>
                  <a:pt x="94966" y="25150"/>
                  <a:pt x="93042" y="24389"/>
                  <a:pt x="91535" y="22882"/>
                </a:cubicBezTo>
                <a:cubicBezTo>
                  <a:pt x="90021" y="21207"/>
                  <a:pt x="89267" y="19195"/>
                  <a:pt x="89267" y="16847"/>
                </a:cubicBezTo>
                <a:cubicBezTo>
                  <a:pt x="89267" y="14499"/>
                  <a:pt x="90021" y="12575"/>
                  <a:pt x="91535" y="11068"/>
                </a:cubicBezTo>
                <a:cubicBezTo>
                  <a:pt x="93042" y="9554"/>
                  <a:pt x="94966" y="8800"/>
                  <a:pt x="97314" y="8800"/>
                </a:cubicBezTo>
                <a:lnTo>
                  <a:pt x="144087" y="8800"/>
                </a:lnTo>
                <a:cubicBezTo>
                  <a:pt x="146436" y="8800"/>
                  <a:pt x="148360" y="9554"/>
                  <a:pt x="149874" y="11068"/>
                </a:cubicBezTo>
                <a:cubicBezTo>
                  <a:pt x="151549" y="12575"/>
                  <a:pt x="152383" y="14499"/>
                  <a:pt x="152383" y="16847"/>
                </a:cubicBezTo>
                <a:cubicBezTo>
                  <a:pt x="152383" y="19195"/>
                  <a:pt x="151549" y="21207"/>
                  <a:pt x="149874" y="22882"/>
                </a:cubicBezTo>
                <a:cubicBezTo>
                  <a:pt x="148360" y="24389"/>
                  <a:pt x="146436" y="25150"/>
                  <a:pt x="144087" y="25150"/>
                </a:cubicBezTo>
                <a:lnTo>
                  <a:pt x="97314" y="25150"/>
                </a:lnTo>
                <a:close/>
                <a:moveTo>
                  <a:pt x="126487" y="136546"/>
                </a:moveTo>
                <a:cubicBezTo>
                  <a:pt x="128162" y="134863"/>
                  <a:pt x="128996" y="132851"/>
                  <a:pt x="128996" y="130510"/>
                </a:cubicBezTo>
                <a:lnTo>
                  <a:pt x="128996" y="89019"/>
                </a:lnTo>
                <a:cubicBezTo>
                  <a:pt x="128996" y="86670"/>
                  <a:pt x="128162" y="84739"/>
                  <a:pt x="126487" y="83232"/>
                </a:cubicBezTo>
                <a:cubicBezTo>
                  <a:pt x="124973" y="81725"/>
                  <a:pt x="123049" y="80972"/>
                  <a:pt x="120701" y="80972"/>
                </a:cubicBezTo>
                <a:cubicBezTo>
                  <a:pt x="118353" y="80972"/>
                  <a:pt x="116429" y="81725"/>
                  <a:pt x="114914" y="83232"/>
                </a:cubicBezTo>
                <a:cubicBezTo>
                  <a:pt x="113239" y="84739"/>
                  <a:pt x="112405" y="86670"/>
                  <a:pt x="112405" y="89019"/>
                </a:cubicBezTo>
                <a:lnTo>
                  <a:pt x="112405" y="130510"/>
                </a:lnTo>
                <a:cubicBezTo>
                  <a:pt x="112405" y="132851"/>
                  <a:pt x="113239" y="134863"/>
                  <a:pt x="114914" y="136546"/>
                </a:cubicBezTo>
                <a:cubicBezTo>
                  <a:pt x="116429" y="138052"/>
                  <a:pt x="118353" y="138806"/>
                  <a:pt x="120701" y="138806"/>
                </a:cubicBezTo>
                <a:cubicBezTo>
                  <a:pt x="123049" y="138806"/>
                  <a:pt x="124973" y="138052"/>
                  <a:pt x="126487" y="136546"/>
                </a:cubicBezTo>
                <a:close/>
                <a:moveTo>
                  <a:pt x="84995" y="216508"/>
                </a:moveTo>
                <a:cubicBezTo>
                  <a:pt x="73759" y="211643"/>
                  <a:pt x="64037" y="205023"/>
                  <a:pt x="55822" y="196640"/>
                </a:cubicBezTo>
                <a:cubicBezTo>
                  <a:pt x="47439" y="188425"/>
                  <a:pt x="40819" y="178703"/>
                  <a:pt x="35962" y="167474"/>
                </a:cubicBezTo>
                <a:cubicBezTo>
                  <a:pt x="31097" y="156406"/>
                  <a:pt x="28668" y="144504"/>
                  <a:pt x="28668" y="131769"/>
                </a:cubicBezTo>
                <a:cubicBezTo>
                  <a:pt x="28668" y="119194"/>
                  <a:pt x="31097" y="107292"/>
                  <a:pt x="35962" y="96056"/>
                </a:cubicBezTo>
                <a:cubicBezTo>
                  <a:pt x="40819" y="84827"/>
                  <a:pt x="47439" y="75105"/>
                  <a:pt x="55822" y="66890"/>
                </a:cubicBezTo>
                <a:cubicBezTo>
                  <a:pt x="64037" y="58507"/>
                  <a:pt x="73759" y="51887"/>
                  <a:pt x="84995" y="47022"/>
                </a:cubicBezTo>
                <a:cubicBezTo>
                  <a:pt x="96224" y="42165"/>
                  <a:pt x="108126" y="39729"/>
                  <a:pt x="120701" y="39729"/>
                </a:cubicBezTo>
                <a:cubicBezTo>
                  <a:pt x="131930" y="39729"/>
                  <a:pt x="142581" y="41572"/>
                  <a:pt x="152639" y="45266"/>
                </a:cubicBezTo>
                <a:cubicBezTo>
                  <a:pt x="162697" y="49122"/>
                  <a:pt x="171578" y="54396"/>
                  <a:pt x="179288" y="61104"/>
                </a:cubicBezTo>
                <a:lnTo>
                  <a:pt x="186838" y="53562"/>
                </a:lnTo>
                <a:cubicBezTo>
                  <a:pt x="188513" y="51887"/>
                  <a:pt x="190437" y="51045"/>
                  <a:pt x="192617" y="51045"/>
                </a:cubicBezTo>
                <a:cubicBezTo>
                  <a:pt x="194796" y="51045"/>
                  <a:pt x="196728" y="51887"/>
                  <a:pt x="198403" y="53562"/>
                </a:cubicBezTo>
                <a:cubicBezTo>
                  <a:pt x="200078" y="55237"/>
                  <a:pt x="200919" y="57168"/>
                  <a:pt x="200919" y="59348"/>
                </a:cubicBezTo>
                <a:cubicBezTo>
                  <a:pt x="200919" y="61521"/>
                  <a:pt x="200078" y="63452"/>
                  <a:pt x="198403" y="65127"/>
                </a:cubicBezTo>
                <a:lnTo>
                  <a:pt x="190861" y="72669"/>
                </a:lnTo>
                <a:cubicBezTo>
                  <a:pt x="196896" y="79545"/>
                  <a:pt x="202090" y="87760"/>
                  <a:pt x="206450" y="97314"/>
                </a:cubicBezTo>
                <a:cubicBezTo>
                  <a:pt x="210641" y="107036"/>
                  <a:pt x="212733" y="118521"/>
                  <a:pt x="212733" y="131769"/>
                </a:cubicBezTo>
                <a:cubicBezTo>
                  <a:pt x="212733" y="144504"/>
                  <a:pt x="210305" y="156406"/>
                  <a:pt x="205440" y="167474"/>
                </a:cubicBezTo>
                <a:cubicBezTo>
                  <a:pt x="200583" y="178703"/>
                  <a:pt x="193963" y="188425"/>
                  <a:pt x="185579" y="196640"/>
                </a:cubicBezTo>
                <a:cubicBezTo>
                  <a:pt x="177364" y="205023"/>
                  <a:pt x="167642" y="211643"/>
                  <a:pt x="156406" y="216508"/>
                </a:cubicBezTo>
                <a:cubicBezTo>
                  <a:pt x="145177" y="221365"/>
                  <a:pt x="133276" y="223801"/>
                  <a:pt x="120701" y="223801"/>
                </a:cubicBezTo>
                <a:cubicBezTo>
                  <a:pt x="107958" y="223801"/>
                  <a:pt x="96056" y="221365"/>
                  <a:pt x="84995" y="216508"/>
                </a:cubicBezTo>
                <a:close/>
                <a:moveTo>
                  <a:pt x="173758" y="184826"/>
                </a:moveTo>
                <a:cubicBezTo>
                  <a:pt x="188344" y="170239"/>
                  <a:pt x="195638" y="152551"/>
                  <a:pt x="195638" y="131769"/>
                </a:cubicBezTo>
                <a:cubicBezTo>
                  <a:pt x="195638" y="110979"/>
                  <a:pt x="188344" y="93291"/>
                  <a:pt x="173758" y="78704"/>
                </a:cubicBezTo>
                <a:cubicBezTo>
                  <a:pt x="159171" y="64125"/>
                  <a:pt x="141491" y="56832"/>
                  <a:pt x="120701" y="56832"/>
                </a:cubicBezTo>
                <a:cubicBezTo>
                  <a:pt x="99911" y="56832"/>
                  <a:pt x="82230" y="64125"/>
                  <a:pt x="67644" y="78704"/>
                </a:cubicBezTo>
                <a:cubicBezTo>
                  <a:pt x="53057" y="93291"/>
                  <a:pt x="45764" y="110979"/>
                  <a:pt x="45764" y="131769"/>
                </a:cubicBezTo>
                <a:cubicBezTo>
                  <a:pt x="45764" y="152551"/>
                  <a:pt x="53057" y="170239"/>
                  <a:pt x="67644" y="184826"/>
                </a:cubicBezTo>
                <a:cubicBezTo>
                  <a:pt x="82230" y="199405"/>
                  <a:pt x="99911" y="206698"/>
                  <a:pt x="120701" y="206698"/>
                </a:cubicBezTo>
                <a:cubicBezTo>
                  <a:pt x="141491" y="206698"/>
                  <a:pt x="159171" y="199405"/>
                  <a:pt x="173758" y="184826"/>
                </a:cubicBezTo>
                <a:close/>
                <a:moveTo>
                  <a:pt x="120701" y="132017"/>
                </a:move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1" name="圖說"/>
          <p:cNvSpPr/>
          <p:nvPr/>
        </p:nvSpPr>
        <p:spPr>
          <a:xfrm>
            <a:off x="3530718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計時</a:t>
            </a:r>
            <a:endParaRPr lang="en-US" sz="600" dirty="0"/>
          </a:p>
        </p:txBody>
      </p:sp>
      <p:sp>
        <p:nvSpPr>
          <p:cNvPr id="142" name="圖示 行事曆"/>
          <p:cNvSpPr/>
          <p:nvPr/>
        </p:nvSpPr>
        <p:spPr>
          <a:xfrm>
            <a:off x="4090312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5764" y="222792"/>
                </a:moveTo>
                <a:cubicBezTo>
                  <a:pt x="41243" y="222792"/>
                  <a:pt x="37220" y="221117"/>
                  <a:pt x="33694" y="217766"/>
                </a:cubicBezTo>
                <a:cubicBezTo>
                  <a:pt x="30343" y="214248"/>
                  <a:pt x="28668" y="210224"/>
                  <a:pt x="28668" y="205696"/>
                </a:cubicBezTo>
                <a:lnTo>
                  <a:pt x="28668" y="50797"/>
                </a:lnTo>
                <a:cubicBezTo>
                  <a:pt x="28668" y="46100"/>
                  <a:pt x="30343" y="42077"/>
                  <a:pt x="33694" y="38727"/>
                </a:cubicBezTo>
                <a:cubicBezTo>
                  <a:pt x="37220" y="35369"/>
                  <a:pt x="41243" y="33694"/>
                  <a:pt x="45764" y="33694"/>
                </a:cubicBezTo>
                <a:lnTo>
                  <a:pt x="61609" y="33694"/>
                </a:lnTo>
                <a:lnTo>
                  <a:pt x="61609" y="27161"/>
                </a:lnTo>
                <a:cubicBezTo>
                  <a:pt x="61609" y="24813"/>
                  <a:pt x="62443" y="22801"/>
                  <a:pt x="64125" y="21126"/>
                </a:cubicBezTo>
                <a:cubicBezTo>
                  <a:pt x="65800" y="19444"/>
                  <a:pt x="67812" y="18610"/>
                  <a:pt x="70160" y="18610"/>
                </a:cubicBezTo>
                <a:cubicBezTo>
                  <a:pt x="72669" y="18610"/>
                  <a:pt x="74769" y="19444"/>
                  <a:pt x="76444" y="21126"/>
                </a:cubicBezTo>
                <a:cubicBezTo>
                  <a:pt x="78119" y="22801"/>
                  <a:pt x="78960" y="24813"/>
                  <a:pt x="78960" y="27161"/>
                </a:cubicBezTo>
                <a:lnTo>
                  <a:pt x="78960" y="33694"/>
                </a:lnTo>
                <a:lnTo>
                  <a:pt x="162441" y="33694"/>
                </a:lnTo>
                <a:lnTo>
                  <a:pt x="162441" y="27161"/>
                </a:lnTo>
                <a:cubicBezTo>
                  <a:pt x="162441" y="24813"/>
                  <a:pt x="163283" y="22801"/>
                  <a:pt x="164958" y="21126"/>
                </a:cubicBezTo>
                <a:cubicBezTo>
                  <a:pt x="166465" y="19444"/>
                  <a:pt x="168476" y="18610"/>
                  <a:pt x="170993" y="18610"/>
                </a:cubicBezTo>
                <a:cubicBezTo>
                  <a:pt x="173509" y="18610"/>
                  <a:pt x="175601" y="19444"/>
                  <a:pt x="177277" y="21126"/>
                </a:cubicBezTo>
                <a:cubicBezTo>
                  <a:pt x="178959" y="22801"/>
                  <a:pt x="179793" y="24813"/>
                  <a:pt x="179793" y="27161"/>
                </a:cubicBezTo>
                <a:lnTo>
                  <a:pt x="179793" y="33694"/>
                </a:lnTo>
                <a:lnTo>
                  <a:pt x="195638" y="33694"/>
                </a:lnTo>
                <a:cubicBezTo>
                  <a:pt x="200327" y="33694"/>
                  <a:pt x="204350" y="35369"/>
                  <a:pt x="207708" y="38727"/>
                </a:cubicBezTo>
                <a:cubicBezTo>
                  <a:pt x="211058" y="42077"/>
                  <a:pt x="212733" y="46100"/>
                  <a:pt x="212733" y="50797"/>
                </a:cubicBezTo>
                <a:lnTo>
                  <a:pt x="212733" y="205696"/>
                </a:lnTo>
                <a:cubicBezTo>
                  <a:pt x="212733" y="210224"/>
                  <a:pt x="211058" y="214248"/>
                  <a:pt x="207708" y="217766"/>
                </a:cubicBezTo>
                <a:cubicBezTo>
                  <a:pt x="204350" y="221117"/>
                  <a:pt x="200327" y="222792"/>
                  <a:pt x="195638" y="222792"/>
                </a:cubicBezTo>
                <a:lnTo>
                  <a:pt x="45764" y="222792"/>
                </a:lnTo>
                <a:close/>
                <a:moveTo>
                  <a:pt x="45764" y="205696"/>
                </a:moveTo>
                <a:lnTo>
                  <a:pt x="195638" y="205696"/>
                </a:lnTo>
                <a:lnTo>
                  <a:pt x="195638" y="98068"/>
                </a:lnTo>
                <a:lnTo>
                  <a:pt x="45764" y="98068"/>
                </a:lnTo>
                <a:lnTo>
                  <a:pt x="45764" y="205696"/>
                </a:lnTo>
                <a:close/>
                <a:moveTo>
                  <a:pt x="45764" y="82984"/>
                </a:moveTo>
                <a:lnTo>
                  <a:pt x="195638" y="82984"/>
                </a:lnTo>
                <a:lnTo>
                  <a:pt x="195638" y="50797"/>
                </a:lnTo>
                <a:lnTo>
                  <a:pt x="45764" y="50797"/>
                </a:lnTo>
                <a:lnTo>
                  <a:pt x="45764" y="82984"/>
                </a:lnTo>
                <a:close/>
                <a:moveTo>
                  <a:pt x="45764" y="82984"/>
                </a:moveTo>
                <a:lnTo>
                  <a:pt x="45764" y="50797"/>
                </a:lnTo>
                <a:lnTo>
                  <a:pt x="45764" y="82984"/>
                </a:lnTo>
                <a:close/>
                <a:moveTo>
                  <a:pt x="120701" y="141066"/>
                </a:moveTo>
                <a:cubicBezTo>
                  <a:pt x="117687" y="141066"/>
                  <a:pt x="115251" y="140064"/>
                  <a:pt x="113408" y="138052"/>
                </a:cubicBezTo>
                <a:cubicBezTo>
                  <a:pt x="111396" y="136209"/>
                  <a:pt x="110394" y="133780"/>
                  <a:pt x="110394" y="130759"/>
                </a:cubicBezTo>
                <a:cubicBezTo>
                  <a:pt x="110394" y="127906"/>
                  <a:pt x="111315" y="125478"/>
                  <a:pt x="113159" y="123466"/>
                </a:cubicBezTo>
                <a:cubicBezTo>
                  <a:pt x="115171" y="121454"/>
                  <a:pt x="117687" y="120452"/>
                  <a:pt x="120701" y="120452"/>
                </a:cubicBezTo>
                <a:cubicBezTo>
                  <a:pt x="123722" y="120452"/>
                  <a:pt x="126231" y="121454"/>
                  <a:pt x="128243" y="123466"/>
                </a:cubicBezTo>
                <a:cubicBezTo>
                  <a:pt x="130086" y="125309"/>
                  <a:pt x="131008" y="127745"/>
                  <a:pt x="131008" y="130759"/>
                </a:cubicBezTo>
                <a:cubicBezTo>
                  <a:pt x="131008" y="133612"/>
                  <a:pt x="130086" y="136041"/>
                  <a:pt x="128243" y="138052"/>
                </a:cubicBezTo>
                <a:cubicBezTo>
                  <a:pt x="126231" y="140064"/>
                  <a:pt x="123722" y="141066"/>
                  <a:pt x="120701" y="141066"/>
                </a:cubicBezTo>
                <a:close/>
                <a:moveTo>
                  <a:pt x="73174" y="138052"/>
                </a:moveTo>
                <a:cubicBezTo>
                  <a:pt x="71162" y="136209"/>
                  <a:pt x="70160" y="133780"/>
                  <a:pt x="70160" y="130759"/>
                </a:cubicBezTo>
                <a:cubicBezTo>
                  <a:pt x="70160" y="127906"/>
                  <a:pt x="71162" y="125478"/>
                  <a:pt x="73174" y="123466"/>
                </a:cubicBezTo>
                <a:cubicBezTo>
                  <a:pt x="75017" y="121454"/>
                  <a:pt x="77453" y="120452"/>
                  <a:pt x="80467" y="120452"/>
                </a:cubicBezTo>
                <a:cubicBezTo>
                  <a:pt x="83320" y="120452"/>
                  <a:pt x="85749" y="121454"/>
                  <a:pt x="87760" y="123466"/>
                </a:cubicBezTo>
                <a:cubicBezTo>
                  <a:pt x="89772" y="125309"/>
                  <a:pt x="90774" y="127745"/>
                  <a:pt x="90774" y="130759"/>
                </a:cubicBezTo>
                <a:cubicBezTo>
                  <a:pt x="90774" y="133612"/>
                  <a:pt x="89772" y="136041"/>
                  <a:pt x="87760" y="138052"/>
                </a:cubicBezTo>
                <a:cubicBezTo>
                  <a:pt x="85917" y="140064"/>
                  <a:pt x="83488" y="141066"/>
                  <a:pt x="80467" y="141066"/>
                </a:cubicBezTo>
                <a:cubicBezTo>
                  <a:pt x="77614" y="141066"/>
                  <a:pt x="75186" y="140064"/>
                  <a:pt x="73174" y="138052"/>
                </a:cubicBezTo>
                <a:close/>
                <a:moveTo>
                  <a:pt x="160934" y="141066"/>
                </a:moveTo>
                <a:cubicBezTo>
                  <a:pt x="158081" y="141066"/>
                  <a:pt x="155653" y="140064"/>
                  <a:pt x="153641" y="138052"/>
                </a:cubicBezTo>
                <a:cubicBezTo>
                  <a:pt x="151629" y="136209"/>
                  <a:pt x="150627" y="133780"/>
                  <a:pt x="150627" y="130759"/>
                </a:cubicBezTo>
                <a:cubicBezTo>
                  <a:pt x="150627" y="127906"/>
                  <a:pt x="151629" y="125478"/>
                  <a:pt x="153641" y="123466"/>
                </a:cubicBezTo>
                <a:cubicBezTo>
                  <a:pt x="155653" y="121454"/>
                  <a:pt x="158081" y="120452"/>
                  <a:pt x="160934" y="120452"/>
                </a:cubicBezTo>
                <a:cubicBezTo>
                  <a:pt x="163787" y="120452"/>
                  <a:pt x="166216" y="121454"/>
                  <a:pt x="168228" y="123466"/>
                </a:cubicBezTo>
                <a:cubicBezTo>
                  <a:pt x="170239" y="125309"/>
                  <a:pt x="171242" y="127745"/>
                  <a:pt x="171242" y="130759"/>
                </a:cubicBezTo>
                <a:cubicBezTo>
                  <a:pt x="171242" y="133612"/>
                  <a:pt x="170320" y="136041"/>
                  <a:pt x="168476" y="138052"/>
                </a:cubicBezTo>
                <a:cubicBezTo>
                  <a:pt x="166465" y="140064"/>
                  <a:pt x="163956" y="141066"/>
                  <a:pt x="160934" y="141066"/>
                </a:cubicBezTo>
                <a:close/>
                <a:moveTo>
                  <a:pt x="120701" y="181300"/>
                </a:moveTo>
                <a:cubicBezTo>
                  <a:pt x="117687" y="181300"/>
                  <a:pt x="115251" y="180298"/>
                  <a:pt x="113408" y="178286"/>
                </a:cubicBezTo>
                <a:cubicBezTo>
                  <a:pt x="111396" y="176274"/>
                  <a:pt x="110394" y="173846"/>
                  <a:pt x="110394" y="170993"/>
                </a:cubicBezTo>
                <a:cubicBezTo>
                  <a:pt x="110394" y="168140"/>
                  <a:pt x="111315" y="165711"/>
                  <a:pt x="113159" y="163700"/>
                </a:cubicBezTo>
                <a:cubicBezTo>
                  <a:pt x="115171" y="161688"/>
                  <a:pt x="117687" y="160686"/>
                  <a:pt x="120701" y="160686"/>
                </a:cubicBezTo>
                <a:cubicBezTo>
                  <a:pt x="123722" y="160686"/>
                  <a:pt x="126231" y="161607"/>
                  <a:pt x="128243" y="163451"/>
                </a:cubicBezTo>
                <a:cubicBezTo>
                  <a:pt x="130086" y="165463"/>
                  <a:pt x="131008" y="167979"/>
                  <a:pt x="131008" y="170993"/>
                </a:cubicBezTo>
                <a:cubicBezTo>
                  <a:pt x="131008" y="173846"/>
                  <a:pt x="130086" y="176274"/>
                  <a:pt x="128243" y="178286"/>
                </a:cubicBezTo>
                <a:cubicBezTo>
                  <a:pt x="126231" y="180298"/>
                  <a:pt x="123722" y="181300"/>
                  <a:pt x="120701" y="181300"/>
                </a:cubicBezTo>
                <a:close/>
                <a:moveTo>
                  <a:pt x="73174" y="178286"/>
                </a:moveTo>
                <a:cubicBezTo>
                  <a:pt x="71162" y="176274"/>
                  <a:pt x="70160" y="173846"/>
                  <a:pt x="70160" y="170993"/>
                </a:cubicBezTo>
                <a:cubicBezTo>
                  <a:pt x="70160" y="168140"/>
                  <a:pt x="71162" y="165711"/>
                  <a:pt x="73174" y="163700"/>
                </a:cubicBezTo>
                <a:cubicBezTo>
                  <a:pt x="75017" y="161688"/>
                  <a:pt x="77453" y="160686"/>
                  <a:pt x="80467" y="160686"/>
                </a:cubicBezTo>
                <a:cubicBezTo>
                  <a:pt x="83320" y="160686"/>
                  <a:pt x="85749" y="161607"/>
                  <a:pt x="87760" y="163451"/>
                </a:cubicBezTo>
                <a:cubicBezTo>
                  <a:pt x="89772" y="165463"/>
                  <a:pt x="90774" y="167979"/>
                  <a:pt x="90774" y="170993"/>
                </a:cubicBezTo>
                <a:cubicBezTo>
                  <a:pt x="90774" y="173846"/>
                  <a:pt x="89772" y="176274"/>
                  <a:pt x="87760" y="178286"/>
                </a:cubicBezTo>
                <a:cubicBezTo>
                  <a:pt x="85917" y="180298"/>
                  <a:pt x="83488" y="181300"/>
                  <a:pt x="80467" y="181300"/>
                </a:cubicBezTo>
                <a:cubicBezTo>
                  <a:pt x="77614" y="181300"/>
                  <a:pt x="75186" y="180298"/>
                  <a:pt x="73174" y="178286"/>
                </a:cubicBezTo>
                <a:close/>
                <a:moveTo>
                  <a:pt x="160934" y="181300"/>
                </a:moveTo>
                <a:cubicBezTo>
                  <a:pt x="158081" y="181300"/>
                  <a:pt x="155653" y="180298"/>
                  <a:pt x="153641" y="178286"/>
                </a:cubicBezTo>
                <a:cubicBezTo>
                  <a:pt x="151629" y="176274"/>
                  <a:pt x="150627" y="173846"/>
                  <a:pt x="150627" y="170993"/>
                </a:cubicBezTo>
                <a:cubicBezTo>
                  <a:pt x="150627" y="168140"/>
                  <a:pt x="151629" y="165711"/>
                  <a:pt x="153641" y="163700"/>
                </a:cubicBezTo>
                <a:cubicBezTo>
                  <a:pt x="155653" y="161688"/>
                  <a:pt x="158081" y="160686"/>
                  <a:pt x="160934" y="160686"/>
                </a:cubicBezTo>
                <a:cubicBezTo>
                  <a:pt x="163787" y="160686"/>
                  <a:pt x="166216" y="161607"/>
                  <a:pt x="168228" y="163451"/>
                </a:cubicBezTo>
                <a:cubicBezTo>
                  <a:pt x="170239" y="165463"/>
                  <a:pt x="171242" y="167979"/>
                  <a:pt x="171242" y="170993"/>
                </a:cubicBezTo>
                <a:cubicBezTo>
                  <a:pt x="171242" y="173846"/>
                  <a:pt x="170320" y="176274"/>
                  <a:pt x="168476" y="178286"/>
                </a:cubicBezTo>
                <a:cubicBezTo>
                  <a:pt x="166465" y="180298"/>
                  <a:pt x="163956" y="181300"/>
                  <a:pt x="160934" y="181300"/>
                </a:cubicBez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3" name="圖說"/>
          <p:cNvSpPr/>
          <p:nvPr/>
        </p:nvSpPr>
        <p:spPr>
          <a:xfrm>
            <a:off x="3974494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行事曆</a:t>
            </a:r>
            <a:endParaRPr lang="en-US" sz="600" dirty="0"/>
          </a:p>
        </p:txBody>
      </p:sp>
      <p:sp>
        <p:nvSpPr>
          <p:cNvPr id="144" name="圖示 事件"/>
          <p:cNvSpPr/>
          <p:nvPr/>
        </p:nvSpPr>
        <p:spPr>
          <a:xfrm>
            <a:off x="4534089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32771" y="179040"/>
                </a:moveTo>
                <a:cubicBezTo>
                  <a:pt x="128075" y="174343"/>
                  <a:pt x="125734" y="168564"/>
                  <a:pt x="125734" y="161688"/>
                </a:cubicBezTo>
                <a:cubicBezTo>
                  <a:pt x="125734" y="154819"/>
                  <a:pt x="128075" y="149033"/>
                  <a:pt x="132771" y="144336"/>
                </a:cubicBezTo>
                <a:cubicBezTo>
                  <a:pt x="137467" y="139647"/>
                  <a:pt x="143246" y="137299"/>
                  <a:pt x="150123" y="137299"/>
                </a:cubicBezTo>
                <a:cubicBezTo>
                  <a:pt x="156992" y="137299"/>
                  <a:pt x="162778" y="139647"/>
                  <a:pt x="167474" y="144336"/>
                </a:cubicBezTo>
                <a:cubicBezTo>
                  <a:pt x="172163" y="149033"/>
                  <a:pt x="174511" y="154819"/>
                  <a:pt x="174511" y="161688"/>
                </a:cubicBezTo>
                <a:cubicBezTo>
                  <a:pt x="174511" y="168564"/>
                  <a:pt x="172163" y="174343"/>
                  <a:pt x="167474" y="179040"/>
                </a:cubicBezTo>
                <a:cubicBezTo>
                  <a:pt x="162778" y="183736"/>
                  <a:pt x="156992" y="186084"/>
                  <a:pt x="150123" y="186084"/>
                </a:cubicBezTo>
                <a:cubicBezTo>
                  <a:pt x="143246" y="186084"/>
                  <a:pt x="137467" y="183736"/>
                  <a:pt x="132771" y="179040"/>
                </a:cubicBezTo>
                <a:close/>
                <a:moveTo>
                  <a:pt x="45764" y="222792"/>
                </a:moveTo>
                <a:cubicBezTo>
                  <a:pt x="41243" y="222792"/>
                  <a:pt x="37220" y="221117"/>
                  <a:pt x="33694" y="217766"/>
                </a:cubicBezTo>
                <a:cubicBezTo>
                  <a:pt x="30343" y="214248"/>
                  <a:pt x="28668" y="210224"/>
                  <a:pt x="28668" y="205696"/>
                </a:cubicBezTo>
                <a:lnTo>
                  <a:pt x="28668" y="50797"/>
                </a:lnTo>
                <a:cubicBezTo>
                  <a:pt x="28668" y="46100"/>
                  <a:pt x="30343" y="42077"/>
                  <a:pt x="33694" y="38727"/>
                </a:cubicBezTo>
                <a:cubicBezTo>
                  <a:pt x="37220" y="35369"/>
                  <a:pt x="41243" y="33694"/>
                  <a:pt x="45764" y="33694"/>
                </a:cubicBezTo>
                <a:lnTo>
                  <a:pt x="61609" y="33694"/>
                </a:lnTo>
                <a:lnTo>
                  <a:pt x="61609" y="27161"/>
                </a:lnTo>
                <a:cubicBezTo>
                  <a:pt x="61609" y="24813"/>
                  <a:pt x="62443" y="22801"/>
                  <a:pt x="64125" y="21126"/>
                </a:cubicBezTo>
                <a:cubicBezTo>
                  <a:pt x="65800" y="19444"/>
                  <a:pt x="67812" y="18610"/>
                  <a:pt x="70160" y="18610"/>
                </a:cubicBezTo>
                <a:cubicBezTo>
                  <a:pt x="72669" y="18610"/>
                  <a:pt x="74769" y="19444"/>
                  <a:pt x="76444" y="21126"/>
                </a:cubicBezTo>
                <a:cubicBezTo>
                  <a:pt x="78119" y="22801"/>
                  <a:pt x="78960" y="24813"/>
                  <a:pt x="78960" y="27161"/>
                </a:cubicBezTo>
                <a:lnTo>
                  <a:pt x="78960" y="33694"/>
                </a:lnTo>
                <a:lnTo>
                  <a:pt x="162441" y="33694"/>
                </a:lnTo>
                <a:lnTo>
                  <a:pt x="162441" y="27161"/>
                </a:lnTo>
                <a:cubicBezTo>
                  <a:pt x="162441" y="24813"/>
                  <a:pt x="163283" y="22801"/>
                  <a:pt x="164958" y="21126"/>
                </a:cubicBezTo>
                <a:cubicBezTo>
                  <a:pt x="166465" y="19444"/>
                  <a:pt x="168476" y="18610"/>
                  <a:pt x="170993" y="18610"/>
                </a:cubicBezTo>
                <a:cubicBezTo>
                  <a:pt x="173509" y="18610"/>
                  <a:pt x="175601" y="19444"/>
                  <a:pt x="177277" y="21126"/>
                </a:cubicBezTo>
                <a:cubicBezTo>
                  <a:pt x="178959" y="22801"/>
                  <a:pt x="179793" y="24813"/>
                  <a:pt x="179793" y="27161"/>
                </a:cubicBezTo>
                <a:lnTo>
                  <a:pt x="179793" y="33694"/>
                </a:lnTo>
                <a:lnTo>
                  <a:pt x="195638" y="33694"/>
                </a:lnTo>
                <a:cubicBezTo>
                  <a:pt x="200327" y="33694"/>
                  <a:pt x="204350" y="35369"/>
                  <a:pt x="207708" y="38727"/>
                </a:cubicBezTo>
                <a:cubicBezTo>
                  <a:pt x="211058" y="42077"/>
                  <a:pt x="212733" y="46100"/>
                  <a:pt x="212733" y="50797"/>
                </a:cubicBezTo>
                <a:lnTo>
                  <a:pt x="212733" y="205696"/>
                </a:lnTo>
                <a:cubicBezTo>
                  <a:pt x="212733" y="210224"/>
                  <a:pt x="211058" y="214248"/>
                  <a:pt x="207708" y="217766"/>
                </a:cubicBezTo>
                <a:cubicBezTo>
                  <a:pt x="204350" y="221117"/>
                  <a:pt x="200327" y="222792"/>
                  <a:pt x="195638" y="222792"/>
                </a:cubicBezTo>
                <a:lnTo>
                  <a:pt x="45764" y="222792"/>
                </a:lnTo>
                <a:close/>
                <a:moveTo>
                  <a:pt x="45764" y="205696"/>
                </a:moveTo>
                <a:lnTo>
                  <a:pt x="195638" y="205696"/>
                </a:lnTo>
                <a:lnTo>
                  <a:pt x="195638" y="98068"/>
                </a:lnTo>
                <a:lnTo>
                  <a:pt x="45764" y="98068"/>
                </a:lnTo>
                <a:lnTo>
                  <a:pt x="45764" y="205696"/>
                </a:lnTo>
                <a:close/>
                <a:moveTo>
                  <a:pt x="45764" y="82984"/>
                </a:moveTo>
                <a:lnTo>
                  <a:pt x="195638" y="82984"/>
                </a:lnTo>
                <a:lnTo>
                  <a:pt x="195638" y="50797"/>
                </a:lnTo>
                <a:lnTo>
                  <a:pt x="45764" y="50797"/>
                </a:lnTo>
                <a:lnTo>
                  <a:pt x="45764" y="82984"/>
                </a:lnTo>
                <a:close/>
                <a:moveTo>
                  <a:pt x="45764" y="82984"/>
                </a:moveTo>
                <a:lnTo>
                  <a:pt x="45764" y="50797"/>
                </a:lnTo>
                <a:lnTo>
                  <a:pt x="45764" y="82984"/>
                </a:ln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5" name="圖說"/>
          <p:cNvSpPr/>
          <p:nvPr/>
        </p:nvSpPr>
        <p:spPr>
          <a:xfrm>
            <a:off x="4418271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</a:t>
            </a:r>
            <a:endParaRPr lang="en-US" sz="600" dirty="0"/>
          </a:p>
        </p:txBody>
      </p:sp>
      <p:sp>
        <p:nvSpPr>
          <p:cNvPr id="146" name="圖示 已排程"/>
          <p:cNvSpPr/>
          <p:nvPr/>
        </p:nvSpPr>
        <p:spPr>
          <a:xfrm>
            <a:off x="4977866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08879" y="162441"/>
                </a:moveTo>
                <a:lnTo>
                  <a:pt x="149618" y="121454"/>
                </a:lnTo>
                <a:cubicBezTo>
                  <a:pt x="151293" y="119947"/>
                  <a:pt x="153136" y="119194"/>
                  <a:pt x="155148" y="119194"/>
                </a:cubicBezTo>
                <a:cubicBezTo>
                  <a:pt x="157328" y="119362"/>
                  <a:pt x="159171" y="120196"/>
                  <a:pt x="160686" y="121710"/>
                </a:cubicBezTo>
                <a:cubicBezTo>
                  <a:pt x="162193" y="123385"/>
                  <a:pt x="162946" y="125229"/>
                  <a:pt x="162946" y="127241"/>
                </a:cubicBezTo>
                <a:cubicBezTo>
                  <a:pt x="162946" y="129421"/>
                  <a:pt x="162193" y="131264"/>
                  <a:pt x="160686" y="132771"/>
                </a:cubicBezTo>
                <a:lnTo>
                  <a:pt x="114914" y="178535"/>
                </a:lnTo>
                <a:cubicBezTo>
                  <a:pt x="113239" y="180210"/>
                  <a:pt x="111228" y="181051"/>
                  <a:pt x="108879" y="181051"/>
                </a:cubicBezTo>
                <a:cubicBezTo>
                  <a:pt x="106539" y="181051"/>
                  <a:pt x="104527" y="180210"/>
                  <a:pt x="102844" y="178535"/>
                </a:cubicBezTo>
                <a:lnTo>
                  <a:pt x="79209" y="155148"/>
                </a:lnTo>
                <a:cubicBezTo>
                  <a:pt x="77702" y="153641"/>
                  <a:pt x="76949" y="151798"/>
                  <a:pt x="76949" y="149618"/>
                </a:cubicBezTo>
                <a:cubicBezTo>
                  <a:pt x="76949" y="147606"/>
                  <a:pt x="77702" y="145763"/>
                  <a:pt x="79209" y="144087"/>
                </a:cubicBezTo>
                <a:cubicBezTo>
                  <a:pt x="80716" y="142581"/>
                  <a:pt x="82559" y="141827"/>
                  <a:pt x="84739" y="141827"/>
                </a:cubicBezTo>
                <a:cubicBezTo>
                  <a:pt x="86751" y="141988"/>
                  <a:pt x="88594" y="142749"/>
                  <a:pt x="90277" y="144087"/>
                </a:cubicBezTo>
                <a:lnTo>
                  <a:pt x="108879" y="162441"/>
                </a:lnTo>
                <a:close/>
                <a:moveTo>
                  <a:pt x="45764" y="222792"/>
                </a:moveTo>
                <a:cubicBezTo>
                  <a:pt x="41243" y="222792"/>
                  <a:pt x="37220" y="221117"/>
                  <a:pt x="33694" y="217766"/>
                </a:cubicBezTo>
                <a:cubicBezTo>
                  <a:pt x="30343" y="214248"/>
                  <a:pt x="28668" y="210224"/>
                  <a:pt x="28668" y="205696"/>
                </a:cubicBezTo>
                <a:lnTo>
                  <a:pt x="28668" y="50797"/>
                </a:lnTo>
                <a:cubicBezTo>
                  <a:pt x="28668" y="46100"/>
                  <a:pt x="30343" y="42077"/>
                  <a:pt x="33694" y="38727"/>
                </a:cubicBezTo>
                <a:cubicBezTo>
                  <a:pt x="37220" y="35369"/>
                  <a:pt x="41243" y="33694"/>
                  <a:pt x="45764" y="33694"/>
                </a:cubicBezTo>
                <a:lnTo>
                  <a:pt x="61609" y="33694"/>
                </a:lnTo>
                <a:lnTo>
                  <a:pt x="61609" y="27161"/>
                </a:lnTo>
                <a:cubicBezTo>
                  <a:pt x="61609" y="24813"/>
                  <a:pt x="62443" y="22801"/>
                  <a:pt x="64125" y="21126"/>
                </a:cubicBezTo>
                <a:cubicBezTo>
                  <a:pt x="65800" y="19444"/>
                  <a:pt x="67812" y="18610"/>
                  <a:pt x="70160" y="18610"/>
                </a:cubicBezTo>
                <a:cubicBezTo>
                  <a:pt x="72669" y="18610"/>
                  <a:pt x="74769" y="19444"/>
                  <a:pt x="76444" y="21126"/>
                </a:cubicBezTo>
                <a:cubicBezTo>
                  <a:pt x="78119" y="22801"/>
                  <a:pt x="78960" y="24813"/>
                  <a:pt x="78960" y="27161"/>
                </a:cubicBezTo>
                <a:lnTo>
                  <a:pt x="78960" y="33694"/>
                </a:lnTo>
                <a:lnTo>
                  <a:pt x="162441" y="33694"/>
                </a:lnTo>
                <a:lnTo>
                  <a:pt x="162441" y="27161"/>
                </a:lnTo>
                <a:cubicBezTo>
                  <a:pt x="162441" y="24813"/>
                  <a:pt x="163283" y="22801"/>
                  <a:pt x="164958" y="21126"/>
                </a:cubicBezTo>
                <a:cubicBezTo>
                  <a:pt x="166465" y="19444"/>
                  <a:pt x="168476" y="18610"/>
                  <a:pt x="170993" y="18610"/>
                </a:cubicBezTo>
                <a:cubicBezTo>
                  <a:pt x="173509" y="18610"/>
                  <a:pt x="175601" y="19444"/>
                  <a:pt x="177277" y="21126"/>
                </a:cubicBezTo>
                <a:cubicBezTo>
                  <a:pt x="178959" y="22801"/>
                  <a:pt x="179793" y="24813"/>
                  <a:pt x="179793" y="27161"/>
                </a:cubicBezTo>
                <a:lnTo>
                  <a:pt x="179793" y="33694"/>
                </a:lnTo>
                <a:lnTo>
                  <a:pt x="195638" y="33694"/>
                </a:lnTo>
                <a:cubicBezTo>
                  <a:pt x="200327" y="33694"/>
                  <a:pt x="204350" y="35369"/>
                  <a:pt x="207708" y="38727"/>
                </a:cubicBezTo>
                <a:cubicBezTo>
                  <a:pt x="211058" y="42077"/>
                  <a:pt x="212733" y="46100"/>
                  <a:pt x="212733" y="50797"/>
                </a:cubicBezTo>
                <a:lnTo>
                  <a:pt x="212733" y="205696"/>
                </a:lnTo>
                <a:cubicBezTo>
                  <a:pt x="212733" y="210224"/>
                  <a:pt x="211058" y="214248"/>
                  <a:pt x="207708" y="217766"/>
                </a:cubicBezTo>
                <a:cubicBezTo>
                  <a:pt x="204350" y="221117"/>
                  <a:pt x="200327" y="222792"/>
                  <a:pt x="195638" y="222792"/>
                </a:cubicBezTo>
                <a:lnTo>
                  <a:pt x="45764" y="222792"/>
                </a:lnTo>
                <a:close/>
                <a:moveTo>
                  <a:pt x="45764" y="205696"/>
                </a:moveTo>
                <a:lnTo>
                  <a:pt x="195638" y="205696"/>
                </a:lnTo>
                <a:lnTo>
                  <a:pt x="195638" y="98068"/>
                </a:lnTo>
                <a:lnTo>
                  <a:pt x="45764" y="98068"/>
                </a:lnTo>
                <a:lnTo>
                  <a:pt x="45764" y="205696"/>
                </a:lnTo>
                <a:close/>
                <a:moveTo>
                  <a:pt x="45764" y="82984"/>
                </a:moveTo>
                <a:lnTo>
                  <a:pt x="195638" y="82984"/>
                </a:lnTo>
                <a:lnTo>
                  <a:pt x="195638" y="50797"/>
                </a:lnTo>
                <a:lnTo>
                  <a:pt x="45764" y="50797"/>
                </a:lnTo>
                <a:lnTo>
                  <a:pt x="45764" y="82984"/>
                </a:lnTo>
                <a:close/>
                <a:moveTo>
                  <a:pt x="45764" y="82984"/>
                </a:moveTo>
                <a:lnTo>
                  <a:pt x="45764" y="50797"/>
                </a:lnTo>
                <a:lnTo>
                  <a:pt x="45764" y="82984"/>
                </a:ln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7" name="圖說"/>
          <p:cNvSpPr/>
          <p:nvPr/>
        </p:nvSpPr>
        <p:spPr>
          <a:xfrm>
            <a:off x="4862048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已排程</a:t>
            </a:r>
            <a:endParaRPr lang="en-US" sz="600" dirty="0"/>
          </a:p>
        </p:txBody>
      </p:sp>
      <p:sp>
        <p:nvSpPr>
          <p:cNvPr id="148" name="圖示 文件"/>
          <p:cNvSpPr/>
          <p:nvPr/>
        </p:nvSpPr>
        <p:spPr>
          <a:xfrm>
            <a:off x="5421642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88009" y="178535"/>
                </a:moveTo>
                <a:lnTo>
                  <a:pt x="153392" y="178535"/>
                </a:lnTo>
                <a:cubicBezTo>
                  <a:pt x="155572" y="178535"/>
                  <a:pt x="157416" y="177781"/>
                  <a:pt x="158923" y="176274"/>
                </a:cubicBezTo>
                <a:cubicBezTo>
                  <a:pt x="160430" y="174767"/>
                  <a:pt x="161183" y="172924"/>
                  <a:pt x="161183" y="170744"/>
                </a:cubicBezTo>
                <a:cubicBezTo>
                  <a:pt x="161183" y="168564"/>
                  <a:pt x="160430" y="166721"/>
                  <a:pt x="158923" y="165206"/>
                </a:cubicBezTo>
                <a:cubicBezTo>
                  <a:pt x="157416" y="163700"/>
                  <a:pt x="155572" y="162946"/>
                  <a:pt x="153392" y="162946"/>
                </a:cubicBezTo>
                <a:lnTo>
                  <a:pt x="88009" y="162946"/>
                </a:lnTo>
                <a:cubicBezTo>
                  <a:pt x="85829" y="162946"/>
                  <a:pt x="83986" y="163700"/>
                  <a:pt x="82479" y="165206"/>
                </a:cubicBezTo>
                <a:cubicBezTo>
                  <a:pt x="80972" y="166721"/>
                  <a:pt x="80218" y="168564"/>
                  <a:pt x="80218" y="170744"/>
                </a:cubicBezTo>
                <a:cubicBezTo>
                  <a:pt x="80218" y="173085"/>
                  <a:pt x="80972" y="175016"/>
                  <a:pt x="82479" y="176523"/>
                </a:cubicBezTo>
                <a:cubicBezTo>
                  <a:pt x="83986" y="177869"/>
                  <a:pt x="85829" y="178535"/>
                  <a:pt x="88009" y="178535"/>
                </a:cubicBezTo>
                <a:close/>
                <a:moveTo>
                  <a:pt x="88009" y="135792"/>
                </a:moveTo>
                <a:lnTo>
                  <a:pt x="153392" y="135792"/>
                </a:lnTo>
                <a:cubicBezTo>
                  <a:pt x="155572" y="135792"/>
                  <a:pt x="157416" y="135031"/>
                  <a:pt x="158923" y="133524"/>
                </a:cubicBezTo>
                <a:cubicBezTo>
                  <a:pt x="160430" y="132017"/>
                  <a:pt x="161183" y="130174"/>
                  <a:pt x="161183" y="127994"/>
                </a:cubicBezTo>
                <a:cubicBezTo>
                  <a:pt x="161183" y="125814"/>
                  <a:pt x="160430" y="123971"/>
                  <a:pt x="158923" y="122464"/>
                </a:cubicBezTo>
                <a:cubicBezTo>
                  <a:pt x="157416" y="120950"/>
                  <a:pt x="155572" y="120196"/>
                  <a:pt x="153392" y="120196"/>
                </a:cubicBezTo>
                <a:lnTo>
                  <a:pt x="88009" y="120196"/>
                </a:lnTo>
                <a:cubicBezTo>
                  <a:pt x="85829" y="120196"/>
                  <a:pt x="83986" y="120950"/>
                  <a:pt x="82479" y="122464"/>
                </a:cubicBezTo>
                <a:cubicBezTo>
                  <a:pt x="80972" y="123971"/>
                  <a:pt x="80218" y="125814"/>
                  <a:pt x="80218" y="127994"/>
                </a:cubicBezTo>
                <a:cubicBezTo>
                  <a:pt x="80218" y="130342"/>
                  <a:pt x="80972" y="132266"/>
                  <a:pt x="82479" y="133780"/>
                </a:cubicBezTo>
                <a:cubicBezTo>
                  <a:pt x="83986" y="135119"/>
                  <a:pt x="85829" y="135792"/>
                  <a:pt x="88009" y="135792"/>
                </a:cubicBezTo>
                <a:close/>
                <a:moveTo>
                  <a:pt x="55822" y="222792"/>
                </a:moveTo>
                <a:cubicBezTo>
                  <a:pt x="51301" y="222792"/>
                  <a:pt x="47278" y="221117"/>
                  <a:pt x="43752" y="217766"/>
                </a:cubicBezTo>
                <a:cubicBezTo>
                  <a:pt x="40402" y="214248"/>
                  <a:pt x="38727" y="210224"/>
                  <a:pt x="38727" y="205696"/>
                </a:cubicBezTo>
                <a:lnTo>
                  <a:pt x="38727" y="35705"/>
                </a:lnTo>
                <a:cubicBezTo>
                  <a:pt x="38727" y="31016"/>
                  <a:pt x="40402" y="26993"/>
                  <a:pt x="43752" y="23635"/>
                </a:cubicBezTo>
                <a:cubicBezTo>
                  <a:pt x="47278" y="20285"/>
                  <a:pt x="51301" y="18610"/>
                  <a:pt x="55822" y="18610"/>
                </a:cubicBezTo>
                <a:lnTo>
                  <a:pt x="139559" y="18610"/>
                </a:lnTo>
                <a:cubicBezTo>
                  <a:pt x="141908" y="18610"/>
                  <a:pt x="144168" y="19115"/>
                  <a:pt x="146348" y="20117"/>
                </a:cubicBezTo>
                <a:cubicBezTo>
                  <a:pt x="148528" y="20958"/>
                  <a:pt x="150371" y="22128"/>
                  <a:pt x="151885" y="23635"/>
                </a:cubicBezTo>
                <a:lnTo>
                  <a:pt x="197649" y="69407"/>
                </a:lnTo>
                <a:cubicBezTo>
                  <a:pt x="199156" y="70914"/>
                  <a:pt x="200327" y="72757"/>
                  <a:pt x="201168" y="74937"/>
                </a:cubicBezTo>
                <a:cubicBezTo>
                  <a:pt x="202177" y="77117"/>
                  <a:pt x="202675" y="79377"/>
                  <a:pt x="202675" y="81725"/>
                </a:cubicBezTo>
                <a:lnTo>
                  <a:pt x="202675" y="205696"/>
                </a:lnTo>
                <a:cubicBezTo>
                  <a:pt x="202675" y="210224"/>
                  <a:pt x="201000" y="214248"/>
                  <a:pt x="197649" y="217766"/>
                </a:cubicBezTo>
                <a:cubicBezTo>
                  <a:pt x="194292" y="221117"/>
                  <a:pt x="190268" y="222792"/>
                  <a:pt x="185579" y="222792"/>
                </a:cubicBezTo>
                <a:lnTo>
                  <a:pt x="55822" y="222792"/>
                </a:lnTo>
                <a:close/>
                <a:moveTo>
                  <a:pt x="138052" y="73927"/>
                </a:moveTo>
                <a:lnTo>
                  <a:pt x="138052" y="35705"/>
                </a:lnTo>
                <a:lnTo>
                  <a:pt x="55822" y="35705"/>
                </a:lnTo>
                <a:lnTo>
                  <a:pt x="55822" y="205696"/>
                </a:lnTo>
                <a:lnTo>
                  <a:pt x="185579" y="205696"/>
                </a:lnTo>
                <a:lnTo>
                  <a:pt x="185579" y="82479"/>
                </a:lnTo>
                <a:lnTo>
                  <a:pt x="146604" y="82479"/>
                </a:lnTo>
                <a:cubicBezTo>
                  <a:pt x="144087" y="82479"/>
                  <a:pt x="142076" y="81638"/>
                  <a:pt x="140569" y="79962"/>
                </a:cubicBezTo>
                <a:cubicBezTo>
                  <a:pt x="138886" y="78456"/>
                  <a:pt x="138052" y="76444"/>
                  <a:pt x="138052" y="73927"/>
                </a:cubicBezTo>
                <a:close/>
                <a:moveTo>
                  <a:pt x="55822" y="35705"/>
                </a:moveTo>
                <a:lnTo>
                  <a:pt x="55822" y="82479"/>
                </a:lnTo>
                <a:lnTo>
                  <a:pt x="55822" y="35705"/>
                </a:lnTo>
                <a:lnTo>
                  <a:pt x="55822" y="205696"/>
                </a:lnTo>
                <a:lnTo>
                  <a:pt x="55822" y="35705"/>
                </a:ln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9" name="圖說"/>
          <p:cNvSpPr/>
          <p:nvPr/>
        </p:nvSpPr>
        <p:spPr>
          <a:xfrm>
            <a:off x="5305824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600" dirty="0"/>
          </a:p>
        </p:txBody>
      </p:sp>
      <p:sp>
        <p:nvSpPr>
          <p:cNvPr id="150" name="圖示 報告"/>
          <p:cNvSpPr/>
          <p:nvPr/>
        </p:nvSpPr>
        <p:spPr>
          <a:xfrm>
            <a:off x="5865419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5764" y="212733"/>
                </a:moveTo>
                <a:cubicBezTo>
                  <a:pt x="41243" y="212733"/>
                  <a:pt x="37220" y="211058"/>
                  <a:pt x="33694" y="207708"/>
                </a:cubicBezTo>
                <a:cubicBezTo>
                  <a:pt x="30343" y="204189"/>
                  <a:pt x="28668" y="200166"/>
                  <a:pt x="28668" y="195638"/>
                </a:cubicBezTo>
                <a:lnTo>
                  <a:pt x="28668" y="45764"/>
                </a:lnTo>
                <a:cubicBezTo>
                  <a:pt x="28668" y="41075"/>
                  <a:pt x="30343" y="37051"/>
                  <a:pt x="33694" y="33694"/>
                </a:cubicBezTo>
                <a:cubicBezTo>
                  <a:pt x="37220" y="30343"/>
                  <a:pt x="41243" y="28668"/>
                  <a:pt x="45764" y="28668"/>
                </a:cubicBezTo>
                <a:lnTo>
                  <a:pt x="195638" y="28668"/>
                </a:lnTo>
                <a:cubicBezTo>
                  <a:pt x="200327" y="28668"/>
                  <a:pt x="204350" y="30343"/>
                  <a:pt x="207708" y="33694"/>
                </a:cubicBezTo>
                <a:cubicBezTo>
                  <a:pt x="211058" y="37051"/>
                  <a:pt x="212733" y="41075"/>
                  <a:pt x="212733" y="45764"/>
                </a:cubicBezTo>
                <a:lnTo>
                  <a:pt x="212733" y="195638"/>
                </a:lnTo>
                <a:cubicBezTo>
                  <a:pt x="212733" y="200166"/>
                  <a:pt x="211058" y="204189"/>
                  <a:pt x="207708" y="207708"/>
                </a:cubicBezTo>
                <a:cubicBezTo>
                  <a:pt x="204350" y="211058"/>
                  <a:pt x="200327" y="212733"/>
                  <a:pt x="195638" y="212733"/>
                </a:cubicBezTo>
                <a:lnTo>
                  <a:pt x="45764" y="212733"/>
                </a:lnTo>
                <a:close/>
                <a:moveTo>
                  <a:pt x="45764" y="195638"/>
                </a:moveTo>
                <a:lnTo>
                  <a:pt x="195638" y="195638"/>
                </a:lnTo>
                <a:lnTo>
                  <a:pt x="195638" y="45764"/>
                </a:lnTo>
                <a:lnTo>
                  <a:pt x="45764" y="45764"/>
                </a:lnTo>
                <a:lnTo>
                  <a:pt x="45764" y="195638"/>
                </a:lnTo>
                <a:close/>
                <a:moveTo>
                  <a:pt x="45764" y="45764"/>
                </a:moveTo>
                <a:lnTo>
                  <a:pt x="45764" y="195638"/>
                </a:lnTo>
                <a:lnTo>
                  <a:pt x="45764" y="45764"/>
                </a:lnTo>
                <a:close/>
                <a:moveTo>
                  <a:pt x="77453" y="170993"/>
                </a:moveTo>
                <a:lnTo>
                  <a:pt x="131513" y="170993"/>
                </a:lnTo>
                <a:cubicBezTo>
                  <a:pt x="133693" y="170993"/>
                  <a:pt x="135456" y="170239"/>
                  <a:pt x="136794" y="168732"/>
                </a:cubicBezTo>
                <a:cubicBezTo>
                  <a:pt x="138301" y="167386"/>
                  <a:pt x="139055" y="165631"/>
                  <a:pt x="139055" y="163451"/>
                </a:cubicBezTo>
                <a:cubicBezTo>
                  <a:pt x="139055" y="161271"/>
                  <a:pt x="138301" y="159427"/>
                  <a:pt x="136794" y="157921"/>
                </a:cubicBezTo>
                <a:cubicBezTo>
                  <a:pt x="135456" y="156575"/>
                  <a:pt x="133693" y="155909"/>
                  <a:pt x="131513" y="155909"/>
                </a:cubicBezTo>
                <a:lnTo>
                  <a:pt x="77453" y="155909"/>
                </a:lnTo>
                <a:cubicBezTo>
                  <a:pt x="75273" y="155909"/>
                  <a:pt x="73510" y="156662"/>
                  <a:pt x="72172" y="158169"/>
                </a:cubicBezTo>
                <a:cubicBezTo>
                  <a:pt x="70658" y="159508"/>
                  <a:pt x="69904" y="161271"/>
                  <a:pt x="69904" y="163451"/>
                </a:cubicBezTo>
                <a:cubicBezTo>
                  <a:pt x="69904" y="165631"/>
                  <a:pt x="70658" y="167386"/>
                  <a:pt x="72172" y="168732"/>
                </a:cubicBezTo>
                <a:cubicBezTo>
                  <a:pt x="73510" y="170239"/>
                  <a:pt x="75273" y="170993"/>
                  <a:pt x="77453" y="170993"/>
                </a:cubicBezTo>
                <a:close/>
                <a:moveTo>
                  <a:pt x="77453" y="128243"/>
                </a:moveTo>
                <a:lnTo>
                  <a:pt x="163956" y="128243"/>
                </a:lnTo>
                <a:cubicBezTo>
                  <a:pt x="166128" y="128243"/>
                  <a:pt x="167891" y="127489"/>
                  <a:pt x="169230" y="125982"/>
                </a:cubicBezTo>
                <a:cubicBezTo>
                  <a:pt x="170744" y="124644"/>
                  <a:pt x="171498" y="122881"/>
                  <a:pt x="171498" y="120701"/>
                </a:cubicBezTo>
                <a:cubicBezTo>
                  <a:pt x="171498" y="118521"/>
                  <a:pt x="170744" y="116758"/>
                  <a:pt x="169230" y="115419"/>
                </a:cubicBezTo>
                <a:cubicBezTo>
                  <a:pt x="167891" y="113912"/>
                  <a:pt x="166128" y="113159"/>
                  <a:pt x="163956" y="113159"/>
                </a:cubicBezTo>
                <a:lnTo>
                  <a:pt x="77453" y="113159"/>
                </a:lnTo>
                <a:cubicBezTo>
                  <a:pt x="75273" y="113159"/>
                  <a:pt x="73510" y="113912"/>
                  <a:pt x="72172" y="115419"/>
                </a:cubicBezTo>
                <a:cubicBezTo>
                  <a:pt x="70658" y="116758"/>
                  <a:pt x="69904" y="118521"/>
                  <a:pt x="69904" y="120701"/>
                </a:cubicBezTo>
                <a:cubicBezTo>
                  <a:pt x="69904" y="122881"/>
                  <a:pt x="70658" y="124724"/>
                  <a:pt x="72172" y="126231"/>
                </a:cubicBezTo>
                <a:cubicBezTo>
                  <a:pt x="73510" y="127577"/>
                  <a:pt x="75273" y="128243"/>
                  <a:pt x="77453" y="128243"/>
                </a:cubicBezTo>
                <a:close/>
                <a:moveTo>
                  <a:pt x="77453" y="85500"/>
                </a:moveTo>
                <a:lnTo>
                  <a:pt x="163956" y="85500"/>
                </a:lnTo>
                <a:cubicBezTo>
                  <a:pt x="166128" y="85500"/>
                  <a:pt x="167891" y="84739"/>
                  <a:pt x="169230" y="83232"/>
                </a:cubicBezTo>
                <a:cubicBezTo>
                  <a:pt x="170744" y="81894"/>
                  <a:pt x="171498" y="80131"/>
                  <a:pt x="171498" y="77951"/>
                </a:cubicBezTo>
                <a:cubicBezTo>
                  <a:pt x="171498" y="75771"/>
                  <a:pt x="170744" y="74015"/>
                  <a:pt x="169230" y="72669"/>
                </a:cubicBezTo>
                <a:cubicBezTo>
                  <a:pt x="167891" y="71162"/>
                  <a:pt x="166128" y="70409"/>
                  <a:pt x="163956" y="70409"/>
                </a:cubicBezTo>
                <a:lnTo>
                  <a:pt x="77453" y="70409"/>
                </a:lnTo>
                <a:cubicBezTo>
                  <a:pt x="75273" y="70409"/>
                  <a:pt x="73510" y="71162"/>
                  <a:pt x="72172" y="72669"/>
                </a:cubicBezTo>
                <a:cubicBezTo>
                  <a:pt x="70658" y="74183"/>
                  <a:pt x="69904" y="75939"/>
                  <a:pt x="69904" y="77951"/>
                </a:cubicBezTo>
                <a:cubicBezTo>
                  <a:pt x="69904" y="80131"/>
                  <a:pt x="70658" y="81974"/>
                  <a:pt x="72172" y="83488"/>
                </a:cubicBezTo>
                <a:cubicBezTo>
                  <a:pt x="73510" y="84827"/>
                  <a:pt x="75273" y="85500"/>
                  <a:pt x="77453" y="85500"/>
                </a:cubicBez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1" name="圖說"/>
          <p:cNvSpPr/>
          <p:nvPr/>
        </p:nvSpPr>
        <p:spPr>
          <a:xfrm>
            <a:off x="5749601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</a:t>
            </a:r>
            <a:endParaRPr lang="en-US" sz="600" dirty="0"/>
          </a:p>
        </p:txBody>
      </p:sp>
      <p:sp>
        <p:nvSpPr>
          <p:cNvPr id="152" name="圖示 筆記"/>
          <p:cNvSpPr/>
          <p:nvPr/>
        </p:nvSpPr>
        <p:spPr>
          <a:xfrm>
            <a:off x="6309195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7278" y="141571"/>
                </a:moveTo>
                <a:cubicBezTo>
                  <a:pt x="44930" y="141571"/>
                  <a:pt x="42918" y="140737"/>
                  <a:pt x="41243" y="139055"/>
                </a:cubicBezTo>
                <a:cubicBezTo>
                  <a:pt x="39561" y="137379"/>
                  <a:pt x="38727" y="135368"/>
                  <a:pt x="38727" y="133020"/>
                </a:cubicBezTo>
                <a:cubicBezTo>
                  <a:pt x="38727" y="130510"/>
                  <a:pt x="39561" y="128499"/>
                  <a:pt x="41243" y="126985"/>
                </a:cubicBezTo>
                <a:cubicBezTo>
                  <a:pt x="42918" y="125309"/>
                  <a:pt x="44930" y="124475"/>
                  <a:pt x="47278" y="124475"/>
                </a:cubicBezTo>
                <a:lnTo>
                  <a:pt x="108382" y="124475"/>
                </a:lnTo>
                <a:cubicBezTo>
                  <a:pt x="110723" y="124475"/>
                  <a:pt x="112735" y="125309"/>
                  <a:pt x="114417" y="126985"/>
                </a:cubicBezTo>
                <a:cubicBezTo>
                  <a:pt x="116092" y="128667"/>
                  <a:pt x="116926" y="130679"/>
                  <a:pt x="116926" y="133020"/>
                </a:cubicBezTo>
                <a:cubicBezTo>
                  <a:pt x="116926" y="135536"/>
                  <a:pt x="116092" y="137548"/>
                  <a:pt x="114417" y="139055"/>
                </a:cubicBezTo>
                <a:cubicBezTo>
                  <a:pt x="112735" y="140737"/>
                  <a:pt x="110723" y="141571"/>
                  <a:pt x="108382" y="141571"/>
                </a:cubicBezTo>
                <a:lnTo>
                  <a:pt x="47278" y="141571"/>
                </a:lnTo>
                <a:close/>
                <a:moveTo>
                  <a:pt x="47278" y="98821"/>
                </a:moveTo>
                <a:cubicBezTo>
                  <a:pt x="44930" y="98821"/>
                  <a:pt x="42918" y="97987"/>
                  <a:pt x="41243" y="96312"/>
                </a:cubicBezTo>
                <a:cubicBezTo>
                  <a:pt x="39561" y="94629"/>
                  <a:pt x="38727" y="92537"/>
                  <a:pt x="38727" y="90021"/>
                </a:cubicBezTo>
                <a:cubicBezTo>
                  <a:pt x="38727" y="87673"/>
                  <a:pt x="39561" y="85661"/>
                  <a:pt x="41243" y="83986"/>
                </a:cubicBezTo>
                <a:cubicBezTo>
                  <a:pt x="42918" y="82479"/>
                  <a:pt x="44930" y="81725"/>
                  <a:pt x="47278" y="81725"/>
                </a:cubicBezTo>
                <a:lnTo>
                  <a:pt x="150371" y="81725"/>
                </a:lnTo>
                <a:cubicBezTo>
                  <a:pt x="152888" y="81725"/>
                  <a:pt x="154899" y="82479"/>
                  <a:pt x="156406" y="83986"/>
                </a:cubicBezTo>
                <a:cubicBezTo>
                  <a:pt x="158081" y="85661"/>
                  <a:pt x="158923" y="87760"/>
                  <a:pt x="158923" y="90277"/>
                </a:cubicBezTo>
                <a:cubicBezTo>
                  <a:pt x="158923" y="92618"/>
                  <a:pt x="158081" y="94629"/>
                  <a:pt x="156406" y="96312"/>
                </a:cubicBezTo>
                <a:cubicBezTo>
                  <a:pt x="154899" y="97987"/>
                  <a:pt x="152888" y="98821"/>
                  <a:pt x="150371" y="98821"/>
                </a:cubicBezTo>
                <a:lnTo>
                  <a:pt x="47278" y="98821"/>
                </a:lnTo>
                <a:close/>
                <a:moveTo>
                  <a:pt x="47278" y="55822"/>
                </a:moveTo>
                <a:cubicBezTo>
                  <a:pt x="44930" y="55822"/>
                  <a:pt x="42918" y="54988"/>
                  <a:pt x="41243" y="53313"/>
                </a:cubicBezTo>
                <a:cubicBezTo>
                  <a:pt x="39561" y="51631"/>
                  <a:pt x="38727" y="49619"/>
                  <a:pt x="38727" y="47278"/>
                </a:cubicBezTo>
                <a:cubicBezTo>
                  <a:pt x="38727" y="44762"/>
                  <a:pt x="39561" y="42750"/>
                  <a:pt x="41243" y="41243"/>
                </a:cubicBezTo>
                <a:cubicBezTo>
                  <a:pt x="42918" y="39561"/>
                  <a:pt x="44930" y="38727"/>
                  <a:pt x="47278" y="38727"/>
                </a:cubicBezTo>
                <a:lnTo>
                  <a:pt x="150371" y="38727"/>
                </a:lnTo>
                <a:cubicBezTo>
                  <a:pt x="152888" y="38727"/>
                  <a:pt x="154899" y="39561"/>
                  <a:pt x="156406" y="41243"/>
                </a:cubicBezTo>
                <a:cubicBezTo>
                  <a:pt x="158081" y="42918"/>
                  <a:pt x="158923" y="44930"/>
                  <a:pt x="158923" y="47278"/>
                </a:cubicBezTo>
                <a:cubicBezTo>
                  <a:pt x="158923" y="49787"/>
                  <a:pt x="158081" y="51799"/>
                  <a:pt x="156406" y="53313"/>
                </a:cubicBezTo>
                <a:cubicBezTo>
                  <a:pt x="154899" y="54988"/>
                  <a:pt x="152888" y="55822"/>
                  <a:pt x="150371" y="55822"/>
                </a:cubicBezTo>
                <a:lnTo>
                  <a:pt x="47278" y="55822"/>
                </a:lnTo>
                <a:close/>
                <a:moveTo>
                  <a:pt x="130510" y="194131"/>
                </a:moveTo>
                <a:lnTo>
                  <a:pt x="130510" y="174014"/>
                </a:lnTo>
                <a:cubicBezTo>
                  <a:pt x="130510" y="172836"/>
                  <a:pt x="130679" y="171746"/>
                  <a:pt x="131008" y="170744"/>
                </a:cubicBezTo>
                <a:cubicBezTo>
                  <a:pt x="131513" y="169735"/>
                  <a:pt x="132186" y="168813"/>
                  <a:pt x="133020" y="167979"/>
                </a:cubicBezTo>
                <a:lnTo>
                  <a:pt x="186333" y="114914"/>
                </a:lnTo>
                <a:cubicBezTo>
                  <a:pt x="187840" y="113408"/>
                  <a:pt x="189603" y="112237"/>
                  <a:pt x="191614" y="111396"/>
                </a:cubicBezTo>
                <a:cubicBezTo>
                  <a:pt x="193626" y="110723"/>
                  <a:pt x="195638" y="110394"/>
                  <a:pt x="197649" y="110394"/>
                </a:cubicBezTo>
                <a:cubicBezTo>
                  <a:pt x="199661" y="110394"/>
                  <a:pt x="201673" y="110811"/>
                  <a:pt x="203684" y="111652"/>
                </a:cubicBezTo>
                <a:cubicBezTo>
                  <a:pt x="205696" y="112486"/>
                  <a:pt x="207452" y="113664"/>
                  <a:pt x="208966" y="115171"/>
                </a:cubicBezTo>
                <a:lnTo>
                  <a:pt x="218271" y="124475"/>
                </a:lnTo>
                <a:cubicBezTo>
                  <a:pt x="219946" y="125982"/>
                  <a:pt x="221117" y="127745"/>
                  <a:pt x="221790" y="129757"/>
                </a:cubicBezTo>
                <a:cubicBezTo>
                  <a:pt x="222455" y="131769"/>
                  <a:pt x="222792" y="133693"/>
                  <a:pt x="222792" y="135536"/>
                </a:cubicBezTo>
                <a:cubicBezTo>
                  <a:pt x="222792" y="137548"/>
                  <a:pt x="222375" y="139559"/>
                  <a:pt x="221534" y="141571"/>
                </a:cubicBezTo>
                <a:cubicBezTo>
                  <a:pt x="220868" y="143751"/>
                  <a:pt x="219690" y="145594"/>
                  <a:pt x="218015" y="147101"/>
                </a:cubicBezTo>
                <a:lnTo>
                  <a:pt x="165206" y="200166"/>
                </a:lnTo>
                <a:cubicBezTo>
                  <a:pt x="164373" y="201168"/>
                  <a:pt x="163451" y="201841"/>
                  <a:pt x="162441" y="202177"/>
                </a:cubicBezTo>
                <a:cubicBezTo>
                  <a:pt x="161439" y="202507"/>
                  <a:pt x="160349" y="202675"/>
                  <a:pt x="159171" y="202675"/>
                </a:cubicBezTo>
                <a:lnTo>
                  <a:pt x="139055" y="202675"/>
                </a:lnTo>
                <a:cubicBezTo>
                  <a:pt x="136714" y="202675"/>
                  <a:pt x="134702" y="201841"/>
                  <a:pt x="133020" y="200166"/>
                </a:cubicBezTo>
                <a:cubicBezTo>
                  <a:pt x="131344" y="198483"/>
                  <a:pt x="130510" y="196472"/>
                  <a:pt x="130510" y="194131"/>
                </a:cubicBezTo>
                <a:close/>
                <a:moveTo>
                  <a:pt x="206954" y="135536"/>
                </a:moveTo>
                <a:lnTo>
                  <a:pt x="197649" y="126231"/>
                </a:lnTo>
                <a:lnTo>
                  <a:pt x="206954" y="135536"/>
                </a:lnTo>
                <a:close/>
                <a:moveTo>
                  <a:pt x="146604" y="186581"/>
                </a:moveTo>
                <a:lnTo>
                  <a:pt x="156158" y="186581"/>
                </a:lnTo>
                <a:lnTo>
                  <a:pt x="186333" y="156158"/>
                </a:lnTo>
                <a:lnTo>
                  <a:pt x="181805" y="151381"/>
                </a:lnTo>
                <a:lnTo>
                  <a:pt x="177028" y="146853"/>
                </a:lnTo>
                <a:lnTo>
                  <a:pt x="146604" y="177028"/>
                </a:lnTo>
                <a:lnTo>
                  <a:pt x="146604" y="186581"/>
                </a:lnTo>
                <a:close/>
                <a:moveTo>
                  <a:pt x="181805" y="151381"/>
                </a:moveTo>
                <a:lnTo>
                  <a:pt x="177028" y="146853"/>
                </a:lnTo>
                <a:lnTo>
                  <a:pt x="186333" y="156158"/>
                </a:lnTo>
                <a:lnTo>
                  <a:pt x="181805" y="151381"/>
                </a:ln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3" name="圖說"/>
          <p:cNvSpPr/>
          <p:nvPr/>
        </p:nvSpPr>
        <p:spPr>
          <a:xfrm>
            <a:off x="6193378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筆記</a:t>
            </a:r>
            <a:endParaRPr lang="en-US" sz="600" dirty="0"/>
          </a:p>
        </p:txBody>
      </p:sp>
      <p:sp>
        <p:nvSpPr>
          <p:cNvPr id="154" name="圖示 任務"/>
          <p:cNvSpPr/>
          <p:nvPr/>
        </p:nvSpPr>
        <p:spPr>
          <a:xfrm>
            <a:off x="6752972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5764" y="212733"/>
                </a:moveTo>
                <a:cubicBezTo>
                  <a:pt x="41075" y="212733"/>
                  <a:pt x="37051" y="211058"/>
                  <a:pt x="33694" y="207708"/>
                </a:cubicBezTo>
                <a:cubicBezTo>
                  <a:pt x="30343" y="204350"/>
                  <a:pt x="28668" y="200327"/>
                  <a:pt x="28668" y="195638"/>
                </a:cubicBezTo>
                <a:lnTo>
                  <a:pt x="28668" y="45764"/>
                </a:lnTo>
                <a:cubicBezTo>
                  <a:pt x="28668" y="41075"/>
                  <a:pt x="30343" y="37051"/>
                  <a:pt x="33694" y="33694"/>
                </a:cubicBezTo>
                <a:cubicBezTo>
                  <a:pt x="37051" y="30343"/>
                  <a:pt x="41075" y="28668"/>
                  <a:pt x="45764" y="28668"/>
                </a:cubicBezTo>
                <a:lnTo>
                  <a:pt x="95807" y="28668"/>
                </a:lnTo>
                <a:cubicBezTo>
                  <a:pt x="96978" y="22801"/>
                  <a:pt x="99831" y="17937"/>
                  <a:pt x="104359" y="14082"/>
                </a:cubicBezTo>
                <a:cubicBezTo>
                  <a:pt x="109048" y="10395"/>
                  <a:pt x="114498" y="8551"/>
                  <a:pt x="120701" y="8551"/>
                </a:cubicBezTo>
                <a:cubicBezTo>
                  <a:pt x="126904" y="8551"/>
                  <a:pt x="132354" y="10395"/>
                  <a:pt x="137043" y="14082"/>
                </a:cubicBezTo>
                <a:cubicBezTo>
                  <a:pt x="141571" y="17937"/>
                  <a:pt x="144424" y="22801"/>
                  <a:pt x="145594" y="28668"/>
                </a:cubicBezTo>
                <a:lnTo>
                  <a:pt x="195638" y="28668"/>
                </a:lnTo>
                <a:cubicBezTo>
                  <a:pt x="200327" y="28668"/>
                  <a:pt x="204350" y="30343"/>
                  <a:pt x="207708" y="33694"/>
                </a:cubicBezTo>
                <a:cubicBezTo>
                  <a:pt x="211058" y="37051"/>
                  <a:pt x="212733" y="41075"/>
                  <a:pt x="212733" y="45764"/>
                </a:cubicBezTo>
                <a:lnTo>
                  <a:pt x="212733" y="195638"/>
                </a:lnTo>
                <a:cubicBezTo>
                  <a:pt x="212733" y="200327"/>
                  <a:pt x="211058" y="204350"/>
                  <a:pt x="207708" y="207708"/>
                </a:cubicBezTo>
                <a:cubicBezTo>
                  <a:pt x="204350" y="211058"/>
                  <a:pt x="200327" y="212733"/>
                  <a:pt x="195638" y="212733"/>
                </a:cubicBezTo>
                <a:lnTo>
                  <a:pt x="45764" y="212733"/>
                </a:lnTo>
                <a:close/>
                <a:moveTo>
                  <a:pt x="45764" y="195638"/>
                </a:moveTo>
                <a:lnTo>
                  <a:pt x="195638" y="195638"/>
                </a:lnTo>
                <a:lnTo>
                  <a:pt x="195638" y="45764"/>
                </a:lnTo>
                <a:lnTo>
                  <a:pt x="45764" y="45764"/>
                </a:lnTo>
                <a:lnTo>
                  <a:pt x="45764" y="195638"/>
                </a:lnTo>
                <a:close/>
                <a:moveTo>
                  <a:pt x="78456" y="170488"/>
                </a:moveTo>
                <a:lnTo>
                  <a:pt x="131513" y="170488"/>
                </a:lnTo>
                <a:cubicBezTo>
                  <a:pt x="133524" y="170488"/>
                  <a:pt x="135287" y="169735"/>
                  <a:pt x="136794" y="168228"/>
                </a:cubicBezTo>
                <a:cubicBezTo>
                  <a:pt x="138301" y="166889"/>
                  <a:pt x="139055" y="165126"/>
                  <a:pt x="139055" y="162946"/>
                </a:cubicBezTo>
                <a:cubicBezTo>
                  <a:pt x="139055" y="160766"/>
                  <a:pt x="138301" y="158923"/>
                  <a:pt x="136794" y="157416"/>
                </a:cubicBezTo>
                <a:cubicBezTo>
                  <a:pt x="135287" y="156070"/>
                  <a:pt x="133524" y="155404"/>
                  <a:pt x="131513" y="155404"/>
                </a:cubicBezTo>
                <a:lnTo>
                  <a:pt x="78456" y="155404"/>
                </a:lnTo>
                <a:cubicBezTo>
                  <a:pt x="76276" y="155404"/>
                  <a:pt x="74513" y="156158"/>
                  <a:pt x="73174" y="157665"/>
                </a:cubicBezTo>
                <a:cubicBezTo>
                  <a:pt x="71667" y="159003"/>
                  <a:pt x="70914" y="160766"/>
                  <a:pt x="70914" y="162946"/>
                </a:cubicBezTo>
                <a:cubicBezTo>
                  <a:pt x="70914" y="165126"/>
                  <a:pt x="71667" y="166889"/>
                  <a:pt x="73174" y="168228"/>
                </a:cubicBezTo>
                <a:cubicBezTo>
                  <a:pt x="74513" y="169735"/>
                  <a:pt x="76276" y="170488"/>
                  <a:pt x="78456" y="170488"/>
                </a:cubicBezTo>
                <a:close/>
                <a:moveTo>
                  <a:pt x="78456" y="128243"/>
                </a:moveTo>
                <a:lnTo>
                  <a:pt x="162946" y="128243"/>
                </a:lnTo>
                <a:cubicBezTo>
                  <a:pt x="165126" y="128243"/>
                  <a:pt x="166889" y="127489"/>
                  <a:pt x="168228" y="125982"/>
                </a:cubicBezTo>
                <a:cubicBezTo>
                  <a:pt x="169735" y="124644"/>
                  <a:pt x="170488" y="122881"/>
                  <a:pt x="170488" y="120701"/>
                </a:cubicBezTo>
                <a:cubicBezTo>
                  <a:pt x="170488" y="118521"/>
                  <a:pt x="169735" y="116758"/>
                  <a:pt x="168228" y="115419"/>
                </a:cubicBezTo>
                <a:cubicBezTo>
                  <a:pt x="166889" y="113912"/>
                  <a:pt x="165126" y="113159"/>
                  <a:pt x="162946" y="113159"/>
                </a:cubicBezTo>
                <a:lnTo>
                  <a:pt x="78456" y="113159"/>
                </a:lnTo>
                <a:cubicBezTo>
                  <a:pt x="76276" y="113159"/>
                  <a:pt x="74513" y="113912"/>
                  <a:pt x="73174" y="115419"/>
                </a:cubicBezTo>
                <a:cubicBezTo>
                  <a:pt x="71667" y="116758"/>
                  <a:pt x="70914" y="118521"/>
                  <a:pt x="70914" y="120701"/>
                </a:cubicBezTo>
                <a:cubicBezTo>
                  <a:pt x="70914" y="122881"/>
                  <a:pt x="71667" y="124724"/>
                  <a:pt x="73174" y="126231"/>
                </a:cubicBezTo>
                <a:cubicBezTo>
                  <a:pt x="74513" y="127577"/>
                  <a:pt x="76276" y="128243"/>
                  <a:pt x="78456" y="128243"/>
                </a:cubicBezTo>
                <a:close/>
                <a:moveTo>
                  <a:pt x="78456" y="85997"/>
                </a:moveTo>
                <a:lnTo>
                  <a:pt x="162946" y="85997"/>
                </a:lnTo>
                <a:cubicBezTo>
                  <a:pt x="165126" y="85997"/>
                  <a:pt x="166889" y="85244"/>
                  <a:pt x="168228" y="83737"/>
                </a:cubicBezTo>
                <a:cubicBezTo>
                  <a:pt x="169735" y="82398"/>
                  <a:pt x="170488" y="80635"/>
                  <a:pt x="170488" y="78456"/>
                </a:cubicBezTo>
                <a:cubicBezTo>
                  <a:pt x="170488" y="76276"/>
                  <a:pt x="169735" y="74513"/>
                  <a:pt x="168228" y="73174"/>
                </a:cubicBezTo>
                <a:cubicBezTo>
                  <a:pt x="166889" y="71667"/>
                  <a:pt x="165126" y="70914"/>
                  <a:pt x="162946" y="70914"/>
                </a:cubicBezTo>
                <a:lnTo>
                  <a:pt x="78456" y="70914"/>
                </a:lnTo>
                <a:cubicBezTo>
                  <a:pt x="76276" y="70914"/>
                  <a:pt x="74513" y="71667"/>
                  <a:pt x="73174" y="73174"/>
                </a:cubicBezTo>
                <a:cubicBezTo>
                  <a:pt x="71667" y="74513"/>
                  <a:pt x="70914" y="76276"/>
                  <a:pt x="70914" y="78456"/>
                </a:cubicBezTo>
                <a:cubicBezTo>
                  <a:pt x="70914" y="80635"/>
                  <a:pt x="71667" y="82479"/>
                  <a:pt x="73174" y="83986"/>
                </a:cubicBezTo>
                <a:cubicBezTo>
                  <a:pt x="74513" y="85332"/>
                  <a:pt x="76276" y="85997"/>
                  <a:pt x="78456" y="85997"/>
                </a:cubicBezTo>
                <a:close/>
                <a:moveTo>
                  <a:pt x="127241" y="38727"/>
                </a:moveTo>
                <a:cubicBezTo>
                  <a:pt x="128916" y="36883"/>
                  <a:pt x="129757" y="34703"/>
                  <a:pt x="129757" y="32187"/>
                </a:cubicBezTo>
                <a:cubicBezTo>
                  <a:pt x="129757" y="29670"/>
                  <a:pt x="128916" y="27491"/>
                  <a:pt x="127241" y="25647"/>
                </a:cubicBezTo>
                <a:cubicBezTo>
                  <a:pt x="125397" y="23972"/>
                  <a:pt x="123217" y="23138"/>
                  <a:pt x="120701" y="23138"/>
                </a:cubicBezTo>
                <a:cubicBezTo>
                  <a:pt x="118184" y="23138"/>
                  <a:pt x="116004" y="23972"/>
                  <a:pt x="114161" y="25647"/>
                </a:cubicBezTo>
                <a:cubicBezTo>
                  <a:pt x="112486" y="27491"/>
                  <a:pt x="111652" y="29670"/>
                  <a:pt x="111652" y="32187"/>
                </a:cubicBezTo>
                <a:cubicBezTo>
                  <a:pt x="111652" y="34703"/>
                  <a:pt x="112486" y="36883"/>
                  <a:pt x="114161" y="38727"/>
                </a:cubicBezTo>
                <a:cubicBezTo>
                  <a:pt x="116004" y="40402"/>
                  <a:pt x="118184" y="41243"/>
                  <a:pt x="120701" y="41243"/>
                </a:cubicBezTo>
                <a:cubicBezTo>
                  <a:pt x="123217" y="41243"/>
                  <a:pt x="125397" y="40402"/>
                  <a:pt x="127241" y="38727"/>
                </a:cubicBezTo>
                <a:close/>
                <a:moveTo>
                  <a:pt x="45764" y="195638"/>
                </a:moveTo>
                <a:lnTo>
                  <a:pt x="45764" y="45764"/>
                </a:lnTo>
                <a:lnTo>
                  <a:pt x="45764" y="195638"/>
                </a:ln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5" name="圖說"/>
          <p:cNvSpPr/>
          <p:nvPr/>
        </p:nvSpPr>
        <p:spPr>
          <a:xfrm>
            <a:off x="6637154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</a:t>
            </a:r>
            <a:endParaRPr lang="en-US" sz="600" dirty="0"/>
          </a:p>
        </p:txBody>
      </p:sp>
      <p:sp>
        <p:nvSpPr>
          <p:cNvPr id="156" name="圖示 已交付"/>
          <p:cNvSpPr/>
          <p:nvPr/>
        </p:nvSpPr>
        <p:spPr>
          <a:xfrm>
            <a:off x="7196749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06370" y="136041"/>
                </a:moveTo>
                <a:lnTo>
                  <a:pt x="82230" y="112149"/>
                </a:lnTo>
                <a:cubicBezTo>
                  <a:pt x="80548" y="110474"/>
                  <a:pt x="78624" y="109640"/>
                  <a:pt x="76444" y="109640"/>
                </a:cubicBezTo>
                <a:cubicBezTo>
                  <a:pt x="74096" y="109640"/>
                  <a:pt x="72084" y="110474"/>
                  <a:pt x="70409" y="112149"/>
                </a:cubicBezTo>
                <a:cubicBezTo>
                  <a:pt x="68734" y="113825"/>
                  <a:pt x="67892" y="115756"/>
                  <a:pt x="67892" y="117936"/>
                </a:cubicBezTo>
                <a:cubicBezTo>
                  <a:pt x="68061" y="120284"/>
                  <a:pt x="68902" y="122296"/>
                  <a:pt x="70409" y="123971"/>
                </a:cubicBezTo>
                <a:lnTo>
                  <a:pt x="100079" y="154146"/>
                </a:lnTo>
                <a:cubicBezTo>
                  <a:pt x="101923" y="155821"/>
                  <a:pt x="103934" y="156662"/>
                  <a:pt x="106114" y="156662"/>
                </a:cubicBezTo>
                <a:cubicBezTo>
                  <a:pt x="108462" y="156662"/>
                  <a:pt x="110562" y="155821"/>
                  <a:pt x="112405" y="154146"/>
                </a:cubicBezTo>
                <a:lnTo>
                  <a:pt x="170744" y="95807"/>
                </a:lnTo>
                <a:cubicBezTo>
                  <a:pt x="172419" y="94132"/>
                  <a:pt x="173253" y="92120"/>
                  <a:pt x="173253" y="89772"/>
                </a:cubicBezTo>
                <a:cubicBezTo>
                  <a:pt x="173253" y="87424"/>
                  <a:pt x="172419" y="85412"/>
                  <a:pt x="170744" y="83737"/>
                </a:cubicBezTo>
                <a:cubicBezTo>
                  <a:pt x="169062" y="82062"/>
                  <a:pt x="167050" y="81221"/>
                  <a:pt x="164709" y="81221"/>
                </a:cubicBezTo>
                <a:cubicBezTo>
                  <a:pt x="162361" y="81221"/>
                  <a:pt x="160349" y="82062"/>
                  <a:pt x="158674" y="83737"/>
                </a:cubicBezTo>
                <a:lnTo>
                  <a:pt x="106370" y="136041"/>
                </a:lnTo>
                <a:close/>
                <a:moveTo>
                  <a:pt x="45764" y="212733"/>
                </a:moveTo>
                <a:cubicBezTo>
                  <a:pt x="41075" y="212733"/>
                  <a:pt x="37051" y="211058"/>
                  <a:pt x="33694" y="207708"/>
                </a:cubicBezTo>
                <a:cubicBezTo>
                  <a:pt x="30343" y="204350"/>
                  <a:pt x="28668" y="200327"/>
                  <a:pt x="28668" y="195638"/>
                </a:cubicBezTo>
                <a:lnTo>
                  <a:pt x="28668" y="45764"/>
                </a:lnTo>
                <a:cubicBezTo>
                  <a:pt x="28668" y="41075"/>
                  <a:pt x="30343" y="37051"/>
                  <a:pt x="33694" y="33694"/>
                </a:cubicBezTo>
                <a:cubicBezTo>
                  <a:pt x="37051" y="30343"/>
                  <a:pt x="41075" y="28668"/>
                  <a:pt x="45764" y="28668"/>
                </a:cubicBezTo>
                <a:lnTo>
                  <a:pt x="95807" y="28668"/>
                </a:lnTo>
                <a:cubicBezTo>
                  <a:pt x="96978" y="22801"/>
                  <a:pt x="99831" y="17937"/>
                  <a:pt x="104359" y="14082"/>
                </a:cubicBezTo>
                <a:cubicBezTo>
                  <a:pt x="109048" y="10395"/>
                  <a:pt x="114498" y="8551"/>
                  <a:pt x="120701" y="8551"/>
                </a:cubicBezTo>
                <a:cubicBezTo>
                  <a:pt x="126904" y="8551"/>
                  <a:pt x="132354" y="10395"/>
                  <a:pt x="137043" y="14082"/>
                </a:cubicBezTo>
                <a:cubicBezTo>
                  <a:pt x="141571" y="17937"/>
                  <a:pt x="144424" y="22801"/>
                  <a:pt x="145594" y="28668"/>
                </a:cubicBezTo>
                <a:lnTo>
                  <a:pt x="195638" y="28668"/>
                </a:lnTo>
                <a:cubicBezTo>
                  <a:pt x="200327" y="28668"/>
                  <a:pt x="204350" y="30343"/>
                  <a:pt x="207708" y="33694"/>
                </a:cubicBezTo>
                <a:cubicBezTo>
                  <a:pt x="211058" y="37051"/>
                  <a:pt x="212733" y="41075"/>
                  <a:pt x="212733" y="45764"/>
                </a:cubicBezTo>
                <a:lnTo>
                  <a:pt x="212733" y="195638"/>
                </a:lnTo>
                <a:cubicBezTo>
                  <a:pt x="212733" y="200327"/>
                  <a:pt x="211058" y="204350"/>
                  <a:pt x="207708" y="207708"/>
                </a:cubicBezTo>
                <a:cubicBezTo>
                  <a:pt x="204350" y="211058"/>
                  <a:pt x="200327" y="212733"/>
                  <a:pt x="195638" y="212733"/>
                </a:cubicBezTo>
                <a:lnTo>
                  <a:pt x="45764" y="212733"/>
                </a:lnTo>
                <a:close/>
                <a:moveTo>
                  <a:pt x="45764" y="195638"/>
                </a:moveTo>
                <a:lnTo>
                  <a:pt x="195638" y="195638"/>
                </a:lnTo>
                <a:lnTo>
                  <a:pt x="195638" y="45764"/>
                </a:lnTo>
                <a:lnTo>
                  <a:pt x="45764" y="45764"/>
                </a:lnTo>
                <a:lnTo>
                  <a:pt x="45764" y="195638"/>
                </a:lnTo>
                <a:close/>
                <a:moveTo>
                  <a:pt x="127241" y="38727"/>
                </a:moveTo>
                <a:cubicBezTo>
                  <a:pt x="128916" y="36883"/>
                  <a:pt x="129757" y="34703"/>
                  <a:pt x="129757" y="32187"/>
                </a:cubicBezTo>
                <a:cubicBezTo>
                  <a:pt x="129757" y="29670"/>
                  <a:pt x="128916" y="27491"/>
                  <a:pt x="127241" y="25647"/>
                </a:cubicBezTo>
                <a:cubicBezTo>
                  <a:pt x="125397" y="23972"/>
                  <a:pt x="123217" y="23138"/>
                  <a:pt x="120701" y="23138"/>
                </a:cubicBezTo>
                <a:cubicBezTo>
                  <a:pt x="118184" y="23138"/>
                  <a:pt x="116004" y="23972"/>
                  <a:pt x="114161" y="25647"/>
                </a:cubicBezTo>
                <a:cubicBezTo>
                  <a:pt x="112486" y="27491"/>
                  <a:pt x="111652" y="29670"/>
                  <a:pt x="111652" y="32187"/>
                </a:cubicBezTo>
                <a:cubicBezTo>
                  <a:pt x="111652" y="34703"/>
                  <a:pt x="112486" y="36883"/>
                  <a:pt x="114161" y="38727"/>
                </a:cubicBezTo>
                <a:cubicBezTo>
                  <a:pt x="116004" y="40402"/>
                  <a:pt x="118184" y="41243"/>
                  <a:pt x="120701" y="41243"/>
                </a:cubicBezTo>
                <a:cubicBezTo>
                  <a:pt x="123217" y="41243"/>
                  <a:pt x="125397" y="40402"/>
                  <a:pt x="127241" y="38727"/>
                </a:cubicBezTo>
                <a:close/>
                <a:moveTo>
                  <a:pt x="45764" y="195638"/>
                </a:moveTo>
                <a:lnTo>
                  <a:pt x="45764" y="45764"/>
                </a:lnTo>
                <a:lnTo>
                  <a:pt x="45764" y="195638"/>
                </a:ln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7" name="圖說"/>
          <p:cNvSpPr/>
          <p:nvPr/>
        </p:nvSpPr>
        <p:spPr>
          <a:xfrm>
            <a:off x="7080931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已交付</a:t>
            </a:r>
            <a:endParaRPr lang="en-US" sz="600" dirty="0"/>
          </a:p>
        </p:txBody>
      </p:sp>
      <p:sp>
        <p:nvSpPr>
          <p:cNvPr id="158" name="圖示 報價"/>
          <p:cNvSpPr/>
          <p:nvPr/>
        </p:nvSpPr>
        <p:spPr>
          <a:xfrm>
            <a:off x="7640525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2903" y="180802"/>
                </a:moveTo>
                <a:lnTo>
                  <a:pt x="112903" y="186581"/>
                </a:lnTo>
                <a:cubicBezTo>
                  <a:pt x="112903" y="187759"/>
                  <a:pt x="113327" y="188761"/>
                  <a:pt x="114161" y="189603"/>
                </a:cubicBezTo>
                <a:cubicBezTo>
                  <a:pt x="115002" y="190437"/>
                  <a:pt x="116004" y="190861"/>
                  <a:pt x="117182" y="190861"/>
                </a:cubicBezTo>
                <a:lnTo>
                  <a:pt x="124475" y="190861"/>
                </a:lnTo>
                <a:cubicBezTo>
                  <a:pt x="125478" y="190861"/>
                  <a:pt x="126399" y="190437"/>
                  <a:pt x="127241" y="189603"/>
                </a:cubicBezTo>
                <a:cubicBezTo>
                  <a:pt x="128075" y="188761"/>
                  <a:pt x="128499" y="187759"/>
                  <a:pt x="128499" y="186581"/>
                </a:cubicBezTo>
                <a:lnTo>
                  <a:pt x="128499" y="180802"/>
                </a:lnTo>
                <a:lnTo>
                  <a:pt x="143334" y="180802"/>
                </a:lnTo>
                <a:cubicBezTo>
                  <a:pt x="145682" y="180802"/>
                  <a:pt x="147606" y="180049"/>
                  <a:pt x="149113" y="178535"/>
                </a:cubicBezTo>
                <a:cubicBezTo>
                  <a:pt x="150459" y="177196"/>
                  <a:pt x="151125" y="175353"/>
                  <a:pt x="151125" y="173004"/>
                </a:cubicBezTo>
                <a:lnTo>
                  <a:pt x="151125" y="140064"/>
                </a:lnTo>
                <a:cubicBezTo>
                  <a:pt x="151125" y="137716"/>
                  <a:pt x="150459" y="135792"/>
                  <a:pt x="149113" y="134278"/>
                </a:cubicBezTo>
                <a:cubicBezTo>
                  <a:pt x="147606" y="132771"/>
                  <a:pt x="145682" y="132017"/>
                  <a:pt x="143334" y="132017"/>
                </a:cubicBezTo>
                <a:lnTo>
                  <a:pt x="105866" y="132017"/>
                </a:lnTo>
                <a:lnTo>
                  <a:pt x="105866" y="114914"/>
                </a:lnTo>
                <a:lnTo>
                  <a:pt x="143334" y="114914"/>
                </a:lnTo>
                <a:cubicBezTo>
                  <a:pt x="145682" y="114914"/>
                  <a:pt x="147526" y="114081"/>
                  <a:pt x="148864" y="112405"/>
                </a:cubicBezTo>
                <a:cubicBezTo>
                  <a:pt x="150371" y="110891"/>
                  <a:pt x="151125" y="109048"/>
                  <a:pt x="151125" y="106868"/>
                </a:cubicBezTo>
                <a:cubicBezTo>
                  <a:pt x="151125" y="104688"/>
                  <a:pt x="150371" y="102844"/>
                  <a:pt x="148864" y="101337"/>
                </a:cubicBezTo>
                <a:cubicBezTo>
                  <a:pt x="147526" y="99831"/>
                  <a:pt x="145682" y="99077"/>
                  <a:pt x="143334" y="99077"/>
                </a:cubicBezTo>
                <a:lnTo>
                  <a:pt x="128499" y="99077"/>
                </a:lnTo>
                <a:lnTo>
                  <a:pt x="128499" y="93291"/>
                </a:lnTo>
                <a:cubicBezTo>
                  <a:pt x="128499" y="92120"/>
                  <a:pt x="128075" y="91111"/>
                  <a:pt x="127241" y="90277"/>
                </a:cubicBezTo>
                <a:cubicBezTo>
                  <a:pt x="126399" y="89436"/>
                  <a:pt x="125397" y="89019"/>
                  <a:pt x="124219" y="89019"/>
                </a:cubicBezTo>
                <a:lnTo>
                  <a:pt x="116926" y="89019"/>
                </a:lnTo>
                <a:cubicBezTo>
                  <a:pt x="115924" y="89019"/>
                  <a:pt x="115002" y="89436"/>
                  <a:pt x="114161" y="90277"/>
                </a:cubicBezTo>
                <a:cubicBezTo>
                  <a:pt x="113327" y="91111"/>
                  <a:pt x="112903" y="92120"/>
                  <a:pt x="112903" y="93291"/>
                </a:cubicBezTo>
                <a:lnTo>
                  <a:pt x="112903" y="99077"/>
                </a:lnTo>
                <a:lnTo>
                  <a:pt x="98068" y="99077"/>
                </a:lnTo>
                <a:cubicBezTo>
                  <a:pt x="95719" y="99077"/>
                  <a:pt x="93876" y="99831"/>
                  <a:pt x="92537" y="101337"/>
                </a:cubicBezTo>
                <a:cubicBezTo>
                  <a:pt x="91030" y="102844"/>
                  <a:pt x="90277" y="104688"/>
                  <a:pt x="90277" y="106868"/>
                </a:cubicBezTo>
                <a:lnTo>
                  <a:pt x="90277" y="140064"/>
                </a:lnTo>
                <a:cubicBezTo>
                  <a:pt x="90277" y="142244"/>
                  <a:pt x="91030" y="144087"/>
                  <a:pt x="92537" y="145594"/>
                </a:cubicBezTo>
                <a:cubicBezTo>
                  <a:pt x="93876" y="147101"/>
                  <a:pt x="95719" y="147862"/>
                  <a:pt x="98068" y="147862"/>
                </a:cubicBezTo>
                <a:lnTo>
                  <a:pt x="135536" y="147862"/>
                </a:lnTo>
                <a:lnTo>
                  <a:pt x="135536" y="165206"/>
                </a:lnTo>
                <a:lnTo>
                  <a:pt x="98068" y="165206"/>
                </a:lnTo>
                <a:cubicBezTo>
                  <a:pt x="95888" y="165206"/>
                  <a:pt x="94044" y="165967"/>
                  <a:pt x="92537" y="167474"/>
                </a:cubicBezTo>
                <a:cubicBezTo>
                  <a:pt x="91030" y="168981"/>
                  <a:pt x="90277" y="170825"/>
                  <a:pt x="90277" y="173004"/>
                </a:cubicBezTo>
                <a:cubicBezTo>
                  <a:pt x="90277" y="175353"/>
                  <a:pt x="91030" y="177196"/>
                  <a:pt x="92537" y="178535"/>
                </a:cubicBezTo>
                <a:cubicBezTo>
                  <a:pt x="94044" y="180049"/>
                  <a:pt x="95888" y="180802"/>
                  <a:pt x="98068" y="180802"/>
                </a:cubicBezTo>
                <a:lnTo>
                  <a:pt x="112903" y="180802"/>
                </a:lnTo>
                <a:close/>
                <a:moveTo>
                  <a:pt x="55822" y="222792"/>
                </a:moveTo>
                <a:cubicBezTo>
                  <a:pt x="51301" y="222792"/>
                  <a:pt x="47278" y="221117"/>
                  <a:pt x="43752" y="217766"/>
                </a:cubicBezTo>
                <a:cubicBezTo>
                  <a:pt x="40402" y="214248"/>
                  <a:pt x="38727" y="210224"/>
                  <a:pt x="38727" y="205696"/>
                </a:cubicBezTo>
                <a:lnTo>
                  <a:pt x="38727" y="35705"/>
                </a:lnTo>
                <a:cubicBezTo>
                  <a:pt x="38727" y="31016"/>
                  <a:pt x="40402" y="26993"/>
                  <a:pt x="43752" y="23635"/>
                </a:cubicBezTo>
                <a:cubicBezTo>
                  <a:pt x="47278" y="20285"/>
                  <a:pt x="51301" y="18610"/>
                  <a:pt x="55822" y="18610"/>
                </a:cubicBezTo>
                <a:lnTo>
                  <a:pt x="145850" y="18610"/>
                </a:lnTo>
                <a:lnTo>
                  <a:pt x="202675" y="75442"/>
                </a:lnTo>
                <a:lnTo>
                  <a:pt x="202675" y="205696"/>
                </a:lnTo>
                <a:cubicBezTo>
                  <a:pt x="202675" y="210224"/>
                  <a:pt x="201000" y="214248"/>
                  <a:pt x="197649" y="217766"/>
                </a:cubicBezTo>
                <a:cubicBezTo>
                  <a:pt x="194292" y="221117"/>
                  <a:pt x="190268" y="222792"/>
                  <a:pt x="185579" y="222792"/>
                </a:cubicBezTo>
                <a:lnTo>
                  <a:pt x="55822" y="222792"/>
                </a:lnTo>
                <a:close/>
                <a:moveTo>
                  <a:pt x="55822" y="205696"/>
                </a:moveTo>
                <a:lnTo>
                  <a:pt x="185579" y="205696"/>
                </a:lnTo>
                <a:lnTo>
                  <a:pt x="185579" y="81974"/>
                </a:lnTo>
                <a:lnTo>
                  <a:pt x="147862" y="81974"/>
                </a:lnTo>
                <a:cubicBezTo>
                  <a:pt x="145514" y="81974"/>
                  <a:pt x="143502" y="81140"/>
                  <a:pt x="141827" y="79465"/>
                </a:cubicBezTo>
                <a:cubicBezTo>
                  <a:pt x="140145" y="77783"/>
                  <a:pt x="139311" y="75771"/>
                  <a:pt x="139311" y="73430"/>
                </a:cubicBezTo>
                <a:lnTo>
                  <a:pt x="139311" y="35705"/>
                </a:lnTo>
                <a:lnTo>
                  <a:pt x="55822" y="35705"/>
                </a:lnTo>
                <a:lnTo>
                  <a:pt x="55822" y="205696"/>
                </a:lnTo>
                <a:close/>
                <a:moveTo>
                  <a:pt x="55822" y="35705"/>
                </a:moveTo>
                <a:lnTo>
                  <a:pt x="55822" y="81974"/>
                </a:lnTo>
                <a:lnTo>
                  <a:pt x="55822" y="35705"/>
                </a:lnTo>
                <a:lnTo>
                  <a:pt x="55822" y="205696"/>
                </a:lnTo>
                <a:lnTo>
                  <a:pt x="55822" y="35705"/>
                </a:ln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9" name="圖說"/>
          <p:cNvSpPr/>
          <p:nvPr/>
        </p:nvSpPr>
        <p:spPr>
          <a:xfrm>
            <a:off x="7524707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報價</a:t>
            </a:r>
            <a:endParaRPr lang="en-US" sz="600" dirty="0"/>
          </a:p>
        </p:txBody>
      </p:sp>
      <p:sp>
        <p:nvSpPr>
          <p:cNvPr id="160" name="圖示 資料夾"/>
          <p:cNvSpPr/>
          <p:nvPr/>
        </p:nvSpPr>
        <p:spPr>
          <a:xfrm>
            <a:off x="8084302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5705" y="202675"/>
                </a:moveTo>
                <a:cubicBezTo>
                  <a:pt x="31185" y="202675"/>
                  <a:pt x="27161" y="200919"/>
                  <a:pt x="23635" y="197393"/>
                </a:cubicBezTo>
                <a:cubicBezTo>
                  <a:pt x="20285" y="193875"/>
                  <a:pt x="18610" y="189939"/>
                  <a:pt x="18610" y="185579"/>
                </a:cubicBezTo>
                <a:lnTo>
                  <a:pt x="18610" y="55822"/>
                </a:lnTo>
                <a:cubicBezTo>
                  <a:pt x="18610" y="51301"/>
                  <a:pt x="20285" y="47359"/>
                  <a:pt x="23635" y="44008"/>
                </a:cubicBezTo>
                <a:cubicBezTo>
                  <a:pt x="27161" y="40482"/>
                  <a:pt x="31185" y="38727"/>
                  <a:pt x="35705" y="38727"/>
                </a:cubicBezTo>
                <a:lnTo>
                  <a:pt x="98068" y="38727"/>
                </a:lnTo>
                <a:cubicBezTo>
                  <a:pt x="100416" y="38727"/>
                  <a:pt x="102676" y="39144"/>
                  <a:pt x="104856" y="39985"/>
                </a:cubicBezTo>
                <a:cubicBezTo>
                  <a:pt x="107036" y="40987"/>
                  <a:pt x="108879" y="42245"/>
                  <a:pt x="110394" y="43752"/>
                </a:cubicBezTo>
                <a:lnTo>
                  <a:pt x="120950" y="54564"/>
                </a:lnTo>
                <a:lnTo>
                  <a:pt x="205696" y="54564"/>
                </a:lnTo>
                <a:cubicBezTo>
                  <a:pt x="210224" y="54564"/>
                  <a:pt x="214160" y="56247"/>
                  <a:pt x="217510" y="59597"/>
                </a:cubicBezTo>
                <a:cubicBezTo>
                  <a:pt x="221036" y="63116"/>
                  <a:pt x="222792" y="67139"/>
                  <a:pt x="222792" y="71667"/>
                </a:cubicBezTo>
                <a:lnTo>
                  <a:pt x="222792" y="185579"/>
                </a:lnTo>
                <a:cubicBezTo>
                  <a:pt x="222792" y="189939"/>
                  <a:pt x="221036" y="193875"/>
                  <a:pt x="217510" y="197393"/>
                </a:cubicBezTo>
                <a:cubicBezTo>
                  <a:pt x="214160" y="200919"/>
                  <a:pt x="210224" y="202675"/>
                  <a:pt x="205696" y="202675"/>
                </a:cubicBezTo>
                <a:lnTo>
                  <a:pt x="35705" y="202675"/>
                </a:lnTo>
                <a:close/>
                <a:moveTo>
                  <a:pt x="35705" y="185579"/>
                </a:moveTo>
                <a:lnTo>
                  <a:pt x="205696" y="185579"/>
                </a:lnTo>
                <a:lnTo>
                  <a:pt x="205696" y="71667"/>
                </a:lnTo>
                <a:lnTo>
                  <a:pt x="113912" y="71667"/>
                </a:lnTo>
                <a:lnTo>
                  <a:pt x="98068" y="55822"/>
                </a:lnTo>
                <a:lnTo>
                  <a:pt x="35705" y="55822"/>
                </a:lnTo>
                <a:lnTo>
                  <a:pt x="35705" y="185579"/>
                </a:lnTo>
                <a:close/>
                <a:moveTo>
                  <a:pt x="35705" y="185579"/>
                </a:moveTo>
                <a:lnTo>
                  <a:pt x="35705" y="55822"/>
                </a:lnTo>
                <a:lnTo>
                  <a:pt x="35705" y="185579"/>
                </a:ln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1" name="圖說"/>
          <p:cNvSpPr/>
          <p:nvPr/>
        </p:nvSpPr>
        <p:spPr>
          <a:xfrm>
            <a:off x="7968484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資料夾</a:t>
            </a:r>
            <a:endParaRPr lang="en-US" sz="600" dirty="0"/>
          </a:p>
        </p:txBody>
      </p:sp>
      <p:sp>
        <p:nvSpPr>
          <p:cNvPr id="162" name="圖示 手冊"/>
          <p:cNvSpPr/>
          <p:nvPr/>
        </p:nvSpPr>
        <p:spPr>
          <a:xfrm>
            <a:off x="8528078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62362" y="167723"/>
                </a:moveTo>
                <a:cubicBezTo>
                  <a:pt x="71418" y="167723"/>
                  <a:pt x="80131" y="168732"/>
                  <a:pt x="88514" y="170744"/>
                </a:cubicBezTo>
                <a:cubicBezTo>
                  <a:pt x="97065" y="172924"/>
                  <a:pt x="105449" y="176106"/>
                  <a:pt x="113664" y="180298"/>
                </a:cubicBezTo>
                <a:lnTo>
                  <a:pt x="113664" y="72925"/>
                </a:lnTo>
                <a:cubicBezTo>
                  <a:pt x="106114" y="67892"/>
                  <a:pt x="97899" y="63957"/>
                  <a:pt x="89019" y="61104"/>
                </a:cubicBezTo>
                <a:cubicBezTo>
                  <a:pt x="80299" y="58419"/>
                  <a:pt x="71418" y="57081"/>
                  <a:pt x="62362" y="57081"/>
                </a:cubicBezTo>
                <a:cubicBezTo>
                  <a:pt x="55991" y="57081"/>
                  <a:pt x="49787" y="57834"/>
                  <a:pt x="43752" y="59348"/>
                </a:cubicBezTo>
                <a:cubicBezTo>
                  <a:pt x="37549" y="61023"/>
                  <a:pt x="31346" y="63035"/>
                  <a:pt x="25150" y="65383"/>
                </a:cubicBezTo>
                <a:lnTo>
                  <a:pt x="25150" y="174511"/>
                </a:lnTo>
                <a:cubicBezTo>
                  <a:pt x="30343" y="172163"/>
                  <a:pt x="36291" y="170408"/>
                  <a:pt x="42999" y="169230"/>
                </a:cubicBezTo>
                <a:cubicBezTo>
                  <a:pt x="49539" y="168228"/>
                  <a:pt x="55991" y="167723"/>
                  <a:pt x="62362" y="167723"/>
                </a:cubicBezTo>
                <a:close/>
                <a:moveTo>
                  <a:pt x="128748" y="180298"/>
                </a:moveTo>
                <a:cubicBezTo>
                  <a:pt x="137131" y="176106"/>
                  <a:pt x="145346" y="172924"/>
                  <a:pt x="153392" y="170744"/>
                </a:cubicBezTo>
                <a:cubicBezTo>
                  <a:pt x="161439" y="168732"/>
                  <a:pt x="169991" y="167723"/>
                  <a:pt x="179040" y="167723"/>
                </a:cubicBezTo>
                <a:cubicBezTo>
                  <a:pt x="185411" y="167723"/>
                  <a:pt x="192031" y="168228"/>
                  <a:pt x="198908" y="169230"/>
                </a:cubicBezTo>
                <a:cubicBezTo>
                  <a:pt x="205608" y="170239"/>
                  <a:pt x="211395" y="171578"/>
                  <a:pt x="216259" y="173253"/>
                </a:cubicBezTo>
                <a:lnTo>
                  <a:pt x="216259" y="65383"/>
                </a:lnTo>
                <a:cubicBezTo>
                  <a:pt x="210553" y="62362"/>
                  <a:pt x="204518" y="60270"/>
                  <a:pt x="198154" y="59092"/>
                </a:cubicBezTo>
                <a:cubicBezTo>
                  <a:pt x="191783" y="57754"/>
                  <a:pt x="185411" y="57081"/>
                  <a:pt x="179040" y="57081"/>
                </a:cubicBezTo>
                <a:cubicBezTo>
                  <a:pt x="169991" y="57081"/>
                  <a:pt x="161271" y="58419"/>
                  <a:pt x="152888" y="61104"/>
                </a:cubicBezTo>
                <a:cubicBezTo>
                  <a:pt x="144336" y="63957"/>
                  <a:pt x="136289" y="67892"/>
                  <a:pt x="128748" y="72925"/>
                </a:cubicBezTo>
                <a:lnTo>
                  <a:pt x="128748" y="180298"/>
                </a:lnTo>
                <a:close/>
                <a:moveTo>
                  <a:pt x="117687" y="201168"/>
                </a:moveTo>
                <a:cubicBezTo>
                  <a:pt x="116509" y="201000"/>
                  <a:pt x="115419" y="200495"/>
                  <a:pt x="114417" y="199661"/>
                </a:cubicBezTo>
                <a:cubicBezTo>
                  <a:pt x="106539" y="194796"/>
                  <a:pt x="98236" y="191029"/>
                  <a:pt x="89523" y="188344"/>
                </a:cubicBezTo>
                <a:cubicBezTo>
                  <a:pt x="80635" y="185660"/>
                  <a:pt x="71579" y="184321"/>
                  <a:pt x="62362" y="184321"/>
                </a:cubicBezTo>
                <a:cubicBezTo>
                  <a:pt x="56327" y="184321"/>
                  <a:pt x="50372" y="185075"/>
                  <a:pt x="44506" y="186581"/>
                </a:cubicBezTo>
                <a:cubicBezTo>
                  <a:pt x="38807" y="188096"/>
                  <a:pt x="33028" y="189939"/>
                  <a:pt x="27161" y="192119"/>
                </a:cubicBezTo>
                <a:cubicBezTo>
                  <a:pt x="22970" y="194131"/>
                  <a:pt x="18859" y="193875"/>
                  <a:pt x="14835" y="191358"/>
                </a:cubicBezTo>
                <a:cubicBezTo>
                  <a:pt x="10644" y="188849"/>
                  <a:pt x="8551" y="185155"/>
                  <a:pt x="8551" y="180298"/>
                </a:cubicBezTo>
                <a:lnTo>
                  <a:pt x="8551" y="63869"/>
                </a:lnTo>
                <a:cubicBezTo>
                  <a:pt x="8551" y="61023"/>
                  <a:pt x="9217" y="58339"/>
                  <a:pt x="10563" y="55822"/>
                </a:cubicBezTo>
                <a:cubicBezTo>
                  <a:pt x="11902" y="53313"/>
                  <a:pt x="13914" y="51382"/>
                  <a:pt x="16598" y="50043"/>
                </a:cubicBezTo>
                <a:cubicBezTo>
                  <a:pt x="23804" y="46686"/>
                  <a:pt x="31185" y="44257"/>
                  <a:pt x="38727" y="42750"/>
                </a:cubicBezTo>
                <a:cubicBezTo>
                  <a:pt x="46437" y="41243"/>
                  <a:pt x="54315" y="40482"/>
                  <a:pt x="62362" y="40482"/>
                </a:cubicBezTo>
                <a:cubicBezTo>
                  <a:pt x="72925" y="40482"/>
                  <a:pt x="83152" y="41909"/>
                  <a:pt x="93042" y="44762"/>
                </a:cubicBezTo>
                <a:cubicBezTo>
                  <a:pt x="103100" y="47607"/>
                  <a:pt x="112486" y="52055"/>
                  <a:pt x="121206" y="58090"/>
                </a:cubicBezTo>
                <a:cubicBezTo>
                  <a:pt x="129757" y="52055"/>
                  <a:pt x="138974" y="47607"/>
                  <a:pt x="148864" y="44762"/>
                </a:cubicBezTo>
                <a:cubicBezTo>
                  <a:pt x="158586" y="41909"/>
                  <a:pt x="168645" y="40482"/>
                  <a:pt x="179040" y="40482"/>
                </a:cubicBezTo>
                <a:cubicBezTo>
                  <a:pt x="187086" y="40482"/>
                  <a:pt x="194884" y="41243"/>
                  <a:pt x="202426" y="42750"/>
                </a:cubicBezTo>
                <a:cubicBezTo>
                  <a:pt x="209968" y="44425"/>
                  <a:pt x="217342" y="46854"/>
                  <a:pt x="224555" y="50043"/>
                </a:cubicBezTo>
                <a:cubicBezTo>
                  <a:pt x="227239" y="51382"/>
                  <a:pt x="229251" y="53313"/>
                  <a:pt x="230590" y="55822"/>
                </a:cubicBezTo>
                <a:cubicBezTo>
                  <a:pt x="232097" y="58170"/>
                  <a:pt x="232850" y="60855"/>
                  <a:pt x="232850" y="63869"/>
                </a:cubicBezTo>
                <a:lnTo>
                  <a:pt x="232850" y="180802"/>
                </a:lnTo>
                <a:cubicBezTo>
                  <a:pt x="232850" y="185828"/>
                  <a:pt x="230670" y="189603"/>
                  <a:pt x="226318" y="192119"/>
                </a:cubicBezTo>
                <a:cubicBezTo>
                  <a:pt x="222126" y="194628"/>
                  <a:pt x="218015" y="194628"/>
                  <a:pt x="213992" y="192119"/>
                </a:cubicBezTo>
                <a:cubicBezTo>
                  <a:pt x="208293" y="189771"/>
                  <a:pt x="202594" y="187927"/>
                  <a:pt x="196896" y="186581"/>
                </a:cubicBezTo>
                <a:cubicBezTo>
                  <a:pt x="191029" y="185075"/>
                  <a:pt x="185075" y="184321"/>
                  <a:pt x="179040" y="184321"/>
                </a:cubicBezTo>
                <a:cubicBezTo>
                  <a:pt x="169991" y="184321"/>
                  <a:pt x="161183" y="185660"/>
                  <a:pt x="152639" y="188344"/>
                </a:cubicBezTo>
                <a:cubicBezTo>
                  <a:pt x="144087" y="191190"/>
                  <a:pt x="135953" y="194965"/>
                  <a:pt x="128243" y="199661"/>
                </a:cubicBezTo>
                <a:cubicBezTo>
                  <a:pt x="127409" y="200495"/>
                  <a:pt x="126399" y="201000"/>
                  <a:pt x="125229" y="201168"/>
                </a:cubicBezTo>
                <a:cubicBezTo>
                  <a:pt x="124051" y="201504"/>
                  <a:pt x="122793" y="201673"/>
                  <a:pt x="121454" y="201673"/>
                </a:cubicBezTo>
                <a:cubicBezTo>
                  <a:pt x="120116" y="201673"/>
                  <a:pt x="118857" y="201504"/>
                  <a:pt x="117687" y="201168"/>
                </a:cubicBezTo>
                <a:close/>
                <a:moveTo>
                  <a:pt x="69407" y="120196"/>
                </a:moveTo>
                <a:close/>
                <a:moveTo>
                  <a:pt x="140818" y="90021"/>
                </a:moveTo>
                <a:cubicBezTo>
                  <a:pt x="140818" y="89187"/>
                  <a:pt x="141154" y="88265"/>
                  <a:pt x="141827" y="87256"/>
                </a:cubicBezTo>
                <a:cubicBezTo>
                  <a:pt x="142493" y="86422"/>
                  <a:pt x="143246" y="85829"/>
                  <a:pt x="144087" y="85500"/>
                </a:cubicBezTo>
                <a:cubicBezTo>
                  <a:pt x="149113" y="83649"/>
                  <a:pt x="154226" y="82230"/>
                  <a:pt x="159427" y="81221"/>
                </a:cubicBezTo>
                <a:cubicBezTo>
                  <a:pt x="164621" y="80218"/>
                  <a:pt x="170152" y="79714"/>
                  <a:pt x="176026" y="79714"/>
                </a:cubicBezTo>
                <a:cubicBezTo>
                  <a:pt x="179713" y="79714"/>
                  <a:pt x="183312" y="79882"/>
                  <a:pt x="186838" y="80218"/>
                </a:cubicBezTo>
                <a:cubicBezTo>
                  <a:pt x="190356" y="80716"/>
                  <a:pt x="193794" y="81389"/>
                  <a:pt x="197145" y="82230"/>
                </a:cubicBezTo>
                <a:cubicBezTo>
                  <a:pt x="198154" y="82559"/>
                  <a:pt x="199076" y="83152"/>
                  <a:pt x="199910" y="83986"/>
                </a:cubicBezTo>
                <a:cubicBezTo>
                  <a:pt x="200751" y="84995"/>
                  <a:pt x="201168" y="85997"/>
                  <a:pt x="201168" y="87007"/>
                </a:cubicBezTo>
                <a:cubicBezTo>
                  <a:pt x="201168" y="89019"/>
                  <a:pt x="200583" y="90526"/>
                  <a:pt x="199405" y="91535"/>
                </a:cubicBezTo>
                <a:cubicBezTo>
                  <a:pt x="198066" y="92537"/>
                  <a:pt x="196472" y="92786"/>
                  <a:pt x="194628" y="92289"/>
                </a:cubicBezTo>
                <a:cubicBezTo>
                  <a:pt x="191783" y="91447"/>
                  <a:pt x="188761" y="90774"/>
                  <a:pt x="185579" y="90277"/>
                </a:cubicBezTo>
                <a:cubicBezTo>
                  <a:pt x="182558" y="89940"/>
                  <a:pt x="179376" y="89772"/>
                  <a:pt x="176026" y="89772"/>
                </a:cubicBezTo>
                <a:cubicBezTo>
                  <a:pt x="171161" y="89772"/>
                  <a:pt x="166465" y="90189"/>
                  <a:pt x="161944" y="91030"/>
                </a:cubicBezTo>
                <a:cubicBezTo>
                  <a:pt x="157416" y="91864"/>
                  <a:pt x="152968" y="93210"/>
                  <a:pt x="148616" y="95054"/>
                </a:cubicBezTo>
                <a:cubicBezTo>
                  <a:pt x="146267" y="95888"/>
                  <a:pt x="144424" y="95888"/>
                  <a:pt x="143078" y="95054"/>
                </a:cubicBezTo>
                <a:cubicBezTo>
                  <a:pt x="141571" y="94044"/>
                  <a:pt x="140818" y="92369"/>
                  <a:pt x="140818" y="90021"/>
                </a:cubicBezTo>
                <a:close/>
                <a:moveTo>
                  <a:pt x="140818" y="145346"/>
                </a:moveTo>
                <a:cubicBezTo>
                  <a:pt x="140818" y="144504"/>
                  <a:pt x="141154" y="143583"/>
                  <a:pt x="141827" y="142581"/>
                </a:cubicBezTo>
                <a:cubicBezTo>
                  <a:pt x="142493" y="141571"/>
                  <a:pt x="143246" y="140898"/>
                  <a:pt x="144087" y="140569"/>
                </a:cubicBezTo>
                <a:cubicBezTo>
                  <a:pt x="149113" y="138725"/>
                  <a:pt x="154226" y="137299"/>
                  <a:pt x="159427" y="136289"/>
                </a:cubicBezTo>
                <a:cubicBezTo>
                  <a:pt x="164621" y="135456"/>
                  <a:pt x="170152" y="135031"/>
                  <a:pt x="176026" y="135031"/>
                </a:cubicBezTo>
                <a:cubicBezTo>
                  <a:pt x="179713" y="135031"/>
                  <a:pt x="183312" y="135200"/>
                  <a:pt x="186838" y="135536"/>
                </a:cubicBezTo>
                <a:cubicBezTo>
                  <a:pt x="190356" y="136041"/>
                  <a:pt x="193794" y="136714"/>
                  <a:pt x="197145" y="137548"/>
                </a:cubicBezTo>
                <a:cubicBezTo>
                  <a:pt x="198154" y="137884"/>
                  <a:pt x="199076" y="138469"/>
                  <a:pt x="199910" y="139311"/>
                </a:cubicBezTo>
                <a:cubicBezTo>
                  <a:pt x="200751" y="140313"/>
                  <a:pt x="201168" y="141322"/>
                  <a:pt x="201168" y="142325"/>
                </a:cubicBezTo>
                <a:cubicBezTo>
                  <a:pt x="201168" y="144336"/>
                  <a:pt x="200583" y="145850"/>
                  <a:pt x="199405" y="146853"/>
                </a:cubicBezTo>
                <a:cubicBezTo>
                  <a:pt x="198066" y="147862"/>
                  <a:pt x="196472" y="148111"/>
                  <a:pt x="194628" y="147606"/>
                </a:cubicBezTo>
                <a:cubicBezTo>
                  <a:pt x="191783" y="146772"/>
                  <a:pt x="188761" y="146099"/>
                  <a:pt x="185579" y="145594"/>
                </a:cubicBezTo>
                <a:cubicBezTo>
                  <a:pt x="182558" y="145258"/>
                  <a:pt x="179376" y="145090"/>
                  <a:pt x="176026" y="145090"/>
                </a:cubicBezTo>
                <a:cubicBezTo>
                  <a:pt x="171161" y="145090"/>
                  <a:pt x="166465" y="145514"/>
                  <a:pt x="161944" y="146348"/>
                </a:cubicBezTo>
                <a:cubicBezTo>
                  <a:pt x="157416" y="147021"/>
                  <a:pt x="152968" y="148279"/>
                  <a:pt x="148616" y="150123"/>
                </a:cubicBezTo>
                <a:cubicBezTo>
                  <a:pt x="146267" y="150956"/>
                  <a:pt x="144424" y="150956"/>
                  <a:pt x="143078" y="150123"/>
                </a:cubicBezTo>
                <a:cubicBezTo>
                  <a:pt x="141571" y="149281"/>
                  <a:pt x="140818" y="147694"/>
                  <a:pt x="140818" y="145346"/>
                </a:cubicBezTo>
                <a:close/>
                <a:moveTo>
                  <a:pt x="140818" y="117687"/>
                </a:moveTo>
                <a:cubicBezTo>
                  <a:pt x="140818" y="116846"/>
                  <a:pt x="141154" y="115924"/>
                  <a:pt x="141827" y="114914"/>
                </a:cubicBezTo>
                <a:cubicBezTo>
                  <a:pt x="142493" y="114081"/>
                  <a:pt x="143246" y="113495"/>
                  <a:pt x="144087" y="113159"/>
                </a:cubicBezTo>
                <a:cubicBezTo>
                  <a:pt x="149113" y="111315"/>
                  <a:pt x="154226" y="109889"/>
                  <a:pt x="159427" y="108879"/>
                </a:cubicBezTo>
                <a:cubicBezTo>
                  <a:pt x="164621" y="107877"/>
                  <a:pt x="170152" y="107373"/>
                  <a:pt x="176026" y="107373"/>
                </a:cubicBezTo>
                <a:cubicBezTo>
                  <a:pt x="179713" y="107373"/>
                  <a:pt x="183312" y="107541"/>
                  <a:pt x="186838" y="107877"/>
                </a:cubicBezTo>
                <a:cubicBezTo>
                  <a:pt x="190356" y="108382"/>
                  <a:pt x="193794" y="109048"/>
                  <a:pt x="197145" y="109889"/>
                </a:cubicBezTo>
                <a:cubicBezTo>
                  <a:pt x="198154" y="110225"/>
                  <a:pt x="199076" y="110811"/>
                  <a:pt x="199910" y="111652"/>
                </a:cubicBezTo>
                <a:cubicBezTo>
                  <a:pt x="200751" y="112654"/>
                  <a:pt x="201168" y="113664"/>
                  <a:pt x="201168" y="114666"/>
                </a:cubicBezTo>
                <a:cubicBezTo>
                  <a:pt x="201168" y="116677"/>
                  <a:pt x="200583" y="118184"/>
                  <a:pt x="199405" y="119194"/>
                </a:cubicBezTo>
                <a:cubicBezTo>
                  <a:pt x="198066" y="120196"/>
                  <a:pt x="196472" y="120452"/>
                  <a:pt x="194628" y="119947"/>
                </a:cubicBezTo>
                <a:cubicBezTo>
                  <a:pt x="191783" y="119106"/>
                  <a:pt x="188761" y="118440"/>
                  <a:pt x="185579" y="117936"/>
                </a:cubicBezTo>
                <a:cubicBezTo>
                  <a:pt x="182558" y="117599"/>
                  <a:pt x="179376" y="117431"/>
                  <a:pt x="176026" y="117431"/>
                </a:cubicBezTo>
                <a:cubicBezTo>
                  <a:pt x="171161" y="117431"/>
                  <a:pt x="166465" y="117848"/>
                  <a:pt x="161944" y="118689"/>
                </a:cubicBezTo>
                <a:cubicBezTo>
                  <a:pt x="157416" y="119530"/>
                  <a:pt x="152968" y="120869"/>
                  <a:pt x="148616" y="122712"/>
                </a:cubicBezTo>
                <a:cubicBezTo>
                  <a:pt x="146267" y="123554"/>
                  <a:pt x="144424" y="123554"/>
                  <a:pt x="143078" y="122712"/>
                </a:cubicBezTo>
                <a:cubicBezTo>
                  <a:pt x="141571" y="121710"/>
                  <a:pt x="140818" y="120028"/>
                  <a:pt x="140818" y="117687"/>
                </a:cubicBez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3" name="圖說"/>
          <p:cNvSpPr/>
          <p:nvPr/>
        </p:nvSpPr>
        <p:spPr>
          <a:xfrm>
            <a:off x="8412261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手冊</a:t>
            </a:r>
            <a:endParaRPr lang="en-US" sz="600" dirty="0"/>
          </a:p>
        </p:txBody>
      </p:sp>
      <p:sp>
        <p:nvSpPr>
          <p:cNvPr id="164" name="圖示 稽核"/>
          <p:cNvSpPr/>
          <p:nvPr/>
        </p:nvSpPr>
        <p:spPr>
          <a:xfrm>
            <a:off x="8971855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7936" y="221534"/>
                </a:moveTo>
                <a:cubicBezTo>
                  <a:pt x="116926" y="221365"/>
                  <a:pt x="116004" y="221117"/>
                  <a:pt x="115171" y="220780"/>
                </a:cubicBezTo>
                <a:cubicBezTo>
                  <a:pt x="91696" y="212902"/>
                  <a:pt x="73093" y="198652"/>
                  <a:pt x="59348" y="178037"/>
                </a:cubicBezTo>
                <a:cubicBezTo>
                  <a:pt x="45596" y="157248"/>
                  <a:pt x="38727" y="134614"/>
                  <a:pt x="38727" y="110138"/>
                </a:cubicBezTo>
                <a:lnTo>
                  <a:pt x="38727" y="61360"/>
                </a:lnTo>
                <a:cubicBezTo>
                  <a:pt x="38727" y="57666"/>
                  <a:pt x="39729" y="54315"/>
                  <a:pt x="41741" y="51301"/>
                </a:cubicBezTo>
                <a:cubicBezTo>
                  <a:pt x="43752" y="48280"/>
                  <a:pt x="46437" y="46188"/>
                  <a:pt x="49787" y="45010"/>
                </a:cubicBezTo>
                <a:lnTo>
                  <a:pt x="114666" y="20622"/>
                </a:lnTo>
                <a:cubicBezTo>
                  <a:pt x="116677" y="19949"/>
                  <a:pt x="118689" y="19612"/>
                  <a:pt x="120701" y="19612"/>
                </a:cubicBezTo>
                <a:cubicBezTo>
                  <a:pt x="122712" y="19612"/>
                  <a:pt x="124724" y="19949"/>
                  <a:pt x="126736" y="20622"/>
                </a:cubicBezTo>
                <a:lnTo>
                  <a:pt x="191614" y="45010"/>
                </a:lnTo>
                <a:cubicBezTo>
                  <a:pt x="194965" y="46188"/>
                  <a:pt x="197649" y="48280"/>
                  <a:pt x="199661" y="51301"/>
                </a:cubicBezTo>
                <a:cubicBezTo>
                  <a:pt x="201673" y="54315"/>
                  <a:pt x="202675" y="57666"/>
                  <a:pt x="202675" y="61360"/>
                </a:cubicBezTo>
                <a:lnTo>
                  <a:pt x="202675" y="110138"/>
                </a:lnTo>
                <a:cubicBezTo>
                  <a:pt x="202675" y="122208"/>
                  <a:pt x="201168" y="134197"/>
                  <a:pt x="198154" y="146099"/>
                </a:cubicBezTo>
                <a:cubicBezTo>
                  <a:pt x="195133" y="157833"/>
                  <a:pt x="190020" y="168813"/>
                  <a:pt x="182814" y="179040"/>
                </a:cubicBezTo>
                <a:cubicBezTo>
                  <a:pt x="181468" y="180883"/>
                  <a:pt x="179713" y="181973"/>
                  <a:pt x="177533" y="182309"/>
                </a:cubicBezTo>
                <a:cubicBezTo>
                  <a:pt x="175184" y="182478"/>
                  <a:pt x="173173" y="181805"/>
                  <a:pt x="171498" y="180298"/>
                </a:cubicBezTo>
                <a:lnTo>
                  <a:pt x="141322" y="151381"/>
                </a:lnTo>
                <a:cubicBezTo>
                  <a:pt x="138133" y="153056"/>
                  <a:pt x="134783" y="154482"/>
                  <a:pt x="131264" y="155653"/>
                </a:cubicBezTo>
                <a:cubicBezTo>
                  <a:pt x="127745" y="156831"/>
                  <a:pt x="124219" y="157416"/>
                  <a:pt x="120701" y="157416"/>
                </a:cubicBezTo>
                <a:cubicBezTo>
                  <a:pt x="110306" y="157416"/>
                  <a:pt x="101506" y="153809"/>
                  <a:pt x="94300" y="146604"/>
                </a:cubicBezTo>
                <a:cubicBezTo>
                  <a:pt x="86919" y="139391"/>
                  <a:pt x="83232" y="130591"/>
                  <a:pt x="83232" y="120196"/>
                </a:cubicBezTo>
                <a:cubicBezTo>
                  <a:pt x="83232" y="109640"/>
                  <a:pt x="86919" y="100752"/>
                  <a:pt x="94300" y="93547"/>
                </a:cubicBezTo>
                <a:cubicBezTo>
                  <a:pt x="101506" y="86166"/>
                  <a:pt x="110306" y="82479"/>
                  <a:pt x="120701" y="82479"/>
                </a:cubicBezTo>
                <a:cubicBezTo>
                  <a:pt x="131096" y="82479"/>
                  <a:pt x="139976" y="86166"/>
                  <a:pt x="147357" y="93547"/>
                </a:cubicBezTo>
                <a:cubicBezTo>
                  <a:pt x="154563" y="100752"/>
                  <a:pt x="158169" y="109640"/>
                  <a:pt x="158169" y="120196"/>
                </a:cubicBezTo>
                <a:cubicBezTo>
                  <a:pt x="158169" y="123722"/>
                  <a:pt x="157665" y="127241"/>
                  <a:pt x="156662" y="130759"/>
                </a:cubicBezTo>
                <a:cubicBezTo>
                  <a:pt x="155821" y="134110"/>
                  <a:pt x="154314" y="137211"/>
                  <a:pt x="152134" y="140064"/>
                </a:cubicBezTo>
                <a:lnTo>
                  <a:pt x="173758" y="160686"/>
                </a:lnTo>
                <a:cubicBezTo>
                  <a:pt x="177781" y="153473"/>
                  <a:pt x="180715" y="145514"/>
                  <a:pt x="182558" y="136794"/>
                </a:cubicBezTo>
                <a:cubicBezTo>
                  <a:pt x="184570" y="128075"/>
                  <a:pt x="185579" y="119194"/>
                  <a:pt x="185579" y="110138"/>
                </a:cubicBezTo>
                <a:lnTo>
                  <a:pt x="185579" y="60599"/>
                </a:lnTo>
                <a:lnTo>
                  <a:pt x="120701" y="36964"/>
                </a:lnTo>
                <a:lnTo>
                  <a:pt x="55822" y="60599"/>
                </a:lnTo>
                <a:lnTo>
                  <a:pt x="55822" y="110138"/>
                </a:lnTo>
                <a:cubicBezTo>
                  <a:pt x="55822" y="131930"/>
                  <a:pt x="61857" y="151549"/>
                  <a:pt x="73927" y="168981"/>
                </a:cubicBezTo>
                <a:cubicBezTo>
                  <a:pt x="85997" y="186581"/>
                  <a:pt x="101593" y="198652"/>
                  <a:pt x="120701" y="205191"/>
                </a:cubicBezTo>
                <a:cubicBezTo>
                  <a:pt x="124219" y="204350"/>
                  <a:pt x="128411" y="202507"/>
                  <a:pt x="133276" y="199661"/>
                </a:cubicBezTo>
                <a:cubicBezTo>
                  <a:pt x="138133" y="196976"/>
                  <a:pt x="142581" y="194043"/>
                  <a:pt x="146604" y="190861"/>
                </a:cubicBezTo>
                <a:cubicBezTo>
                  <a:pt x="148616" y="189515"/>
                  <a:pt x="150796" y="189017"/>
                  <a:pt x="153136" y="189347"/>
                </a:cubicBezTo>
                <a:cubicBezTo>
                  <a:pt x="155316" y="189515"/>
                  <a:pt x="157160" y="190605"/>
                  <a:pt x="158674" y="192617"/>
                </a:cubicBezTo>
                <a:cubicBezTo>
                  <a:pt x="160181" y="194628"/>
                  <a:pt x="160686" y="196896"/>
                  <a:pt x="160181" y="199405"/>
                </a:cubicBezTo>
                <a:cubicBezTo>
                  <a:pt x="159844" y="201753"/>
                  <a:pt x="158586" y="203684"/>
                  <a:pt x="156406" y="205191"/>
                </a:cubicBezTo>
                <a:cubicBezTo>
                  <a:pt x="151885" y="208542"/>
                  <a:pt x="147101" y="211475"/>
                  <a:pt x="142076" y="213992"/>
                </a:cubicBezTo>
                <a:cubicBezTo>
                  <a:pt x="137043" y="216508"/>
                  <a:pt x="131849" y="218856"/>
                  <a:pt x="126487" y="221036"/>
                </a:cubicBezTo>
                <a:cubicBezTo>
                  <a:pt x="125478" y="221204"/>
                  <a:pt x="124475" y="221365"/>
                  <a:pt x="123466" y="221534"/>
                </a:cubicBezTo>
                <a:cubicBezTo>
                  <a:pt x="122632" y="221702"/>
                  <a:pt x="121710" y="221790"/>
                  <a:pt x="120701" y="221790"/>
                </a:cubicBezTo>
                <a:cubicBezTo>
                  <a:pt x="119699" y="221790"/>
                  <a:pt x="118770" y="221702"/>
                  <a:pt x="117936" y="221534"/>
                </a:cubicBezTo>
                <a:close/>
                <a:moveTo>
                  <a:pt x="136041" y="135536"/>
                </a:moveTo>
                <a:cubicBezTo>
                  <a:pt x="140232" y="131344"/>
                  <a:pt x="142325" y="126151"/>
                  <a:pt x="142325" y="119947"/>
                </a:cubicBezTo>
                <a:cubicBezTo>
                  <a:pt x="142325" y="113912"/>
                  <a:pt x="140232" y="108799"/>
                  <a:pt x="136041" y="104607"/>
                </a:cubicBezTo>
                <a:cubicBezTo>
                  <a:pt x="131681" y="100416"/>
                  <a:pt x="126568" y="98324"/>
                  <a:pt x="120701" y="98324"/>
                </a:cubicBezTo>
                <a:cubicBezTo>
                  <a:pt x="114666" y="98324"/>
                  <a:pt x="109552" y="100416"/>
                  <a:pt x="105361" y="104607"/>
                </a:cubicBezTo>
                <a:cubicBezTo>
                  <a:pt x="101169" y="108799"/>
                  <a:pt x="99077" y="113993"/>
                  <a:pt x="99077" y="120196"/>
                </a:cubicBezTo>
                <a:cubicBezTo>
                  <a:pt x="99077" y="126231"/>
                  <a:pt x="101169" y="131344"/>
                  <a:pt x="105361" y="135536"/>
                </a:cubicBezTo>
                <a:cubicBezTo>
                  <a:pt x="109721" y="139559"/>
                  <a:pt x="114834" y="141571"/>
                  <a:pt x="120701" y="141571"/>
                </a:cubicBezTo>
                <a:cubicBezTo>
                  <a:pt x="126736" y="141571"/>
                  <a:pt x="131849" y="139559"/>
                  <a:pt x="136041" y="135536"/>
                </a:cubicBezTo>
                <a:close/>
                <a:moveTo>
                  <a:pt x="121710" y="122208"/>
                </a:move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5" name="圖說"/>
          <p:cNvSpPr/>
          <p:nvPr/>
        </p:nvSpPr>
        <p:spPr>
          <a:xfrm>
            <a:off x="8856037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</a:t>
            </a:r>
            <a:endParaRPr lang="en-US" sz="600" dirty="0"/>
          </a:p>
        </p:txBody>
      </p:sp>
      <p:sp>
        <p:nvSpPr>
          <p:cNvPr id="166" name="圖示 里程碑"/>
          <p:cNvSpPr/>
          <p:nvPr/>
        </p:nvSpPr>
        <p:spPr>
          <a:xfrm>
            <a:off x="540100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65881" y="135031"/>
                </a:moveTo>
                <a:lnTo>
                  <a:pt x="65881" y="204189"/>
                </a:lnTo>
                <a:cubicBezTo>
                  <a:pt x="65881" y="206530"/>
                  <a:pt x="65047" y="208542"/>
                  <a:pt x="63372" y="210224"/>
                </a:cubicBezTo>
                <a:cubicBezTo>
                  <a:pt x="61689" y="211899"/>
                  <a:pt x="59677" y="212733"/>
                  <a:pt x="57337" y="212733"/>
                </a:cubicBezTo>
                <a:cubicBezTo>
                  <a:pt x="54820" y="212733"/>
                  <a:pt x="52808" y="211899"/>
                  <a:pt x="51301" y="210224"/>
                </a:cubicBezTo>
                <a:cubicBezTo>
                  <a:pt x="49619" y="208542"/>
                  <a:pt x="48785" y="206530"/>
                  <a:pt x="48785" y="204189"/>
                </a:cubicBezTo>
                <a:lnTo>
                  <a:pt x="48785" y="47278"/>
                </a:lnTo>
                <a:cubicBezTo>
                  <a:pt x="48785" y="44930"/>
                  <a:pt x="49619" y="42918"/>
                  <a:pt x="51301" y="41243"/>
                </a:cubicBezTo>
                <a:cubicBezTo>
                  <a:pt x="52977" y="39561"/>
                  <a:pt x="54988" y="38727"/>
                  <a:pt x="57337" y="38727"/>
                </a:cubicBezTo>
                <a:lnTo>
                  <a:pt x="131008" y="38727"/>
                </a:lnTo>
                <a:cubicBezTo>
                  <a:pt x="133020" y="38727"/>
                  <a:pt x="134783" y="39312"/>
                  <a:pt x="136289" y="40482"/>
                </a:cubicBezTo>
                <a:cubicBezTo>
                  <a:pt x="137965" y="41828"/>
                  <a:pt x="138974" y="43503"/>
                  <a:pt x="139311" y="45515"/>
                </a:cubicBezTo>
                <a:lnTo>
                  <a:pt x="142581" y="60350"/>
                </a:lnTo>
                <a:lnTo>
                  <a:pt x="194131" y="60350"/>
                </a:lnTo>
                <a:cubicBezTo>
                  <a:pt x="196472" y="60350"/>
                  <a:pt x="198483" y="61192"/>
                  <a:pt x="200166" y="62867"/>
                </a:cubicBezTo>
                <a:cubicBezTo>
                  <a:pt x="201841" y="64542"/>
                  <a:pt x="202675" y="66554"/>
                  <a:pt x="202675" y="68902"/>
                </a:cubicBezTo>
                <a:lnTo>
                  <a:pt x="202675" y="147862"/>
                </a:lnTo>
                <a:cubicBezTo>
                  <a:pt x="202675" y="150203"/>
                  <a:pt x="201841" y="152215"/>
                  <a:pt x="200166" y="153897"/>
                </a:cubicBezTo>
                <a:cubicBezTo>
                  <a:pt x="198483" y="155572"/>
                  <a:pt x="196472" y="156406"/>
                  <a:pt x="194131" y="156406"/>
                </a:cubicBezTo>
                <a:lnTo>
                  <a:pt x="142325" y="156406"/>
                </a:lnTo>
                <a:cubicBezTo>
                  <a:pt x="140313" y="156406"/>
                  <a:pt x="138557" y="155821"/>
                  <a:pt x="137043" y="154651"/>
                </a:cubicBezTo>
                <a:cubicBezTo>
                  <a:pt x="135536" y="153473"/>
                  <a:pt x="134534" y="151885"/>
                  <a:pt x="134029" y="149874"/>
                </a:cubicBezTo>
                <a:lnTo>
                  <a:pt x="130759" y="135031"/>
                </a:lnTo>
                <a:lnTo>
                  <a:pt x="65881" y="135031"/>
                </a:lnTo>
                <a:close/>
                <a:moveTo>
                  <a:pt x="150123" y="139311"/>
                </a:moveTo>
                <a:lnTo>
                  <a:pt x="185579" y="139311"/>
                </a:lnTo>
                <a:lnTo>
                  <a:pt x="185579" y="77453"/>
                </a:lnTo>
                <a:lnTo>
                  <a:pt x="134783" y="77453"/>
                </a:lnTo>
                <a:cubicBezTo>
                  <a:pt x="132939" y="77453"/>
                  <a:pt x="131176" y="76861"/>
                  <a:pt x="129501" y="75690"/>
                </a:cubicBezTo>
                <a:cubicBezTo>
                  <a:pt x="127994" y="74352"/>
                  <a:pt x="126985" y="72669"/>
                  <a:pt x="126487" y="70658"/>
                </a:cubicBezTo>
                <a:lnTo>
                  <a:pt x="123217" y="55822"/>
                </a:lnTo>
                <a:lnTo>
                  <a:pt x="65881" y="55822"/>
                </a:lnTo>
                <a:lnTo>
                  <a:pt x="65881" y="117936"/>
                </a:lnTo>
                <a:lnTo>
                  <a:pt x="138557" y="117936"/>
                </a:lnTo>
                <a:cubicBezTo>
                  <a:pt x="140401" y="117936"/>
                  <a:pt x="142156" y="118521"/>
                  <a:pt x="143839" y="119699"/>
                </a:cubicBezTo>
                <a:cubicBezTo>
                  <a:pt x="145346" y="120869"/>
                  <a:pt x="146348" y="122464"/>
                  <a:pt x="146853" y="124475"/>
                </a:cubicBezTo>
                <a:lnTo>
                  <a:pt x="150123" y="139311"/>
                </a:lnTo>
                <a:close/>
                <a:moveTo>
                  <a:pt x="125734" y="97570"/>
                </a:move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7" name="圖說"/>
          <p:cNvSpPr/>
          <p:nvPr/>
        </p:nvSpPr>
        <p:spPr>
          <a:xfrm>
            <a:off x="424282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里程碑</a:t>
            </a:r>
            <a:endParaRPr lang="en-US" sz="600" dirty="0"/>
          </a:p>
        </p:txBody>
      </p:sp>
      <p:sp>
        <p:nvSpPr>
          <p:cNvPr id="168" name="圖示 循環"/>
          <p:cNvSpPr/>
          <p:nvPr/>
        </p:nvSpPr>
        <p:spPr>
          <a:xfrm>
            <a:off x="983876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6327" y="121206"/>
                </a:moveTo>
                <a:cubicBezTo>
                  <a:pt x="56327" y="124388"/>
                  <a:pt x="56576" y="127577"/>
                  <a:pt x="57081" y="130759"/>
                </a:cubicBezTo>
                <a:cubicBezTo>
                  <a:pt x="57417" y="133780"/>
                  <a:pt x="58002" y="136714"/>
                  <a:pt x="58843" y="139559"/>
                </a:cubicBezTo>
                <a:cubicBezTo>
                  <a:pt x="59348" y="141908"/>
                  <a:pt x="59180" y="144168"/>
                  <a:pt x="58339" y="146348"/>
                </a:cubicBezTo>
                <a:cubicBezTo>
                  <a:pt x="57666" y="148696"/>
                  <a:pt x="56247" y="150371"/>
                  <a:pt x="54067" y="151381"/>
                </a:cubicBezTo>
                <a:cubicBezTo>
                  <a:pt x="52055" y="152383"/>
                  <a:pt x="49956" y="152471"/>
                  <a:pt x="47776" y="151629"/>
                </a:cubicBezTo>
                <a:cubicBezTo>
                  <a:pt x="45427" y="150796"/>
                  <a:pt x="43920" y="149281"/>
                  <a:pt x="43255" y="147101"/>
                </a:cubicBezTo>
                <a:cubicBezTo>
                  <a:pt x="41741" y="142910"/>
                  <a:pt x="40738" y="138638"/>
                  <a:pt x="40234" y="134278"/>
                </a:cubicBezTo>
                <a:cubicBezTo>
                  <a:pt x="39561" y="130086"/>
                  <a:pt x="39231" y="125734"/>
                  <a:pt x="39231" y="121206"/>
                </a:cubicBezTo>
                <a:cubicBezTo>
                  <a:pt x="39231" y="99077"/>
                  <a:pt x="47190" y="79962"/>
                  <a:pt x="63116" y="63869"/>
                </a:cubicBezTo>
                <a:cubicBezTo>
                  <a:pt x="79209" y="47776"/>
                  <a:pt x="98236" y="39729"/>
                  <a:pt x="120196" y="39729"/>
                </a:cubicBezTo>
                <a:lnTo>
                  <a:pt x="131008" y="39729"/>
                </a:lnTo>
                <a:lnTo>
                  <a:pt x="116677" y="25398"/>
                </a:lnTo>
                <a:cubicBezTo>
                  <a:pt x="115171" y="23891"/>
                  <a:pt x="114417" y="22209"/>
                  <a:pt x="114417" y="20366"/>
                </a:cubicBezTo>
                <a:cubicBezTo>
                  <a:pt x="114417" y="18354"/>
                  <a:pt x="115171" y="16679"/>
                  <a:pt x="116677" y="15340"/>
                </a:cubicBezTo>
                <a:cubicBezTo>
                  <a:pt x="118184" y="13833"/>
                  <a:pt x="119947" y="13080"/>
                  <a:pt x="121959" y="13080"/>
                </a:cubicBezTo>
                <a:cubicBezTo>
                  <a:pt x="123971" y="13080"/>
                  <a:pt x="125646" y="13833"/>
                  <a:pt x="126985" y="15340"/>
                </a:cubicBezTo>
                <a:lnTo>
                  <a:pt x="154146" y="42245"/>
                </a:lnTo>
                <a:cubicBezTo>
                  <a:pt x="155989" y="43920"/>
                  <a:pt x="156911" y="45932"/>
                  <a:pt x="156911" y="48280"/>
                </a:cubicBezTo>
                <a:cubicBezTo>
                  <a:pt x="156911" y="50628"/>
                  <a:pt x="155989" y="52640"/>
                  <a:pt x="154146" y="54315"/>
                </a:cubicBezTo>
                <a:lnTo>
                  <a:pt x="127241" y="81221"/>
                </a:lnTo>
                <a:cubicBezTo>
                  <a:pt x="125895" y="82728"/>
                  <a:pt x="124139" y="83488"/>
                  <a:pt x="121959" y="83488"/>
                </a:cubicBezTo>
                <a:cubicBezTo>
                  <a:pt x="119947" y="83488"/>
                  <a:pt x="118184" y="82728"/>
                  <a:pt x="116677" y="81221"/>
                </a:cubicBezTo>
                <a:cubicBezTo>
                  <a:pt x="115171" y="79882"/>
                  <a:pt x="114498" y="78119"/>
                  <a:pt x="114666" y="75939"/>
                </a:cubicBezTo>
                <a:cubicBezTo>
                  <a:pt x="114666" y="73927"/>
                  <a:pt x="115339" y="72172"/>
                  <a:pt x="116677" y="70658"/>
                </a:cubicBezTo>
                <a:lnTo>
                  <a:pt x="130510" y="56832"/>
                </a:lnTo>
                <a:lnTo>
                  <a:pt x="120452" y="56832"/>
                </a:lnTo>
                <a:cubicBezTo>
                  <a:pt x="102844" y="56832"/>
                  <a:pt x="87760" y="63116"/>
                  <a:pt x="75186" y="75690"/>
                </a:cubicBezTo>
                <a:cubicBezTo>
                  <a:pt x="62611" y="88433"/>
                  <a:pt x="56327" y="103605"/>
                  <a:pt x="56327" y="121206"/>
                </a:cubicBezTo>
                <a:close/>
                <a:moveTo>
                  <a:pt x="185075" y="120950"/>
                </a:moveTo>
                <a:cubicBezTo>
                  <a:pt x="185075" y="117767"/>
                  <a:pt x="184906" y="114585"/>
                  <a:pt x="184570" y="111396"/>
                </a:cubicBezTo>
                <a:cubicBezTo>
                  <a:pt x="184072" y="108382"/>
                  <a:pt x="183399" y="105361"/>
                  <a:pt x="182558" y="102347"/>
                </a:cubicBezTo>
                <a:cubicBezTo>
                  <a:pt x="181892" y="99999"/>
                  <a:pt x="181973" y="97731"/>
                  <a:pt x="182814" y="95558"/>
                </a:cubicBezTo>
                <a:cubicBezTo>
                  <a:pt x="183480" y="93210"/>
                  <a:pt x="184906" y="91535"/>
                  <a:pt x="187086" y="90526"/>
                </a:cubicBezTo>
                <a:cubicBezTo>
                  <a:pt x="189098" y="89523"/>
                  <a:pt x="191190" y="89436"/>
                  <a:pt x="193370" y="90277"/>
                </a:cubicBezTo>
                <a:cubicBezTo>
                  <a:pt x="195382" y="91111"/>
                  <a:pt x="196808" y="92537"/>
                  <a:pt x="197649" y="94549"/>
                </a:cubicBezTo>
                <a:cubicBezTo>
                  <a:pt x="199325" y="98909"/>
                  <a:pt x="200495" y="103269"/>
                  <a:pt x="201168" y="107629"/>
                </a:cubicBezTo>
                <a:cubicBezTo>
                  <a:pt x="201841" y="111981"/>
                  <a:pt x="202177" y="116429"/>
                  <a:pt x="202177" y="120950"/>
                </a:cubicBezTo>
                <a:cubicBezTo>
                  <a:pt x="202177" y="143078"/>
                  <a:pt x="194211" y="162193"/>
                  <a:pt x="178286" y="178286"/>
                </a:cubicBezTo>
                <a:cubicBezTo>
                  <a:pt x="162193" y="194379"/>
                  <a:pt x="143166" y="202426"/>
                  <a:pt x="121206" y="202426"/>
                </a:cubicBezTo>
                <a:lnTo>
                  <a:pt x="109889" y="202426"/>
                </a:lnTo>
                <a:lnTo>
                  <a:pt x="124219" y="216757"/>
                </a:lnTo>
                <a:cubicBezTo>
                  <a:pt x="125734" y="218271"/>
                  <a:pt x="126399" y="219946"/>
                  <a:pt x="126231" y="221790"/>
                </a:cubicBezTo>
                <a:cubicBezTo>
                  <a:pt x="126231" y="223801"/>
                  <a:pt x="125565" y="225476"/>
                  <a:pt x="124219" y="226815"/>
                </a:cubicBezTo>
                <a:cubicBezTo>
                  <a:pt x="122712" y="228329"/>
                  <a:pt x="120950" y="229083"/>
                  <a:pt x="118938" y="229083"/>
                </a:cubicBezTo>
                <a:cubicBezTo>
                  <a:pt x="116926" y="229083"/>
                  <a:pt x="115251" y="228329"/>
                  <a:pt x="113912" y="226815"/>
                </a:cubicBezTo>
                <a:lnTo>
                  <a:pt x="86751" y="199910"/>
                </a:lnTo>
                <a:cubicBezTo>
                  <a:pt x="84908" y="198235"/>
                  <a:pt x="83986" y="196223"/>
                  <a:pt x="83986" y="193875"/>
                </a:cubicBezTo>
                <a:cubicBezTo>
                  <a:pt x="83986" y="191527"/>
                  <a:pt x="84908" y="189515"/>
                  <a:pt x="86751" y="187840"/>
                </a:cubicBezTo>
                <a:lnTo>
                  <a:pt x="113912" y="160686"/>
                </a:lnTo>
                <a:cubicBezTo>
                  <a:pt x="115251" y="159171"/>
                  <a:pt x="116926" y="158418"/>
                  <a:pt x="118938" y="158418"/>
                </a:cubicBezTo>
                <a:cubicBezTo>
                  <a:pt x="120950" y="158418"/>
                  <a:pt x="122712" y="159171"/>
                  <a:pt x="124219" y="160686"/>
                </a:cubicBezTo>
                <a:cubicBezTo>
                  <a:pt x="125734" y="162024"/>
                  <a:pt x="126487" y="163700"/>
                  <a:pt x="126487" y="165711"/>
                </a:cubicBezTo>
                <a:cubicBezTo>
                  <a:pt x="126487" y="167723"/>
                  <a:pt x="125734" y="169486"/>
                  <a:pt x="124219" y="170993"/>
                </a:cubicBezTo>
                <a:lnTo>
                  <a:pt x="109889" y="185323"/>
                </a:lnTo>
                <a:lnTo>
                  <a:pt x="120950" y="185323"/>
                </a:lnTo>
                <a:cubicBezTo>
                  <a:pt x="138557" y="185323"/>
                  <a:pt x="153641" y="179040"/>
                  <a:pt x="166216" y="166465"/>
                </a:cubicBezTo>
                <a:cubicBezTo>
                  <a:pt x="178791" y="153729"/>
                  <a:pt x="185075" y="138557"/>
                  <a:pt x="185075" y="120950"/>
                </a:cubicBez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9" name="圖說"/>
          <p:cNvSpPr/>
          <p:nvPr/>
        </p:nvSpPr>
        <p:spPr>
          <a:xfrm>
            <a:off x="868058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循環</a:t>
            </a:r>
            <a:endParaRPr lang="en-US" sz="600" dirty="0"/>
          </a:p>
        </p:txBody>
      </p:sp>
      <p:sp>
        <p:nvSpPr>
          <p:cNvPr id="170" name="圖示 目標"/>
          <p:cNvSpPr/>
          <p:nvPr/>
        </p:nvSpPr>
        <p:spPr>
          <a:xfrm>
            <a:off x="1427653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80467" y="216003"/>
                </a:moveTo>
                <a:cubicBezTo>
                  <a:pt x="67892" y="210641"/>
                  <a:pt x="56912" y="203260"/>
                  <a:pt x="47527" y="193875"/>
                </a:cubicBezTo>
                <a:cubicBezTo>
                  <a:pt x="38302" y="184489"/>
                  <a:pt x="30929" y="173509"/>
                  <a:pt x="25398" y="160934"/>
                </a:cubicBezTo>
                <a:cubicBezTo>
                  <a:pt x="20036" y="148360"/>
                  <a:pt x="17352" y="134951"/>
                  <a:pt x="17352" y="120701"/>
                </a:cubicBezTo>
                <a:cubicBezTo>
                  <a:pt x="17352" y="106451"/>
                  <a:pt x="20036" y="93042"/>
                  <a:pt x="25398" y="80467"/>
                </a:cubicBezTo>
                <a:cubicBezTo>
                  <a:pt x="30929" y="67892"/>
                  <a:pt x="38302" y="56912"/>
                  <a:pt x="47527" y="47527"/>
                </a:cubicBezTo>
                <a:cubicBezTo>
                  <a:pt x="56912" y="38302"/>
                  <a:pt x="67892" y="30929"/>
                  <a:pt x="80467" y="25398"/>
                </a:cubicBezTo>
                <a:cubicBezTo>
                  <a:pt x="93042" y="20036"/>
                  <a:pt x="106451" y="17352"/>
                  <a:pt x="120701" y="17352"/>
                </a:cubicBezTo>
                <a:cubicBezTo>
                  <a:pt x="134951" y="17352"/>
                  <a:pt x="148360" y="20036"/>
                  <a:pt x="160934" y="25398"/>
                </a:cubicBezTo>
                <a:cubicBezTo>
                  <a:pt x="173509" y="30929"/>
                  <a:pt x="184489" y="38302"/>
                  <a:pt x="193875" y="47527"/>
                </a:cubicBezTo>
                <a:cubicBezTo>
                  <a:pt x="203099" y="56912"/>
                  <a:pt x="210473" y="67892"/>
                  <a:pt x="216003" y="80467"/>
                </a:cubicBezTo>
                <a:cubicBezTo>
                  <a:pt x="221365" y="93042"/>
                  <a:pt x="224050" y="106451"/>
                  <a:pt x="224050" y="120701"/>
                </a:cubicBezTo>
                <a:cubicBezTo>
                  <a:pt x="224050" y="134951"/>
                  <a:pt x="221365" y="148360"/>
                  <a:pt x="216003" y="160934"/>
                </a:cubicBezTo>
                <a:cubicBezTo>
                  <a:pt x="210473" y="173509"/>
                  <a:pt x="203099" y="184489"/>
                  <a:pt x="193875" y="193875"/>
                </a:cubicBezTo>
                <a:cubicBezTo>
                  <a:pt x="184489" y="203260"/>
                  <a:pt x="173509" y="210641"/>
                  <a:pt x="160934" y="216003"/>
                </a:cubicBezTo>
                <a:cubicBezTo>
                  <a:pt x="148360" y="221365"/>
                  <a:pt x="134951" y="224050"/>
                  <a:pt x="120701" y="224050"/>
                </a:cubicBezTo>
                <a:cubicBezTo>
                  <a:pt x="106451" y="224050"/>
                  <a:pt x="93042" y="221365"/>
                  <a:pt x="80467" y="216003"/>
                </a:cubicBezTo>
                <a:close/>
                <a:moveTo>
                  <a:pt x="182309" y="182309"/>
                </a:moveTo>
                <a:cubicBezTo>
                  <a:pt x="199237" y="165375"/>
                  <a:pt x="207708" y="144841"/>
                  <a:pt x="207708" y="120701"/>
                </a:cubicBezTo>
                <a:cubicBezTo>
                  <a:pt x="207708" y="96561"/>
                  <a:pt x="199237" y="76027"/>
                  <a:pt x="182309" y="59092"/>
                </a:cubicBezTo>
                <a:cubicBezTo>
                  <a:pt x="165375" y="42326"/>
                  <a:pt x="144841" y="33950"/>
                  <a:pt x="120701" y="33950"/>
                </a:cubicBezTo>
                <a:cubicBezTo>
                  <a:pt x="96561" y="33950"/>
                  <a:pt x="76027" y="42326"/>
                  <a:pt x="59092" y="59092"/>
                </a:cubicBezTo>
                <a:cubicBezTo>
                  <a:pt x="42326" y="76027"/>
                  <a:pt x="33950" y="96561"/>
                  <a:pt x="33950" y="120701"/>
                </a:cubicBezTo>
                <a:cubicBezTo>
                  <a:pt x="33950" y="144841"/>
                  <a:pt x="42326" y="165375"/>
                  <a:pt x="59092" y="182309"/>
                </a:cubicBezTo>
                <a:cubicBezTo>
                  <a:pt x="76027" y="199237"/>
                  <a:pt x="96561" y="207708"/>
                  <a:pt x="120701" y="207708"/>
                </a:cubicBezTo>
                <a:cubicBezTo>
                  <a:pt x="144841" y="207708"/>
                  <a:pt x="165375" y="199237"/>
                  <a:pt x="182309" y="182309"/>
                </a:cubicBezTo>
                <a:close/>
                <a:moveTo>
                  <a:pt x="76444" y="164958"/>
                </a:moveTo>
                <a:cubicBezTo>
                  <a:pt x="64374" y="152888"/>
                  <a:pt x="58339" y="138133"/>
                  <a:pt x="58339" y="120701"/>
                </a:cubicBezTo>
                <a:cubicBezTo>
                  <a:pt x="58339" y="103437"/>
                  <a:pt x="64374" y="88682"/>
                  <a:pt x="76444" y="76444"/>
                </a:cubicBezTo>
                <a:cubicBezTo>
                  <a:pt x="88514" y="64374"/>
                  <a:pt x="103269" y="58339"/>
                  <a:pt x="120701" y="58339"/>
                </a:cubicBezTo>
                <a:cubicBezTo>
                  <a:pt x="138133" y="58339"/>
                  <a:pt x="152888" y="64374"/>
                  <a:pt x="164958" y="76444"/>
                </a:cubicBezTo>
                <a:cubicBezTo>
                  <a:pt x="177028" y="88682"/>
                  <a:pt x="183063" y="103437"/>
                  <a:pt x="183063" y="120701"/>
                </a:cubicBezTo>
                <a:cubicBezTo>
                  <a:pt x="183063" y="138133"/>
                  <a:pt x="177028" y="152888"/>
                  <a:pt x="164958" y="164958"/>
                </a:cubicBezTo>
                <a:cubicBezTo>
                  <a:pt x="152888" y="177028"/>
                  <a:pt x="138133" y="183063"/>
                  <a:pt x="120701" y="183063"/>
                </a:cubicBezTo>
                <a:cubicBezTo>
                  <a:pt x="103269" y="183063"/>
                  <a:pt x="88514" y="177028"/>
                  <a:pt x="76444" y="164958"/>
                </a:cubicBezTo>
                <a:close/>
                <a:moveTo>
                  <a:pt x="153136" y="153392"/>
                </a:moveTo>
                <a:cubicBezTo>
                  <a:pt x="162193" y="144504"/>
                  <a:pt x="166721" y="133612"/>
                  <a:pt x="166721" y="120701"/>
                </a:cubicBezTo>
                <a:cubicBezTo>
                  <a:pt x="166721" y="107958"/>
                  <a:pt x="162193" y="97146"/>
                  <a:pt x="153136" y="88265"/>
                </a:cubicBezTo>
                <a:cubicBezTo>
                  <a:pt x="144256" y="79209"/>
                  <a:pt x="133444" y="74681"/>
                  <a:pt x="120701" y="74681"/>
                </a:cubicBezTo>
                <a:cubicBezTo>
                  <a:pt x="107958" y="74681"/>
                  <a:pt x="97146" y="79209"/>
                  <a:pt x="88265" y="88265"/>
                </a:cubicBezTo>
                <a:cubicBezTo>
                  <a:pt x="79209" y="97146"/>
                  <a:pt x="74681" y="107958"/>
                  <a:pt x="74681" y="120701"/>
                </a:cubicBezTo>
                <a:cubicBezTo>
                  <a:pt x="74681" y="133612"/>
                  <a:pt x="79209" y="144504"/>
                  <a:pt x="88265" y="153392"/>
                </a:cubicBezTo>
                <a:cubicBezTo>
                  <a:pt x="97146" y="162273"/>
                  <a:pt x="107958" y="166721"/>
                  <a:pt x="120701" y="166721"/>
                </a:cubicBezTo>
                <a:cubicBezTo>
                  <a:pt x="133444" y="166721"/>
                  <a:pt x="144256" y="162273"/>
                  <a:pt x="153136" y="153392"/>
                </a:cubicBezTo>
                <a:close/>
                <a:moveTo>
                  <a:pt x="105617" y="136041"/>
                </a:moveTo>
                <a:cubicBezTo>
                  <a:pt x="101257" y="131849"/>
                  <a:pt x="99077" y="126736"/>
                  <a:pt x="99077" y="120701"/>
                </a:cubicBezTo>
                <a:cubicBezTo>
                  <a:pt x="99077" y="114834"/>
                  <a:pt x="101257" y="109801"/>
                  <a:pt x="105617" y="105617"/>
                </a:cubicBezTo>
                <a:cubicBezTo>
                  <a:pt x="109801" y="101257"/>
                  <a:pt x="114834" y="99077"/>
                  <a:pt x="120701" y="99077"/>
                </a:cubicBezTo>
                <a:cubicBezTo>
                  <a:pt x="126568" y="99077"/>
                  <a:pt x="131600" y="101257"/>
                  <a:pt x="135792" y="105617"/>
                </a:cubicBezTo>
                <a:cubicBezTo>
                  <a:pt x="139976" y="109801"/>
                  <a:pt x="142076" y="114834"/>
                  <a:pt x="142076" y="120701"/>
                </a:cubicBezTo>
                <a:cubicBezTo>
                  <a:pt x="142076" y="126736"/>
                  <a:pt x="139976" y="131849"/>
                  <a:pt x="135792" y="136041"/>
                </a:cubicBezTo>
                <a:cubicBezTo>
                  <a:pt x="131600" y="140064"/>
                  <a:pt x="126568" y="142076"/>
                  <a:pt x="120701" y="142076"/>
                </a:cubicBezTo>
                <a:cubicBezTo>
                  <a:pt x="114834" y="142076"/>
                  <a:pt x="109801" y="140064"/>
                  <a:pt x="105617" y="136041"/>
                </a:cubicBez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1" name="圖說"/>
          <p:cNvSpPr/>
          <p:nvPr/>
        </p:nvSpPr>
        <p:spPr>
          <a:xfrm>
            <a:off x="1311835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600" dirty="0"/>
          </a:p>
        </p:txBody>
      </p:sp>
      <p:sp>
        <p:nvSpPr>
          <p:cNvPr id="172" name="圖示 想法"/>
          <p:cNvSpPr/>
          <p:nvPr/>
        </p:nvSpPr>
        <p:spPr>
          <a:xfrm>
            <a:off x="1871429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05866" y="217766"/>
                </a:moveTo>
                <a:cubicBezTo>
                  <a:pt x="101842" y="213743"/>
                  <a:pt x="99831" y="208710"/>
                  <a:pt x="99831" y="202675"/>
                </a:cubicBezTo>
                <a:lnTo>
                  <a:pt x="141571" y="202675"/>
                </a:lnTo>
                <a:cubicBezTo>
                  <a:pt x="141571" y="208710"/>
                  <a:pt x="139559" y="213743"/>
                  <a:pt x="135536" y="217766"/>
                </a:cubicBezTo>
                <a:cubicBezTo>
                  <a:pt x="131513" y="221958"/>
                  <a:pt x="126568" y="224050"/>
                  <a:pt x="120701" y="224050"/>
                </a:cubicBezTo>
                <a:cubicBezTo>
                  <a:pt x="114834" y="224050"/>
                  <a:pt x="109889" y="221958"/>
                  <a:pt x="105866" y="217766"/>
                </a:cubicBezTo>
                <a:close/>
                <a:moveTo>
                  <a:pt x="87512" y="186581"/>
                </a:moveTo>
                <a:cubicBezTo>
                  <a:pt x="85164" y="186581"/>
                  <a:pt x="83232" y="185828"/>
                  <a:pt x="81725" y="184321"/>
                </a:cubicBezTo>
                <a:cubicBezTo>
                  <a:pt x="80218" y="182814"/>
                  <a:pt x="79465" y="180971"/>
                  <a:pt x="79465" y="178791"/>
                </a:cubicBezTo>
                <a:cubicBezTo>
                  <a:pt x="79465" y="176443"/>
                  <a:pt x="80218" y="174511"/>
                  <a:pt x="81725" y="173004"/>
                </a:cubicBezTo>
                <a:cubicBezTo>
                  <a:pt x="83232" y="171498"/>
                  <a:pt x="85164" y="170744"/>
                  <a:pt x="87512" y="170744"/>
                </a:cubicBezTo>
                <a:lnTo>
                  <a:pt x="153897" y="170744"/>
                </a:lnTo>
                <a:cubicBezTo>
                  <a:pt x="156238" y="170744"/>
                  <a:pt x="158169" y="171498"/>
                  <a:pt x="159676" y="173004"/>
                </a:cubicBezTo>
                <a:cubicBezTo>
                  <a:pt x="161183" y="174511"/>
                  <a:pt x="161944" y="176443"/>
                  <a:pt x="161944" y="178791"/>
                </a:cubicBezTo>
                <a:cubicBezTo>
                  <a:pt x="161944" y="180971"/>
                  <a:pt x="161183" y="182814"/>
                  <a:pt x="159676" y="184321"/>
                </a:cubicBezTo>
                <a:cubicBezTo>
                  <a:pt x="158169" y="185828"/>
                  <a:pt x="156238" y="186581"/>
                  <a:pt x="153897" y="186581"/>
                </a:cubicBezTo>
                <a:lnTo>
                  <a:pt x="87512" y="186581"/>
                </a:lnTo>
                <a:close/>
                <a:moveTo>
                  <a:pt x="80716" y="155148"/>
                </a:moveTo>
                <a:cubicBezTo>
                  <a:pt x="69487" y="147774"/>
                  <a:pt x="60519" y="138557"/>
                  <a:pt x="53811" y="127489"/>
                </a:cubicBezTo>
                <a:cubicBezTo>
                  <a:pt x="47110" y="116429"/>
                  <a:pt x="43752" y="103934"/>
                  <a:pt x="43752" y="90021"/>
                </a:cubicBezTo>
                <a:cubicBezTo>
                  <a:pt x="43752" y="69238"/>
                  <a:pt x="51382" y="51214"/>
                  <a:pt x="66634" y="35962"/>
                </a:cubicBezTo>
                <a:cubicBezTo>
                  <a:pt x="81725" y="20702"/>
                  <a:pt x="99743" y="13080"/>
                  <a:pt x="120701" y="13080"/>
                </a:cubicBezTo>
                <a:cubicBezTo>
                  <a:pt x="141491" y="13080"/>
                  <a:pt x="159508" y="20702"/>
                  <a:pt x="174767" y="35962"/>
                </a:cubicBezTo>
                <a:cubicBezTo>
                  <a:pt x="190020" y="51214"/>
                  <a:pt x="197649" y="69238"/>
                  <a:pt x="197649" y="90021"/>
                </a:cubicBezTo>
                <a:cubicBezTo>
                  <a:pt x="197649" y="103934"/>
                  <a:pt x="194379" y="116429"/>
                  <a:pt x="187840" y="127489"/>
                </a:cubicBezTo>
                <a:cubicBezTo>
                  <a:pt x="181132" y="138557"/>
                  <a:pt x="172083" y="147774"/>
                  <a:pt x="160686" y="155148"/>
                </a:cubicBezTo>
                <a:lnTo>
                  <a:pt x="80716" y="155148"/>
                </a:lnTo>
                <a:close/>
                <a:moveTo>
                  <a:pt x="87007" y="138052"/>
                </a:moveTo>
                <a:lnTo>
                  <a:pt x="154651" y="138052"/>
                </a:lnTo>
                <a:cubicBezTo>
                  <a:pt x="162697" y="132690"/>
                  <a:pt x="168981" y="125814"/>
                  <a:pt x="173509" y="117431"/>
                </a:cubicBezTo>
                <a:cubicBezTo>
                  <a:pt x="178198" y="109048"/>
                  <a:pt x="180546" y="99911"/>
                  <a:pt x="180546" y="90021"/>
                </a:cubicBezTo>
                <a:cubicBezTo>
                  <a:pt x="180546" y="73591"/>
                  <a:pt x="174680" y="59509"/>
                  <a:pt x="162946" y="47776"/>
                </a:cubicBezTo>
                <a:cubicBezTo>
                  <a:pt x="151212" y="36042"/>
                  <a:pt x="137131" y="30175"/>
                  <a:pt x="120701" y="30175"/>
                </a:cubicBezTo>
                <a:cubicBezTo>
                  <a:pt x="104271" y="30175"/>
                  <a:pt x="90189" y="36042"/>
                  <a:pt x="78456" y="47776"/>
                </a:cubicBezTo>
                <a:cubicBezTo>
                  <a:pt x="66722" y="59509"/>
                  <a:pt x="60855" y="73591"/>
                  <a:pt x="60855" y="90021"/>
                </a:cubicBezTo>
                <a:cubicBezTo>
                  <a:pt x="60855" y="99911"/>
                  <a:pt x="63203" y="109048"/>
                  <a:pt x="67892" y="117431"/>
                </a:cubicBezTo>
                <a:cubicBezTo>
                  <a:pt x="72589" y="125814"/>
                  <a:pt x="78960" y="132690"/>
                  <a:pt x="87007" y="138052"/>
                </a:cubicBezTo>
                <a:close/>
                <a:moveTo>
                  <a:pt x="120701" y="138052"/>
                </a:move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3" name="圖說"/>
          <p:cNvSpPr/>
          <p:nvPr/>
        </p:nvSpPr>
        <p:spPr>
          <a:xfrm>
            <a:off x="1755611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想法</a:t>
            </a:r>
            <a:endParaRPr lang="en-US" sz="600" dirty="0"/>
          </a:p>
        </p:txBody>
      </p:sp>
      <p:sp>
        <p:nvSpPr>
          <p:cNvPr id="174" name="圖示 啟動"/>
          <p:cNvSpPr/>
          <p:nvPr/>
        </p:nvSpPr>
        <p:spPr>
          <a:xfrm>
            <a:off x="2315206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73430" y="111652"/>
                </a:moveTo>
                <a:cubicBezTo>
                  <a:pt x="76444" y="105946"/>
                  <a:pt x="79545" y="100335"/>
                  <a:pt x="82728" y="94798"/>
                </a:cubicBezTo>
                <a:cubicBezTo>
                  <a:pt x="85917" y="89099"/>
                  <a:pt x="89355" y="83737"/>
                  <a:pt x="93042" y="78704"/>
                </a:cubicBezTo>
                <a:lnTo>
                  <a:pt x="73927" y="74681"/>
                </a:lnTo>
                <a:lnTo>
                  <a:pt x="48032" y="100833"/>
                </a:lnTo>
                <a:lnTo>
                  <a:pt x="73430" y="111652"/>
                </a:lnTo>
                <a:close/>
                <a:moveTo>
                  <a:pt x="203180" y="34952"/>
                </a:moveTo>
                <a:cubicBezTo>
                  <a:pt x="186084" y="35962"/>
                  <a:pt x="170825" y="39648"/>
                  <a:pt x="157416" y="46020"/>
                </a:cubicBezTo>
                <a:cubicBezTo>
                  <a:pt x="144168" y="52384"/>
                  <a:pt x="131096" y="61945"/>
                  <a:pt x="118184" y="74681"/>
                </a:cubicBezTo>
                <a:cubicBezTo>
                  <a:pt x="112991" y="79882"/>
                  <a:pt x="107709" y="86583"/>
                  <a:pt x="102347" y="94798"/>
                </a:cubicBezTo>
                <a:cubicBezTo>
                  <a:pt x="96809" y="103013"/>
                  <a:pt x="91784" y="112069"/>
                  <a:pt x="87256" y="121959"/>
                </a:cubicBezTo>
                <a:lnTo>
                  <a:pt x="120452" y="154899"/>
                </a:lnTo>
                <a:cubicBezTo>
                  <a:pt x="130174" y="150371"/>
                  <a:pt x="139142" y="145426"/>
                  <a:pt x="147357" y="140064"/>
                </a:cubicBezTo>
                <a:cubicBezTo>
                  <a:pt x="155572" y="134702"/>
                  <a:pt x="162273" y="129421"/>
                  <a:pt x="167474" y="124219"/>
                </a:cubicBezTo>
                <a:cubicBezTo>
                  <a:pt x="180210" y="111315"/>
                  <a:pt x="189771" y="98155"/>
                  <a:pt x="196142" y="84739"/>
                </a:cubicBezTo>
                <a:cubicBezTo>
                  <a:pt x="202507" y="71499"/>
                  <a:pt x="206201" y="56327"/>
                  <a:pt x="207203" y="39231"/>
                </a:cubicBezTo>
                <a:cubicBezTo>
                  <a:pt x="207371" y="38558"/>
                  <a:pt x="207284" y="37973"/>
                  <a:pt x="206954" y="37468"/>
                </a:cubicBezTo>
                <a:cubicBezTo>
                  <a:pt x="206786" y="36795"/>
                  <a:pt x="206530" y="36291"/>
                  <a:pt x="206201" y="35962"/>
                </a:cubicBezTo>
                <a:cubicBezTo>
                  <a:pt x="205864" y="35625"/>
                  <a:pt x="205440" y="35369"/>
                  <a:pt x="204943" y="35208"/>
                </a:cubicBezTo>
                <a:cubicBezTo>
                  <a:pt x="204438" y="34872"/>
                  <a:pt x="203853" y="34784"/>
                  <a:pt x="203180" y="34952"/>
                </a:cubicBezTo>
                <a:close/>
                <a:moveTo>
                  <a:pt x="140064" y="85244"/>
                </a:moveTo>
                <a:cubicBezTo>
                  <a:pt x="140064" y="80387"/>
                  <a:pt x="141659" y="76363"/>
                  <a:pt x="144841" y="73174"/>
                </a:cubicBezTo>
                <a:cubicBezTo>
                  <a:pt x="148191" y="69824"/>
                  <a:pt x="152302" y="68148"/>
                  <a:pt x="157160" y="68148"/>
                </a:cubicBezTo>
                <a:cubicBezTo>
                  <a:pt x="162024" y="68148"/>
                  <a:pt x="166048" y="69824"/>
                  <a:pt x="169230" y="73174"/>
                </a:cubicBezTo>
                <a:cubicBezTo>
                  <a:pt x="172588" y="76363"/>
                  <a:pt x="174263" y="80387"/>
                  <a:pt x="174263" y="85244"/>
                </a:cubicBezTo>
                <a:cubicBezTo>
                  <a:pt x="174263" y="90109"/>
                  <a:pt x="172588" y="94212"/>
                  <a:pt x="169230" y="97570"/>
                </a:cubicBezTo>
                <a:cubicBezTo>
                  <a:pt x="166048" y="100752"/>
                  <a:pt x="162024" y="102347"/>
                  <a:pt x="157160" y="102347"/>
                </a:cubicBezTo>
                <a:cubicBezTo>
                  <a:pt x="152302" y="102347"/>
                  <a:pt x="148191" y="100752"/>
                  <a:pt x="144841" y="97570"/>
                </a:cubicBezTo>
                <a:cubicBezTo>
                  <a:pt x="141659" y="94212"/>
                  <a:pt x="140064" y="90109"/>
                  <a:pt x="140064" y="85244"/>
                </a:cubicBezTo>
                <a:close/>
                <a:moveTo>
                  <a:pt x="130510" y="168981"/>
                </a:moveTo>
                <a:lnTo>
                  <a:pt x="141322" y="194131"/>
                </a:lnTo>
                <a:lnTo>
                  <a:pt x="167474" y="168228"/>
                </a:lnTo>
                <a:lnTo>
                  <a:pt x="163700" y="149113"/>
                </a:lnTo>
                <a:cubicBezTo>
                  <a:pt x="158674" y="152639"/>
                  <a:pt x="153305" y="156070"/>
                  <a:pt x="147606" y="159427"/>
                </a:cubicBezTo>
                <a:cubicBezTo>
                  <a:pt x="141908" y="162778"/>
                  <a:pt x="136209" y="165967"/>
                  <a:pt x="130510" y="168981"/>
                </a:cubicBezTo>
                <a:close/>
                <a:moveTo>
                  <a:pt x="225059" y="26152"/>
                </a:moveTo>
                <a:cubicBezTo>
                  <a:pt x="225557" y="47944"/>
                  <a:pt x="222126" y="67724"/>
                  <a:pt x="214745" y="85500"/>
                </a:cubicBezTo>
                <a:cubicBezTo>
                  <a:pt x="207203" y="103437"/>
                  <a:pt x="195638" y="120196"/>
                  <a:pt x="180049" y="135792"/>
                </a:cubicBezTo>
                <a:cubicBezTo>
                  <a:pt x="179881" y="136121"/>
                  <a:pt x="179625" y="136377"/>
                  <a:pt x="179288" y="136546"/>
                </a:cubicBezTo>
                <a:cubicBezTo>
                  <a:pt x="179120" y="136714"/>
                  <a:pt x="178959" y="136875"/>
                  <a:pt x="178791" y="137043"/>
                </a:cubicBezTo>
                <a:lnTo>
                  <a:pt x="184321" y="164958"/>
                </a:lnTo>
                <a:cubicBezTo>
                  <a:pt x="184826" y="167811"/>
                  <a:pt x="184658" y="170576"/>
                  <a:pt x="183816" y="173253"/>
                </a:cubicBezTo>
                <a:cubicBezTo>
                  <a:pt x="183143" y="175938"/>
                  <a:pt x="181724" y="178286"/>
                  <a:pt x="179544" y="180298"/>
                </a:cubicBezTo>
                <a:lnTo>
                  <a:pt x="144592" y="215498"/>
                </a:lnTo>
                <a:cubicBezTo>
                  <a:pt x="142412" y="217510"/>
                  <a:pt x="139896" y="218271"/>
                  <a:pt x="137043" y="217766"/>
                </a:cubicBezTo>
                <a:cubicBezTo>
                  <a:pt x="134029" y="217093"/>
                  <a:pt x="131930" y="215330"/>
                  <a:pt x="130759" y="212485"/>
                </a:cubicBezTo>
                <a:lnTo>
                  <a:pt x="113408" y="172251"/>
                </a:lnTo>
                <a:lnTo>
                  <a:pt x="70160" y="128748"/>
                </a:lnTo>
                <a:lnTo>
                  <a:pt x="29670" y="111652"/>
                </a:lnTo>
                <a:cubicBezTo>
                  <a:pt x="26825" y="110474"/>
                  <a:pt x="25150" y="108382"/>
                  <a:pt x="24645" y="105361"/>
                </a:cubicBezTo>
                <a:cubicBezTo>
                  <a:pt x="24140" y="102347"/>
                  <a:pt x="24894" y="99743"/>
                  <a:pt x="26905" y="97570"/>
                </a:cubicBezTo>
                <a:lnTo>
                  <a:pt x="61857" y="62867"/>
                </a:lnTo>
                <a:cubicBezTo>
                  <a:pt x="63869" y="60687"/>
                  <a:pt x="66217" y="59180"/>
                  <a:pt x="68902" y="58339"/>
                </a:cubicBezTo>
                <a:cubicBezTo>
                  <a:pt x="71579" y="57497"/>
                  <a:pt x="74352" y="57337"/>
                  <a:pt x="77197" y="57834"/>
                </a:cubicBezTo>
                <a:lnTo>
                  <a:pt x="105112" y="63372"/>
                </a:lnTo>
                <a:cubicBezTo>
                  <a:pt x="105280" y="63203"/>
                  <a:pt x="105529" y="63035"/>
                  <a:pt x="105866" y="62867"/>
                </a:cubicBezTo>
                <a:cubicBezTo>
                  <a:pt x="106034" y="62699"/>
                  <a:pt x="106202" y="62530"/>
                  <a:pt x="106370" y="62362"/>
                </a:cubicBezTo>
                <a:cubicBezTo>
                  <a:pt x="122127" y="46773"/>
                  <a:pt x="138886" y="35289"/>
                  <a:pt x="156662" y="27915"/>
                </a:cubicBezTo>
                <a:cubicBezTo>
                  <a:pt x="174431" y="20534"/>
                  <a:pt x="194211" y="17015"/>
                  <a:pt x="216003" y="17352"/>
                </a:cubicBezTo>
                <a:cubicBezTo>
                  <a:pt x="217181" y="17352"/>
                  <a:pt x="218271" y="17520"/>
                  <a:pt x="219273" y="17856"/>
                </a:cubicBezTo>
                <a:cubicBezTo>
                  <a:pt x="220283" y="18354"/>
                  <a:pt x="221285" y="19115"/>
                  <a:pt x="222294" y="20117"/>
                </a:cubicBezTo>
                <a:cubicBezTo>
                  <a:pt x="223296" y="20958"/>
                  <a:pt x="224050" y="21880"/>
                  <a:pt x="224555" y="22882"/>
                </a:cubicBezTo>
                <a:cubicBezTo>
                  <a:pt x="224891" y="23891"/>
                  <a:pt x="225059" y="24981"/>
                  <a:pt x="225059" y="26152"/>
                </a:cubicBezTo>
                <a:close/>
                <a:moveTo>
                  <a:pt x="35705" y="159932"/>
                </a:moveTo>
                <a:cubicBezTo>
                  <a:pt x="41909" y="153729"/>
                  <a:pt x="49370" y="150627"/>
                  <a:pt x="58090" y="150627"/>
                </a:cubicBezTo>
                <a:cubicBezTo>
                  <a:pt x="66971" y="150459"/>
                  <a:pt x="74432" y="153473"/>
                  <a:pt x="80467" y="159676"/>
                </a:cubicBezTo>
                <a:cubicBezTo>
                  <a:pt x="86670" y="165879"/>
                  <a:pt x="89772" y="173341"/>
                  <a:pt x="89772" y="182061"/>
                </a:cubicBezTo>
                <a:cubicBezTo>
                  <a:pt x="89604" y="190941"/>
                  <a:pt x="86422" y="198483"/>
                  <a:pt x="80218" y="204687"/>
                </a:cubicBezTo>
                <a:cubicBezTo>
                  <a:pt x="72172" y="212902"/>
                  <a:pt x="62362" y="217847"/>
                  <a:pt x="50797" y="219522"/>
                </a:cubicBezTo>
                <a:cubicBezTo>
                  <a:pt x="39392" y="221204"/>
                  <a:pt x="27915" y="222711"/>
                  <a:pt x="16342" y="224050"/>
                </a:cubicBezTo>
                <a:cubicBezTo>
                  <a:pt x="17856" y="212485"/>
                  <a:pt x="19363" y="200919"/>
                  <a:pt x="20870" y="189347"/>
                </a:cubicBezTo>
                <a:cubicBezTo>
                  <a:pt x="22545" y="177950"/>
                  <a:pt x="27491" y="168140"/>
                  <a:pt x="35705" y="159932"/>
                </a:cubicBezTo>
                <a:close/>
                <a:moveTo>
                  <a:pt x="47776" y="172251"/>
                </a:moveTo>
                <a:cubicBezTo>
                  <a:pt x="43920" y="176443"/>
                  <a:pt x="41404" y="181219"/>
                  <a:pt x="40234" y="186581"/>
                </a:cubicBezTo>
                <a:cubicBezTo>
                  <a:pt x="39063" y="192119"/>
                  <a:pt x="37973" y="197649"/>
                  <a:pt x="36964" y="203180"/>
                </a:cubicBezTo>
                <a:cubicBezTo>
                  <a:pt x="42662" y="202177"/>
                  <a:pt x="48200" y="201168"/>
                  <a:pt x="53562" y="200166"/>
                </a:cubicBezTo>
                <a:cubicBezTo>
                  <a:pt x="59092" y="198988"/>
                  <a:pt x="63957" y="196472"/>
                  <a:pt x="68148" y="192617"/>
                </a:cubicBezTo>
                <a:cubicBezTo>
                  <a:pt x="71331" y="189939"/>
                  <a:pt x="72925" y="186501"/>
                  <a:pt x="72925" y="182309"/>
                </a:cubicBezTo>
                <a:cubicBezTo>
                  <a:pt x="72925" y="178286"/>
                  <a:pt x="71499" y="174767"/>
                  <a:pt x="68646" y="171746"/>
                </a:cubicBezTo>
                <a:cubicBezTo>
                  <a:pt x="65464" y="168901"/>
                  <a:pt x="61857" y="167474"/>
                  <a:pt x="57834" y="167474"/>
                </a:cubicBezTo>
                <a:cubicBezTo>
                  <a:pt x="53811" y="167474"/>
                  <a:pt x="50460" y="169062"/>
                  <a:pt x="47776" y="172251"/>
                </a:cubicBez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5" name="圖說"/>
          <p:cNvSpPr/>
          <p:nvPr/>
        </p:nvSpPr>
        <p:spPr>
          <a:xfrm>
            <a:off x="2199388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</a:t>
            </a:r>
            <a:endParaRPr lang="en-US" sz="600" dirty="0"/>
          </a:p>
        </p:txBody>
      </p:sp>
      <p:sp>
        <p:nvSpPr>
          <p:cNvPr id="176" name="圖示 快速"/>
          <p:cNvSpPr/>
          <p:nvPr/>
        </p:nvSpPr>
        <p:spPr>
          <a:xfrm>
            <a:off x="2758983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99582" y="198908"/>
                </a:moveTo>
                <a:lnTo>
                  <a:pt x="168732" y="115675"/>
                </a:lnTo>
                <a:lnTo>
                  <a:pt x="123971" y="115675"/>
                </a:lnTo>
                <a:lnTo>
                  <a:pt x="132771" y="45010"/>
                </a:lnTo>
                <a:lnTo>
                  <a:pt x="69904" y="135792"/>
                </a:lnTo>
                <a:lnTo>
                  <a:pt x="108382" y="135792"/>
                </a:lnTo>
                <a:lnTo>
                  <a:pt x="99582" y="198908"/>
                </a:lnTo>
                <a:close/>
                <a:moveTo>
                  <a:pt x="89267" y="152639"/>
                </a:moveTo>
                <a:lnTo>
                  <a:pt x="54315" y="152639"/>
                </a:lnTo>
                <a:cubicBezTo>
                  <a:pt x="50797" y="152639"/>
                  <a:pt x="48280" y="151125"/>
                  <a:pt x="46773" y="148111"/>
                </a:cubicBezTo>
                <a:cubicBezTo>
                  <a:pt x="45098" y="144921"/>
                  <a:pt x="45266" y="141908"/>
                  <a:pt x="47278" y="139055"/>
                </a:cubicBezTo>
                <a:lnTo>
                  <a:pt x="134783" y="13080"/>
                </a:lnTo>
                <a:cubicBezTo>
                  <a:pt x="136121" y="11229"/>
                  <a:pt x="137884" y="9890"/>
                  <a:pt x="140064" y="9056"/>
                </a:cubicBezTo>
                <a:cubicBezTo>
                  <a:pt x="142076" y="8383"/>
                  <a:pt x="144168" y="8464"/>
                  <a:pt x="146348" y="9305"/>
                </a:cubicBezTo>
                <a:cubicBezTo>
                  <a:pt x="148528" y="10307"/>
                  <a:pt x="150203" y="11734"/>
                  <a:pt x="151381" y="13577"/>
                </a:cubicBezTo>
                <a:cubicBezTo>
                  <a:pt x="152719" y="15589"/>
                  <a:pt x="153224" y="17769"/>
                  <a:pt x="152888" y="20117"/>
                </a:cubicBezTo>
                <a:lnTo>
                  <a:pt x="142829" y="98821"/>
                </a:lnTo>
                <a:lnTo>
                  <a:pt x="186084" y="98821"/>
                </a:lnTo>
                <a:cubicBezTo>
                  <a:pt x="189771" y="98821"/>
                  <a:pt x="192368" y="100416"/>
                  <a:pt x="193875" y="103605"/>
                </a:cubicBezTo>
                <a:cubicBezTo>
                  <a:pt x="195382" y="106956"/>
                  <a:pt x="195052" y="110057"/>
                  <a:pt x="192873" y="112903"/>
                </a:cubicBezTo>
                <a:lnTo>
                  <a:pt x="97065" y="227569"/>
                </a:lnTo>
                <a:cubicBezTo>
                  <a:pt x="95719" y="229412"/>
                  <a:pt x="93964" y="230590"/>
                  <a:pt x="91784" y="231094"/>
                </a:cubicBezTo>
                <a:cubicBezTo>
                  <a:pt x="89436" y="231592"/>
                  <a:pt x="87343" y="231424"/>
                  <a:pt x="85500" y="230590"/>
                </a:cubicBezTo>
                <a:cubicBezTo>
                  <a:pt x="83488" y="229748"/>
                  <a:pt x="81894" y="228329"/>
                  <a:pt x="80716" y="226318"/>
                </a:cubicBezTo>
                <a:cubicBezTo>
                  <a:pt x="79545" y="224467"/>
                  <a:pt x="79129" y="222375"/>
                  <a:pt x="79465" y="220027"/>
                </a:cubicBezTo>
                <a:lnTo>
                  <a:pt x="89267" y="152639"/>
                </a:lnTo>
                <a:close/>
                <a:moveTo>
                  <a:pt x="119194" y="122208"/>
                </a:move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7" name="圖說"/>
          <p:cNvSpPr/>
          <p:nvPr/>
        </p:nvSpPr>
        <p:spPr>
          <a:xfrm>
            <a:off x="2643165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</a:t>
            </a:r>
            <a:endParaRPr lang="en-US" sz="600" dirty="0"/>
          </a:p>
        </p:txBody>
      </p:sp>
      <p:sp>
        <p:nvSpPr>
          <p:cNvPr id="178" name="圖示 設定"/>
          <p:cNvSpPr/>
          <p:nvPr/>
        </p:nvSpPr>
        <p:spPr>
          <a:xfrm>
            <a:off x="3202759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05112" y="222792"/>
                </a:moveTo>
                <a:cubicBezTo>
                  <a:pt x="102596" y="222792"/>
                  <a:pt x="100335" y="222038"/>
                  <a:pt x="98324" y="220531"/>
                </a:cubicBezTo>
                <a:cubicBezTo>
                  <a:pt x="96312" y="218856"/>
                  <a:pt x="95134" y="216757"/>
                  <a:pt x="94798" y="214248"/>
                </a:cubicBezTo>
                <a:lnTo>
                  <a:pt x="91030" y="190605"/>
                </a:lnTo>
                <a:cubicBezTo>
                  <a:pt x="88177" y="189603"/>
                  <a:pt x="85076" y="188096"/>
                  <a:pt x="81725" y="186084"/>
                </a:cubicBezTo>
                <a:cubicBezTo>
                  <a:pt x="78375" y="184233"/>
                  <a:pt x="75442" y="182309"/>
                  <a:pt x="72925" y="180298"/>
                </a:cubicBezTo>
                <a:lnTo>
                  <a:pt x="51550" y="190356"/>
                </a:lnTo>
                <a:cubicBezTo>
                  <a:pt x="49034" y="191358"/>
                  <a:pt x="46517" y="191527"/>
                  <a:pt x="44008" y="190861"/>
                </a:cubicBezTo>
                <a:cubicBezTo>
                  <a:pt x="41492" y="190020"/>
                  <a:pt x="39561" y="188425"/>
                  <a:pt x="38222" y="186084"/>
                </a:cubicBezTo>
                <a:lnTo>
                  <a:pt x="22633" y="158418"/>
                </a:lnTo>
                <a:cubicBezTo>
                  <a:pt x="21287" y="156070"/>
                  <a:pt x="20870" y="153641"/>
                  <a:pt x="21375" y="151125"/>
                </a:cubicBezTo>
                <a:cubicBezTo>
                  <a:pt x="22048" y="148784"/>
                  <a:pt x="23467" y="146772"/>
                  <a:pt x="25647" y="145090"/>
                </a:cubicBezTo>
                <a:lnTo>
                  <a:pt x="45764" y="130254"/>
                </a:lnTo>
                <a:cubicBezTo>
                  <a:pt x="45427" y="128916"/>
                  <a:pt x="45179" y="127321"/>
                  <a:pt x="45010" y="125478"/>
                </a:cubicBezTo>
                <a:cubicBezTo>
                  <a:pt x="45010" y="123634"/>
                  <a:pt x="45010" y="122039"/>
                  <a:pt x="45010" y="120701"/>
                </a:cubicBezTo>
                <a:cubicBezTo>
                  <a:pt x="45010" y="119362"/>
                  <a:pt x="45010" y="117767"/>
                  <a:pt x="45010" y="115924"/>
                </a:cubicBezTo>
                <a:cubicBezTo>
                  <a:pt x="45179" y="114081"/>
                  <a:pt x="45427" y="112486"/>
                  <a:pt x="45764" y="111147"/>
                </a:cubicBezTo>
                <a:lnTo>
                  <a:pt x="25647" y="96312"/>
                </a:lnTo>
                <a:cubicBezTo>
                  <a:pt x="23467" y="94798"/>
                  <a:pt x="22048" y="92786"/>
                  <a:pt x="21375" y="90277"/>
                </a:cubicBezTo>
                <a:cubicBezTo>
                  <a:pt x="20870" y="87760"/>
                  <a:pt x="21287" y="85332"/>
                  <a:pt x="22633" y="82984"/>
                </a:cubicBezTo>
                <a:lnTo>
                  <a:pt x="38222" y="55325"/>
                </a:lnTo>
                <a:cubicBezTo>
                  <a:pt x="39561" y="53145"/>
                  <a:pt x="41492" y="51631"/>
                  <a:pt x="44008" y="50797"/>
                </a:cubicBezTo>
                <a:cubicBezTo>
                  <a:pt x="46517" y="49956"/>
                  <a:pt x="48953" y="50043"/>
                  <a:pt x="51301" y="51045"/>
                </a:cubicBezTo>
                <a:lnTo>
                  <a:pt x="73174" y="61104"/>
                </a:lnTo>
                <a:cubicBezTo>
                  <a:pt x="75522" y="59092"/>
                  <a:pt x="78375" y="57168"/>
                  <a:pt x="81725" y="55325"/>
                </a:cubicBezTo>
                <a:cubicBezTo>
                  <a:pt x="85076" y="53474"/>
                  <a:pt x="88265" y="52055"/>
                  <a:pt x="91279" y="51045"/>
                </a:cubicBezTo>
                <a:lnTo>
                  <a:pt x="95054" y="27161"/>
                </a:lnTo>
                <a:cubicBezTo>
                  <a:pt x="95390" y="24645"/>
                  <a:pt x="96480" y="22545"/>
                  <a:pt x="98324" y="20870"/>
                </a:cubicBezTo>
                <a:cubicBezTo>
                  <a:pt x="100335" y="19363"/>
                  <a:pt x="102596" y="18610"/>
                  <a:pt x="105112" y="18610"/>
                </a:cubicBezTo>
                <a:lnTo>
                  <a:pt x="136289" y="18610"/>
                </a:lnTo>
                <a:cubicBezTo>
                  <a:pt x="138806" y="18610"/>
                  <a:pt x="141066" y="19363"/>
                  <a:pt x="143078" y="20870"/>
                </a:cubicBezTo>
                <a:cubicBezTo>
                  <a:pt x="145090" y="22545"/>
                  <a:pt x="146267" y="24645"/>
                  <a:pt x="146604" y="27161"/>
                </a:cubicBezTo>
                <a:lnTo>
                  <a:pt x="150371" y="50797"/>
                </a:lnTo>
                <a:cubicBezTo>
                  <a:pt x="153224" y="51967"/>
                  <a:pt x="156326" y="53394"/>
                  <a:pt x="159676" y="55069"/>
                </a:cubicBezTo>
                <a:cubicBezTo>
                  <a:pt x="163195" y="56912"/>
                  <a:pt x="166128" y="58924"/>
                  <a:pt x="168476" y="61104"/>
                </a:cubicBezTo>
                <a:lnTo>
                  <a:pt x="189851" y="51045"/>
                </a:lnTo>
                <a:cubicBezTo>
                  <a:pt x="192368" y="50043"/>
                  <a:pt x="194884" y="49956"/>
                  <a:pt x="197393" y="50797"/>
                </a:cubicBezTo>
                <a:cubicBezTo>
                  <a:pt x="199742" y="51631"/>
                  <a:pt x="201585" y="53145"/>
                  <a:pt x="202931" y="55325"/>
                </a:cubicBezTo>
                <a:lnTo>
                  <a:pt x="218768" y="82984"/>
                </a:lnTo>
                <a:cubicBezTo>
                  <a:pt x="220114" y="85332"/>
                  <a:pt x="220531" y="87760"/>
                  <a:pt x="220027" y="90277"/>
                </a:cubicBezTo>
                <a:cubicBezTo>
                  <a:pt x="219354" y="92954"/>
                  <a:pt x="217934" y="94966"/>
                  <a:pt x="215755" y="96312"/>
                </a:cubicBezTo>
                <a:lnTo>
                  <a:pt x="195638" y="110642"/>
                </a:lnTo>
                <a:cubicBezTo>
                  <a:pt x="195974" y="112149"/>
                  <a:pt x="196223" y="113825"/>
                  <a:pt x="196391" y="115675"/>
                </a:cubicBezTo>
                <a:cubicBezTo>
                  <a:pt x="196391" y="117519"/>
                  <a:pt x="196391" y="119194"/>
                  <a:pt x="196391" y="120701"/>
                </a:cubicBezTo>
                <a:cubicBezTo>
                  <a:pt x="196391" y="122208"/>
                  <a:pt x="196391" y="123883"/>
                  <a:pt x="196391" y="125734"/>
                </a:cubicBezTo>
                <a:cubicBezTo>
                  <a:pt x="196223" y="127409"/>
                  <a:pt x="195974" y="128996"/>
                  <a:pt x="195638" y="130510"/>
                </a:cubicBezTo>
                <a:lnTo>
                  <a:pt x="215755" y="145090"/>
                </a:lnTo>
                <a:cubicBezTo>
                  <a:pt x="217934" y="146436"/>
                  <a:pt x="219354" y="148447"/>
                  <a:pt x="220027" y="151125"/>
                </a:cubicBezTo>
                <a:cubicBezTo>
                  <a:pt x="220531" y="153641"/>
                  <a:pt x="220114" y="156070"/>
                  <a:pt x="218768" y="158418"/>
                </a:cubicBezTo>
                <a:lnTo>
                  <a:pt x="203180" y="186084"/>
                </a:lnTo>
                <a:cubicBezTo>
                  <a:pt x="201841" y="188425"/>
                  <a:pt x="199910" y="189939"/>
                  <a:pt x="197393" y="190605"/>
                </a:cubicBezTo>
                <a:cubicBezTo>
                  <a:pt x="194884" y="191446"/>
                  <a:pt x="192448" y="191358"/>
                  <a:pt x="190107" y="190356"/>
                </a:cubicBezTo>
                <a:lnTo>
                  <a:pt x="168228" y="180298"/>
                </a:lnTo>
                <a:cubicBezTo>
                  <a:pt x="165879" y="182309"/>
                  <a:pt x="163027" y="184321"/>
                  <a:pt x="159676" y="186333"/>
                </a:cubicBezTo>
                <a:cubicBezTo>
                  <a:pt x="156494" y="188344"/>
                  <a:pt x="153392" y="189771"/>
                  <a:pt x="150371" y="190605"/>
                </a:cubicBezTo>
                <a:lnTo>
                  <a:pt x="146604" y="214248"/>
                </a:lnTo>
                <a:cubicBezTo>
                  <a:pt x="146267" y="216757"/>
                  <a:pt x="145090" y="218856"/>
                  <a:pt x="143078" y="220531"/>
                </a:cubicBezTo>
                <a:cubicBezTo>
                  <a:pt x="141066" y="222038"/>
                  <a:pt x="138806" y="222792"/>
                  <a:pt x="136289" y="222792"/>
                </a:cubicBezTo>
                <a:lnTo>
                  <a:pt x="105112" y="222792"/>
                </a:lnTo>
                <a:close/>
                <a:moveTo>
                  <a:pt x="110138" y="205696"/>
                </a:moveTo>
                <a:lnTo>
                  <a:pt x="131264" y="205696"/>
                </a:lnTo>
                <a:lnTo>
                  <a:pt x="134783" y="177533"/>
                </a:lnTo>
                <a:cubicBezTo>
                  <a:pt x="140313" y="176187"/>
                  <a:pt x="145594" y="174094"/>
                  <a:pt x="150627" y="171242"/>
                </a:cubicBezTo>
                <a:cubicBezTo>
                  <a:pt x="155653" y="168396"/>
                  <a:pt x="160181" y="164877"/>
                  <a:pt x="164204" y="160686"/>
                </a:cubicBezTo>
                <a:lnTo>
                  <a:pt x="190861" y="172251"/>
                </a:lnTo>
                <a:lnTo>
                  <a:pt x="200415" y="154899"/>
                </a:lnTo>
                <a:lnTo>
                  <a:pt x="176779" y="137804"/>
                </a:lnTo>
                <a:cubicBezTo>
                  <a:pt x="177445" y="134951"/>
                  <a:pt x="178037" y="132098"/>
                  <a:pt x="178535" y="129252"/>
                </a:cubicBezTo>
                <a:cubicBezTo>
                  <a:pt x="179040" y="126399"/>
                  <a:pt x="179288" y="123554"/>
                  <a:pt x="179288" y="120701"/>
                </a:cubicBezTo>
                <a:cubicBezTo>
                  <a:pt x="179288" y="117848"/>
                  <a:pt x="179040" y="115002"/>
                  <a:pt x="178535" y="112149"/>
                </a:cubicBezTo>
                <a:cubicBezTo>
                  <a:pt x="178198" y="109304"/>
                  <a:pt x="177613" y="106451"/>
                  <a:pt x="176779" y="103605"/>
                </a:cubicBezTo>
                <a:lnTo>
                  <a:pt x="200415" y="86502"/>
                </a:lnTo>
                <a:lnTo>
                  <a:pt x="190861" y="69151"/>
                </a:lnTo>
                <a:lnTo>
                  <a:pt x="164204" y="80716"/>
                </a:lnTo>
                <a:cubicBezTo>
                  <a:pt x="160349" y="76195"/>
                  <a:pt x="155989" y="72420"/>
                  <a:pt x="151125" y="69407"/>
                </a:cubicBezTo>
                <a:cubicBezTo>
                  <a:pt x="146099" y="66385"/>
                  <a:pt x="140649" y="64542"/>
                  <a:pt x="134783" y="63869"/>
                </a:cubicBezTo>
                <a:lnTo>
                  <a:pt x="131264" y="35705"/>
                </a:lnTo>
                <a:lnTo>
                  <a:pt x="110138" y="35705"/>
                </a:lnTo>
                <a:lnTo>
                  <a:pt x="106619" y="63869"/>
                </a:lnTo>
                <a:cubicBezTo>
                  <a:pt x="100920" y="64879"/>
                  <a:pt x="95558" y="66890"/>
                  <a:pt x="90526" y="69904"/>
                </a:cubicBezTo>
                <a:cubicBezTo>
                  <a:pt x="85500" y="72757"/>
                  <a:pt x="80972" y="76363"/>
                  <a:pt x="76949" y="80716"/>
                </a:cubicBezTo>
                <a:lnTo>
                  <a:pt x="50541" y="69151"/>
                </a:lnTo>
                <a:lnTo>
                  <a:pt x="40987" y="86502"/>
                </a:lnTo>
                <a:lnTo>
                  <a:pt x="64374" y="103605"/>
                </a:lnTo>
                <a:cubicBezTo>
                  <a:pt x="63701" y="106451"/>
                  <a:pt x="63203" y="109304"/>
                  <a:pt x="62867" y="112149"/>
                </a:cubicBezTo>
                <a:cubicBezTo>
                  <a:pt x="62362" y="115002"/>
                  <a:pt x="62113" y="117848"/>
                  <a:pt x="62113" y="120701"/>
                </a:cubicBezTo>
                <a:cubicBezTo>
                  <a:pt x="62113" y="123554"/>
                  <a:pt x="62362" y="126399"/>
                  <a:pt x="62867" y="129252"/>
                </a:cubicBezTo>
                <a:cubicBezTo>
                  <a:pt x="63203" y="132098"/>
                  <a:pt x="63701" y="134951"/>
                  <a:pt x="64374" y="137804"/>
                </a:cubicBezTo>
                <a:lnTo>
                  <a:pt x="40987" y="154899"/>
                </a:lnTo>
                <a:lnTo>
                  <a:pt x="50541" y="172251"/>
                </a:lnTo>
                <a:lnTo>
                  <a:pt x="76949" y="160686"/>
                </a:lnTo>
                <a:cubicBezTo>
                  <a:pt x="81140" y="164877"/>
                  <a:pt x="85749" y="168396"/>
                  <a:pt x="90774" y="171242"/>
                </a:cubicBezTo>
                <a:cubicBezTo>
                  <a:pt x="95807" y="174094"/>
                  <a:pt x="101089" y="176187"/>
                  <a:pt x="106619" y="177533"/>
                </a:cubicBezTo>
                <a:lnTo>
                  <a:pt x="110138" y="205696"/>
                </a:lnTo>
                <a:close/>
                <a:moveTo>
                  <a:pt x="120701" y="153392"/>
                </a:moveTo>
                <a:cubicBezTo>
                  <a:pt x="129757" y="153392"/>
                  <a:pt x="137467" y="150203"/>
                  <a:pt x="143839" y="143839"/>
                </a:cubicBezTo>
                <a:cubicBezTo>
                  <a:pt x="150203" y="137467"/>
                  <a:pt x="153392" y="129757"/>
                  <a:pt x="153392" y="120701"/>
                </a:cubicBezTo>
                <a:cubicBezTo>
                  <a:pt x="153392" y="111652"/>
                  <a:pt x="150203" y="103934"/>
                  <a:pt x="143839" y="97570"/>
                </a:cubicBezTo>
                <a:cubicBezTo>
                  <a:pt x="137467" y="91199"/>
                  <a:pt x="129757" y="88009"/>
                  <a:pt x="120701" y="88009"/>
                </a:cubicBezTo>
                <a:cubicBezTo>
                  <a:pt x="111652" y="88009"/>
                  <a:pt x="103934" y="91199"/>
                  <a:pt x="97570" y="97570"/>
                </a:cubicBezTo>
                <a:cubicBezTo>
                  <a:pt x="91199" y="103934"/>
                  <a:pt x="88009" y="111652"/>
                  <a:pt x="88009" y="120701"/>
                </a:cubicBezTo>
                <a:cubicBezTo>
                  <a:pt x="88009" y="129757"/>
                  <a:pt x="91199" y="137467"/>
                  <a:pt x="97570" y="143839"/>
                </a:cubicBezTo>
                <a:cubicBezTo>
                  <a:pt x="103934" y="150203"/>
                  <a:pt x="111652" y="153392"/>
                  <a:pt x="120701" y="153392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9" name="圖說"/>
          <p:cNvSpPr/>
          <p:nvPr/>
        </p:nvSpPr>
        <p:spPr>
          <a:xfrm>
            <a:off x="3086941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</a:t>
            </a:r>
            <a:endParaRPr lang="en-US" sz="600" dirty="0"/>
          </a:p>
        </p:txBody>
      </p:sp>
      <p:sp>
        <p:nvSpPr>
          <p:cNvPr id="180" name="圖示 參數"/>
          <p:cNvSpPr/>
          <p:nvPr/>
        </p:nvSpPr>
        <p:spPr>
          <a:xfrm>
            <a:off x="3646536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09384" y="210224"/>
                </a:moveTo>
                <a:cubicBezTo>
                  <a:pt x="107877" y="208710"/>
                  <a:pt x="107124" y="206786"/>
                  <a:pt x="107124" y="204438"/>
                </a:cubicBezTo>
                <a:lnTo>
                  <a:pt x="107124" y="162946"/>
                </a:lnTo>
                <a:cubicBezTo>
                  <a:pt x="107124" y="160598"/>
                  <a:pt x="107877" y="158586"/>
                  <a:pt x="109384" y="156911"/>
                </a:cubicBezTo>
                <a:cubicBezTo>
                  <a:pt x="111059" y="155404"/>
                  <a:pt x="113071" y="154651"/>
                  <a:pt x="115419" y="154651"/>
                </a:cubicBezTo>
                <a:cubicBezTo>
                  <a:pt x="117767" y="154651"/>
                  <a:pt x="119699" y="155404"/>
                  <a:pt x="121206" y="156911"/>
                </a:cubicBezTo>
                <a:cubicBezTo>
                  <a:pt x="122712" y="158586"/>
                  <a:pt x="123466" y="160598"/>
                  <a:pt x="123466" y="162946"/>
                </a:cubicBezTo>
                <a:lnTo>
                  <a:pt x="123466" y="175521"/>
                </a:lnTo>
                <a:lnTo>
                  <a:pt x="203933" y="175521"/>
                </a:lnTo>
                <a:cubicBezTo>
                  <a:pt x="206281" y="175521"/>
                  <a:pt x="208293" y="176274"/>
                  <a:pt x="209968" y="177781"/>
                </a:cubicBezTo>
                <a:cubicBezTo>
                  <a:pt x="211475" y="179456"/>
                  <a:pt x="212236" y="181468"/>
                  <a:pt x="212236" y="183816"/>
                </a:cubicBezTo>
                <a:cubicBezTo>
                  <a:pt x="212236" y="186165"/>
                  <a:pt x="211475" y="188096"/>
                  <a:pt x="209968" y="189603"/>
                </a:cubicBezTo>
                <a:cubicBezTo>
                  <a:pt x="208293" y="191278"/>
                  <a:pt x="206281" y="192119"/>
                  <a:pt x="203933" y="192119"/>
                </a:cubicBezTo>
                <a:lnTo>
                  <a:pt x="123466" y="192119"/>
                </a:lnTo>
                <a:lnTo>
                  <a:pt x="123466" y="204438"/>
                </a:lnTo>
                <a:cubicBezTo>
                  <a:pt x="123466" y="206786"/>
                  <a:pt x="122712" y="208710"/>
                  <a:pt x="121206" y="210224"/>
                </a:cubicBezTo>
                <a:cubicBezTo>
                  <a:pt x="119530" y="211899"/>
                  <a:pt x="117519" y="212733"/>
                  <a:pt x="115171" y="212733"/>
                </a:cubicBezTo>
                <a:cubicBezTo>
                  <a:pt x="112822" y="212733"/>
                  <a:pt x="110891" y="211899"/>
                  <a:pt x="109384" y="210224"/>
                </a:cubicBezTo>
                <a:close/>
                <a:moveTo>
                  <a:pt x="37468" y="192119"/>
                </a:moveTo>
                <a:cubicBezTo>
                  <a:pt x="35120" y="192119"/>
                  <a:pt x="33109" y="191278"/>
                  <a:pt x="31433" y="189603"/>
                </a:cubicBezTo>
                <a:cubicBezTo>
                  <a:pt x="29926" y="187927"/>
                  <a:pt x="29173" y="185916"/>
                  <a:pt x="29173" y="183568"/>
                </a:cubicBezTo>
                <a:cubicBezTo>
                  <a:pt x="29173" y="181219"/>
                  <a:pt x="29926" y="179288"/>
                  <a:pt x="31433" y="177781"/>
                </a:cubicBezTo>
                <a:cubicBezTo>
                  <a:pt x="33109" y="176274"/>
                  <a:pt x="35120" y="175521"/>
                  <a:pt x="37468" y="175521"/>
                </a:cubicBezTo>
                <a:lnTo>
                  <a:pt x="84491" y="175521"/>
                </a:lnTo>
                <a:cubicBezTo>
                  <a:pt x="86839" y="175521"/>
                  <a:pt x="88763" y="176274"/>
                  <a:pt x="90277" y="177781"/>
                </a:cubicBezTo>
                <a:cubicBezTo>
                  <a:pt x="91784" y="179456"/>
                  <a:pt x="92537" y="181468"/>
                  <a:pt x="92537" y="183816"/>
                </a:cubicBezTo>
                <a:cubicBezTo>
                  <a:pt x="92537" y="186165"/>
                  <a:pt x="91784" y="188096"/>
                  <a:pt x="90277" y="189603"/>
                </a:cubicBezTo>
                <a:cubicBezTo>
                  <a:pt x="88763" y="191278"/>
                  <a:pt x="86839" y="192119"/>
                  <a:pt x="84491" y="192119"/>
                </a:cubicBezTo>
                <a:lnTo>
                  <a:pt x="37468" y="192119"/>
                </a:lnTo>
                <a:close/>
                <a:moveTo>
                  <a:pt x="78456" y="147101"/>
                </a:moveTo>
                <a:cubicBezTo>
                  <a:pt x="76949" y="145594"/>
                  <a:pt x="76195" y="143671"/>
                  <a:pt x="76195" y="141322"/>
                </a:cubicBezTo>
                <a:lnTo>
                  <a:pt x="76195" y="128996"/>
                </a:lnTo>
                <a:lnTo>
                  <a:pt x="37468" y="128996"/>
                </a:lnTo>
                <a:cubicBezTo>
                  <a:pt x="35120" y="128996"/>
                  <a:pt x="33109" y="128162"/>
                  <a:pt x="31433" y="126487"/>
                </a:cubicBezTo>
                <a:cubicBezTo>
                  <a:pt x="29926" y="124973"/>
                  <a:pt x="29173" y="123049"/>
                  <a:pt x="29173" y="120701"/>
                </a:cubicBezTo>
                <a:cubicBezTo>
                  <a:pt x="29173" y="118353"/>
                  <a:pt x="29926" y="116429"/>
                  <a:pt x="31433" y="114914"/>
                </a:cubicBezTo>
                <a:cubicBezTo>
                  <a:pt x="33109" y="113239"/>
                  <a:pt x="35120" y="112405"/>
                  <a:pt x="37468" y="112405"/>
                </a:cubicBezTo>
                <a:lnTo>
                  <a:pt x="76195" y="112405"/>
                </a:lnTo>
                <a:lnTo>
                  <a:pt x="76195" y="99582"/>
                </a:lnTo>
                <a:cubicBezTo>
                  <a:pt x="76195" y="97234"/>
                  <a:pt x="76949" y="95302"/>
                  <a:pt x="78456" y="93795"/>
                </a:cubicBezTo>
                <a:cubicBezTo>
                  <a:pt x="80131" y="92120"/>
                  <a:pt x="82142" y="91279"/>
                  <a:pt x="84491" y="91279"/>
                </a:cubicBezTo>
                <a:cubicBezTo>
                  <a:pt x="86839" y="91279"/>
                  <a:pt x="88763" y="92120"/>
                  <a:pt x="90277" y="93795"/>
                </a:cubicBezTo>
                <a:cubicBezTo>
                  <a:pt x="91784" y="95302"/>
                  <a:pt x="92537" y="97234"/>
                  <a:pt x="92537" y="99582"/>
                </a:cubicBezTo>
                <a:lnTo>
                  <a:pt x="92537" y="141322"/>
                </a:lnTo>
                <a:cubicBezTo>
                  <a:pt x="92537" y="143671"/>
                  <a:pt x="91784" y="145594"/>
                  <a:pt x="90277" y="147101"/>
                </a:cubicBezTo>
                <a:cubicBezTo>
                  <a:pt x="88763" y="148784"/>
                  <a:pt x="86839" y="149618"/>
                  <a:pt x="84491" y="149618"/>
                </a:cubicBezTo>
                <a:cubicBezTo>
                  <a:pt x="82142" y="149618"/>
                  <a:pt x="80131" y="148784"/>
                  <a:pt x="78456" y="147101"/>
                </a:cubicBezTo>
                <a:close/>
                <a:moveTo>
                  <a:pt x="115171" y="128996"/>
                </a:moveTo>
                <a:cubicBezTo>
                  <a:pt x="112822" y="128996"/>
                  <a:pt x="110891" y="128162"/>
                  <a:pt x="109384" y="126487"/>
                </a:cubicBezTo>
                <a:cubicBezTo>
                  <a:pt x="107877" y="124973"/>
                  <a:pt x="107124" y="123049"/>
                  <a:pt x="107124" y="120701"/>
                </a:cubicBezTo>
                <a:cubicBezTo>
                  <a:pt x="107124" y="118353"/>
                  <a:pt x="107877" y="116429"/>
                  <a:pt x="109384" y="114914"/>
                </a:cubicBezTo>
                <a:cubicBezTo>
                  <a:pt x="110891" y="113239"/>
                  <a:pt x="112822" y="112405"/>
                  <a:pt x="115171" y="112405"/>
                </a:cubicBezTo>
                <a:lnTo>
                  <a:pt x="203933" y="112405"/>
                </a:lnTo>
                <a:cubicBezTo>
                  <a:pt x="206281" y="112405"/>
                  <a:pt x="208293" y="113239"/>
                  <a:pt x="209968" y="114914"/>
                </a:cubicBezTo>
                <a:cubicBezTo>
                  <a:pt x="211475" y="116429"/>
                  <a:pt x="212236" y="118353"/>
                  <a:pt x="212236" y="120701"/>
                </a:cubicBezTo>
                <a:cubicBezTo>
                  <a:pt x="212236" y="123049"/>
                  <a:pt x="211475" y="124973"/>
                  <a:pt x="209968" y="126487"/>
                </a:cubicBezTo>
                <a:cubicBezTo>
                  <a:pt x="208293" y="128162"/>
                  <a:pt x="206281" y="128996"/>
                  <a:pt x="203933" y="128996"/>
                </a:cubicBezTo>
                <a:lnTo>
                  <a:pt x="115171" y="128996"/>
                </a:lnTo>
                <a:close/>
                <a:moveTo>
                  <a:pt x="151125" y="84491"/>
                </a:moveTo>
                <a:cubicBezTo>
                  <a:pt x="149618" y="82815"/>
                  <a:pt x="148864" y="80804"/>
                  <a:pt x="148864" y="78456"/>
                </a:cubicBezTo>
                <a:lnTo>
                  <a:pt x="148864" y="36964"/>
                </a:lnTo>
                <a:cubicBezTo>
                  <a:pt x="148864" y="34616"/>
                  <a:pt x="149618" y="32692"/>
                  <a:pt x="151125" y="31185"/>
                </a:cubicBezTo>
                <a:cubicBezTo>
                  <a:pt x="152807" y="29670"/>
                  <a:pt x="154819" y="28917"/>
                  <a:pt x="157160" y="28917"/>
                </a:cubicBezTo>
                <a:cubicBezTo>
                  <a:pt x="159508" y="28917"/>
                  <a:pt x="161439" y="29670"/>
                  <a:pt x="162946" y="31185"/>
                </a:cubicBezTo>
                <a:cubicBezTo>
                  <a:pt x="164453" y="32692"/>
                  <a:pt x="165206" y="34616"/>
                  <a:pt x="165206" y="36964"/>
                </a:cubicBezTo>
                <a:lnTo>
                  <a:pt x="165206" y="49539"/>
                </a:lnTo>
                <a:lnTo>
                  <a:pt x="203933" y="49539"/>
                </a:lnTo>
                <a:cubicBezTo>
                  <a:pt x="206281" y="49539"/>
                  <a:pt x="208293" y="50292"/>
                  <a:pt x="209968" y="51799"/>
                </a:cubicBezTo>
                <a:cubicBezTo>
                  <a:pt x="211475" y="53313"/>
                  <a:pt x="212236" y="55237"/>
                  <a:pt x="212236" y="57585"/>
                </a:cubicBezTo>
                <a:cubicBezTo>
                  <a:pt x="212236" y="59933"/>
                  <a:pt x="211475" y="61945"/>
                  <a:pt x="209968" y="63620"/>
                </a:cubicBezTo>
                <a:cubicBezTo>
                  <a:pt x="208293" y="65127"/>
                  <a:pt x="206281" y="65881"/>
                  <a:pt x="203933" y="65881"/>
                </a:cubicBezTo>
                <a:lnTo>
                  <a:pt x="165206" y="65881"/>
                </a:lnTo>
                <a:lnTo>
                  <a:pt x="165206" y="78456"/>
                </a:lnTo>
                <a:cubicBezTo>
                  <a:pt x="165206" y="80804"/>
                  <a:pt x="164453" y="82815"/>
                  <a:pt x="162946" y="84491"/>
                </a:cubicBezTo>
                <a:cubicBezTo>
                  <a:pt x="161271" y="85997"/>
                  <a:pt x="159259" y="86751"/>
                  <a:pt x="156911" y="86751"/>
                </a:cubicBezTo>
                <a:cubicBezTo>
                  <a:pt x="154563" y="86751"/>
                  <a:pt x="152639" y="85997"/>
                  <a:pt x="151125" y="84491"/>
                </a:cubicBezTo>
                <a:close/>
                <a:moveTo>
                  <a:pt x="37468" y="65881"/>
                </a:moveTo>
                <a:cubicBezTo>
                  <a:pt x="35120" y="65881"/>
                  <a:pt x="33109" y="65047"/>
                  <a:pt x="31433" y="63372"/>
                </a:cubicBezTo>
                <a:cubicBezTo>
                  <a:pt x="29926" y="61857"/>
                  <a:pt x="29173" y="59933"/>
                  <a:pt x="29173" y="57585"/>
                </a:cubicBezTo>
                <a:cubicBezTo>
                  <a:pt x="29173" y="55237"/>
                  <a:pt x="29926" y="53313"/>
                  <a:pt x="31433" y="51799"/>
                </a:cubicBezTo>
                <a:cubicBezTo>
                  <a:pt x="33109" y="50292"/>
                  <a:pt x="35120" y="49539"/>
                  <a:pt x="37468" y="49539"/>
                </a:cubicBezTo>
                <a:lnTo>
                  <a:pt x="126231" y="49539"/>
                </a:lnTo>
                <a:cubicBezTo>
                  <a:pt x="128579" y="49539"/>
                  <a:pt x="130510" y="50292"/>
                  <a:pt x="132017" y="51799"/>
                </a:cubicBezTo>
                <a:cubicBezTo>
                  <a:pt x="133524" y="53313"/>
                  <a:pt x="134278" y="55237"/>
                  <a:pt x="134278" y="57585"/>
                </a:cubicBezTo>
                <a:cubicBezTo>
                  <a:pt x="134278" y="59933"/>
                  <a:pt x="133524" y="61945"/>
                  <a:pt x="132017" y="63620"/>
                </a:cubicBezTo>
                <a:cubicBezTo>
                  <a:pt x="130510" y="65127"/>
                  <a:pt x="128579" y="65881"/>
                  <a:pt x="126231" y="65881"/>
                </a:cubicBezTo>
                <a:lnTo>
                  <a:pt x="37468" y="65881"/>
                </a:ln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1" name="圖說"/>
          <p:cNvSpPr/>
          <p:nvPr/>
        </p:nvSpPr>
        <p:spPr>
          <a:xfrm>
            <a:off x="3530718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參數</a:t>
            </a:r>
            <a:endParaRPr lang="en-US" sz="600" dirty="0"/>
          </a:p>
        </p:txBody>
      </p:sp>
      <p:sp>
        <p:nvSpPr>
          <p:cNvPr id="182" name="圖示 篩選"/>
          <p:cNvSpPr/>
          <p:nvPr/>
        </p:nvSpPr>
        <p:spPr>
          <a:xfrm>
            <a:off x="4090312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0642" y="202675"/>
                </a:moveTo>
                <a:cubicBezTo>
                  <a:pt x="107460" y="202675"/>
                  <a:pt x="104688" y="201585"/>
                  <a:pt x="102347" y="199405"/>
                </a:cubicBezTo>
                <a:cubicBezTo>
                  <a:pt x="100167" y="197064"/>
                  <a:pt x="99077" y="194292"/>
                  <a:pt x="99077" y="191110"/>
                </a:cubicBezTo>
                <a:lnTo>
                  <a:pt x="99077" y="131264"/>
                </a:lnTo>
                <a:lnTo>
                  <a:pt x="39231" y="55069"/>
                </a:lnTo>
                <a:cubicBezTo>
                  <a:pt x="36547" y="51550"/>
                  <a:pt x="36210" y="47944"/>
                  <a:pt x="38222" y="44257"/>
                </a:cubicBezTo>
                <a:cubicBezTo>
                  <a:pt x="40065" y="40570"/>
                  <a:pt x="43087" y="38727"/>
                  <a:pt x="47278" y="38727"/>
                </a:cubicBezTo>
                <a:lnTo>
                  <a:pt x="194131" y="38727"/>
                </a:lnTo>
                <a:cubicBezTo>
                  <a:pt x="198315" y="38727"/>
                  <a:pt x="201336" y="40570"/>
                  <a:pt x="203180" y="44257"/>
                </a:cubicBezTo>
                <a:cubicBezTo>
                  <a:pt x="205191" y="47944"/>
                  <a:pt x="204855" y="51550"/>
                  <a:pt x="202177" y="55069"/>
                </a:cubicBezTo>
                <a:lnTo>
                  <a:pt x="142325" y="131264"/>
                </a:lnTo>
                <a:lnTo>
                  <a:pt x="142325" y="191614"/>
                </a:lnTo>
                <a:cubicBezTo>
                  <a:pt x="142325" y="194796"/>
                  <a:pt x="141322" y="197393"/>
                  <a:pt x="139311" y="199405"/>
                </a:cubicBezTo>
                <a:cubicBezTo>
                  <a:pt x="137131" y="201585"/>
                  <a:pt x="134446" y="202675"/>
                  <a:pt x="131264" y="202675"/>
                </a:cubicBezTo>
                <a:lnTo>
                  <a:pt x="110642" y="202675"/>
                </a:lnTo>
                <a:close/>
                <a:moveTo>
                  <a:pt x="120701" y="130759"/>
                </a:moveTo>
                <a:lnTo>
                  <a:pt x="179793" y="55822"/>
                </a:lnTo>
                <a:lnTo>
                  <a:pt x="61609" y="55822"/>
                </a:lnTo>
                <a:lnTo>
                  <a:pt x="120701" y="130759"/>
                </a:lnTo>
                <a:close/>
                <a:moveTo>
                  <a:pt x="120701" y="130759"/>
                </a:move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3" name="圖說"/>
          <p:cNvSpPr/>
          <p:nvPr/>
        </p:nvSpPr>
        <p:spPr>
          <a:xfrm>
            <a:off x="3974494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篩選</a:t>
            </a:r>
            <a:endParaRPr lang="en-US" sz="600" dirty="0"/>
          </a:p>
        </p:txBody>
      </p:sp>
      <p:sp>
        <p:nvSpPr>
          <p:cNvPr id="184" name="圖示 搜尋"/>
          <p:cNvSpPr/>
          <p:nvPr/>
        </p:nvSpPr>
        <p:spPr>
          <a:xfrm>
            <a:off x="4534089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94798" y="159676"/>
                </a:moveTo>
                <a:cubicBezTo>
                  <a:pt x="76363" y="159676"/>
                  <a:pt x="60767" y="153305"/>
                  <a:pt x="48032" y="140569"/>
                </a:cubicBezTo>
                <a:cubicBezTo>
                  <a:pt x="35289" y="127826"/>
                  <a:pt x="28917" y="112405"/>
                  <a:pt x="28917" y="94300"/>
                </a:cubicBezTo>
                <a:cubicBezTo>
                  <a:pt x="28917" y="76195"/>
                  <a:pt x="35289" y="60767"/>
                  <a:pt x="48032" y="48032"/>
                </a:cubicBezTo>
                <a:cubicBezTo>
                  <a:pt x="60767" y="35289"/>
                  <a:pt x="76195" y="28917"/>
                  <a:pt x="94300" y="28917"/>
                </a:cubicBezTo>
                <a:cubicBezTo>
                  <a:pt x="112405" y="28917"/>
                  <a:pt x="127826" y="35289"/>
                  <a:pt x="140569" y="48032"/>
                </a:cubicBezTo>
                <a:cubicBezTo>
                  <a:pt x="153305" y="60767"/>
                  <a:pt x="159676" y="76195"/>
                  <a:pt x="159676" y="94300"/>
                </a:cubicBezTo>
                <a:cubicBezTo>
                  <a:pt x="159676" y="101506"/>
                  <a:pt x="158506" y="108462"/>
                  <a:pt x="156158" y="115171"/>
                </a:cubicBezTo>
                <a:cubicBezTo>
                  <a:pt x="153809" y="121871"/>
                  <a:pt x="150371" y="128162"/>
                  <a:pt x="145850" y="134029"/>
                </a:cubicBezTo>
                <a:lnTo>
                  <a:pt x="206450" y="193875"/>
                </a:lnTo>
                <a:cubicBezTo>
                  <a:pt x="208125" y="195550"/>
                  <a:pt x="208966" y="197649"/>
                  <a:pt x="208966" y="200166"/>
                </a:cubicBezTo>
                <a:cubicBezTo>
                  <a:pt x="208966" y="202675"/>
                  <a:pt x="208125" y="204774"/>
                  <a:pt x="206450" y="206450"/>
                </a:cubicBezTo>
                <a:cubicBezTo>
                  <a:pt x="204606" y="208125"/>
                  <a:pt x="202426" y="208966"/>
                  <a:pt x="199910" y="208966"/>
                </a:cubicBezTo>
                <a:cubicBezTo>
                  <a:pt x="197562" y="208966"/>
                  <a:pt x="195550" y="208125"/>
                  <a:pt x="193875" y="206450"/>
                </a:cubicBezTo>
                <a:lnTo>
                  <a:pt x="133524" y="146348"/>
                </a:lnTo>
                <a:cubicBezTo>
                  <a:pt x="128667" y="150540"/>
                  <a:pt x="122881" y="153809"/>
                  <a:pt x="116173" y="156158"/>
                </a:cubicBezTo>
                <a:cubicBezTo>
                  <a:pt x="109472" y="158506"/>
                  <a:pt x="102347" y="159676"/>
                  <a:pt x="94798" y="159676"/>
                </a:cubicBezTo>
                <a:close/>
                <a:moveTo>
                  <a:pt x="94549" y="142581"/>
                </a:moveTo>
                <a:cubicBezTo>
                  <a:pt x="107789" y="142581"/>
                  <a:pt x="119106" y="137884"/>
                  <a:pt x="128499" y="128499"/>
                </a:cubicBezTo>
                <a:cubicBezTo>
                  <a:pt x="137884" y="119106"/>
                  <a:pt x="142581" y="107709"/>
                  <a:pt x="142581" y="94300"/>
                </a:cubicBezTo>
                <a:cubicBezTo>
                  <a:pt x="142581" y="80884"/>
                  <a:pt x="137884" y="69487"/>
                  <a:pt x="128499" y="60102"/>
                </a:cubicBezTo>
                <a:cubicBezTo>
                  <a:pt x="119106" y="50709"/>
                  <a:pt x="107789" y="46020"/>
                  <a:pt x="94549" y="46020"/>
                </a:cubicBezTo>
                <a:cubicBezTo>
                  <a:pt x="80972" y="46020"/>
                  <a:pt x="69487" y="50709"/>
                  <a:pt x="60102" y="60102"/>
                </a:cubicBezTo>
                <a:cubicBezTo>
                  <a:pt x="50709" y="69487"/>
                  <a:pt x="46020" y="80884"/>
                  <a:pt x="46020" y="94300"/>
                </a:cubicBezTo>
                <a:cubicBezTo>
                  <a:pt x="46020" y="107709"/>
                  <a:pt x="50709" y="119106"/>
                  <a:pt x="60102" y="128499"/>
                </a:cubicBezTo>
                <a:cubicBezTo>
                  <a:pt x="69487" y="137884"/>
                  <a:pt x="80972" y="142581"/>
                  <a:pt x="94549" y="142581"/>
                </a:cubicBez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5" name="圖說"/>
          <p:cNvSpPr/>
          <p:nvPr/>
        </p:nvSpPr>
        <p:spPr>
          <a:xfrm>
            <a:off x="4418271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</a:t>
            </a:r>
            <a:endParaRPr lang="en-US" sz="600" dirty="0"/>
          </a:p>
        </p:txBody>
      </p:sp>
      <p:sp>
        <p:nvSpPr>
          <p:cNvPr id="186" name="圖示 鎖定"/>
          <p:cNvSpPr/>
          <p:nvPr/>
        </p:nvSpPr>
        <p:spPr>
          <a:xfrm>
            <a:off x="4977866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5822" y="222792"/>
                </a:moveTo>
                <a:cubicBezTo>
                  <a:pt x="51133" y="222792"/>
                  <a:pt x="47110" y="221036"/>
                  <a:pt x="43752" y="217510"/>
                </a:cubicBezTo>
                <a:cubicBezTo>
                  <a:pt x="40402" y="214160"/>
                  <a:pt x="38727" y="210136"/>
                  <a:pt x="38727" y="205440"/>
                </a:cubicBezTo>
                <a:lnTo>
                  <a:pt x="38727" y="97570"/>
                </a:lnTo>
                <a:cubicBezTo>
                  <a:pt x="38727" y="92706"/>
                  <a:pt x="40402" y="88594"/>
                  <a:pt x="43752" y="85244"/>
                </a:cubicBezTo>
                <a:cubicBezTo>
                  <a:pt x="47110" y="81894"/>
                  <a:pt x="51133" y="80218"/>
                  <a:pt x="55822" y="80218"/>
                </a:cubicBezTo>
                <a:lnTo>
                  <a:pt x="72172" y="80218"/>
                </a:lnTo>
                <a:lnTo>
                  <a:pt x="72172" y="57585"/>
                </a:lnTo>
                <a:cubicBezTo>
                  <a:pt x="72172" y="44008"/>
                  <a:pt x="76949" y="32523"/>
                  <a:pt x="86502" y="23138"/>
                </a:cubicBezTo>
                <a:cubicBezTo>
                  <a:pt x="95888" y="13577"/>
                  <a:pt x="107292" y="8800"/>
                  <a:pt x="120701" y="8800"/>
                </a:cubicBezTo>
                <a:cubicBezTo>
                  <a:pt x="134110" y="8800"/>
                  <a:pt x="145514" y="13577"/>
                  <a:pt x="154899" y="23138"/>
                </a:cubicBezTo>
                <a:cubicBezTo>
                  <a:pt x="164453" y="32523"/>
                  <a:pt x="169230" y="44008"/>
                  <a:pt x="169230" y="57585"/>
                </a:cubicBezTo>
                <a:lnTo>
                  <a:pt x="169230" y="80218"/>
                </a:lnTo>
                <a:lnTo>
                  <a:pt x="185579" y="80218"/>
                </a:lnTo>
                <a:cubicBezTo>
                  <a:pt x="190268" y="80218"/>
                  <a:pt x="194292" y="81894"/>
                  <a:pt x="197649" y="85244"/>
                </a:cubicBezTo>
                <a:cubicBezTo>
                  <a:pt x="201000" y="88594"/>
                  <a:pt x="202675" y="92706"/>
                  <a:pt x="202675" y="97570"/>
                </a:cubicBezTo>
                <a:lnTo>
                  <a:pt x="202675" y="205440"/>
                </a:lnTo>
                <a:cubicBezTo>
                  <a:pt x="202675" y="210136"/>
                  <a:pt x="201000" y="214160"/>
                  <a:pt x="197649" y="217510"/>
                </a:cubicBezTo>
                <a:cubicBezTo>
                  <a:pt x="194292" y="221036"/>
                  <a:pt x="190268" y="222792"/>
                  <a:pt x="185579" y="222792"/>
                </a:cubicBezTo>
                <a:lnTo>
                  <a:pt x="55822" y="222792"/>
                </a:lnTo>
                <a:close/>
                <a:moveTo>
                  <a:pt x="55822" y="205440"/>
                </a:moveTo>
                <a:lnTo>
                  <a:pt x="185579" y="205440"/>
                </a:lnTo>
                <a:lnTo>
                  <a:pt x="185579" y="97570"/>
                </a:lnTo>
                <a:lnTo>
                  <a:pt x="55822" y="97570"/>
                </a:lnTo>
                <a:lnTo>
                  <a:pt x="55822" y="205440"/>
                </a:lnTo>
                <a:close/>
                <a:moveTo>
                  <a:pt x="134534" y="165206"/>
                </a:moveTo>
                <a:cubicBezTo>
                  <a:pt x="138221" y="161520"/>
                  <a:pt x="140064" y="157160"/>
                  <a:pt x="140064" y="152134"/>
                </a:cubicBezTo>
                <a:cubicBezTo>
                  <a:pt x="140064" y="147101"/>
                  <a:pt x="138133" y="142493"/>
                  <a:pt x="134278" y="138301"/>
                </a:cubicBezTo>
                <a:cubicBezTo>
                  <a:pt x="130591" y="134278"/>
                  <a:pt x="126063" y="132266"/>
                  <a:pt x="120701" y="132266"/>
                </a:cubicBezTo>
                <a:cubicBezTo>
                  <a:pt x="115339" y="132266"/>
                  <a:pt x="110811" y="134278"/>
                  <a:pt x="107124" y="138301"/>
                </a:cubicBezTo>
                <a:cubicBezTo>
                  <a:pt x="103269" y="142493"/>
                  <a:pt x="101337" y="147101"/>
                  <a:pt x="101337" y="152134"/>
                </a:cubicBezTo>
                <a:cubicBezTo>
                  <a:pt x="101337" y="157328"/>
                  <a:pt x="103269" y="161776"/>
                  <a:pt x="107124" y="165463"/>
                </a:cubicBezTo>
                <a:cubicBezTo>
                  <a:pt x="110811" y="169149"/>
                  <a:pt x="115339" y="170993"/>
                  <a:pt x="120701" y="170993"/>
                </a:cubicBezTo>
                <a:cubicBezTo>
                  <a:pt x="126063" y="170993"/>
                  <a:pt x="130679" y="169062"/>
                  <a:pt x="134534" y="165206"/>
                </a:cubicBezTo>
                <a:close/>
                <a:moveTo>
                  <a:pt x="89523" y="80218"/>
                </a:moveTo>
                <a:lnTo>
                  <a:pt x="152134" y="80218"/>
                </a:lnTo>
                <a:lnTo>
                  <a:pt x="152134" y="57585"/>
                </a:lnTo>
                <a:cubicBezTo>
                  <a:pt x="152134" y="48697"/>
                  <a:pt x="149033" y="41243"/>
                  <a:pt x="142829" y="35208"/>
                </a:cubicBezTo>
                <a:cubicBezTo>
                  <a:pt x="136794" y="29173"/>
                  <a:pt x="129421" y="26152"/>
                  <a:pt x="120701" y="26152"/>
                </a:cubicBezTo>
                <a:cubicBezTo>
                  <a:pt x="111981" y="26152"/>
                  <a:pt x="104607" y="29173"/>
                  <a:pt x="98572" y="35208"/>
                </a:cubicBezTo>
                <a:cubicBezTo>
                  <a:pt x="92537" y="41243"/>
                  <a:pt x="89523" y="48697"/>
                  <a:pt x="89523" y="57585"/>
                </a:cubicBezTo>
                <a:lnTo>
                  <a:pt x="89523" y="80218"/>
                </a:lnTo>
                <a:close/>
                <a:moveTo>
                  <a:pt x="55822" y="205440"/>
                </a:moveTo>
                <a:lnTo>
                  <a:pt x="55822" y="97570"/>
                </a:lnTo>
                <a:lnTo>
                  <a:pt x="55822" y="205440"/>
                </a:ln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7" name="圖說"/>
          <p:cNvSpPr/>
          <p:nvPr/>
        </p:nvSpPr>
        <p:spPr>
          <a:xfrm>
            <a:off x="4862048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鎖定</a:t>
            </a:r>
            <a:endParaRPr lang="en-US" sz="600" dirty="0"/>
          </a:p>
        </p:txBody>
      </p:sp>
      <p:sp>
        <p:nvSpPr>
          <p:cNvPr id="188" name="圖示 資安"/>
          <p:cNvSpPr/>
          <p:nvPr/>
        </p:nvSpPr>
        <p:spPr>
          <a:xfrm>
            <a:off x="5421642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205191"/>
                </a:moveTo>
                <a:cubicBezTo>
                  <a:pt x="138301" y="199156"/>
                  <a:pt x="152888" y="188425"/>
                  <a:pt x="164453" y="173004"/>
                </a:cubicBezTo>
                <a:cubicBezTo>
                  <a:pt x="176026" y="157416"/>
                  <a:pt x="182814" y="139976"/>
                  <a:pt x="184826" y="120701"/>
                </a:cubicBezTo>
                <a:lnTo>
                  <a:pt x="120701" y="120701"/>
                </a:lnTo>
                <a:lnTo>
                  <a:pt x="120701" y="36964"/>
                </a:lnTo>
                <a:lnTo>
                  <a:pt x="55822" y="61360"/>
                </a:lnTo>
                <a:lnTo>
                  <a:pt x="55822" y="110138"/>
                </a:lnTo>
                <a:cubicBezTo>
                  <a:pt x="55822" y="112149"/>
                  <a:pt x="55910" y="113912"/>
                  <a:pt x="56078" y="115419"/>
                </a:cubicBezTo>
                <a:cubicBezTo>
                  <a:pt x="56078" y="116758"/>
                  <a:pt x="56247" y="118521"/>
                  <a:pt x="56576" y="120701"/>
                </a:cubicBezTo>
                <a:lnTo>
                  <a:pt x="120701" y="120701"/>
                </a:lnTo>
                <a:lnTo>
                  <a:pt x="120701" y="205191"/>
                </a:lnTo>
                <a:close/>
                <a:moveTo>
                  <a:pt x="117936" y="221534"/>
                </a:moveTo>
                <a:cubicBezTo>
                  <a:pt x="117094" y="221365"/>
                  <a:pt x="116173" y="221036"/>
                  <a:pt x="115171" y="220531"/>
                </a:cubicBezTo>
                <a:cubicBezTo>
                  <a:pt x="91696" y="212653"/>
                  <a:pt x="73093" y="198403"/>
                  <a:pt x="59348" y="177781"/>
                </a:cubicBezTo>
                <a:cubicBezTo>
                  <a:pt x="45596" y="156992"/>
                  <a:pt x="38727" y="134366"/>
                  <a:pt x="38727" y="109889"/>
                </a:cubicBezTo>
                <a:lnTo>
                  <a:pt x="38727" y="61104"/>
                </a:lnTo>
                <a:cubicBezTo>
                  <a:pt x="38727" y="57417"/>
                  <a:pt x="39729" y="54067"/>
                  <a:pt x="41741" y="51045"/>
                </a:cubicBezTo>
                <a:cubicBezTo>
                  <a:pt x="43920" y="48200"/>
                  <a:pt x="46605" y="46100"/>
                  <a:pt x="49787" y="44762"/>
                </a:cubicBezTo>
                <a:lnTo>
                  <a:pt x="114666" y="20622"/>
                </a:lnTo>
                <a:cubicBezTo>
                  <a:pt x="116677" y="19780"/>
                  <a:pt x="118689" y="19363"/>
                  <a:pt x="120701" y="19363"/>
                </a:cubicBezTo>
                <a:cubicBezTo>
                  <a:pt x="122712" y="19363"/>
                  <a:pt x="124724" y="19780"/>
                  <a:pt x="126736" y="20622"/>
                </a:cubicBezTo>
                <a:lnTo>
                  <a:pt x="191614" y="44762"/>
                </a:lnTo>
                <a:cubicBezTo>
                  <a:pt x="194796" y="46100"/>
                  <a:pt x="197481" y="48200"/>
                  <a:pt x="199661" y="51045"/>
                </a:cubicBezTo>
                <a:cubicBezTo>
                  <a:pt x="201673" y="54067"/>
                  <a:pt x="202675" y="57417"/>
                  <a:pt x="202675" y="61104"/>
                </a:cubicBezTo>
                <a:lnTo>
                  <a:pt x="202675" y="109889"/>
                </a:lnTo>
                <a:cubicBezTo>
                  <a:pt x="202675" y="134366"/>
                  <a:pt x="195806" y="156992"/>
                  <a:pt x="182061" y="177781"/>
                </a:cubicBezTo>
                <a:cubicBezTo>
                  <a:pt x="168308" y="198403"/>
                  <a:pt x="149706" y="212653"/>
                  <a:pt x="126231" y="220531"/>
                </a:cubicBezTo>
                <a:cubicBezTo>
                  <a:pt x="125229" y="221036"/>
                  <a:pt x="124307" y="221365"/>
                  <a:pt x="123466" y="221534"/>
                </a:cubicBezTo>
                <a:cubicBezTo>
                  <a:pt x="122632" y="221702"/>
                  <a:pt x="121710" y="221790"/>
                  <a:pt x="120701" y="221790"/>
                </a:cubicBezTo>
                <a:cubicBezTo>
                  <a:pt x="119699" y="221790"/>
                  <a:pt x="118770" y="221702"/>
                  <a:pt x="117936" y="221534"/>
                </a:cubicBez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9" name="圖說"/>
          <p:cNvSpPr/>
          <p:nvPr/>
        </p:nvSpPr>
        <p:spPr>
          <a:xfrm>
            <a:off x="5305824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資安</a:t>
            </a:r>
            <a:endParaRPr lang="en-US" sz="600" dirty="0"/>
          </a:p>
        </p:txBody>
      </p:sp>
      <p:sp>
        <p:nvSpPr>
          <p:cNvPr id="190" name="圖示 認證"/>
          <p:cNvSpPr/>
          <p:nvPr/>
        </p:nvSpPr>
        <p:spPr>
          <a:xfrm>
            <a:off x="5865419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0394" y="132017"/>
                </a:moveTo>
                <a:lnTo>
                  <a:pt x="90774" y="112405"/>
                </a:lnTo>
                <a:cubicBezTo>
                  <a:pt x="89099" y="110891"/>
                  <a:pt x="87175" y="110138"/>
                  <a:pt x="84995" y="110138"/>
                </a:cubicBezTo>
                <a:cubicBezTo>
                  <a:pt x="82647" y="110138"/>
                  <a:pt x="80716" y="110891"/>
                  <a:pt x="79209" y="112405"/>
                </a:cubicBezTo>
                <a:cubicBezTo>
                  <a:pt x="77702" y="113912"/>
                  <a:pt x="76949" y="115836"/>
                  <a:pt x="76949" y="118184"/>
                </a:cubicBezTo>
                <a:cubicBezTo>
                  <a:pt x="76949" y="120364"/>
                  <a:pt x="77702" y="122296"/>
                  <a:pt x="79209" y="123971"/>
                </a:cubicBezTo>
                <a:lnTo>
                  <a:pt x="103605" y="148616"/>
                </a:lnTo>
                <a:cubicBezTo>
                  <a:pt x="105280" y="150291"/>
                  <a:pt x="107292" y="151125"/>
                  <a:pt x="109640" y="151125"/>
                </a:cubicBezTo>
                <a:cubicBezTo>
                  <a:pt x="111981" y="151125"/>
                  <a:pt x="113993" y="150291"/>
                  <a:pt x="115675" y="148616"/>
                </a:cubicBezTo>
                <a:lnTo>
                  <a:pt x="161944" y="102347"/>
                </a:lnTo>
                <a:cubicBezTo>
                  <a:pt x="163451" y="100833"/>
                  <a:pt x="164204" y="98989"/>
                  <a:pt x="164204" y="96809"/>
                </a:cubicBezTo>
                <a:cubicBezTo>
                  <a:pt x="164204" y="94629"/>
                  <a:pt x="163451" y="92786"/>
                  <a:pt x="161944" y="91279"/>
                </a:cubicBezTo>
                <a:cubicBezTo>
                  <a:pt x="160430" y="89940"/>
                  <a:pt x="158586" y="89267"/>
                  <a:pt x="156406" y="89267"/>
                </a:cubicBezTo>
                <a:cubicBezTo>
                  <a:pt x="154058" y="89436"/>
                  <a:pt x="152215" y="90189"/>
                  <a:pt x="150876" y="91535"/>
                </a:cubicBezTo>
                <a:lnTo>
                  <a:pt x="110394" y="132017"/>
                </a:lnTo>
                <a:close/>
                <a:moveTo>
                  <a:pt x="117936" y="221534"/>
                </a:moveTo>
                <a:cubicBezTo>
                  <a:pt x="116926" y="221204"/>
                  <a:pt x="116004" y="220868"/>
                  <a:pt x="115171" y="220531"/>
                </a:cubicBezTo>
                <a:cubicBezTo>
                  <a:pt x="91696" y="212653"/>
                  <a:pt x="73093" y="198403"/>
                  <a:pt x="59348" y="177781"/>
                </a:cubicBezTo>
                <a:cubicBezTo>
                  <a:pt x="45596" y="156992"/>
                  <a:pt x="38727" y="134366"/>
                  <a:pt x="38727" y="109889"/>
                </a:cubicBezTo>
                <a:lnTo>
                  <a:pt x="38727" y="61104"/>
                </a:lnTo>
                <a:cubicBezTo>
                  <a:pt x="38727" y="57417"/>
                  <a:pt x="39729" y="54067"/>
                  <a:pt x="41741" y="51045"/>
                </a:cubicBezTo>
                <a:cubicBezTo>
                  <a:pt x="43752" y="48032"/>
                  <a:pt x="46437" y="45932"/>
                  <a:pt x="49787" y="44762"/>
                </a:cubicBezTo>
                <a:lnTo>
                  <a:pt x="114666" y="20366"/>
                </a:lnTo>
                <a:cubicBezTo>
                  <a:pt x="116677" y="19700"/>
                  <a:pt x="118689" y="19363"/>
                  <a:pt x="120701" y="19363"/>
                </a:cubicBezTo>
                <a:cubicBezTo>
                  <a:pt x="122712" y="19363"/>
                  <a:pt x="124724" y="19700"/>
                  <a:pt x="126736" y="20366"/>
                </a:cubicBezTo>
                <a:lnTo>
                  <a:pt x="191614" y="44762"/>
                </a:lnTo>
                <a:cubicBezTo>
                  <a:pt x="194965" y="45932"/>
                  <a:pt x="197649" y="48032"/>
                  <a:pt x="199661" y="51045"/>
                </a:cubicBezTo>
                <a:cubicBezTo>
                  <a:pt x="201673" y="54067"/>
                  <a:pt x="202675" y="57417"/>
                  <a:pt x="202675" y="61104"/>
                </a:cubicBezTo>
                <a:lnTo>
                  <a:pt x="202675" y="109889"/>
                </a:lnTo>
                <a:cubicBezTo>
                  <a:pt x="202675" y="134366"/>
                  <a:pt x="195806" y="156992"/>
                  <a:pt x="182061" y="177781"/>
                </a:cubicBezTo>
                <a:cubicBezTo>
                  <a:pt x="168308" y="198403"/>
                  <a:pt x="149706" y="212653"/>
                  <a:pt x="126231" y="220531"/>
                </a:cubicBezTo>
                <a:cubicBezTo>
                  <a:pt x="125397" y="220868"/>
                  <a:pt x="124475" y="221204"/>
                  <a:pt x="123466" y="221534"/>
                </a:cubicBezTo>
                <a:cubicBezTo>
                  <a:pt x="122632" y="221702"/>
                  <a:pt x="121710" y="221790"/>
                  <a:pt x="120701" y="221790"/>
                </a:cubicBezTo>
                <a:cubicBezTo>
                  <a:pt x="119699" y="221790"/>
                  <a:pt x="118770" y="221702"/>
                  <a:pt x="117936" y="221534"/>
                </a:cubicBezTo>
                <a:close/>
                <a:moveTo>
                  <a:pt x="120701" y="204943"/>
                </a:moveTo>
                <a:cubicBezTo>
                  <a:pt x="139815" y="198403"/>
                  <a:pt x="155404" y="186333"/>
                  <a:pt x="167474" y="168732"/>
                </a:cubicBezTo>
                <a:cubicBezTo>
                  <a:pt x="179544" y="151293"/>
                  <a:pt x="185579" y="131681"/>
                  <a:pt x="185579" y="109889"/>
                </a:cubicBezTo>
                <a:lnTo>
                  <a:pt x="185579" y="61104"/>
                </a:lnTo>
                <a:lnTo>
                  <a:pt x="120701" y="36459"/>
                </a:lnTo>
                <a:lnTo>
                  <a:pt x="55822" y="61104"/>
                </a:lnTo>
                <a:lnTo>
                  <a:pt x="55822" y="109889"/>
                </a:lnTo>
                <a:cubicBezTo>
                  <a:pt x="55822" y="131681"/>
                  <a:pt x="61857" y="151293"/>
                  <a:pt x="73927" y="168732"/>
                </a:cubicBezTo>
                <a:cubicBezTo>
                  <a:pt x="85997" y="186333"/>
                  <a:pt x="101593" y="198403"/>
                  <a:pt x="120701" y="204943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1" name="圖說"/>
          <p:cNvSpPr/>
          <p:nvPr/>
        </p:nvSpPr>
        <p:spPr>
          <a:xfrm>
            <a:off x="5749601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認證</a:t>
            </a:r>
            <a:endParaRPr lang="en-US" sz="600" dirty="0"/>
          </a:p>
        </p:txBody>
      </p:sp>
      <p:sp>
        <p:nvSpPr>
          <p:cNvPr id="192" name="圖示 金鑰"/>
          <p:cNvSpPr/>
          <p:nvPr/>
        </p:nvSpPr>
        <p:spPr>
          <a:xfrm>
            <a:off x="6309195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7834" y="133276"/>
                </a:moveTo>
                <a:cubicBezTo>
                  <a:pt x="54315" y="129757"/>
                  <a:pt x="52552" y="125565"/>
                  <a:pt x="52552" y="120701"/>
                </a:cubicBezTo>
                <a:cubicBezTo>
                  <a:pt x="52552" y="115836"/>
                  <a:pt x="54315" y="111652"/>
                  <a:pt x="57834" y="108126"/>
                </a:cubicBezTo>
                <a:cubicBezTo>
                  <a:pt x="61360" y="104607"/>
                  <a:pt x="65544" y="102844"/>
                  <a:pt x="70409" y="102844"/>
                </a:cubicBezTo>
                <a:cubicBezTo>
                  <a:pt x="75273" y="102844"/>
                  <a:pt x="79465" y="104607"/>
                  <a:pt x="82984" y="108126"/>
                </a:cubicBezTo>
                <a:cubicBezTo>
                  <a:pt x="86502" y="111652"/>
                  <a:pt x="88265" y="115836"/>
                  <a:pt x="88265" y="120701"/>
                </a:cubicBezTo>
                <a:cubicBezTo>
                  <a:pt x="88265" y="125565"/>
                  <a:pt x="86502" y="129757"/>
                  <a:pt x="82984" y="133276"/>
                </a:cubicBezTo>
                <a:cubicBezTo>
                  <a:pt x="79465" y="136794"/>
                  <a:pt x="75273" y="138557"/>
                  <a:pt x="70409" y="138557"/>
                </a:cubicBezTo>
                <a:cubicBezTo>
                  <a:pt x="65544" y="138557"/>
                  <a:pt x="61360" y="136794"/>
                  <a:pt x="57834" y="133276"/>
                </a:cubicBezTo>
                <a:close/>
                <a:moveTo>
                  <a:pt x="70409" y="182558"/>
                </a:moveTo>
                <a:cubicBezTo>
                  <a:pt x="53313" y="182558"/>
                  <a:pt x="38727" y="176523"/>
                  <a:pt x="26657" y="164453"/>
                </a:cubicBezTo>
                <a:cubicBezTo>
                  <a:pt x="14755" y="152383"/>
                  <a:pt x="8800" y="137804"/>
                  <a:pt x="8800" y="120701"/>
                </a:cubicBezTo>
                <a:cubicBezTo>
                  <a:pt x="8800" y="103605"/>
                  <a:pt x="14755" y="89019"/>
                  <a:pt x="26657" y="76949"/>
                </a:cubicBezTo>
                <a:cubicBezTo>
                  <a:pt x="38727" y="65047"/>
                  <a:pt x="53313" y="59092"/>
                  <a:pt x="70409" y="59092"/>
                </a:cubicBezTo>
                <a:cubicBezTo>
                  <a:pt x="82815" y="59092"/>
                  <a:pt x="93627" y="61945"/>
                  <a:pt x="102844" y="67644"/>
                </a:cubicBezTo>
                <a:cubicBezTo>
                  <a:pt x="112237" y="73510"/>
                  <a:pt x="119530" y="82311"/>
                  <a:pt x="124724" y="94044"/>
                </a:cubicBezTo>
                <a:lnTo>
                  <a:pt x="210473" y="94044"/>
                </a:lnTo>
                <a:cubicBezTo>
                  <a:pt x="211643" y="94044"/>
                  <a:pt x="212733" y="94300"/>
                  <a:pt x="213743" y="94798"/>
                </a:cubicBezTo>
                <a:cubicBezTo>
                  <a:pt x="214577" y="95134"/>
                  <a:pt x="215498" y="95807"/>
                  <a:pt x="216508" y="96809"/>
                </a:cubicBezTo>
                <a:lnTo>
                  <a:pt x="236873" y="116926"/>
                </a:lnTo>
                <a:cubicBezTo>
                  <a:pt x="237715" y="117936"/>
                  <a:pt x="238388" y="118938"/>
                  <a:pt x="238885" y="119947"/>
                </a:cubicBezTo>
                <a:cubicBezTo>
                  <a:pt x="239222" y="120950"/>
                  <a:pt x="239390" y="122039"/>
                  <a:pt x="239390" y="123217"/>
                </a:cubicBezTo>
                <a:cubicBezTo>
                  <a:pt x="239390" y="124388"/>
                  <a:pt x="239141" y="125478"/>
                  <a:pt x="238636" y="126487"/>
                </a:cubicBezTo>
                <a:cubicBezTo>
                  <a:pt x="238132" y="127321"/>
                  <a:pt x="237459" y="128243"/>
                  <a:pt x="236625" y="129252"/>
                </a:cubicBezTo>
                <a:lnTo>
                  <a:pt x="205696" y="157665"/>
                </a:lnTo>
                <a:cubicBezTo>
                  <a:pt x="204855" y="158506"/>
                  <a:pt x="203933" y="159091"/>
                  <a:pt x="202931" y="159427"/>
                </a:cubicBezTo>
                <a:cubicBezTo>
                  <a:pt x="202090" y="159764"/>
                  <a:pt x="201168" y="159932"/>
                  <a:pt x="200166" y="159932"/>
                </a:cubicBezTo>
                <a:cubicBezTo>
                  <a:pt x="199156" y="159932"/>
                  <a:pt x="198235" y="159844"/>
                  <a:pt x="197393" y="159676"/>
                </a:cubicBezTo>
                <a:cubicBezTo>
                  <a:pt x="196559" y="159508"/>
                  <a:pt x="195638" y="159091"/>
                  <a:pt x="194628" y="158418"/>
                </a:cubicBezTo>
                <a:lnTo>
                  <a:pt x="178037" y="146348"/>
                </a:lnTo>
                <a:lnTo>
                  <a:pt x="160934" y="158674"/>
                </a:lnTo>
                <a:cubicBezTo>
                  <a:pt x="160261" y="159340"/>
                  <a:pt x="159508" y="159764"/>
                  <a:pt x="158674" y="159932"/>
                </a:cubicBezTo>
                <a:cubicBezTo>
                  <a:pt x="157665" y="160093"/>
                  <a:pt x="156743" y="160181"/>
                  <a:pt x="155909" y="160181"/>
                </a:cubicBezTo>
                <a:cubicBezTo>
                  <a:pt x="154899" y="160181"/>
                  <a:pt x="153978" y="160093"/>
                  <a:pt x="153136" y="159932"/>
                </a:cubicBezTo>
                <a:cubicBezTo>
                  <a:pt x="152302" y="159596"/>
                  <a:pt x="151461" y="159171"/>
                  <a:pt x="150627" y="158674"/>
                </a:cubicBezTo>
                <a:lnTo>
                  <a:pt x="136794" y="147357"/>
                </a:lnTo>
                <a:lnTo>
                  <a:pt x="124724" y="147357"/>
                </a:lnTo>
                <a:cubicBezTo>
                  <a:pt x="120533" y="157416"/>
                  <a:pt x="113825" y="165799"/>
                  <a:pt x="104607" y="172500"/>
                </a:cubicBezTo>
                <a:cubicBezTo>
                  <a:pt x="95390" y="179208"/>
                  <a:pt x="83986" y="182558"/>
                  <a:pt x="70409" y="182558"/>
                </a:cubicBezTo>
                <a:close/>
                <a:moveTo>
                  <a:pt x="70409" y="165967"/>
                </a:moveTo>
                <a:cubicBezTo>
                  <a:pt x="80299" y="165967"/>
                  <a:pt x="89355" y="162697"/>
                  <a:pt x="97570" y="156158"/>
                </a:cubicBezTo>
                <a:cubicBezTo>
                  <a:pt x="105778" y="149618"/>
                  <a:pt x="110979" y="141154"/>
                  <a:pt x="113159" y="130759"/>
                </a:cubicBezTo>
                <a:lnTo>
                  <a:pt x="142829" y="130759"/>
                </a:lnTo>
                <a:lnTo>
                  <a:pt x="156158" y="142076"/>
                </a:lnTo>
                <a:cubicBezTo>
                  <a:pt x="155989" y="142076"/>
                  <a:pt x="155989" y="142076"/>
                  <a:pt x="156158" y="142076"/>
                </a:cubicBezTo>
                <a:cubicBezTo>
                  <a:pt x="156326" y="141908"/>
                  <a:pt x="156326" y="141908"/>
                  <a:pt x="156158" y="142076"/>
                </a:cubicBezTo>
                <a:lnTo>
                  <a:pt x="178286" y="126231"/>
                </a:lnTo>
                <a:lnTo>
                  <a:pt x="198908" y="141571"/>
                </a:lnTo>
                <a:lnTo>
                  <a:pt x="198652" y="141571"/>
                </a:lnTo>
                <a:lnTo>
                  <a:pt x="198908" y="141571"/>
                </a:lnTo>
                <a:lnTo>
                  <a:pt x="219522" y="122961"/>
                </a:lnTo>
                <a:lnTo>
                  <a:pt x="207203" y="110642"/>
                </a:lnTo>
                <a:lnTo>
                  <a:pt x="113159" y="110642"/>
                </a:lnTo>
                <a:cubicBezTo>
                  <a:pt x="111315" y="101089"/>
                  <a:pt x="106370" y="92786"/>
                  <a:pt x="98324" y="85749"/>
                </a:cubicBezTo>
                <a:cubicBezTo>
                  <a:pt x="90109" y="78872"/>
                  <a:pt x="80804" y="75442"/>
                  <a:pt x="70409" y="75442"/>
                </a:cubicBezTo>
                <a:cubicBezTo>
                  <a:pt x="57834" y="75442"/>
                  <a:pt x="47190" y="79882"/>
                  <a:pt x="38471" y="88763"/>
                </a:cubicBezTo>
                <a:cubicBezTo>
                  <a:pt x="29590" y="97482"/>
                  <a:pt x="25150" y="108126"/>
                  <a:pt x="25150" y="120701"/>
                </a:cubicBezTo>
                <a:cubicBezTo>
                  <a:pt x="25150" y="133276"/>
                  <a:pt x="29590" y="144000"/>
                  <a:pt x="38471" y="152888"/>
                </a:cubicBezTo>
                <a:cubicBezTo>
                  <a:pt x="47190" y="161607"/>
                  <a:pt x="57834" y="165967"/>
                  <a:pt x="70409" y="165967"/>
                </a:cubicBez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3" name="圖說"/>
          <p:cNvSpPr/>
          <p:nvPr/>
        </p:nvSpPr>
        <p:spPr>
          <a:xfrm>
            <a:off x="6193378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金鑰</a:t>
            </a:r>
            <a:endParaRPr lang="en-US" sz="600" dirty="0"/>
          </a:p>
        </p:txBody>
      </p:sp>
      <p:sp>
        <p:nvSpPr>
          <p:cNvPr id="194" name="圖示 交換"/>
          <p:cNvSpPr/>
          <p:nvPr/>
        </p:nvSpPr>
        <p:spPr>
          <a:xfrm>
            <a:off x="6752972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1301" y="161439"/>
                </a:moveTo>
                <a:lnTo>
                  <a:pt x="74681" y="184570"/>
                </a:lnTo>
                <a:cubicBezTo>
                  <a:pt x="76363" y="186413"/>
                  <a:pt x="77197" y="188425"/>
                  <a:pt x="77197" y="190605"/>
                </a:cubicBezTo>
                <a:cubicBezTo>
                  <a:pt x="77197" y="192953"/>
                  <a:pt x="76363" y="194965"/>
                  <a:pt x="74681" y="196640"/>
                </a:cubicBezTo>
                <a:cubicBezTo>
                  <a:pt x="73006" y="198483"/>
                  <a:pt x="70994" y="199405"/>
                  <a:pt x="68646" y="199405"/>
                </a:cubicBezTo>
                <a:cubicBezTo>
                  <a:pt x="66305" y="199405"/>
                  <a:pt x="64293" y="198483"/>
                  <a:pt x="62611" y="196640"/>
                </a:cubicBezTo>
                <a:lnTo>
                  <a:pt x="24645" y="158674"/>
                </a:lnTo>
                <a:cubicBezTo>
                  <a:pt x="23635" y="157833"/>
                  <a:pt x="22970" y="156911"/>
                  <a:pt x="22633" y="155909"/>
                </a:cubicBezTo>
                <a:cubicBezTo>
                  <a:pt x="22128" y="154899"/>
                  <a:pt x="21880" y="153809"/>
                  <a:pt x="21880" y="152639"/>
                </a:cubicBezTo>
                <a:cubicBezTo>
                  <a:pt x="21880" y="151629"/>
                  <a:pt x="22128" y="150627"/>
                  <a:pt x="22633" y="149618"/>
                </a:cubicBezTo>
                <a:cubicBezTo>
                  <a:pt x="22970" y="148616"/>
                  <a:pt x="23635" y="147606"/>
                  <a:pt x="24645" y="146604"/>
                </a:cubicBezTo>
                <a:lnTo>
                  <a:pt x="62611" y="108631"/>
                </a:lnTo>
                <a:cubicBezTo>
                  <a:pt x="64293" y="106956"/>
                  <a:pt x="66305" y="106114"/>
                  <a:pt x="68646" y="106114"/>
                </a:cubicBezTo>
                <a:cubicBezTo>
                  <a:pt x="70994" y="106114"/>
                  <a:pt x="73006" y="106956"/>
                  <a:pt x="74681" y="108631"/>
                </a:cubicBezTo>
                <a:cubicBezTo>
                  <a:pt x="76363" y="110474"/>
                  <a:pt x="77197" y="112486"/>
                  <a:pt x="77197" y="114666"/>
                </a:cubicBezTo>
                <a:cubicBezTo>
                  <a:pt x="77197" y="117014"/>
                  <a:pt x="76363" y="119026"/>
                  <a:pt x="74681" y="120701"/>
                </a:cubicBezTo>
                <a:lnTo>
                  <a:pt x="51301" y="144087"/>
                </a:lnTo>
                <a:lnTo>
                  <a:pt x="119699" y="144087"/>
                </a:lnTo>
                <a:cubicBezTo>
                  <a:pt x="122208" y="144087"/>
                  <a:pt x="124307" y="144921"/>
                  <a:pt x="125982" y="146604"/>
                </a:cubicBezTo>
                <a:cubicBezTo>
                  <a:pt x="127489" y="148279"/>
                  <a:pt x="128243" y="150291"/>
                  <a:pt x="128243" y="152639"/>
                </a:cubicBezTo>
                <a:cubicBezTo>
                  <a:pt x="128243" y="155148"/>
                  <a:pt x="127489" y="157248"/>
                  <a:pt x="125982" y="158923"/>
                </a:cubicBezTo>
                <a:cubicBezTo>
                  <a:pt x="124307" y="160598"/>
                  <a:pt x="122208" y="161439"/>
                  <a:pt x="119699" y="161439"/>
                </a:cubicBezTo>
                <a:lnTo>
                  <a:pt x="51301" y="161439"/>
                </a:lnTo>
                <a:close/>
                <a:moveTo>
                  <a:pt x="190107" y="97314"/>
                </a:moveTo>
                <a:lnTo>
                  <a:pt x="121710" y="97314"/>
                </a:lnTo>
                <a:cubicBezTo>
                  <a:pt x="119194" y="97314"/>
                  <a:pt x="117094" y="96480"/>
                  <a:pt x="115419" y="94798"/>
                </a:cubicBezTo>
                <a:cubicBezTo>
                  <a:pt x="113912" y="93122"/>
                  <a:pt x="113159" y="91111"/>
                  <a:pt x="113159" y="88763"/>
                </a:cubicBezTo>
                <a:cubicBezTo>
                  <a:pt x="113159" y="86254"/>
                  <a:pt x="113912" y="84154"/>
                  <a:pt x="115419" y="82479"/>
                </a:cubicBezTo>
                <a:cubicBezTo>
                  <a:pt x="117094" y="80804"/>
                  <a:pt x="119194" y="79962"/>
                  <a:pt x="121710" y="79962"/>
                </a:cubicBezTo>
                <a:lnTo>
                  <a:pt x="190107" y="79962"/>
                </a:lnTo>
                <a:lnTo>
                  <a:pt x="166721" y="56576"/>
                </a:lnTo>
                <a:cubicBezTo>
                  <a:pt x="165038" y="54901"/>
                  <a:pt x="164204" y="52977"/>
                  <a:pt x="164204" y="50797"/>
                </a:cubicBezTo>
                <a:cubicBezTo>
                  <a:pt x="164204" y="48449"/>
                  <a:pt x="165038" y="46437"/>
                  <a:pt x="166721" y="44762"/>
                </a:cubicBezTo>
                <a:cubicBezTo>
                  <a:pt x="168396" y="42918"/>
                  <a:pt x="170408" y="41997"/>
                  <a:pt x="172756" y="41997"/>
                </a:cubicBezTo>
                <a:cubicBezTo>
                  <a:pt x="175097" y="41997"/>
                  <a:pt x="177108" y="42918"/>
                  <a:pt x="178791" y="44762"/>
                </a:cubicBezTo>
                <a:lnTo>
                  <a:pt x="216757" y="82728"/>
                </a:lnTo>
                <a:cubicBezTo>
                  <a:pt x="217766" y="83569"/>
                  <a:pt x="218432" y="84491"/>
                  <a:pt x="218768" y="85500"/>
                </a:cubicBezTo>
                <a:cubicBezTo>
                  <a:pt x="219273" y="86502"/>
                  <a:pt x="219522" y="87592"/>
                  <a:pt x="219522" y="88763"/>
                </a:cubicBezTo>
                <a:cubicBezTo>
                  <a:pt x="219522" y="89772"/>
                  <a:pt x="219273" y="90774"/>
                  <a:pt x="218768" y="91784"/>
                </a:cubicBezTo>
                <a:cubicBezTo>
                  <a:pt x="218432" y="92786"/>
                  <a:pt x="217766" y="93795"/>
                  <a:pt x="216757" y="94798"/>
                </a:cubicBezTo>
                <a:lnTo>
                  <a:pt x="178791" y="132522"/>
                </a:lnTo>
                <a:cubicBezTo>
                  <a:pt x="177108" y="134366"/>
                  <a:pt x="175097" y="135287"/>
                  <a:pt x="172756" y="135287"/>
                </a:cubicBezTo>
                <a:cubicBezTo>
                  <a:pt x="170408" y="135287"/>
                  <a:pt x="168396" y="134366"/>
                  <a:pt x="166721" y="132522"/>
                </a:cubicBezTo>
                <a:cubicBezTo>
                  <a:pt x="165038" y="130840"/>
                  <a:pt x="164204" y="128916"/>
                  <a:pt x="164204" y="126736"/>
                </a:cubicBezTo>
                <a:cubicBezTo>
                  <a:pt x="164204" y="124388"/>
                  <a:pt x="165038" y="122376"/>
                  <a:pt x="166721" y="120701"/>
                </a:cubicBezTo>
                <a:lnTo>
                  <a:pt x="190107" y="97314"/>
                </a:ln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5" name="圖說"/>
          <p:cNvSpPr/>
          <p:nvPr/>
        </p:nvSpPr>
        <p:spPr>
          <a:xfrm>
            <a:off x="6637154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交換</a:t>
            </a:r>
            <a:endParaRPr lang="en-US" sz="600" dirty="0"/>
          </a:p>
        </p:txBody>
      </p:sp>
      <p:sp>
        <p:nvSpPr>
          <p:cNvPr id="196" name="圖示 分流"/>
          <p:cNvSpPr/>
          <p:nvPr/>
        </p:nvSpPr>
        <p:spPr>
          <a:xfrm>
            <a:off x="7196749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2149" y="214248"/>
                </a:moveTo>
                <a:lnTo>
                  <a:pt x="112149" y="174014"/>
                </a:lnTo>
                <a:cubicBezTo>
                  <a:pt x="112149" y="166128"/>
                  <a:pt x="110891" y="159508"/>
                  <a:pt x="108382" y="154146"/>
                </a:cubicBezTo>
                <a:cubicBezTo>
                  <a:pt x="105866" y="148784"/>
                  <a:pt x="101754" y="143334"/>
                  <a:pt x="96056" y="137804"/>
                </a:cubicBezTo>
                <a:lnTo>
                  <a:pt x="108382" y="125478"/>
                </a:lnTo>
                <a:cubicBezTo>
                  <a:pt x="110394" y="127153"/>
                  <a:pt x="112574" y="129589"/>
                  <a:pt x="114914" y="132771"/>
                </a:cubicBezTo>
                <a:cubicBezTo>
                  <a:pt x="117263" y="135792"/>
                  <a:pt x="119194" y="138557"/>
                  <a:pt x="120701" y="141066"/>
                </a:cubicBezTo>
                <a:cubicBezTo>
                  <a:pt x="123554" y="136875"/>
                  <a:pt x="126319" y="133188"/>
                  <a:pt x="128996" y="130006"/>
                </a:cubicBezTo>
                <a:cubicBezTo>
                  <a:pt x="131681" y="126816"/>
                  <a:pt x="134278" y="124139"/>
                  <a:pt x="136794" y="121959"/>
                </a:cubicBezTo>
                <a:cubicBezTo>
                  <a:pt x="147021" y="114081"/>
                  <a:pt x="154226" y="104527"/>
                  <a:pt x="158418" y="93291"/>
                </a:cubicBezTo>
                <a:cubicBezTo>
                  <a:pt x="162610" y="82062"/>
                  <a:pt x="164204" y="68061"/>
                  <a:pt x="163195" y="51301"/>
                </a:cubicBezTo>
                <a:lnTo>
                  <a:pt x="146604" y="67892"/>
                </a:lnTo>
                <a:cubicBezTo>
                  <a:pt x="144921" y="69568"/>
                  <a:pt x="142910" y="70409"/>
                  <a:pt x="140569" y="70409"/>
                </a:cubicBezTo>
                <a:cubicBezTo>
                  <a:pt x="138389" y="70409"/>
                  <a:pt x="136377" y="69568"/>
                  <a:pt x="134534" y="67892"/>
                </a:cubicBezTo>
                <a:cubicBezTo>
                  <a:pt x="132851" y="66049"/>
                  <a:pt x="132017" y="64037"/>
                  <a:pt x="132017" y="61857"/>
                </a:cubicBezTo>
                <a:cubicBezTo>
                  <a:pt x="132017" y="59509"/>
                  <a:pt x="132851" y="57497"/>
                  <a:pt x="134534" y="55822"/>
                </a:cubicBezTo>
                <a:lnTo>
                  <a:pt x="165967" y="24645"/>
                </a:lnTo>
                <a:cubicBezTo>
                  <a:pt x="166801" y="23635"/>
                  <a:pt x="167723" y="22970"/>
                  <a:pt x="168732" y="22633"/>
                </a:cubicBezTo>
                <a:cubicBezTo>
                  <a:pt x="169735" y="22128"/>
                  <a:pt x="170825" y="21880"/>
                  <a:pt x="172002" y="21880"/>
                </a:cubicBezTo>
                <a:cubicBezTo>
                  <a:pt x="173004" y="21880"/>
                  <a:pt x="174014" y="22128"/>
                  <a:pt x="175016" y="22633"/>
                </a:cubicBezTo>
                <a:cubicBezTo>
                  <a:pt x="176026" y="22970"/>
                  <a:pt x="176947" y="23635"/>
                  <a:pt x="177781" y="24645"/>
                </a:cubicBezTo>
                <a:lnTo>
                  <a:pt x="209215" y="55822"/>
                </a:lnTo>
                <a:cubicBezTo>
                  <a:pt x="210890" y="57497"/>
                  <a:pt x="211731" y="59509"/>
                  <a:pt x="211731" y="61857"/>
                </a:cubicBezTo>
                <a:cubicBezTo>
                  <a:pt x="211731" y="64037"/>
                  <a:pt x="210890" y="66049"/>
                  <a:pt x="209215" y="67892"/>
                </a:cubicBezTo>
                <a:cubicBezTo>
                  <a:pt x="207371" y="69568"/>
                  <a:pt x="205360" y="70409"/>
                  <a:pt x="203180" y="70409"/>
                </a:cubicBezTo>
                <a:cubicBezTo>
                  <a:pt x="200832" y="70409"/>
                  <a:pt x="198820" y="69568"/>
                  <a:pt x="197145" y="67892"/>
                </a:cubicBezTo>
                <a:lnTo>
                  <a:pt x="180546" y="51301"/>
                </a:lnTo>
                <a:cubicBezTo>
                  <a:pt x="181219" y="71579"/>
                  <a:pt x="179120" y="87841"/>
                  <a:pt x="174263" y="100079"/>
                </a:cubicBezTo>
                <a:cubicBezTo>
                  <a:pt x="169398" y="112318"/>
                  <a:pt x="160686" y="124051"/>
                  <a:pt x="148111" y="135287"/>
                </a:cubicBezTo>
                <a:cubicBezTo>
                  <a:pt x="140401" y="142156"/>
                  <a:pt x="135368" y="148447"/>
                  <a:pt x="133020" y="154146"/>
                </a:cubicBezTo>
                <a:cubicBezTo>
                  <a:pt x="130510" y="159676"/>
                  <a:pt x="129252" y="166296"/>
                  <a:pt x="129252" y="174014"/>
                </a:cubicBezTo>
                <a:lnTo>
                  <a:pt x="129252" y="214248"/>
                </a:lnTo>
                <a:cubicBezTo>
                  <a:pt x="129252" y="216757"/>
                  <a:pt x="128411" y="218768"/>
                  <a:pt x="126736" y="220283"/>
                </a:cubicBezTo>
                <a:cubicBezTo>
                  <a:pt x="125229" y="221958"/>
                  <a:pt x="123217" y="222792"/>
                  <a:pt x="120701" y="222792"/>
                </a:cubicBezTo>
                <a:cubicBezTo>
                  <a:pt x="118184" y="222792"/>
                  <a:pt x="116173" y="221958"/>
                  <a:pt x="114666" y="220283"/>
                </a:cubicBezTo>
                <a:cubicBezTo>
                  <a:pt x="112991" y="218768"/>
                  <a:pt x="112149" y="216757"/>
                  <a:pt x="112149" y="214248"/>
                </a:cubicBezTo>
                <a:close/>
                <a:moveTo>
                  <a:pt x="62611" y="83488"/>
                </a:moveTo>
                <a:cubicBezTo>
                  <a:pt x="61945" y="80635"/>
                  <a:pt x="61360" y="76276"/>
                  <a:pt x="60855" y="70409"/>
                </a:cubicBezTo>
                <a:cubicBezTo>
                  <a:pt x="60350" y="64542"/>
                  <a:pt x="60270" y="58258"/>
                  <a:pt x="60599" y="51550"/>
                </a:cubicBezTo>
                <a:lnTo>
                  <a:pt x="44257" y="67644"/>
                </a:lnTo>
                <a:cubicBezTo>
                  <a:pt x="42582" y="69487"/>
                  <a:pt x="40570" y="70409"/>
                  <a:pt x="38222" y="70409"/>
                </a:cubicBezTo>
                <a:cubicBezTo>
                  <a:pt x="36042" y="70409"/>
                  <a:pt x="34118" y="69568"/>
                  <a:pt x="32436" y="67892"/>
                </a:cubicBezTo>
                <a:cubicBezTo>
                  <a:pt x="30592" y="66217"/>
                  <a:pt x="29670" y="64206"/>
                  <a:pt x="29670" y="61857"/>
                </a:cubicBezTo>
                <a:cubicBezTo>
                  <a:pt x="29670" y="59509"/>
                  <a:pt x="30592" y="57497"/>
                  <a:pt x="32436" y="55822"/>
                </a:cubicBezTo>
                <a:lnTo>
                  <a:pt x="63372" y="24645"/>
                </a:lnTo>
                <a:cubicBezTo>
                  <a:pt x="64374" y="23635"/>
                  <a:pt x="65383" y="22970"/>
                  <a:pt x="66385" y="22633"/>
                </a:cubicBezTo>
                <a:cubicBezTo>
                  <a:pt x="67395" y="22128"/>
                  <a:pt x="68397" y="21880"/>
                  <a:pt x="69407" y="21880"/>
                </a:cubicBezTo>
                <a:cubicBezTo>
                  <a:pt x="70577" y="21880"/>
                  <a:pt x="71667" y="22128"/>
                  <a:pt x="72669" y="22633"/>
                </a:cubicBezTo>
                <a:cubicBezTo>
                  <a:pt x="73679" y="22970"/>
                  <a:pt x="74600" y="23635"/>
                  <a:pt x="75442" y="24645"/>
                </a:cubicBezTo>
                <a:lnTo>
                  <a:pt x="106619" y="55822"/>
                </a:lnTo>
                <a:cubicBezTo>
                  <a:pt x="108462" y="57497"/>
                  <a:pt x="109384" y="59509"/>
                  <a:pt x="109384" y="61857"/>
                </a:cubicBezTo>
                <a:cubicBezTo>
                  <a:pt x="109384" y="64206"/>
                  <a:pt x="108462" y="66217"/>
                  <a:pt x="106619" y="67892"/>
                </a:cubicBezTo>
                <a:cubicBezTo>
                  <a:pt x="104944" y="69568"/>
                  <a:pt x="103013" y="70409"/>
                  <a:pt x="100833" y="70409"/>
                </a:cubicBezTo>
                <a:cubicBezTo>
                  <a:pt x="98492" y="70409"/>
                  <a:pt x="96480" y="69568"/>
                  <a:pt x="94798" y="67892"/>
                </a:cubicBezTo>
                <a:lnTo>
                  <a:pt x="78207" y="51301"/>
                </a:lnTo>
                <a:cubicBezTo>
                  <a:pt x="77870" y="57337"/>
                  <a:pt x="77783" y="62699"/>
                  <a:pt x="77951" y="67395"/>
                </a:cubicBezTo>
                <a:cubicBezTo>
                  <a:pt x="78119" y="72084"/>
                  <a:pt x="78536" y="76107"/>
                  <a:pt x="79209" y="79465"/>
                </a:cubicBezTo>
                <a:lnTo>
                  <a:pt x="62611" y="83488"/>
                </a:lnTo>
                <a:close/>
                <a:moveTo>
                  <a:pt x="84739" y="126736"/>
                </a:moveTo>
                <a:cubicBezTo>
                  <a:pt x="81725" y="123722"/>
                  <a:pt x="78456" y="119699"/>
                  <a:pt x="74937" y="114666"/>
                </a:cubicBezTo>
                <a:cubicBezTo>
                  <a:pt x="71418" y="109801"/>
                  <a:pt x="68646" y="104607"/>
                  <a:pt x="66634" y="99077"/>
                </a:cubicBezTo>
                <a:lnTo>
                  <a:pt x="83737" y="94549"/>
                </a:lnTo>
                <a:cubicBezTo>
                  <a:pt x="85244" y="98404"/>
                  <a:pt x="87256" y="102179"/>
                  <a:pt x="89772" y="105866"/>
                </a:cubicBezTo>
                <a:cubicBezTo>
                  <a:pt x="92120" y="109552"/>
                  <a:pt x="94381" y="112486"/>
                  <a:pt x="96561" y="114666"/>
                </a:cubicBezTo>
                <a:lnTo>
                  <a:pt x="84739" y="126736"/>
                </a:ln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7" name="圖說"/>
          <p:cNvSpPr/>
          <p:nvPr/>
        </p:nvSpPr>
        <p:spPr>
          <a:xfrm>
            <a:off x="7080931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分流</a:t>
            </a:r>
            <a:endParaRPr lang="en-US" sz="600" dirty="0"/>
          </a:p>
        </p:txBody>
      </p:sp>
      <p:sp>
        <p:nvSpPr>
          <p:cNvPr id="198" name="圖示 分歧"/>
          <p:cNvSpPr/>
          <p:nvPr/>
        </p:nvSpPr>
        <p:spPr>
          <a:xfrm>
            <a:off x="7640525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5822" y="67892"/>
                </a:moveTo>
                <a:lnTo>
                  <a:pt x="55822" y="88763"/>
                </a:lnTo>
                <a:cubicBezTo>
                  <a:pt x="55822" y="91279"/>
                  <a:pt x="54988" y="93291"/>
                  <a:pt x="53313" y="94798"/>
                </a:cubicBezTo>
                <a:cubicBezTo>
                  <a:pt x="51631" y="96480"/>
                  <a:pt x="49619" y="97314"/>
                  <a:pt x="47278" y="97314"/>
                </a:cubicBezTo>
                <a:cubicBezTo>
                  <a:pt x="44762" y="97314"/>
                  <a:pt x="42750" y="96480"/>
                  <a:pt x="41243" y="94798"/>
                </a:cubicBezTo>
                <a:cubicBezTo>
                  <a:pt x="39561" y="93291"/>
                  <a:pt x="38727" y="91279"/>
                  <a:pt x="38727" y="88763"/>
                </a:cubicBezTo>
                <a:lnTo>
                  <a:pt x="38727" y="47278"/>
                </a:lnTo>
                <a:cubicBezTo>
                  <a:pt x="38727" y="44930"/>
                  <a:pt x="39561" y="42918"/>
                  <a:pt x="41243" y="41243"/>
                </a:cubicBezTo>
                <a:cubicBezTo>
                  <a:pt x="42918" y="39561"/>
                  <a:pt x="44930" y="38727"/>
                  <a:pt x="47278" y="38727"/>
                </a:cubicBezTo>
                <a:lnTo>
                  <a:pt x="88763" y="38727"/>
                </a:lnTo>
                <a:cubicBezTo>
                  <a:pt x="91279" y="38727"/>
                  <a:pt x="93291" y="39561"/>
                  <a:pt x="94798" y="41243"/>
                </a:cubicBezTo>
                <a:cubicBezTo>
                  <a:pt x="96480" y="42918"/>
                  <a:pt x="97314" y="44930"/>
                  <a:pt x="97314" y="47278"/>
                </a:cubicBezTo>
                <a:cubicBezTo>
                  <a:pt x="97314" y="49787"/>
                  <a:pt x="96480" y="51799"/>
                  <a:pt x="94798" y="53313"/>
                </a:cubicBezTo>
                <a:cubicBezTo>
                  <a:pt x="93291" y="54988"/>
                  <a:pt x="91279" y="55822"/>
                  <a:pt x="88763" y="55822"/>
                </a:cubicBezTo>
                <a:lnTo>
                  <a:pt x="68148" y="55822"/>
                </a:lnTo>
                <a:lnTo>
                  <a:pt x="124724" y="112405"/>
                </a:lnTo>
                <a:cubicBezTo>
                  <a:pt x="126231" y="113912"/>
                  <a:pt x="127409" y="115756"/>
                  <a:pt x="128243" y="117936"/>
                </a:cubicBezTo>
                <a:cubicBezTo>
                  <a:pt x="129252" y="120116"/>
                  <a:pt x="129757" y="122376"/>
                  <a:pt x="129757" y="124724"/>
                </a:cubicBezTo>
                <a:lnTo>
                  <a:pt x="129757" y="194131"/>
                </a:lnTo>
                <a:cubicBezTo>
                  <a:pt x="129757" y="196472"/>
                  <a:pt x="128916" y="198483"/>
                  <a:pt x="127241" y="200166"/>
                </a:cubicBezTo>
                <a:cubicBezTo>
                  <a:pt x="125565" y="201841"/>
                  <a:pt x="123554" y="202675"/>
                  <a:pt x="121206" y="202675"/>
                </a:cubicBezTo>
                <a:cubicBezTo>
                  <a:pt x="118689" y="202675"/>
                  <a:pt x="116677" y="201841"/>
                  <a:pt x="115171" y="200166"/>
                </a:cubicBezTo>
                <a:cubicBezTo>
                  <a:pt x="113495" y="198483"/>
                  <a:pt x="112654" y="196472"/>
                  <a:pt x="112654" y="194131"/>
                </a:cubicBezTo>
                <a:lnTo>
                  <a:pt x="112654" y="124724"/>
                </a:lnTo>
                <a:lnTo>
                  <a:pt x="55822" y="67892"/>
                </a:lnTo>
                <a:close/>
                <a:moveTo>
                  <a:pt x="185579" y="67892"/>
                </a:moveTo>
                <a:lnTo>
                  <a:pt x="149618" y="103605"/>
                </a:lnTo>
                <a:cubicBezTo>
                  <a:pt x="147943" y="105449"/>
                  <a:pt x="145931" y="106370"/>
                  <a:pt x="143583" y="106370"/>
                </a:cubicBezTo>
                <a:cubicBezTo>
                  <a:pt x="141235" y="106370"/>
                  <a:pt x="139223" y="105449"/>
                  <a:pt x="137548" y="103605"/>
                </a:cubicBezTo>
                <a:cubicBezTo>
                  <a:pt x="135873" y="101923"/>
                  <a:pt x="135031" y="99911"/>
                  <a:pt x="135031" y="97570"/>
                </a:cubicBezTo>
                <a:cubicBezTo>
                  <a:pt x="134863" y="95222"/>
                  <a:pt x="135704" y="93291"/>
                  <a:pt x="137548" y="91784"/>
                </a:cubicBezTo>
                <a:lnTo>
                  <a:pt x="173253" y="55822"/>
                </a:lnTo>
                <a:lnTo>
                  <a:pt x="152639" y="55822"/>
                </a:lnTo>
                <a:cubicBezTo>
                  <a:pt x="150123" y="55822"/>
                  <a:pt x="148111" y="54988"/>
                  <a:pt x="146604" y="53313"/>
                </a:cubicBezTo>
                <a:cubicBezTo>
                  <a:pt x="144921" y="51631"/>
                  <a:pt x="144087" y="49619"/>
                  <a:pt x="144087" y="47278"/>
                </a:cubicBezTo>
                <a:cubicBezTo>
                  <a:pt x="144087" y="44762"/>
                  <a:pt x="144921" y="42750"/>
                  <a:pt x="146604" y="41243"/>
                </a:cubicBezTo>
                <a:cubicBezTo>
                  <a:pt x="148111" y="39561"/>
                  <a:pt x="150123" y="38727"/>
                  <a:pt x="152639" y="38727"/>
                </a:cubicBezTo>
                <a:lnTo>
                  <a:pt x="194131" y="38727"/>
                </a:lnTo>
                <a:cubicBezTo>
                  <a:pt x="196472" y="38727"/>
                  <a:pt x="198483" y="39561"/>
                  <a:pt x="200166" y="41243"/>
                </a:cubicBezTo>
                <a:cubicBezTo>
                  <a:pt x="201841" y="42918"/>
                  <a:pt x="202675" y="44930"/>
                  <a:pt x="202675" y="47278"/>
                </a:cubicBezTo>
                <a:lnTo>
                  <a:pt x="202675" y="88763"/>
                </a:lnTo>
                <a:cubicBezTo>
                  <a:pt x="202675" y="91279"/>
                  <a:pt x="201841" y="93291"/>
                  <a:pt x="200166" y="94798"/>
                </a:cubicBezTo>
                <a:cubicBezTo>
                  <a:pt x="198483" y="96480"/>
                  <a:pt x="196472" y="97314"/>
                  <a:pt x="194131" y="97314"/>
                </a:cubicBezTo>
                <a:cubicBezTo>
                  <a:pt x="191614" y="97314"/>
                  <a:pt x="189603" y="96480"/>
                  <a:pt x="188096" y="94798"/>
                </a:cubicBezTo>
                <a:cubicBezTo>
                  <a:pt x="186413" y="93291"/>
                  <a:pt x="185579" y="91279"/>
                  <a:pt x="185579" y="88763"/>
                </a:cubicBezTo>
                <a:lnTo>
                  <a:pt x="185579" y="67892"/>
                </a:ln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9" name="圖說"/>
          <p:cNvSpPr/>
          <p:nvPr/>
        </p:nvSpPr>
        <p:spPr>
          <a:xfrm>
            <a:off x="7524707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分歧</a:t>
            </a:r>
            <a:endParaRPr lang="en-US" sz="600" dirty="0"/>
          </a:p>
        </p:txBody>
      </p:sp>
      <p:sp>
        <p:nvSpPr>
          <p:cNvPr id="200" name="圖示 合併"/>
          <p:cNvSpPr/>
          <p:nvPr/>
        </p:nvSpPr>
        <p:spPr>
          <a:xfrm>
            <a:off x="8084302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155404"/>
                </a:moveTo>
                <a:lnTo>
                  <a:pt x="69407" y="206698"/>
                </a:lnTo>
                <a:cubicBezTo>
                  <a:pt x="67724" y="208542"/>
                  <a:pt x="65712" y="209383"/>
                  <a:pt x="63372" y="209215"/>
                </a:cubicBezTo>
                <a:cubicBezTo>
                  <a:pt x="61192" y="209215"/>
                  <a:pt x="59260" y="208373"/>
                  <a:pt x="57585" y="206698"/>
                </a:cubicBezTo>
                <a:cubicBezTo>
                  <a:pt x="55742" y="205023"/>
                  <a:pt x="54820" y="203011"/>
                  <a:pt x="54820" y="200663"/>
                </a:cubicBezTo>
                <a:cubicBezTo>
                  <a:pt x="54820" y="198483"/>
                  <a:pt x="55742" y="196472"/>
                  <a:pt x="57585" y="194628"/>
                </a:cubicBezTo>
                <a:lnTo>
                  <a:pt x="102347" y="149874"/>
                </a:lnTo>
                <a:cubicBezTo>
                  <a:pt x="106202" y="146011"/>
                  <a:pt x="108799" y="142412"/>
                  <a:pt x="110138" y="139055"/>
                </a:cubicBezTo>
                <a:cubicBezTo>
                  <a:pt x="111484" y="135873"/>
                  <a:pt x="112149" y="131096"/>
                  <a:pt x="112149" y="124724"/>
                </a:cubicBezTo>
                <a:lnTo>
                  <a:pt x="112149" y="61360"/>
                </a:lnTo>
                <a:lnTo>
                  <a:pt x="95558" y="77951"/>
                </a:lnTo>
                <a:cubicBezTo>
                  <a:pt x="93876" y="79626"/>
                  <a:pt x="91864" y="80467"/>
                  <a:pt x="89523" y="80467"/>
                </a:cubicBezTo>
                <a:cubicBezTo>
                  <a:pt x="87175" y="80467"/>
                  <a:pt x="85164" y="79626"/>
                  <a:pt x="83488" y="77951"/>
                </a:cubicBezTo>
                <a:cubicBezTo>
                  <a:pt x="81806" y="76276"/>
                  <a:pt x="80972" y="74264"/>
                  <a:pt x="80972" y="71916"/>
                </a:cubicBezTo>
                <a:cubicBezTo>
                  <a:pt x="80972" y="69568"/>
                  <a:pt x="81806" y="67556"/>
                  <a:pt x="83488" y="65881"/>
                </a:cubicBezTo>
                <a:lnTo>
                  <a:pt x="114666" y="34703"/>
                </a:lnTo>
                <a:cubicBezTo>
                  <a:pt x="116341" y="33028"/>
                  <a:pt x="118353" y="32187"/>
                  <a:pt x="120701" y="32187"/>
                </a:cubicBezTo>
                <a:cubicBezTo>
                  <a:pt x="123049" y="32187"/>
                  <a:pt x="125061" y="33028"/>
                  <a:pt x="126736" y="34703"/>
                </a:cubicBezTo>
                <a:lnTo>
                  <a:pt x="157921" y="65881"/>
                </a:lnTo>
                <a:cubicBezTo>
                  <a:pt x="159596" y="67556"/>
                  <a:pt x="160430" y="69568"/>
                  <a:pt x="160430" y="71916"/>
                </a:cubicBezTo>
                <a:cubicBezTo>
                  <a:pt x="160430" y="74264"/>
                  <a:pt x="159596" y="76276"/>
                  <a:pt x="157921" y="77951"/>
                </a:cubicBezTo>
                <a:cubicBezTo>
                  <a:pt x="156238" y="79626"/>
                  <a:pt x="154226" y="80467"/>
                  <a:pt x="151885" y="80467"/>
                </a:cubicBezTo>
                <a:cubicBezTo>
                  <a:pt x="149537" y="80467"/>
                  <a:pt x="147526" y="79626"/>
                  <a:pt x="145850" y="77951"/>
                </a:cubicBezTo>
                <a:lnTo>
                  <a:pt x="129252" y="61360"/>
                </a:lnTo>
                <a:lnTo>
                  <a:pt x="129252" y="124724"/>
                </a:lnTo>
                <a:cubicBezTo>
                  <a:pt x="129252" y="131096"/>
                  <a:pt x="129918" y="135873"/>
                  <a:pt x="131264" y="139055"/>
                </a:cubicBezTo>
                <a:cubicBezTo>
                  <a:pt x="132603" y="142412"/>
                  <a:pt x="135200" y="146011"/>
                  <a:pt x="139055" y="149874"/>
                </a:cubicBezTo>
                <a:lnTo>
                  <a:pt x="183816" y="194628"/>
                </a:lnTo>
                <a:cubicBezTo>
                  <a:pt x="185660" y="196472"/>
                  <a:pt x="186581" y="198483"/>
                  <a:pt x="186581" y="200663"/>
                </a:cubicBezTo>
                <a:cubicBezTo>
                  <a:pt x="186581" y="203011"/>
                  <a:pt x="185660" y="205023"/>
                  <a:pt x="183816" y="206698"/>
                </a:cubicBezTo>
                <a:cubicBezTo>
                  <a:pt x="182141" y="208542"/>
                  <a:pt x="180210" y="209463"/>
                  <a:pt x="178037" y="209463"/>
                </a:cubicBezTo>
                <a:cubicBezTo>
                  <a:pt x="175689" y="209463"/>
                  <a:pt x="173677" y="208542"/>
                  <a:pt x="172002" y="206698"/>
                </a:cubicBezTo>
                <a:lnTo>
                  <a:pt x="120701" y="155404"/>
                </a:ln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1" name="圖說"/>
          <p:cNvSpPr/>
          <p:nvPr/>
        </p:nvSpPr>
        <p:spPr>
          <a:xfrm>
            <a:off x="7968484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合併</a:t>
            </a:r>
            <a:endParaRPr lang="en-US" sz="600" dirty="0"/>
          </a:p>
        </p:txBody>
      </p:sp>
      <p:sp>
        <p:nvSpPr>
          <p:cNvPr id="202" name="圖示 路徑"/>
          <p:cNvSpPr/>
          <p:nvPr/>
        </p:nvSpPr>
        <p:spPr>
          <a:xfrm>
            <a:off x="8528078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9597" y="200415"/>
                </a:moveTo>
                <a:cubicBezTo>
                  <a:pt x="51718" y="192368"/>
                  <a:pt x="47776" y="182726"/>
                  <a:pt x="47776" y="171498"/>
                </a:cubicBezTo>
                <a:lnTo>
                  <a:pt x="47776" y="85244"/>
                </a:lnTo>
                <a:cubicBezTo>
                  <a:pt x="41909" y="82896"/>
                  <a:pt x="37132" y="79297"/>
                  <a:pt x="33445" y="74432"/>
                </a:cubicBezTo>
                <a:cubicBezTo>
                  <a:pt x="29590" y="69568"/>
                  <a:pt x="27659" y="64037"/>
                  <a:pt x="27659" y="57834"/>
                </a:cubicBezTo>
                <a:cubicBezTo>
                  <a:pt x="27659" y="49787"/>
                  <a:pt x="30512" y="42999"/>
                  <a:pt x="36210" y="37468"/>
                </a:cubicBezTo>
                <a:cubicBezTo>
                  <a:pt x="41909" y="31938"/>
                  <a:pt x="48697" y="29173"/>
                  <a:pt x="56576" y="29173"/>
                </a:cubicBezTo>
                <a:cubicBezTo>
                  <a:pt x="64454" y="29173"/>
                  <a:pt x="71162" y="31938"/>
                  <a:pt x="76693" y="37468"/>
                </a:cubicBezTo>
                <a:cubicBezTo>
                  <a:pt x="82398" y="43167"/>
                  <a:pt x="85244" y="49956"/>
                  <a:pt x="85244" y="57834"/>
                </a:cubicBezTo>
                <a:cubicBezTo>
                  <a:pt x="85244" y="64037"/>
                  <a:pt x="83320" y="69568"/>
                  <a:pt x="79465" y="74432"/>
                </a:cubicBezTo>
                <a:cubicBezTo>
                  <a:pt x="75771" y="79297"/>
                  <a:pt x="70994" y="82896"/>
                  <a:pt x="65127" y="85244"/>
                </a:cubicBezTo>
                <a:lnTo>
                  <a:pt x="65127" y="171498"/>
                </a:lnTo>
                <a:cubicBezTo>
                  <a:pt x="65127" y="178037"/>
                  <a:pt x="67395" y="183568"/>
                  <a:pt x="71916" y="188096"/>
                </a:cubicBezTo>
                <a:cubicBezTo>
                  <a:pt x="76444" y="192785"/>
                  <a:pt x="82062" y="195133"/>
                  <a:pt x="88763" y="195133"/>
                </a:cubicBezTo>
                <a:cubicBezTo>
                  <a:pt x="95471" y="195133"/>
                  <a:pt x="101001" y="192785"/>
                  <a:pt x="105361" y="188096"/>
                </a:cubicBezTo>
                <a:cubicBezTo>
                  <a:pt x="109889" y="183568"/>
                  <a:pt x="112149" y="178037"/>
                  <a:pt x="112149" y="171498"/>
                </a:cubicBezTo>
                <a:lnTo>
                  <a:pt x="112149" y="69904"/>
                </a:lnTo>
                <a:cubicBezTo>
                  <a:pt x="112149" y="58507"/>
                  <a:pt x="116092" y="48866"/>
                  <a:pt x="123971" y="40987"/>
                </a:cubicBezTo>
                <a:cubicBezTo>
                  <a:pt x="131849" y="33109"/>
                  <a:pt x="141491" y="29173"/>
                  <a:pt x="152888" y="29173"/>
                </a:cubicBezTo>
                <a:cubicBezTo>
                  <a:pt x="164285" y="29173"/>
                  <a:pt x="173926" y="33109"/>
                  <a:pt x="181805" y="40987"/>
                </a:cubicBezTo>
                <a:cubicBezTo>
                  <a:pt x="189683" y="48866"/>
                  <a:pt x="193626" y="58507"/>
                  <a:pt x="193626" y="69904"/>
                </a:cubicBezTo>
                <a:lnTo>
                  <a:pt x="193626" y="156158"/>
                </a:lnTo>
                <a:cubicBezTo>
                  <a:pt x="199493" y="158506"/>
                  <a:pt x="204270" y="162105"/>
                  <a:pt x="207957" y="166969"/>
                </a:cubicBezTo>
                <a:cubicBezTo>
                  <a:pt x="211812" y="171834"/>
                  <a:pt x="213743" y="177364"/>
                  <a:pt x="213743" y="183568"/>
                </a:cubicBezTo>
                <a:cubicBezTo>
                  <a:pt x="213743" y="191446"/>
                  <a:pt x="210890" y="198154"/>
                  <a:pt x="205191" y="203684"/>
                </a:cubicBezTo>
                <a:cubicBezTo>
                  <a:pt x="199661" y="209383"/>
                  <a:pt x="192953" y="212236"/>
                  <a:pt x="185075" y="212236"/>
                </a:cubicBezTo>
                <a:cubicBezTo>
                  <a:pt x="177196" y="212236"/>
                  <a:pt x="170408" y="209383"/>
                  <a:pt x="164709" y="203684"/>
                </a:cubicBezTo>
                <a:cubicBezTo>
                  <a:pt x="159003" y="198154"/>
                  <a:pt x="156158" y="191446"/>
                  <a:pt x="156158" y="183568"/>
                </a:cubicBezTo>
                <a:cubicBezTo>
                  <a:pt x="156158" y="177364"/>
                  <a:pt x="158081" y="171834"/>
                  <a:pt x="161944" y="166969"/>
                </a:cubicBezTo>
                <a:cubicBezTo>
                  <a:pt x="165631" y="161944"/>
                  <a:pt x="170408" y="158338"/>
                  <a:pt x="176274" y="156158"/>
                </a:cubicBezTo>
                <a:lnTo>
                  <a:pt x="176274" y="69904"/>
                </a:lnTo>
                <a:cubicBezTo>
                  <a:pt x="176274" y="63203"/>
                  <a:pt x="174014" y="57585"/>
                  <a:pt x="169486" y="53057"/>
                </a:cubicBezTo>
                <a:cubicBezTo>
                  <a:pt x="164958" y="48529"/>
                  <a:pt x="159427" y="46269"/>
                  <a:pt x="152888" y="46269"/>
                </a:cubicBezTo>
                <a:cubicBezTo>
                  <a:pt x="146180" y="46269"/>
                  <a:pt x="140569" y="48529"/>
                  <a:pt x="136041" y="53057"/>
                </a:cubicBezTo>
                <a:cubicBezTo>
                  <a:pt x="131513" y="57585"/>
                  <a:pt x="129252" y="63203"/>
                  <a:pt x="129252" y="69904"/>
                </a:cubicBezTo>
                <a:lnTo>
                  <a:pt x="129252" y="171498"/>
                </a:lnTo>
                <a:cubicBezTo>
                  <a:pt x="129252" y="182726"/>
                  <a:pt x="125309" y="192368"/>
                  <a:pt x="117431" y="200415"/>
                </a:cubicBezTo>
                <a:cubicBezTo>
                  <a:pt x="109552" y="208293"/>
                  <a:pt x="99911" y="212236"/>
                  <a:pt x="88514" y="212236"/>
                </a:cubicBezTo>
                <a:cubicBezTo>
                  <a:pt x="77117" y="212236"/>
                  <a:pt x="67475" y="208293"/>
                  <a:pt x="59597" y="200415"/>
                </a:cubicBezTo>
                <a:close/>
                <a:moveTo>
                  <a:pt x="56576" y="70160"/>
                </a:moveTo>
                <a:cubicBezTo>
                  <a:pt x="59933" y="70160"/>
                  <a:pt x="62779" y="68902"/>
                  <a:pt x="65127" y="66385"/>
                </a:cubicBezTo>
                <a:cubicBezTo>
                  <a:pt x="67475" y="64037"/>
                  <a:pt x="68646" y="61192"/>
                  <a:pt x="68646" y="57834"/>
                </a:cubicBezTo>
                <a:cubicBezTo>
                  <a:pt x="68646" y="54315"/>
                  <a:pt x="67475" y="51382"/>
                  <a:pt x="65127" y="49034"/>
                </a:cubicBezTo>
                <a:cubicBezTo>
                  <a:pt x="62779" y="46686"/>
                  <a:pt x="59933" y="45515"/>
                  <a:pt x="56576" y="45515"/>
                </a:cubicBezTo>
                <a:cubicBezTo>
                  <a:pt x="53225" y="45515"/>
                  <a:pt x="50292" y="46686"/>
                  <a:pt x="47776" y="49034"/>
                </a:cubicBezTo>
                <a:cubicBezTo>
                  <a:pt x="45427" y="51382"/>
                  <a:pt x="44257" y="54315"/>
                  <a:pt x="44257" y="57834"/>
                </a:cubicBezTo>
                <a:cubicBezTo>
                  <a:pt x="44257" y="61192"/>
                  <a:pt x="45427" y="64037"/>
                  <a:pt x="47776" y="66385"/>
                </a:cubicBezTo>
                <a:cubicBezTo>
                  <a:pt x="50292" y="68902"/>
                  <a:pt x="53225" y="70160"/>
                  <a:pt x="56576" y="70160"/>
                </a:cubicBezTo>
                <a:close/>
                <a:moveTo>
                  <a:pt x="185075" y="195886"/>
                </a:moveTo>
                <a:cubicBezTo>
                  <a:pt x="188425" y="195886"/>
                  <a:pt x="191278" y="194628"/>
                  <a:pt x="193626" y="192119"/>
                </a:cubicBezTo>
                <a:cubicBezTo>
                  <a:pt x="195974" y="189771"/>
                  <a:pt x="197145" y="186918"/>
                  <a:pt x="197145" y="183568"/>
                </a:cubicBezTo>
                <a:cubicBezTo>
                  <a:pt x="197145" y="180049"/>
                  <a:pt x="195974" y="177108"/>
                  <a:pt x="193626" y="174767"/>
                </a:cubicBezTo>
                <a:cubicBezTo>
                  <a:pt x="191278" y="172419"/>
                  <a:pt x="188425" y="171242"/>
                  <a:pt x="185075" y="171242"/>
                </a:cubicBezTo>
                <a:cubicBezTo>
                  <a:pt x="181724" y="171242"/>
                  <a:pt x="178871" y="172419"/>
                  <a:pt x="176523" y="174767"/>
                </a:cubicBezTo>
                <a:cubicBezTo>
                  <a:pt x="174014" y="177108"/>
                  <a:pt x="172756" y="180049"/>
                  <a:pt x="172756" y="183568"/>
                </a:cubicBezTo>
                <a:cubicBezTo>
                  <a:pt x="172756" y="186918"/>
                  <a:pt x="174014" y="189771"/>
                  <a:pt x="176523" y="192119"/>
                </a:cubicBezTo>
                <a:cubicBezTo>
                  <a:pt x="178871" y="194628"/>
                  <a:pt x="181724" y="195886"/>
                  <a:pt x="185075" y="195886"/>
                </a:cubicBezTo>
                <a:close/>
                <a:moveTo>
                  <a:pt x="56576" y="57834"/>
                </a:moveTo>
                <a:close/>
                <a:moveTo>
                  <a:pt x="185075" y="183568"/>
                </a:move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3" name="圖說"/>
          <p:cNvSpPr/>
          <p:nvPr/>
        </p:nvSpPr>
        <p:spPr>
          <a:xfrm>
            <a:off x="8412261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路徑</a:t>
            </a:r>
            <a:endParaRPr lang="en-US" sz="600" dirty="0"/>
          </a:p>
        </p:txBody>
      </p:sp>
      <p:sp>
        <p:nvSpPr>
          <p:cNvPr id="204" name="圖示 付款"/>
          <p:cNvSpPr/>
          <p:nvPr/>
        </p:nvSpPr>
        <p:spPr>
          <a:xfrm>
            <a:off x="8971855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36546" y="134534"/>
                </a:moveTo>
                <a:cubicBezTo>
                  <a:pt x="128162" y="134534"/>
                  <a:pt x="121037" y="131600"/>
                  <a:pt x="115171" y="125734"/>
                </a:cubicBezTo>
                <a:cubicBezTo>
                  <a:pt x="109304" y="119860"/>
                  <a:pt x="106370" y="112735"/>
                  <a:pt x="106370" y="104359"/>
                </a:cubicBezTo>
                <a:cubicBezTo>
                  <a:pt x="106370" y="95975"/>
                  <a:pt x="109304" y="88850"/>
                  <a:pt x="115171" y="82984"/>
                </a:cubicBezTo>
                <a:cubicBezTo>
                  <a:pt x="121037" y="77117"/>
                  <a:pt x="128162" y="74183"/>
                  <a:pt x="136546" y="74183"/>
                </a:cubicBezTo>
                <a:cubicBezTo>
                  <a:pt x="144921" y="74183"/>
                  <a:pt x="152046" y="77117"/>
                  <a:pt x="157921" y="82984"/>
                </a:cubicBezTo>
                <a:cubicBezTo>
                  <a:pt x="163787" y="88850"/>
                  <a:pt x="166721" y="95975"/>
                  <a:pt x="166721" y="104359"/>
                </a:cubicBezTo>
                <a:cubicBezTo>
                  <a:pt x="166721" y="112735"/>
                  <a:pt x="163787" y="119860"/>
                  <a:pt x="157921" y="125734"/>
                </a:cubicBezTo>
                <a:cubicBezTo>
                  <a:pt x="152046" y="131600"/>
                  <a:pt x="144921" y="134534"/>
                  <a:pt x="136546" y="134534"/>
                </a:cubicBezTo>
                <a:close/>
                <a:moveTo>
                  <a:pt x="57337" y="170993"/>
                </a:moveTo>
                <a:cubicBezTo>
                  <a:pt x="52640" y="170993"/>
                  <a:pt x="48617" y="169318"/>
                  <a:pt x="45266" y="165967"/>
                </a:cubicBezTo>
                <a:cubicBezTo>
                  <a:pt x="41909" y="162610"/>
                  <a:pt x="40234" y="158586"/>
                  <a:pt x="40234" y="153897"/>
                </a:cubicBezTo>
                <a:lnTo>
                  <a:pt x="40234" y="54564"/>
                </a:lnTo>
                <a:cubicBezTo>
                  <a:pt x="40234" y="49875"/>
                  <a:pt x="41909" y="45852"/>
                  <a:pt x="45266" y="42494"/>
                </a:cubicBezTo>
                <a:cubicBezTo>
                  <a:pt x="48617" y="39144"/>
                  <a:pt x="52640" y="37468"/>
                  <a:pt x="57337" y="37468"/>
                </a:cubicBezTo>
                <a:lnTo>
                  <a:pt x="215498" y="37468"/>
                </a:lnTo>
                <a:cubicBezTo>
                  <a:pt x="220195" y="37468"/>
                  <a:pt x="224218" y="39144"/>
                  <a:pt x="227569" y="42494"/>
                </a:cubicBezTo>
                <a:cubicBezTo>
                  <a:pt x="231094" y="45852"/>
                  <a:pt x="232850" y="49875"/>
                  <a:pt x="232850" y="54564"/>
                </a:cubicBezTo>
                <a:lnTo>
                  <a:pt x="232850" y="153897"/>
                </a:lnTo>
                <a:cubicBezTo>
                  <a:pt x="232850" y="158586"/>
                  <a:pt x="231094" y="162610"/>
                  <a:pt x="227569" y="165967"/>
                </a:cubicBezTo>
                <a:cubicBezTo>
                  <a:pt x="224218" y="169318"/>
                  <a:pt x="220195" y="170993"/>
                  <a:pt x="215498" y="170993"/>
                </a:cubicBezTo>
                <a:lnTo>
                  <a:pt x="57337" y="170993"/>
                </a:lnTo>
                <a:close/>
                <a:moveTo>
                  <a:pt x="81974" y="154651"/>
                </a:moveTo>
                <a:lnTo>
                  <a:pt x="191110" y="154651"/>
                </a:lnTo>
                <a:cubicBezTo>
                  <a:pt x="191110" y="147606"/>
                  <a:pt x="193538" y="141659"/>
                  <a:pt x="198403" y="136794"/>
                </a:cubicBezTo>
                <a:cubicBezTo>
                  <a:pt x="203260" y="131930"/>
                  <a:pt x="209215" y="129501"/>
                  <a:pt x="216259" y="129501"/>
                </a:cubicBezTo>
                <a:lnTo>
                  <a:pt x="216259" y="79209"/>
                </a:lnTo>
                <a:cubicBezTo>
                  <a:pt x="209215" y="79209"/>
                  <a:pt x="203260" y="76693"/>
                  <a:pt x="198403" y="71667"/>
                </a:cubicBezTo>
                <a:cubicBezTo>
                  <a:pt x="193538" y="66802"/>
                  <a:pt x="191110" y="60936"/>
                  <a:pt x="191110" y="54067"/>
                </a:cubicBezTo>
                <a:lnTo>
                  <a:pt x="81974" y="54067"/>
                </a:lnTo>
                <a:cubicBezTo>
                  <a:pt x="81974" y="60936"/>
                  <a:pt x="79545" y="66802"/>
                  <a:pt x="74681" y="71667"/>
                </a:cubicBezTo>
                <a:cubicBezTo>
                  <a:pt x="69824" y="76693"/>
                  <a:pt x="63869" y="79209"/>
                  <a:pt x="56832" y="79209"/>
                </a:cubicBezTo>
                <a:lnTo>
                  <a:pt x="56832" y="129501"/>
                </a:lnTo>
                <a:cubicBezTo>
                  <a:pt x="63869" y="129501"/>
                  <a:pt x="69824" y="131930"/>
                  <a:pt x="74681" y="136794"/>
                </a:cubicBezTo>
                <a:cubicBezTo>
                  <a:pt x="79545" y="141659"/>
                  <a:pt x="81974" y="147606"/>
                  <a:pt x="81974" y="154651"/>
                </a:cubicBezTo>
                <a:close/>
                <a:moveTo>
                  <a:pt x="192617" y="202675"/>
                </a:moveTo>
                <a:lnTo>
                  <a:pt x="25903" y="202675"/>
                </a:lnTo>
                <a:cubicBezTo>
                  <a:pt x="21207" y="202675"/>
                  <a:pt x="17183" y="200919"/>
                  <a:pt x="13833" y="197393"/>
                </a:cubicBezTo>
                <a:cubicBezTo>
                  <a:pt x="10475" y="194043"/>
                  <a:pt x="8800" y="190020"/>
                  <a:pt x="8800" y="185323"/>
                </a:cubicBezTo>
                <a:lnTo>
                  <a:pt x="8800" y="78960"/>
                </a:lnTo>
                <a:cubicBezTo>
                  <a:pt x="8800" y="76612"/>
                  <a:pt x="9554" y="74600"/>
                  <a:pt x="11068" y="72925"/>
                </a:cubicBezTo>
                <a:cubicBezTo>
                  <a:pt x="12743" y="71250"/>
                  <a:pt x="14835" y="70409"/>
                  <a:pt x="17352" y="70409"/>
                </a:cubicBezTo>
                <a:cubicBezTo>
                  <a:pt x="19700" y="70409"/>
                  <a:pt x="21712" y="71250"/>
                  <a:pt x="23387" y="72925"/>
                </a:cubicBezTo>
                <a:cubicBezTo>
                  <a:pt x="25062" y="74600"/>
                  <a:pt x="25903" y="76612"/>
                  <a:pt x="25903" y="78960"/>
                </a:cubicBezTo>
                <a:lnTo>
                  <a:pt x="25903" y="185323"/>
                </a:lnTo>
                <a:lnTo>
                  <a:pt x="192617" y="185323"/>
                </a:lnTo>
                <a:cubicBezTo>
                  <a:pt x="194965" y="185323"/>
                  <a:pt x="196976" y="186165"/>
                  <a:pt x="198652" y="187840"/>
                </a:cubicBezTo>
                <a:cubicBezTo>
                  <a:pt x="200327" y="189515"/>
                  <a:pt x="201168" y="191614"/>
                  <a:pt x="201168" y="194131"/>
                </a:cubicBezTo>
                <a:cubicBezTo>
                  <a:pt x="201168" y="196472"/>
                  <a:pt x="200327" y="198483"/>
                  <a:pt x="198652" y="200166"/>
                </a:cubicBezTo>
                <a:cubicBezTo>
                  <a:pt x="196976" y="201841"/>
                  <a:pt x="194965" y="202675"/>
                  <a:pt x="192617" y="202675"/>
                </a:cubicBezTo>
                <a:close/>
                <a:moveTo>
                  <a:pt x="56832" y="154651"/>
                </a:moveTo>
                <a:lnTo>
                  <a:pt x="56832" y="54067"/>
                </a:lnTo>
                <a:lnTo>
                  <a:pt x="56832" y="154651"/>
                </a:ln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5" name="圖說"/>
          <p:cNvSpPr/>
          <p:nvPr/>
        </p:nvSpPr>
        <p:spPr>
          <a:xfrm>
            <a:off x="8856037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付款</a:t>
            </a:r>
            <a:endParaRPr lang="en-US" sz="600" dirty="0"/>
          </a:p>
        </p:txBody>
      </p:sp>
      <p:sp>
        <p:nvSpPr>
          <p:cNvPr id="206" name="圖示 金額"/>
          <p:cNvSpPr/>
          <p:nvPr/>
        </p:nvSpPr>
        <p:spPr>
          <a:xfrm>
            <a:off x="540100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950" y="211980"/>
                </a:moveTo>
                <a:cubicBezTo>
                  <a:pt x="118770" y="211980"/>
                  <a:pt x="116926" y="211226"/>
                  <a:pt x="115419" y="209719"/>
                </a:cubicBezTo>
                <a:cubicBezTo>
                  <a:pt x="113912" y="208213"/>
                  <a:pt x="113159" y="206281"/>
                  <a:pt x="113159" y="203933"/>
                </a:cubicBezTo>
                <a:lnTo>
                  <a:pt x="113159" y="190605"/>
                </a:lnTo>
                <a:cubicBezTo>
                  <a:pt x="104944" y="189266"/>
                  <a:pt x="97987" y="186413"/>
                  <a:pt x="92289" y="182061"/>
                </a:cubicBezTo>
                <a:cubicBezTo>
                  <a:pt x="86583" y="177533"/>
                  <a:pt x="82142" y="171915"/>
                  <a:pt x="78960" y="165206"/>
                </a:cubicBezTo>
                <a:cubicBezTo>
                  <a:pt x="77951" y="163195"/>
                  <a:pt x="77951" y="161103"/>
                  <a:pt x="78960" y="158923"/>
                </a:cubicBezTo>
                <a:cubicBezTo>
                  <a:pt x="79962" y="156743"/>
                  <a:pt x="81557" y="155148"/>
                  <a:pt x="83737" y="154146"/>
                </a:cubicBezTo>
                <a:cubicBezTo>
                  <a:pt x="85581" y="153305"/>
                  <a:pt x="87592" y="153392"/>
                  <a:pt x="89772" y="154395"/>
                </a:cubicBezTo>
                <a:cubicBezTo>
                  <a:pt x="91784" y="155236"/>
                  <a:pt x="93379" y="156662"/>
                  <a:pt x="94549" y="158674"/>
                </a:cubicBezTo>
                <a:cubicBezTo>
                  <a:pt x="97570" y="164204"/>
                  <a:pt x="101506" y="168308"/>
                  <a:pt x="106370" y="170993"/>
                </a:cubicBezTo>
                <a:cubicBezTo>
                  <a:pt x="111059" y="173846"/>
                  <a:pt x="116429" y="175265"/>
                  <a:pt x="122464" y="175265"/>
                </a:cubicBezTo>
                <a:cubicBezTo>
                  <a:pt x="130510" y="175265"/>
                  <a:pt x="137043" y="173253"/>
                  <a:pt x="142076" y="169230"/>
                </a:cubicBezTo>
                <a:cubicBezTo>
                  <a:pt x="147101" y="165375"/>
                  <a:pt x="149618" y="160093"/>
                  <a:pt x="149618" y="153392"/>
                </a:cubicBezTo>
                <a:cubicBezTo>
                  <a:pt x="149618" y="146180"/>
                  <a:pt x="147270" y="140569"/>
                  <a:pt x="142581" y="136546"/>
                </a:cubicBezTo>
                <a:cubicBezTo>
                  <a:pt x="137884" y="132522"/>
                  <a:pt x="129252" y="128499"/>
                  <a:pt x="116677" y="124475"/>
                </a:cubicBezTo>
                <a:cubicBezTo>
                  <a:pt x="104607" y="120620"/>
                  <a:pt x="95558" y="115507"/>
                  <a:pt x="89523" y="109135"/>
                </a:cubicBezTo>
                <a:cubicBezTo>
                  <a:pt x="83649" y="102596"/>
                  <a:pt x="80716" y="94468"/>
                  <a:pt x="80716" y="84739"/>
                </a:cubicBezTo>
                <a:cubicBezTo>
                  <a:pt x="80716" y="75690"/>
                  <a:pt x="83649" y="67980"/>
                  <a:pt x="89523" y="61609"/>
                </a:cubicBezTo>
                <a:cubicBezTo>
                  <a:pt x="95222" y="55237"/>
                  <a:pt x="103100" y="51550"/>
                  <a:pt x="113159" y="50541"/>
                </a:cubicBezTo>
                <a:lnTo>
                  <a:pt x="113159" y="37468"/>
                </a:lnTo>
                <a:cubicBezTo>
                  <a:pt x="113159" y="35120"/>
                  <a:pt x="113912" y="33196"/>
                  <a:pt x="115419" y="31682"/>
                </a:cubicBezTo>
                <a:cubicBezTo>
                  <a:pt x="116926" y="30175"/>
                  <a:pt x="118770" y="29422"/>
                  <a:pt x="120950" y="29422"/>
                </a:cubicBezTo>
                <a:cubicBezTo>
                  <a:pt x="123298" y="29422"/>
                  <a:pt x="125229" y="30175"/>
                  <a:pt x="126736" y="31682"/>
                </a:cubicBezTo>
                <a:cubicBezTo>
                  <a:pt x="128243" y="33196"/>
                  <a:pt x="128996" y="35120"/>
                  <a:pt x="128996" y="37468"/>
                </a:cubicBezTo>
                <a:lnTo>
                  <a:pt x="128996" y="50541"/>
                </a:lnTo>
                <a:cubicBezTo>
                  <a:pt x="134863" y="51382"/>
                  <a:pt x="140232" y="53225"/>
                  <a:pt x="145090" y="56078"/>
                </a:cubicBezTo>
                <a:cubicBezTo>
                  <a:pt x="149954" y="58924"/>
                  <a:pt x="154058" y="62699"/>
                  <a:pt x="157416" y="67395"/>
                </a:cubicBezTo>
                <a:cubicBezTo>
                  <a:pt x="158586" y="69238"/>
                  <a:pt x="158842" y="71162"/>
                  <a:pt x="158169" y="73174"/>
                </a:cubicBezTo>
                <a:cubicBezTo>
                  <a:pt x="157328" y="75354"/>
                  <a:pt x="155821" y="76861"/>
                  <a:pt x="153641" y="77702"/>
                </a:cubicBezTo>
                <a:cubicBezTo>
                  <a:pt x="151629" y="78704"/>
                  <a:pt x="149618" y="78872"/>
                  <a:pt x="147606" y="78207"/>
                </a:cubicBezTo>
                <a:cubicBezTo>
                  <a:pt x="145426" y="77366"/>
                  <a:pt x="143502" y="76027"/>
                  <a:pt x="141827" y="74183"/>
                </a:cubicBezTo>
                <a:cubicBezTo>
                  <a:pt x="139647" y="71331"/>
                  <a:pt x="136794" y="69151"/>
                  <a:pt x="133276" y="67644"/>
                </a:cubicBezTo>
                <a:cubicBezTo>
                  <a:pt x="129918" y="66305"/>
                  <a:pt x="125982" y="65632"/>
                  <a:pt x="121454" y="65632"/>
                </a:cubicBezTo>
                <a:cubicBezTo>
                  <a:pt x="113912" y="65632"/>
                  <a:pt x="107958" y="67307"/>
                  <a:pt x="103605" y="70658"/>
                </a:cubicBezTo>
                <a:cubicBezTo>
                  <a:pt x="99245" y="74015"/>
                  <a:pt x="97065" y="78624"/>
                  <a:pt x="97065" y="84491"/>
                </a:cubicBezTo>
                <a:cubicBezTo>
                  <a:pt x="97065" y="90526"/>
                  <a:pt x="99494" y="95471"/>
                  <a:pt x="104359" y="99326"/>
                </a:cubicBezTo>
                <a:cubicBezTo>
                  <a:pt x="109048" y="103181"/>
                  <a:pt x="118272" y="107204"/>
                  <a:pt x="132017" y="111396"/>
                </a:cubicBezTo>
                <a:cubicBezTo>
                  <a:pt x="143583" y="115083"/>
                  <a:pt x="152134" y="120284"/>
                  <a:pt x="157665" y="126985"/>
                </a:cubicBezTo>
                <a:cubicBezTo>
                  <a:pt x="163195" y="133693"/>
                  <a:pt x="165967" y="142156"/>
                  <a:pt x="165967" y="152383"/>
                </a:cubicBezTo>
                <a:cubicBezTo>
                  <a:pt x="165967" y="163114"/>
                  <a:pt x="162866" y="171746"/>
                  <a:pt x="156662" y="178286"/>
                </a:cubicBezTo>
                <a:cubicBezTo>
                  <a:pt x="150291" y="184826"/>
                  <a:pt x="141066" y="189017"/>
                  <a:pt x="128996" y="190861"/>
                </a:cubicBezTo>
                <a:lnTo>
                  <a:pt x="128996" y="203933"/>
                </a:lnTo>
                <a:cubicBezTo>
                  <a:pt x="128996" y="206281"/>
                  <a:pt x="128243" y="208213"/>
                  <a:pt x="126736" y="209719"/>
                </a:cubicBezTo>
                <a:cubicBezTo>
                  <a:pt x="125229" y="211226"/>
                  <a:pt x="123298" y="211980"/>
                  <a:pt x="120950" y="211980"/>
                </a:cubicBez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7" name="圖說"/>
          <p:cNvSpPr/>
          <p:nvPr/>
        </p:nvSpPr>
        <p:spPr>
          <a:xfrm>
            <a:off x="424282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金額</a:t>
            </a:r>
            <a:endParaRPr lang="en-US" sz="600" dirty="0"/>
          </a:p>
        </p:txBody>
      </p:sp>
      <p:sp>
        <p:nvSpPr>
          <p:cNvPr id="208" name="圖示 收益"/>
          <p:cNvSpPr/>
          <p:nvPr/>
        </p:nvSpPr>
        <p:spPr>
          <a:xfrm>
            <a:off x="983876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222792"/>
                </a:moveTo>
                <a:cubicBezTo>
                  <a:pt x="106787" y="222792"/>
                  <a:pt x="93547" y="220114"/>
                  <a:pt x="80972" y="214745"/>
                </a:cubicBezTo>
                <a:cubicBezTo>
                  <a:pt x="68565" y="209383"/>
                  <a:pt x="57754" y="202090"/>
                  <a:pt x="48529" y="192873"/>
                </a:cubicBezTo>
                <a:cubicBezTo>
                  <a:pt x="39312" y="183648"/>
                  <a:pt x="32019" y="172836"/>
                  <a:pt x="26657" y="160430"/>
                </a:cubicBezTo>
                <a:cubicBezTo>
                  <a:pt x="21287" y="148023"/>
                  <a:pt x="18610" y="134783"/>
                  <a:pt x="18610" y="120701"/>
                </a:cubicBezTo>
                <a:cubicBezTo>
                  <a:pt x="18610" y="106619"/>
                  <a:pt x="21287" y="93291"/>
                  <a:pt x="26657" y="80716"/>
                </a:cubicBezTo>
                <a:cubicBezTo>
                  <a:pt x="32019" y="68317"/>
                  <a:pt x="39312" y="57585"/>
                  <a:pt x="48529" y="48529"/>
                </a:cubicBezTo>
                <a:cubicBezTo>
                  <a:pt x="57754" y="39312"/>
                  <a:pt x="68565" y="32019"/>
                  <a:pt x="80972" y="26657"/>
                </a:cubicBezTo>
                <a:cubicBezTo>
                  <a:pt x="93379" y="21287"/>
                  <a:pt x="106619" y="18610"/>
                  <a:pt x="120701" y="18610"/>
                </a:cubicBezTo>
                <a:cubicBezTo>
                  <a:pt x="134783" y="18610"/>
                  <a:pt x="148111" y="21287"/>
                  <a:pt x="160686" y="26657"/>
                </a:cubicBezTo>
                <a:cubicBezTo>
                  <a:pt x="173085" y="32019"/>
                  <a:pt x="183816" y="39231"/>
                  <a:pt x="192873" y="48280"/>
                </a:cubicBezTo>
                <a:cubicBezTo>
                  <a:pt x="202090" y="57497"/>
                  <a:pt x="209383" y="68317"/>
                  <a:pt x="214745" y="80716"/>
                </a:cubicBezTo>
                <a:cubicBezTo>
                  <a:pt x="220114" y="93122"/>
                  <a:pt x="222792" y="106451"/>
                  <a:pt x="222792" y="120701"/>
                </a:cubicBezTo>
                <a:cubicBezTo>
                  <a:pt x="222792" y="134783"/>
                  <a:pt x="220114" y="148023"/>
                  <a:pt x="214745" y="160430"/>
                </a:cubicBezTo>
                <a:cubicBezTo>
                  <a:pt x="209383" y="172836"/>
                  <a:pt x="202090" y="183648"/>
                  <a:pt x="192873" y="192873"/>
                </a:cubicBezTo>
                <a:cubicBezTo>
                  <a:pt x="183816" y="202090"/>
                  <a:pt x="173085" y="209383"/>
                  <a:pt x="160686" y="214745"/>
                </a:cubicBezTo>
                <a:cubicBezTo>
                  <a:pt x="148279" y="220114"/>
                  <a:pt x="134951" y="222792"/>
                  <a:pt x="120701" y="222792"/>
                </a:cubicBezTo>
                <a:close/>
                <a:moveTo>
                  <a:pt x="120701" y="205696"/>
                </a:moveTo>
                <a:cubicBezTo>
                  <a:pt x="144336" y="205696"/>
                  <a:pt x="164373" y="197393"/>
                  <a:pt x="180802" y="180802"/>
                </a:cubicBezTo>
                <a:cubicBezTo>
                  <a:pt x="197393" y="164204"/>
                  <a:pt x="205696" y="144168"/>
                  <a:pt x="205696" y="120701"/>
                </a:cubicBezTo>
                <a:cubicBezTo>
                  <a:pt x="205696" y="97065"/>
                  <a:pt x="197393" y="77029"/>
                  <a:pt x="180802" y="60599"/>
                </a:cubicBezTo>
                <a:cubicBezTo>
                  <a:pt x="164373" y="44008"/>
                  <a:pt x="144336" y="35705"/>
                  <a:pt x="120701" y="35705"/>
                </a:cubicBezTo>
                <a:cubicBezTo>
                  <a:pt x="97234" y="35705"/>
                  <a:pt x="77197" y="44008"/>
                  <a:pt x="60599" y="60599"/>
                </a:cubicBezTo>
                <a:cubicBezTo>
                  <a:pt x="44008" y="77029"/>
                  <a:pt x="35705" y="97065"/>
                  <a:pt x="35705" y="120701"/>
                </a:cubicBezTo>
                <a:cubicBezTo>
                  <a:pt x="35705" y="144168"/>
                  <a:pt x="44008" y="164204"/>
                  <a:pt x="60599" y="180802"/>
                </a:cubicBezTo>
                <a:cubicBezTo>
                  <a:pt x="77197" y="197393"/>
                  <a:pt x="97234" y="205696"/>
                  <a:pt x="120701" y="205696"/>
                </a:cubicBezTo>
                <a:close/>
                <a:moveTo>
                  <a:pt x="120701" y="120701"/>
                </a:moveTo>
                <a:close/>
                <a:moveTo>
                  <a:pt x="125478" y="190861"/>
                </a:moveTo>
                <a:cubicBezTo>
                  <a:pt x="126816" y="189347"/>
                  <a:pt x="127489" y="187591"/>
                  <a:pt x="127489" y="185579"/>
                </a:cubicBezTo>
                <a:lnTo>
                  <a:pt x="127489" y="180049"/>
                </a:lnTo>
                <a:cubicBezTo>
                  <a:pt x="137548" y="178871"/>
                  <a:pt x="145514" y="175521"/>
                  <a:pt x="151381" y="169991"/>
                </a:cubicBezTo>
                <a:cubicBezTo>
                  <a:pt x="157079" y="164285"/>
                  <a:pt x="159932" y="156992"/>
                  <a:pt x="159932" y="148111"/>
                </a:cubicBezTo>
                <a:cubicBezTo>
                  <a:pt x="159932" y="139223"/>
                  <a:pt x="157584" y="132186"/>
                  <a:pt x="152888" y="126985"/>
                </a:cubicBezTo>
                <a:cubicBezTo>
                  <a:pt x="148023" y="121791"/>
                  <a:pt x="139647" y="117263"/>
                  <a:pt x="127745" y="113408"/>
                </a:cubicBezTo>
                <a:cubicBezTo>
                  <a:pt x="117350" y="109889"/>
                  <a:pt x="110225" y="106370"/>
                  <a:pt x="106370" y="102844"/>
                </a:cubicBezTo>
                <a:cubicBezTo>
                  <a:pt x="102347" y="99494"/>
                  <a:pt x="100335" y="95054"/>
                  <a:pt x="100335" y="89523"/>
                </a:cubicBezTo>
                <a:cubicBezTo>
                  <a:pt x="100335" y="84491"/>
                  <a:pt x="102179" y="80548"/>
                  <a:pt x="105866" y="77702"/>
                </a:cubicBezTo>
                <a:cubicBezTo>
                  <a:pt x="109552" y="74849"/>
                  <a:pt x="114585" y="73430"/>
                  <a:pt x="120950" y="73430"/>
                </a:cubicBezTo>
                <a:cubicBezTo>
                  <a:pt x="124973" y="73430"/>
                  <a:pt x="128579" y="74183"/>
                  <a:pt x="131769" y="75690"/>
                </a:cubicBezTo>
                <a:cubicBezTo>
                  <a:pt x="134951" y="77197"/>
                  <a:pt x="137716" y="79465"/>
                  <a:pt x="140064" y="82479"/>
                </a:cubicBezTo>
                <a:cubicBezTo>
                  <a:pt x="141403" y="83986"/>
                  <a:pt x="142910" y="84995"/>
                  <a:pt x="144592" y="85500"/>
                </a:cubicBezTo>
                <a:cubicBezTo>
                  <a:pt x="146436" y="85829"/>
                  <a:pt x="148111" y="85581"/>
                  <a:pt x="149618" y="84739"/>
                </a:cubicBezTo>
                <a:cubicBezTo>
                  <a:pt x="151629" y="83737"/>
                  <a:pt x="152888" y="82311"/>
                  <a:pt x="153392" y="80467"/>
                </a:cubicBezTo>
                <a:cubicBezTo>
                  <a:pt x="153897" y="78624"/>
                  <a:pt x="153561" y="76861"/>
                  <a:pt x="152383" y="75186"/>
                </a:cubicBezTo>
                <a:cubicBezTo>
                  <a:pt x="149537" y="71162"/>
                  <a:pt x="146099" y="67980"/>
                  <a:pt x="142076" y="65632"/>
                </a:cubicBezTo>
                <a:cubicBezTo>
                  <a:pt x="138052" y="63284"/>
                  <a:pt x="133356" y="61857"/>
                  <a:pt x="127994" y="61360"/>
                </a:cubicBezTo>
                <a:lnTo>
                  <a:pt x="127994" y="55822"/>
                </a:lnTo>
                <a:cubicBezTo>
                  <a:pt x="127994" y="53811"/>
                  <a:pt x="127321" y="52135"/>
                  <a:pt x="125982" y="50797"/>
                </a:cubicBezTo>
                <a:cubicBezTo>
                  <a:pt x="124475" y="49451"/>
                  <a:pt x="122793" y="48785"/>
                  <a:pt x="120950" y="48785"/>
                </a:cubicBezTo>
                <a:cubicBezTo>
                  <a:pt x="119106" y="48785"/>
                  <a:pt x="117431" y="49451"/>
                  <a:pt x="115924" y="50797"/>
                </a:cubicBezTo>
                <a:cubicBezTo>
                  <a:pt x="114417" y="52135"/>
                  <a:pt x="113664" y="53811"/>
                  <a:pt x="113664" y="55822"/>
                </a:cubicBezTo>
                <a:lnTo>
                  <a:pt x="113664" y="61360"/>
                </a:lnTo>
                <a:cubicBezTo>
                  <a:pt x="104944" y="62530"/>
                  <a:pt x="98155" y="65712"/>
                  <a:pt x="93291" y="70914"/>
                </a:cubicBezTo>
                <a:cubicBezTo>
                  <a:pt x="88433" y="75939"/>
                  <a:pt x="85997" y="82230"/>
                  <a:pt x="85997" y="89772"/>
                </a:cubicBezTo>
                <a:cubicBezTo>
                  <a:pt x="85997" y="98155"/>
                  <a:pt x="88177" y="104776"/>
                  <a:pt x="92537" y="109640"/>
                </a:cubicBezTo>
                <a:cubicBezTo>
                  <a:pt x="96897" y="114666"/>
                  <a:pt x="105024" y="119362"/>
                  <a:pt x="116926" y="123722"/>
                </a:cubicBezTo>
                <a:cubicBezTo>
                  <a:pt x="128499" y="128075"/>
                  <a:pt x="136121" y="131930"/>
                  <a:pt x="139815" y="135287"/>
                </a:cubicBezTo>
                <a:cubicBezTo>
                  <a:pt x="143671" y="138469"/>
                  <a:pt x="145594" y="142749"/>
                  <a:pt x="145594" y="148111"/>
                </a:cubicBezTo>
                <a:cubicBezTo>
                  <a:pt x="145594" y="153473"/>
                  <a:pt x="143334" y="158001"/>
                  <a:pt x="138806" y="161688"/>
                </a:cubicBezTo>
                <a:cubicBezTo>
                  <a:pt x="134446" y="165543"/>
                  <a:pt x="128996" y="167474"/>
                  <a:pt x="122464" y="167474"/>
                </a:cubicBezTo>
                <a:cubicBezTo>
                  <a:pt x="116926" y="167474"/>
                  <a:pt x="111901" y="166128"/>
                  <a:pt x="107373" y="163451"/>
                </a:cubicBezTo>
                <a:cubicBezTo>
                  <a:pt x="102844" y="160766"/>
                  <a:pt x="99326" y="157079"/>
                  <a:pt x="96809" y="152383"/>
                </a:cubicBezTo>
                <a:cubicBezTo>
                  <a:pt x="95975" y="150876"/>
                  <a:pt x="94798" y="149706"/>
                  <a:pt x="93291" y="148864"/>
                </a:cubicBezTo>
                <a:cubicBezTo>
                  <a:pt x="91784" y="148191"/>
                  <a:pt x="90189" y="148111"/>
                  <a:pt x="88514" y="148616"/>
                </a:cubicBezTo>
                <a:cubicBezTo>
                  <a:pt x="86166" y="149450"/>
                  <a:pt x="84659" y="150796"/>
                  <a:pt x="83986" y="152639"/>
                </a:cubicBezTo>
                <a:cubicBezTo>
                  <a:pt x="83320" y="154482"/>
                  <a:pt x="83569" y="156406"/>
                  <a:pt x="84739" y="158418"/>
                </a:cubicBezTo>
                <a:cubicBezTo>
                  <a:pt x="88097" y="163956"/>
                  <a:pt x="92120" y="168476"/>
                  <a:pt x="96809" y="172002"/>
                </a:cubicBezTo>
                <a:cubicBezTo>
                  <a:pt x="101506" y="175353"/>
                  <a:pt x="106956" y="177869"/>
                  <a:pt x="113159" y="179544"/>
                </a:cubicBezTo>
                <a:lnTo>
                  <a:pt x="113159" y="185828"/>
                </a:lnTo>
                <a:cubicBezTo>
                  <a:pt x="113159" y="187840"/>
                  <a:pt x="113912" y="189515"/>
                  <a:pt x="115419" y="190861"/>
                </a:cubicBezTo>
                <a:cubicBezTo>
                  <a:pt x="116758" y="192200"/>
                  <a:pt x="118440" y="192873"/>
                  <a:pt x="120452" y="192873"/>
                </a:cubicBezTo>
                <a:cubicBezTo>
                  <a:pt x="122464" y="192873"/>
                  <a:pt x="124139" y="192200"/>
                  <a:pt x="125478" y="190861"/>
                </a:cubicBez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9" name="圖說"/>
          <p:cNvSpPr/>
          <p:nvPr/>
        </p:nvSpPr>
        <p:spPr>
          <a:xfrm>
            <a:off x="868058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收益</a:t>
            </a:r>
            <a:endParaRPr lang="en-US" sz="600" dirty="0"/>
          </a:p>
        </p:txBody>
      </p:sp>
      <p:sp>
        <p:nvSpPr>
          <p:cNvPr id="210" name="圖示 節省"/>
          <p:cNvSpPr/>
          <p:nvPr/>
        </p:nvSpPr>
        <p:spPr>
          <a:xfrm>
            <a:off x="1427653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7585" y="212733"/>
                </a:moveTo>
                <a:cubicBezTo>
                  <a:pt x="53394" y="212733"/>
                  <a:pt x="49451" y="211395"/>
                  <a:pt x="45764" y="208710"/>
                </a:cubicBezTo>
                <a:cubicBezTo>
                  <a:pt x="42245" y="206033"/>
                  <a:pt x="39897" y="202675"/>
                  <a:pt x="38727" y="198652"/>
                </a:cubicBezTo>
                <a:cubicBezTo>
                  <a:pt x="34535" y="184402"/>
                  <a:pt x="31097" y="172002"/>
                  <a:pt x="28412" y="161439"/>
                </a:cubicBezTo>
                <a:cubicBezTo>
                  <a:pt x="25567" y="151044"/>
                  <a:pt x="23387" y="141908"/>
                  <a:pt x="21880" y="134029"/>
                </a:cubicBezTo>
                <a:cubicBezTo>
                  <a:pt x="20197" y="126151"/>
                  <a:pt x="19027" y="119194"/>
                  <a:pt x="18354" y="113159"/>
                </a:cubicBezTo>
                <a:cubicBezTo>
                  <a:pt x="17688" y="107124"/>
                  <a:pt x="17352" y="101257"/>
                  <a:pt x="17352" y="95558"/>
                </a:cubicBezTo>
                <a:cubicBezTo>
                  <a:pt x="17352" y="79794"/>
                  <a:pt x="22882" y="66385"/>
                  <a:pt x="33950" y="55325"/>
                </a:cubicBezTo>
                <a:cubicBezTo>
                  <a:pt x="45010" y="44257"/>
                  <a:pt x="58419" y="38727"/>
                  <a:pt x="74183" y="38727"/>
                </a:cubicBezTo>
                <a:lnTo>
                  <a:pt x="125982" y="38727"/>
                </a:lnTo>
                <a:cubicBezTo>
                  <a:pt x="130679" y="32692"/>
                  <a:pt x="136546" y="27827"/>
                  <a:pt x="143583" y="24140"/>
                </a:cubicBezTo>
                <a:cubicBezTo>
                  <a:pt x="150627" y="20453"/>
                  <a:pt x="158418" y="18610"/>
                  <a:pt x="166969" y="18610"/>
                </a:cubicBezTo>
                <a:cubicBezTo>
                  <a:pt x="171666" y="18610"/>
                  <a:pt x="175601" y="20197"/>
                  <a:pt x="178791" y="23387"/>
                </a:cubicBezTo>
                <a:cubicBezTo>
                  <a:pt x="181973" y="26569"/>
                  <a:pt x="183568" y="30512"/>
                  <a:pt x="183568" y="35208"/>
                </a:cubicBezTo>
                <a:cubicBezTo>
                  <a:pt x="183568" y="36210"/>
                  <a:pt x="183399" y="37220"/>
                  <a:pt x="183063" y="38222"/>
                </a:cubicBezTo>
                <a:cubicBezTo>
                  <a:pt x="182895" y="39392"/>
                  <a:pt x="182646" y="40402"/>
                  <a:pt x="182309" y="41243"/>
                </a:cubicBezTo>
                <a:cubicBezTo>
                  <a:pt x="181636" y="42918"/>
                  <a:pt x="181051" y="44593"/>
                  <a:pt x="180546" y="46269"/>
                </a:cubicBezTo>
                <a:cubicBezTo>
                  <a:pt x="180049" y="48112"/>
                  <a:pt x="179625" y="50043"/>
                  <a:pt x="179288" y="52055"/>
                </a:cubicBezTo>
                <a:lnTo>
                  <a:pt x="200919" y="73927"/>
                </a:lnTo>
                <a:lnTo>
                  <a:pt x="215498" y="73927"/>
                </a:lnTo>
                <a:cubicBezTo>
                  <a:pt x="217847" y="73927"/>
                  <a:pt x="219858" y="74769"/>
                  <a:pt x="221534" y="76444"/>
                </a:cubicBezTo>
                <a:cubicBezTo>
                  <a:pt x="223216" y="78119"/>
                  <a:pt x="224050" y="80131"/>
                  <a:pt x="224050" y="82479"/>
                </a:cubicBezTo>
                <a:lnTo>
                  <a:pt x="224050" y="140313"/>
                </a:lnTo>
                <a:cubicBezTo>
                  <a:pt x="224050" y="142325"/>
                  <a:pt x="223545" y="144087"/>
                  <a:pt x="222543" y="145594"/>
                </a:cubicBezTo>
                <a:cubicBezTo>
                  <a:pt x="221365" y="147101"/>
                  <a:pt x="219858" y="148111"/>
                  <a:pt x="218015" y="148616"/>
                </a:cubicBezTo>
                <a:lnTo>
                  <a:pt x="195133" y="156158"/>
                </a:lnTo>
                <a:lnTo>
                  <a:pt x="181805" y="200415"/>
                </a:lnTo>
                <a:cubicBezTo>
                  <a:pt x="180634" y="204101"/>
                  <a:pt x="178535" y="207123"/>
                  <a:pt x="175521" y="209463"/>
                </a:cubicBezTo>
                <a:cubicBezTo>
                  <a:pt x="172500" y="211643"/>
                  <a:pt x="169062" y="212733"/>
                  <a:pt x="165206" y="212733"/>
                </a:cubicBezTo>
                <a:lnTo>
                  <a:pt x="137299" y="212733"/>
                </a:lnTo>
                <a:cubicBezTo>
                  <a:pt x="132771" y="212733"/>
                  <a:pt x="128916" y="211226"/>
                  <a:pt x="125734" y="208213"/>
                </a:cubicBezTo>
                <a:cubicBezTo>
                  <a:pt x="122376" y="205360"/>
                  <a:pt x="120533" y="201841"/>
                  <a:pt x="120196" y="197649"/>
                </a:cubicBezTo>
                <a:lnTo>
                  <a:pt x="120196" y="192617"/>
                </a:lnTo>
                <a:lnTo>
                  <a:pt x="100833" y="192617"/>
                </a:lnTo>
                <a:lnTo>
                  <a:pt x="100833" y="197649"/>
                </a:lnTo>
                <a:cubicBezTo>
                  <a:pt x="100504" y="201841"/>
                  <a:pt x="98653" y="205360"/>
                  <a:pt x="95302" y="208213"/>
                </a:cubicBezTo>
                <a:cubicBezTo>
                  <a:pt x="91952" y="211226"/>
                  <a:pt x="88097" y="212733"/>
                  <a:pt x="83737" y="212733"/>
                </a:cubicBezTo>
                <a:lnTo>
                  <a:pt x="57585" y="212733"/>
                </a:lnTo>
                <a:close/>
                <a:moveTo>
                  <a:pt x="55822" y="195638"/>
                </a:moveTo>
                <a:lnTo>
                  <a:pt x="83986" y="195638"/>
                </a:lnTo>
                <a:lnTo>
                  <a:pt x="83986" y="175521"/>
                </a:lnTo>
                <a:lnTo>
                  <a:pt x="137043" y="175521"/>
                </a:lnTo>
                <a:lnTo>
                  <a:pt x="137043" y="195638"/>
                </a:lnTo>
                <a:lnTo>
                  <a:pt x="165206" y="195638"/>
                </a:lnTo>
                <a:lnTo>
                  <a:pt x="181051" y="142829"/>
                </a:lnTo>
                <a:lnTo>
                  <a:pt x="206954" y="134278"/>
                </a:lnTo>
                <a:lnTo>
                  <a:pt x="206954" y="91030"/>
                </a:lnTo>
                <a:lnTo>
                  <a:pt x="193875" y="91030"/>
                </a:lnTo>
                <a:lnTo>
                  <a:pt x="161688" y="58843"/>
                </a:lnTo>
                <a:cubicBezTo>
                  <a:pt x="161856" y="56159"/>
                  <a:pt x="162273" y="52721"/>
                  <a:pt x="162946" y="48529"/>
                </a:cubicBezTo>
                <a:cubicBezTo>
                  <a:pt x="163787" y="44506"/>
                  <a:pt x="164877" y="39897"/>
                  <a:pt x="166216" y="34703"/>
                </a:cubicBezTo>
                <a:cubicBezTo>
                  <a:pt x="159003" y="36715"/>
                  <a:pt x="152719" y="39561"/>
                  <a:pt x="147357" y="43255"/>
                </a:cubicBezTo>
                <a:cubicBezTo>
                  <a:pt x="141827" y="46942"/>
                  <a:pt x="137804" y="51133"/>
                  <a:pt x="135287" y="55822"/>
                </a:cubicBezTo>
                <a:lnTo>
                  <a:pt x="74183" y="55822"/>
                </a:lnTo>
                <a:cubicBezTo>
                  <a:pt x="63284" y="55822"/>
                  <a:pt x="53898" y="59677"/>
                  <a:pt x="46020" y="67395"/>
                </a:cubicBezTo>
                <a:cubicBezTo>
                  <a:pt x="38302" y="75273"/>
                  <a:pt x="34447" y="84659"/>
                  <a:pt x="34447" y="95558"/>
                </a:cubicBezTo>
                <a:cubicBezTo>
                  <a:pt x="34447" y="102596"/>
                  <a:pt x="36291" y="114834"/>
                  <a:pt x="39985" y="132266"/>
                </a:cubicBezTo>
                <a:cubicBezTo>
                  <a:pt x="43672" y="149706"/>
                  <a:pt x="48953" y="170825"/>
                  <a:pt x="55822" y="195638"/>
                </a:cubicBezTo>
                <a:close/>
                <a:moveTo>
                  <a:pt x="168732" y="109135"/>
                </a:moveTo>
                <a:cubicBezTo>
                  <a:pt x="170912" y="106956"/>
                  <a:pt x="172002" y="104359"/>
                  <a:pt x="172002" y="101337"/>
                </a:cubicBezTo>
                <a:cubicBezTo>
                  <a:pt x="172002" y="98155"/>
                  <a:pt x="170912" y="95471"/>
                  <a:pt x="168732" y="93291"/>
                </a:cubicBezTo>
                <a:cubicBezTo>
                  <a:pt x="166552" y="91279"/>
                  <a:pt x="163956" y="90277"/>
                  <a:pt x="160934" y="90277"/>
                </a:cubicBezTo>
                <a:cubicBezTo>
                  <a:pt x="157752" y="90277"/>
                  <a:pt x="155068" y="91279"/>
                  <a:pt x="152888" y="93291"/>
                </a:cubicBezTo>
                <a:cubicBezTo>
                  <a:pt x="150708" y="95471"/>
                  <a:pt x="149618" y="98155"/>
                  <a:pt x="149618" y="101337"/>
                </a:cubicBezTo>
                <a:cubicBezTo>
                  <a:pt x="149618" y="104359"/>
                  <a:pt x="150708" y="106956"/>
                  <a:pt x="152888" y="109135"/>
                </a:cubicBezTo>
                <a:cubicBezTo>
                  <a:pt x="155068" y="111315"/>
                  <a:pt x="157752" y="112405"/>
                  <a:pt x="160934" y="112405"/>
                </a:cubicBezTo>
                <a:cubicBezTo>
                  <a:pt x="163956" y="112405"/>
                  <a:pt x="166552" y="111315"/>
                  <a:pt x="168732" y="109135"/>
                </a:cubicBezTo>
                <a:close/>
                <a:moveTo>
                  <a:pt x="122464" y="87760"/>
                </a:moveTo>
                <a:cubicBezTo>
                  <a:pt x="124805" y="87760"/>
                  <a:pt x="126736" y="86919"/>
                  <a:pt x="128243" y="85244"/>
                </a:cubicBezTo>
                <a:cubicBezTo>
                  <a:pt x="129918" y="83737"/>
                  <a:pt x="130759" y="81806"/>
                  <a:pt x="130759" y="79465"/>
                </a:cubicBezTo>
                <a:cubicBezTo>
                  <a:pt x="130759" y="77117"/>
                  <a:pt x="129918" y="75105"/>
                  <a:pt x="128243" y="73430"/>
                </a:cubicBezTo>
                <a:cubicBezTo>
                  <a:pt x="126736" y="71916"/>
                  <a:pt x="124805" y="71162"/>
                  <a:pt x="122464" y="71162"/>
                </a:cubicBezTo>
                <a:lnTo>
                  <a:pt x="86751" y="71162"/>
                </a:lnTo>
                <a:cubicBezTo>
                  <a:pt x="84410" y="71162"/>
                  <a:pt x="82398" y="72004"/>
                  <a:pt x="80716" y="73679"/>
                </a:cubicBezTo>
                <a:cubicBezTo>
                  <a:pt x="79209" y="75186"/>
                  <a:pt x="78456" y="77117"/>
                  <a:pt x="78456" y="79465"/>
                </a:cubicBezTo>
                <a:cubicBezTo>
                  <a:pt x="78456" y="81806"/>
                  <a:pt x="79297" y="83818"/>
                  <a:pt x="80972" y="85500"/>
                </a:cubicBezTo>
                <a:cubicBezTo>
                  <a:pt x="82479" y="87007"/>
                  <a:pt x="84410" y="87760"/>
                  <a:pt x="86751" y="87760"/>
                </a:cubicBezTo>
                <a:lnTo>
                  <a:pt x="122464" y="87760"/>
                </a:lnTo>
                <a:close/>
                <a:moveTo>
                  <a:pt x="120701" y="115171"/>
                </a:move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1" name="圖說"/>
          <p:cNvSpPr/>
          <p:nvPr/>
        </p:nvSpPr>
        <p:spPr>
          <a:xfrm>
            <a:off x="1311835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節省</a:t>
            </a:r>
            <a:endParaRPr lang="en-US" sz="600" dirty="0"/>
          </a:p>
        </p:txBody>
      </p:sp>
      <p:sp>
        <p:nvSpPr>
          <p:cNvPr id="212" name="圖示 財務"/>
          <p:cNvSpPr/>
          <p:nvPr/>
        </p:nvSpPr>
        <p:spPr>
          <a:xfrm>
            <a:off x="1871429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2055" y="173004"/>
                </a:moveTo>
                <a:lnTo>
                  <a:pt x="52055" y="104359"/>
                </a:lnTo>
                <a:cubicBezTo>
                  <a:pt x="52055" y="102010"/>
                  <a:pt x="52808" y="99999"/>
                  <a:pt x="54315" y="98324"/>
                </a:cubicBezTo>
                <a:cubicBezTo>
                  <a:pt x="55991" y="96809"/>
                  <a:pt x="58002" y="96056"/>
                  <a:pt x="60350" y="96056"/>
                </a:cubicBezTo>
                <a:cubicBezTo>
                  <a:pt x="62699" y="96056"/>
                  <a:pt x="64622" y="96809"/>
                  <a:pt x="66137" y="98324"/>
                </a:cubicBezTo>
                <a:cubicBezTo>
                  <a:pt x="67644" y="99999"/>
                  <a:pt x="68397" y="102010"/>
                  <a:pt x="68397" y="104359"/>
                </a:cubicBezTo>
                <a:lnTo>
                  <a:pt x="68397" y="173004"/>
                </a:lnTo>
                <a:cubicBezTo>
                  <a:pt x="68397" y="175353"/>
                  <a:pt x="67644" y="177364"/>
                  <a:pt x="66137" y="179040"/>
                </a:cubicBezTo>
                <a:cubicBezTo>
                  <a:pt x="64454" y="180546"/>
                  <a:pt x="62443" y="181300"/>
                  <a:pt x="60102" y="181300"/>
                </a:cubicBezTo>
                <a:cubicBezTo>
                  <a:pt x="57754" y="181300"/>
                  <a:pt x="55822" y="180466"/>
                  <a:pt x="54315" y="178791"/>
                </a:cubicBezTo>
                <a:cubicBezTo>
                  <a:pt x="52808" y="177277"/>
                  <a:pt x="52055" y="175353"/>
                  <a:pt x="52055" y="173004"/>
                </a:cubicBezTo>
                <a:close/>
                <a:moveTo>
                  <a:pt x="113408" y="173004"/>
                </a:moveTo>
                <a:lnTo>
                  <a:pt x="113408" y="104359"/>
                </a:lnTo>
                <a:cubicBezTo>
                  <a:pt x="113408" y="102010"/>
                  <a:pt x="114249" y="99999"/>
                  <a:pt x="115924" y="98324"/>
                </a:cubicBezTo>
                <a:cubicBezTo>
                  <a:pt x="117431" y="96809"/>
                  <a:pt x="119362" y="96056"/>
                  <a:pt x="121710" y="96056"/>
                </a:cubicBezTo>
                <a:cubicBezTo>
                  <a:pt x="124051" y="96056"/>
                  <a:pt x="125982" y="96809"/>
                  <a:pt x="127489" y="98324"/>
                </a:cubicBezTo>
                <a:cubicBezTo>
                  <a:pt x="129164" y="99999"/>
                  <a:pt x="130006" y="102010"/>
                  <a:pt x="130006" y="104359"/>
                </a:cubicBezTo>
                <a:lnTo>
                  <a:pt x="130006" y="173004"/>
                </a:lnTo>
                <a:cubicBezTo>
                  <a:pt x="130006" y="175353"/>
                  <a:pt x="129164" y="177277"/>
                  <a:pt x="127489" y="178791"/>
                </a:cubicBezTo>
                <a:cubicBezTo>
                  <a:pt x="125982" y="180466"/>
                  <a:pt x="124051" y="181300"/>
                  <a:pt x="121710" y="181300"/>
                </a:cubicBezTo>
                <a:cubicBezTo>
                  <a:pt x="119362" y="181300"/>
                  <a:pt x="117431" y="180466"/>
                  <a:pt x="115924" y="178791"/>
                </a:cubicBezTo>
                <a:cubicBezTo>
                  <a:pt x="114249" y="177277"/>
                  <a:pt x="113408" y="175353"/>
                  <a:pt x="113408" y="173004"/>
                </a:cubicBezTo>
                <a:close/>
                <a:moveTo>
                  <a:pt x="27161" y="212236"/>
                </a:moveTo>
                <a:cubicBezTo>
                  <a:pt x="24813" y="212236"/>
                  <a:pt x="22801" y="211395"/>
                  <a:pt x="21126" y="209719"/>
                </a:cubicBezTo>
                <a:cubicBezTo>
                  <a:pt x="19444" y="208044"/>
                  <a:pt x="18610" y="205945"/>
                  <a:pt x="18610" y="203428"/>
                </a:cubicBezTo>
                <a:cubicBezTo>
                  <a:pt x="18610" y="201088"/>
                  <a:pt x="19444" y="199076"/>
                  <a:pt x="21126" y="197393"/>
                </a:cubicBezTo>
                <a:cubicBezTo>
                  <a:pt x="22801" y="195718"/>
                  <a:pt x="24813" y="194884"/>
                  <a:pt x="27161" y="194884"/>
                </a:cubicBezTo>
                <a:lnTo>
                  <a:pt x="214248" y="194884"/>
                </a:lnTo>
                <a:cubicBezTo>
                  <a:pt x="216588" y="194884"/>
                  <a:pt x="218600" y="195718"/>
                  <a:pt x="220283" y="197393"/>
                </a:cubicBezTo>
                <a:cubicBezTo>
                  <a:pt x="221958" y="199076"/>
                  <a:pt x="222792" y="201168"/>
                  <a:pt x="222792" y="203684"/>
                </a:cubicBezTo>
                <a:cubicBezTo>
                  <a:pt x="222792" y="206033"/>
                  <a:pt x="221958" y="208044"/>
                  <a:pt x="220283" y="209719"/>
                </a:cubicBezTo>
                <a:cubicBezTo>
                  <a:pt x="218600" y="211395"/>
                  <a:pt x="216588" y="212236"/>
                  <a:pt x="214248" y="212236"/>
                </a:cubicBezTo>
                <a:lnTo>
                  <a:pt x="27161" y="212236"/>
                </a:lnTo>
                <a:close/>
                <a:moveTo>
                  <a:pt x="173004" y="173004"/>
                </a:moveTo>
                <a:lnTo>
                  <a:pt x="173004" y="104359"/>
                </a:lnTo>
                <a:cubicBezTo>
                  <a:pt x="173004" y="102010"/>
                  <a:pt x="173846" y="99999"/>
                  <a:pt x="175521" y="98324"/>
                </a:cubicBezTo>
                <a:cubicBezTo>
                  <a:pt x="177028" y="96809"/>
                  <a:pt x="178959" y="96056"/>
                  <a:pt x="181300" y="96056"/>
                </a:cubicBezTo>
                <a:cubicBezTo>
                  <a:pt x="183648" y="96056"/>
                  <a:pt x="185579" y="96809"/>
                  <a:pt x="187086" y="98324"/>
                </a:cubicBezTo>
                <a:cubicBezTo>
                  <a:pt x="188761" y="99999"/>
                  <a:pt x="189603" y="102010"/>
                  <a:pt x="189603" y="104359"/>
                </a:cubicBezTo>
                <a:lnTo>
                  <a:pt x="189603" y="173004"/>
                </a:lnTo>
                <a:cubicBezTo>
                  <a:pt x="189603" y="175353"/>
                  <a:pt x="188761" y="177364"/>
                  <a:pt x="187086" y="179040"/>
                </a:cubicBezTo>
                <a:cubicBezTo>
                  <a:pt x="185579" y="180546"/>
                  <a:pt x="183648" y="181300"/>
                  <a:pt x="181300" y="181300"/>
                </a:cubicBezTo>
                <a:cubicBezTo>
                  <a:pt x="178959" y="181300"/>
                  <a:pt x="176947" y="180466"/>
                  <a:pt x="175265" y="178791"/>
                </a:cubicBezTo>
                <a:cubicBezTo>
                  <a:pt x="173758" y="177277"/>
                  <a:pt x="173004" y="175353"/>
                  <a:pt x="173004" y="173004"/>
                </a:cubicBezTo>
                <a:close/>
                <a:moveTo>
                  <a:pt x="215001" y="82230"/>
                </a:moveTo>
                <a:lnTo>
                  <a:pt x="25398" y="82230"/>
                </a:lnTo>
                <a:cubicBezTo>
                  <a:pt x="23555" y="82230"/>
                  <a:pt x="21960" y="81557"/>
                  <a:pt x="20622" y="80218"/>
                </a:cubicBezTo>
                <a:cubicBezTo>
                  <a:pt x="19276" y="78872"/>
                  <a:pt x="18610" y="77285"/>
                  <a:pt x="18610" y="75442"/>
                </a:cubicBezTo>
                <a:lnTo>
                  <a:pt x="18610" y="70409"/>
                </a:lnTo>
                <a:cubicBezTo>
                  <a:pt x="18610" y="69238"/>
                  <a:pt x="18946" y="68061"/>
                  <a:pt x="19612" y="66890"/>
                </a:cubicBezTo>
                <a:cubicBezTo>
                  <a:pt x="20285" y="65881"/>
                  <a:pt x="21126" y="65047"/>
                  <a:pt x="22128" y="64374"/>
                </a:cubicBezTo>
                <a:lnTo>
                  <a:pt x="112149" y="13080"/>
                </a:lnTo>
                <a:cubicBezTo>
                  <a:pt x="114834" y="11565"/>
                  <a:pt x="117687" y="10812"/>
                  <a:pt x="120701" y="10812"/>
                </a:cubicBezTo>
                <a:cubicBezTo>
                  <a:pt x="123722" y="10812"/>
                  <a:pt x="126568" y="11565"/>
                  <a:pt x="129252" y="13080"/>
                </a:cubicBezTo>
                <a:lnTo>
                  <a:pt x="218768" y="64125"/>
                </a:lnTo>
                <a:cubicBezTo>
                  <a:pt x="220114" y="64959"/>
                  <a:pt x="221117" y="65968"/>
                  <a:pt x="221790" y="67139"/>
                </a:cubicBezTo>
                <a:cubicBezTo>
                  <a:pt x="222455" y="68317"/>
                  <a:pt x="222792" y="69655"/>
                  <a:pt x="222792" y="71162"/>
                </a:cubicBezTo>
                <a:lnTo>
                  <a:pt x="222792" y="74183"/>
                </a:lnTo>
                <a:cubicBezTo>
                  <a:pt x="222792" y="76524"/>
                  <a:pt x="222038" y="78456"/>
                  <a:pt x="220531" y="79962"/>
                </a:cubicBezTo>
                <a:cubicBezTo>
                  <a:pt x="219024" y="81477"/>
                  <a:pt x="217181" y="82230"/>
                  <a:pt x="215001" y="82230"/>
                </a:cubicBezTo>
                <a:close/>
                <a:moveTo>
                  <a:pt x="56078" y="65127"/>
                </a:moveTo>
                <a:lnTo>
                  <a:pt x="185323" y="65127"/>
                </a:lnTo>
                <a:lnTo>
                  <a:pt x="120701" y="28164"/>
                </a:lnTo>
                <a:lnTo>
                  <a:pt x="56078" y="65127"/>
                </a:ln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3" name="圖說"/>
          <p:cNvSpPr/>
          <p:nvPr/>
        </p:nvSpPr>
        <p:spPr>
          <a:xfrm>
            <a:off x="1755611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財務</a:t>
            </a:r>
            <a:endParaRPr lang="en-US" sz="600" dirty="0"/>
          </a:p>
        </p:txBody>
      </p:sp>
      <p:sp>
        <p:nvSpPr>
          <p:cNvPr id="214" name="圖示 辦公室"/>
          <p:cNvSpPr/>
          <p:nvPr/>
        </p:nvSpPr>
        <p:spPr>
          <a:xfrm>
            <a:off x="2315206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5266" y="213238"/>
                </a:moveTo>
                <a:cubicBezTo>
                  <a:pt x="40570" y="213238"/>
                  <a:pt x="36547" y="211563"/>
                  <a:pt x="33196" y="208213"/>
                </a:cubicBezTo>
                <a:cubicBezTo>
                  <a:pt x="29839" y="204855"/>
                  <a:pt x="28164" y="200832"/>
                  <a:pt x="28164" y="196142"/>
                </a:cubicBezTo>
                <a:lnTo>
                  <a:pt x="28164" y="86751"/>
                </a:lnTo>
                <a:cubicBezTo>
                  <a:pt x="28164" y="82062"/>
                  <a:pt x="29839" y="78039"/>
                  <a:pt x="33196" y="74681"/>
                </a:cubicBezTo>
                <a:cubicBezTo>
                  <a:pt x="36547" y="71331"/>
                  <a:pt x="40570" y="69655"/>
                  <a:pt x="45266" y="69655"/>
                </a:cubicBezTo>
                <a:lnTo>
                  <a:pt x="69655" y="69655"/>
                </a:lnTo>
                <a:lnTo>
                  <a:pt x="69655" y="45266"/>
                </a:lnTo>
                <a:cubicBezTo>
                  <a:pt x="69655" y="40570"/>
                  <a:pt x="71331" y="36547"/>
                  <a:pt x="74681" y="33196"/>
                </a:cubicBezTo>
                <a:cubicBezTo>
                  <a:pt x="78039" y="29839"/>
                  <a:pt x="82062" y="28164"/>
                  <a:pt x="86751" y="28164"/>
                </a:cubicBezTo>
                <a:lnTo>
                  <a:pt x="154651" y="28164"/>
                </a:lnTo>
                <a:cubicBezTo>
                  <a:pt x="159340" y="28164"/>
                  <a:pt x="163363" y="29839"/>
                  <a:pt x="166721" y="33196"/>
                </a:cubicBezTo>
                <a:cubicBezTo>
                  <a:pt x="170071" y="36547"/>
                  <a:pt x="171746" y="40570"/>
                  <a:pt x="171746" y="45266"/>
                </a:cubicBezTo>
                <a:lnTo>
                  <a:pt x="171746" y="111147"/>
                </a:lnTo>
                <a:lnTo>
                  <a:pt x="196142" y="111147"/>
                </a:lnTo>
                <a:cubicBezTo>
                  <a:pt x="200832" y="111147"/>
                  <a:pt x="204855" y="112822"/>
                  <a:pt x="208213" y="116173"/>
                </a:cubicBezTo>
                <a:cubicBezTo>
                  <a:pt x="211563" y="119530"/>
                  <a:pt x="213238" y="123554"/>
                  <a:pt x="213238" y="128243"/>
                </a:cubicBezTo>
                <a:lnTo>
                  <a:pt x="213238" y="196142"/>
                </a:lnTo>
                <a:cubicBezTo>
                  <a:pt x="213238" y="200832"/>
                  <a:pt x="211563" y="204855"/>
                  <a:pt x="208213" y="208213"/>
                </a:cubicBezTo>
                <a:cubicBezTo>
                  <a:pt x="204855" y="211563"/>
                  <a:pt x="200832" y="213238"/>
                  <a:pt x="196142" y="213238"/>
                </a:cubicBezTo>
                <a:lnTo>
                  <a:pt x="134029" y="213238"/>
                </a:lnTo>
                <a:lnTo>
                  <a:pt x="134029" y="169735"/>
                </a:lnTo>
                <a:lnTo>
                  <a:pt x="107373" y="169735"/>
                </a:lnTo>
                <a:lnTo>
                  <a:pt x="107373" y="213238"/>
                </a:lnTo>
                <a:lnTo>
                  <a:pt x="45266" y="213238"/>
                </a:lnTo>
                <a:close/>
                <a:moveTo>
                  <a:pt x="45266" y="196142"/>
                </a:moveTo>
                <a:lnTo>
                  <a:pt x="71667" y="196142"/>
                </a:lnTo>
                <a:lnTo>
                  <a:pt x="71667" y="169735"/>
                </a:lnTo>
                <a:lnTo>
                  <a:pt x="45266" y="169735"/>
                </a:lnTo>
                <a:lnTo>
                  <a:pt x="45266" y="196142"/>
                </a:lnTo>
                <a:close/>
                <a:moveTo>
                  <a:pt x="45266" y="154651"/>
                </a:moveTo>
                <a:lnTo>
                  <a:pt x="71667" y="154651"/>
                </a:lnTo>
                <a:lnTo>
                  <a:pt x="71667" y="128243"/>
                </a:lnTo>
                <a:lnTo>
                  <a:pt x="45266" y="128243"/>
                </a:lnTo>
                <a:lnTo>
                  <a:pt x="45266" y="154651"/>
                </a:lnTo>
                <a:close/>
                <a:moveTo>
                  <a:pt x="45266" y="113159"/>
                </a:moveTo>
                <a:lnTo>
                  <a:pt x="71667" y="113159"/>
                </a:lnTo>
                <a:lnTo>
                  <a:pt x="71667" y="86751"/>
                </a:lnTo>
                <a:lnTo>
                  <a:pt x="45266" y="86751"/>
                </a:lnTo>
                <a:lnTo>
                  <a:pt x="45266" y="113159"/>
                </a:lnTo>
                <a:close/>
                <a:moveTo>
                  <a:pt x="86751" y="154651"/>
                </a:moveTo>
                <a:lnTo>
                  <a:pt x="113159" y="154651"/>
                </a:lnTo>
                <a:lnTo>
                  <a:pt x="113159" y="128243"/>
                </a:lnTo>
                <a:lnTo>
                  <a:pt x="86751" y="128243"/>
                </a:lnTo>
                <a:lnTo>
                  <a:pt x="86751" y="154651"/>
                </a:lnTo>
                <a:close/>
                <a:moveTo>
                  <a:pt x="86751" y="113159"/>
                </a:moveTo>
                <a:lnTo>
                  <a:pt x="113159" y="113159"/>
                </a:lnTo>
                <a:lnTo>
                  <a:pt x="113159" y="86751"/>
                </a:lnTo>
                <a:lnTo>
                  <a:pt x="86751" y="86751"/>
                </a:lnTo>
                <a:lnTo>
                  <a:pt x="86751" y="113159"/>
                </a:lnTo>
                <a:close/>
                <a:moveTo>
                  <a:pt x="86751" y="71667"/>
                </a:moveTo>
                <a:lnTo>
                  <a:pt x="113159" y="71667"/>
                </a:lnTo>
                <a:lnTo>
                  <a:pt x="113159" y="45266"/>
                </a:lnTo>
                <a:lnTo>
                  <a:pt x="86751" y="45266"/>
                </a:lnTo>
                <a:lnTo>
                  <a:pt x="86751" y="71667"/>
                </a:lnTo>
                <a:close/>
                <a:moveTo>
                  <a:pt x="128243" y="154651"/>
                </a:moveTo>
                <a:lnTo>
                  <a:pt x="154651" y="154651"/>
                </a:lnTo>
                <a:lnTo>
                  <a:pt x="154651" y="128243"/>
                </a:lnTo>
                <a:lnTo>
                  <a:pt x="128243" y="128243"/>
                </a:lnTo>
                <a:lnTo>
                  <a:pt x="128243" y="154651"/>
                </a:lnTo>
                <a:close/>
                <a:moveTo>
                  <a:pt x="128243" y="113159"/>
                </a:moveTo>
                <a:lnTo>
                  <a:pt x="154651" y="113159"/>
                </a:lnTo>
                <a:lnTo>
                  <a:pt x="154651" y="86751"/>
                </a:lnTo>
                <a:lnTo>
                  <a:pt x="128243" y="86751"/>
                </a:lnTo>
                <a:lnTo>
                  <a:pt x="128243" y="113159"/>
                </a:lnTo>
                <a:close/>
                <a:moveTo>
                  <a:pt x="128243" y="71667"/>
                </a:moveTo>
                <a:lnTo>
                  <a:pt x="154651" y="71667"/>
                </a:lnTo>
                <a:lnTo>
                  <a:pt x="154651" y="45266"/>
                </a:lnTo>
                <a:lnTo>
                  <a:pt x="128243" y="45266"/>
                </a:lnTo>
                <a:lnTo>
                  <a:pt x="128243" y="71667"/>
                </a:lnTo>
                <a:close/>
                <a:moveTo>
                  <a:pt x="169735" y="196142"/>
                </a:moveTo>
                <a:lnTo>
                  <a:pt x="196142" y="196142"/>
                </a:lnTo>
                <a:lnTo>
                  <a:pt x="196142" y="169735"/>
                </a:lnTo>
                <a:lnTo>
                  <a:pt x="169735" y="169735"/>
                </a:lnTo>
                <a:lnTo>
                  <a:pt x="169735" y="196142"/>
                </a:lnTo>
                <a:close/>
                <a:moveTo>
                  <a:pt x="169735" y="154651"/>
                </a:moveTo>
                <a:lnTo>
                  <a:pt x="196142" y="154651"/>
                </a:lnTo>
                <a:lnTo>
                  <a:pt x="196142" y="128243"/>
                </a:lnTo>
                <a:lnTo>
                  <a:pt x="169735" y="128243"/>
                </a:lnTo>
                <a:lnTo>
                  <a:pt x="169735" y="154651"/>
                </a:ln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5" name="圖說"/>
          <p:cNvSpPr/>
          <p:nvPr/>
        </p:nvSpPr>
        <p:spPr>
          <a:xfrm>
            <a:off x="2199388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辦公室</a:t>
            </a:r>
            <a:endParaRPr lang="en-US" sz="600" dirty="0"/>
          </a:p>
        </p:txBody>
      </p:sp>
      <p:sp>
        <p:nvSpPr>
          <p:cNvPr id="216" name="圖示 公告"/>
          <p:cNvSpPr/>
          <p:nvPr/>
        </p:nvSpPr>
        <p:spPr>
          <a:xfrm>
            <a:off x="2758983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215755" y="128996"/>
                </a:moveTo>
                <a:lnTo>
                  <a:pt x="192617" y="128996"/>
                </a:lnTo>
                <a:cubicBezTo>
                  <a:pt x="190268" y="128996"/>
                  <a:pt x="188257" y="128162"/>
                  <a:pt x="186581" y="126487"/>
                </a:cubicBezTo>
                <a:cubicBezTo>
                  <a:pt x="185075" y="124973"/>
                  <a:pt x="184321" y="123049"/>
                  <a:pt x="184321" y="120701"/>
                </a:cubicBezTo>
                <a:cubicBezTo>
                  <a:pt x="184321" y="118353"/>
                  <a:pt x="185075" y="116429"/>
                  <a:pt x="186581" y="114914"/>
                </a:cubicBezTo>
                <a:cubicBezTo>
                  <a:pt x="188257" y="113239"/>
                  <a:pt x="190188" y="112405"/>
                  <a:pt x="192368" y="112405"/>
                </a:cubicBezTo>
                <a:lnTo>
                  <a:pt x="215755" y="112405"/>
                </a:lnTo>
                <a:cubicBezTo>
                  <a:pt x="218103" y="112405"/>
                  <a:pt x="220114" y="113239"/>
                  <a:pt x="221790" y="114914"/>
                </a:cubicBezTo>
                <a:cubicBezTo>
                  <a:pt x="223296" y="116429"/>
                  <a:pt x="224050" y="118353"/>
                  <a:pt x="224050" y="120701"/>
                </a:cubicBezTo>
                <a:cubicBezTo>
                  <a:pt x="224050" y="123049"/>
                  <a:pt x="223296" y="124973"/>
                  <a:pt x="221790" y="126487"/>
                </a:cubicBezTo>
                <a:cubicBezTo>
                  <a:pt x="220114" y="128162"/>
                  <a:pt x="218103" y="128996"/>
                  <a:pt x="215755" y="128996"/>
                </a:cubicBezTo>
                <a:close/>
                <a:moveTo>
                  <a:pt x="170993" y="172002"/>
                </a:moveTo>
                <a:cubicBezTo>
                  <a:pt x="172500" y="170320"/>
                  <a:pt x="174343" y="169230"/>
                  <a:pt x="176523" y="168732"/>
                </a:cubicBezTo>
                <a:cubicBezTo>
                  <a:pt x="178703" y="168396"/>
                  <a:pt x="180715" y="168981"/>
                  <a:pt x="182558" y="170488"/>
                </a:cubicBezTo>
                <a:lnTo>
                  <a:pt x="201417" y="184570"/>
                </a:lnTo>
                <a:cubicBezTo>
                  <a:pt x="203260" y="185916"/>
                  <a:pt x="204350" y="187671"/>
                  <a:pt x="204687" y="189851"/>
                </a:cubicBezTo>
                <a:cubicBezTo>
                  <a:pt x="205191" y="192031"/>
                  <a:pt x="204687" y="194043"/>
                  <a:pt x="203180" y="195886"/>
                </a:cubicBezTo>
                <a:cubicBezTo>
                  <a:pt x="201673" y="197730"/>
                  <a:pt x="199829" y="198820"/>
                  <a:pt x="197649" y="199156"/>
                </a:cubicBezTo>
                <a:cubicBezTo>
                  <a:pt x="195469" y="199661"/>
                  <a:pt x="193458" y="199156"/>
                  <a:pt x="191614" y="197649"/>
                </a:cubicBezTo>
                <a:lnTo>
                  <a:pt x="172756" y="183568"/>
                </a:lnTo>
                <a:cubicBezTo>
                  <a:pt x="170912" y="182222"/>
                  <a:pt x="169822" y="180466"/>
                  <a:pt x="169486" y="178286"/>
                </a:cubicBezTo>
                <a:cubicBezTo>
                  <a:pt x="169149" y="175938"/>
                  <a:pt x="169654" y="173846"/>
                  <a:pt x="170993" y="172002"/>
                </a:cubicBezTo>
                <a:close/>
                <a:moveTo>
                  <a:pt x="201417" y="56832"/>
                </a:moveTo>
                <a:lnTo>
                  <a:pt x="183312" y="70658"/>
                </a:lnTo>
                <a:cubicBezTo>
                  <a:pt x="181468" y="72172"/>
                  <a:pt x="179456" y="72757"/>
                  <a:pt x="177277" y="72420"/>
                </a:cubicBezTo>
                <a:cubicBezTo>
                  <a:pt x="175097" y="71916"/>
                  <a:pt x="173253" y="70826"/>
                  <a:pt x="171746" y="69151"/>
                </a:cubicBezTo>
                <a:cubicBezTo>
                  <a:pt x="170408" y="67307"/>
                  <a:pt x="169903" y="65295"/>
                  <a:pt x="170239" y="63116"/>
                </a:cubicBezTo>
                <a:cubicBezTo>
                  <a:pt x="170576" y="60767"/>
                  <a:pt x="171666" y="58924"/>
                  <a:pt x="173509" y="57585"/>
                </a:cubicBezTo>
                <a:lnTo>
                  <a:pt x="191614" y="43752"/>
                </a:lnTo>
                <a:cubicBezTo>
                  <a:pt x="193458" y="42245"/>
                  <a:pt x="195469" y="41741"/>
                  <a:pt x="197649" y="42245"/>
                </a:cubicBezTo>
                <a:cubicBezTo>
                  <a:pt x="199829" y="42582"/>
                  <a:pt x="201673" y="43672"/>
                  <a:pt x="203180" y="45515"/>
                </a:cubicBezTo>
                <a:cubicBezTo>
                  <a:pt x="204687" y="47359"/>
                  <a:pt x="205191" y="49370"/>
                  <a:pt x="204687" y="51550"/>
                </a:cubicBezTo>
                <a:cubicBezTo>
                  <a:pt x="204350" y="53730"/>
                  <a:pt x="203260" y="55486"/>
                  <a:pt x="201417" y="56832"/>
                </a:cubicBezTo>
                <a:close/>
                <a:moveTo>
                  <a:pt x="50043" y="152383"/>
                </a:moveTo>
                <a:lnTo>
                  <a:pt x="33950" y="152383"/>
                </a:lnTo>
                <a:cubicBezTo>
                  <a:pt x="29253" y="152215"/>
                  <a:pt x="25311" y="150459"/>
                  <a:pt x="22128" y="147101"/>
                </a:cubicBezTo>
                <a:cubicBezTo>
                  <a:pt x="18946" y="143751"/>
                  <a:pt x="17352" y="139815"/>
                  <a:pt x="17352" y="135287"/>
                </a:cubicBezTo>
                <a:lnTo>
                  <a:pt x="17352" y="106114"/>
                </a:lnTo>
                <a:cubicBezTo>
                  <a:pt x="17352" y="101425"/>
                  <a:pt x="19027" y="97402"/>
                  <a:pt x="22377" y="94044"/>
                </a:cubicBezTo>
                <a:cubicBezTo>
                  <a:pt x="25735" y="90694"/>
                  <a:pt x="29758" y="89019"/>
                  <a:pt x="34447" y="89019"/>
                </a:cubicBezTo>
                <a:lnTo>
                  <a:pt x="78704" y="89019"/>
                </a:lnTo>
                <a:lnTo>
                  <a:pt x="118184" y="65383"/>
                </a:lnTo>
                <a:cubicBezTo>
                  <a:pt x="121037" y="63701"/>
                  <a:pt x="123883" y="63701"/>
                  <a:pt x="126736" y="65383"/>
                </a:cubicBezTo>
                <a:cubicBezTo>
                  <a:pt x="129589" y="67058"/>
                  <a:pt x="131008" y="69487"/>
                  <a:pt x="131008" y="72669"/>
                </a:cubicBezTo>
                <a:lnTo>
                  <a:pt x="131008" y="168732"/>
                </a:lnTo>
                <a:cubicBezTo>
                  <a:pt x="131008" y="171915"/>
                  <a:pt x="129589" y="174343"/>
                  <a:pt x="126736" y="176026"/>
                </a:cubicBezTo>
                <a:cubicBezTo>
                  <a:pt x="123883" y="177701"/>
                  <a:pt x="121037" y="177701"/>
                  <a:pt x="118184" y="176026"/>
                </a:cubicBezTo>
                <a:lnTo>
                  <a:pt x="78704" y="152383"/>
                </a:lnTo>
                <a:lnTo>
                  <a:pt x="67395" y="152383"/>
                </a:lnTo>
                <a:lnTo>
                  <a:pt x="67395" y="183816"/>
                </a:lnTo>
                <a:cubicBezTo>
                  <a:pt x="67395" y="186333"/>
                  <a:pt x="66554" y="188425"/>
                  <a:pt x="64879" y="190107"/>
                </a:cubicBezTo>
                <a:cubicBezTo>
                  <a:pt x="63203" y="191783"/>
                  <a:pt x="61192" y="192617"/>
                  <a:pt x="58843" y="192617"/>
                </a:cubicBezTo>
                <a:cubicBezTo>
                  <a:pt x="56327" y="192617"/>
                  <a:pt x="54235" y="191783"/>
                  <a:pt x="52552" y="190107"/>
                </a:cubicBezTo>
                <a:cubicBezTo>
                  <a:pt x="50877" y="188425"/>
                  <a:pt x="50043" y="186333"/>
                  <a:pt x="50043" y="183816"/>
                </a:cubicBezTo>
                <a:lnTo>
                  <a:pt x="50043" y="152383"/>
                </a:lnTo>
                <a:close/>
                <a:moveTo>
                  <a:pt x="113912" y="153392"/>
                </a:moveTo>
                <a:lnTo>
                  <a:pt x="113912" y="88009"/>
                </a:lnTo>
                <a:lnTo>
                  <a:pt x="83232" y="106114"/>
                </a:lnTo>
                <a:lnTo>
                  <a:pt x="34447" y="106114"/>
                </a:lnTo>
                <a:lnTo>
                  <a:pt x="34447" y="135287"/>
                </a:lnTo>
                <a:lnTo>
                  <a:pt x="83232" y="135287"/>
                </a:lnTo>
                <a:lnTo>
                  <a:pt x="113912" y="153392"/>
                </a:lnTo>
                <a:close/>
                <a:moveTo>
                  <a:pt x="141066" y="155909"/>
                </a:moveTo>
                <a:lnTo>
                  <a:pt x="141066" y="85500"/>
                </a:lnTo>
                <a:cubicBezTo>
                  <a:pt x="146099" y="89684"/>
                  <a:pt x="150123" y="94798"/>
                  <a:pt x="153136" y="100833"/>
                </a:cubicBezTo>
                <a:cubicBezTo>
                  <a:pt x="156158" y="106868"/>
                  <a:pt x="157665" y="113495"/>
                  <a:pt x="157665" y="120701"/>
                </a:cubicBezTo>
                <a:cubicBezTo>
                  <a:pt x="157665" y="127906"/>
                  <a:pt x="156158" y="134534"/>
                  <a:pt x="153136" y="140569"/>
                </a:cubicBezTo>
                <a:cubicBezTo>
                  <a:pt x="150123" y="146604"/>
                  <a:pt x="146099" y="151717"/>
                  <a:pt x="141066" y="155909"/>
                </a:cubicBezTo>
                <a:close/>
                <a:moveTo>
                  <a:pt x="74183" y="120701"/>
                </a:move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7" name="圖說"/>
          <p:cNvSpPr/>
          <p:nvPr/>
        </p:nvSpPr>
        <p:spPr>
          <a:xfrm>
            <a:off x="2643165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公告</a:t>
            </a:r>
            <a:endParaRPr lang="en-US" sz="600" dirty="0"/>
          </a:p>
        </p:txBody>
      </p:sp>
      <p:sp>
        <p:nvSpPr>
          <p:cNvPr id="218" name="圖示 郵件"/>
          <p:cNvSpPr/>
          <p:nvPr/>
        </p:nvSpPr>
        <p:spPr>
          <a:xfrm>
            <a:off x="3202759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5705" y="202675"/>
                </a:moveTo>
                <a:cubicBezTo>
                  <a:pt x="31185" y="202675"/>
                  <a:pt x="27161" y="201000"/>
                  <a:pt x="23635" y="197649"/>
                </a:cubicBezTo>
                <a:cubicBezTo>
                  <a:pt x="20285" y="194131"/>
                  <a:pt x="18610" y="190107"/>
                  <a:pt x="18610" y="185579"/>
                </a:cubicBezTo>
                <a:lnTo>
                  <a:pt x="18610" y="55822"/>
                </a:lnTo>
                <a:cubicBezTo>
                  <a:pt x="18610" y="51133"/>
                  <a:pt x="20285" y="47110"/>
                  <a:pt x="23635" y="43752"/>
                </a:cubicBezTo>
                <a:cubicBezTo>
                  <a:pt x="27161" y="40402"/>
                  <a:pt x="31185" y="38727"/>
                  <a:pt x="35705" y="38727"/>
                </a:cubicBezTo>
                <a:lnTo>
                  <a:pt x="205696" y="38727"/>
                </a:lnTo>
                <a:cubicBezTo>
                  <a:pt x="210385" y="38727"/>
                  <a:pt x="214409" y="40402"/>
                  <a:pt x="217766" y="43752"/>
                </a:cubicBezTo>
                <a:cubicBezTo>
                  <a:pt x="221117" y="47110"/>
                  <a:pt x="222792" y="51133"/>
                  <a:pt x="222792" y="55822"/>
                </a:cubicBezTo>
                <a:lnTo>
                  <a:pt x="222792" y="185579"/>
                </a:lnTo>
                <a:cubicBezTo>
                  <a:pt x="222792" y="190107"/>
                  <a:pt x="221117" y="194131"/>
                  <a:pt x="217766" y="197649"/>
                </a:cubicBezTo>
                <a:cubicBezTo>
                  <a:pt x="214409" y="201000"/>
                  <a:pt x="210385" y="202675"/>
                  <a:pt x="205696" y="202675"/>
                </a:cubicBezTo>
                <a:lnTo>
                  <a:pt x="35705" y="202675"/>
                </a:lnTo>
                <a:close/>
                <a:moveTo>
                  <a:pt x="205696" y="71162"/>
                </a:moveTo>
                <a:lnTo>
                  <a:pt x="125229" y="123971"/>
                </a:lnTo>
                <a:cubicBezTo>
                  <a:pt x="124556" y="124307"/>
                  <a:pt x="123883" y="124644"/>
                  <a:pt x="123217" y="124973"/>
                </a:cubicBezTo>
                <a:cubicBezTo>
                  <a:pt x="122376" y="125309"/>
                  <a:pt x="121542" y="125478"/>
                  <a:pt x="120701" y="125478"/>
                </a:cubicBezTo>
                <a:cubicBezTo>
                  <a:pt x="119860" y="125478"/>
                  <a:pt x="119026" y="125309"/>
                  <a:pt x="118184" y="124973"/>
                </a:cubicBezTo>
                <a:cubicBezTo>
                  <a:pt x="117519" y="124644"/>
                  <a:pt x="116846" y="124307"/>
                  <a:pt x="116173" y="123971"/>
                </a:cubicBezTo>
                <a:lnTo>
                  <a:pt x="35705" y="71162"/>
                </a:lnTo>
                <a:lnTo>
                  <a:pt x="35705" y="185579"/>
                </a:lnTo>
                <a:lnTo>
                  <a:pt x="205696" y="185579"/>
                </a:lnTo>
                <a:lnTo>
                  <a:pt x="205696" y="71162"/>
                </a:lnTo>
                <a:close/>
                <a:moveTo>
                  <a:pt x="120701" y="110642"/>
                </a:moveTo>
                <a:lnTo>
                  <a:pt x="204687" y="55822"/>
                </a:lnTo>
                <a:lnTo>
                  <a:pt x="36964" y="55822"/>
                </a:lnTo>
                <a:lnTo>
                  <a:pt x="120701" y="110642"/>
                </a:lnTo>
                <a:close/>
                <a:moveTo>
                  <a:pt x="35705" y="71162"/>
                </a:moveTo>
                <a:lnTo>
                  <a:pt x="35705" y="72925"/>
                </a:lnTo>
                <a:lnTo>
                  <a:pt x="35705" y="62113"/>
                </a:lnTo>
                <a:lnTo>
                  <a:pt x="35705" y="62362"/>
                </a:lnTo>
                <a:lnTo>
                  <a:pt x="35705" y="55822"/>
                </a:lnTo>
                <a:lnTo>
                  <a:pt x="35705" y="62362"/>
                </a:lnTo>
                <a:lnTo>
                  <a:pt x="35705" y="62113"/>
                </a:lnTo>
                <a:lnTo>
                  <a:pt x="35705" y="72925"/>
                </a:lnTo>
                <a:lnTo>
                  <a:pt x="35705" y="71162"/>
                </a:lnTo>
                <a:lnTo>
                  <a:pt x="35705" y="185579"/>
                </a:lnTo>
                <a:lnTo>
                  <a:pt x="35705" y="71162"/>
                </a:ln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9" name="圖說"/>
          <p:cNvSpPr/>
          <p:nvPr/>
        </p:nvSpPr>
        <p:spPr>
          <a:xfrm>
            <a:off x="3086941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郵件</a:t>
            </a:r>
            <a:endParaRPr lang="en-US" sz="600" dirty="0"/>
          </a:p>
        </p:txBody>
      </p:sp>
      <p:sp>
        <p:nvSpPr>
          <p:cNvPr id="220" name="圖示 訊息"/>
          <p:cNvSpPr/>
          <p:nvPr/>
        </p:nvSpPr>
        <p:spPr>
          <a:xfrm>
            <a:off x="3646536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8843" y="182558"/>
                </a:moveTo>
                <a:lnTo>
                  <a:pt x="33196" y="208213"/>
                </a:lnTo>
                <a:cubicBezTo>
                  <a:pt x="30512" y="210890"/>
                  <a:pt x="27410" y="211475"/>
                  <a:pt x="23891" y="209968"/>
                </a:cubicBezTo>
                <a:cubicBezTo>
                  <a:pt x="20366" y="208630"/>
                  <a:pt x="18610" y="206033"/>
                  <a:pt x="18610" y="202177"/>
                </a:cubicBezTo>
                <a:lnTo>
                  <a:pt x="18610" y="35705"/>
                </a:lnTo>
                <a:cubicBezTo>
                  <a:pt x="18610" y="31016"/>
                  <a:pt x="20285" y="26993"/>
                  <a:pt x="23635" y="23635"/>
                </a:cubicBezTo>
                <a:cubicBezTo>
                  <a:pt x="27161" y="20285"/>
                  <a:pt x="31185" y="18610"/>
                  <a:pt x="35705" y="18610"/>
                </a:cubicBezTo>
                <a:lnTo>
                  <a:pt x="205696" y="18610"/>
                </a:lnTo>
                <a:cubicBezTo>
                  <a:pt x="210385" y="18610"/>
                  <a:pt x="214409" y="20285"/>
                  <a:pt x="217766" y="23635"/>
                </a:cubicBezTo>
                <a:cubicBezTo>
                  <a:pt x="221117" y="26993"/>
                  <a:pt x="222792" y="31016"/>
                  <a:pt x="222792" y="35705"/>
                </a:cubicBezTo>
                <a:lnTo>
                  <a:pt x="222792" y="165463"/>
                </a:lnTo>
                <a:cubicBezTo>
                  <a:pt x="222792" y="169991"/>
                  <a:pt x="221117" y="174014"/>
                  <a:pt x="217766" y="177533"/>
                </a:cubicBezTo>
                <a:cubicBezTo>
                  <a:pt x="214409" y="180883"/>
                  <a:pt x="210385" y="182558"/>
                  <a:pt x="205696" y="182558"/>
                </a:cubicBezTo>
                <a:lnTo>
                  <a:pt x="58843" y="182558"/>
                </a:lnTo>
                <a:close/>
                <a:moveTo>
                  <a:pt x="52304" y="165463"/>
                </a:moveTo>
                <a:lnTo>
                  <a:pt x="205696" y="165463"/>
                </a:lnTo>
                <a:lnTo>
                  <a:pt x="205696" y="35705"/>
                </a:lnTo>
                <a:lnTo>
                  <a:pt x="35705" y="35705"/>
                </a:lnTo>
                <a:lnTo>
                  <a:pt x="35705" y="183568"/>
                </a:lnTo>
                <a:lnTo>
                  <a:pt x="52304" y="165463"/>
                </a:lnTo>
                <a:close/>
                <a:moveTo>
                  <a:pt x="35705" y="165463"/>
                </a:moveTo>
                <a:lnTo>
                  <a:pt x="35705" y="35705"/>
                </a:lnTo>
                <a:lnTo>
                  <a:pt x="35705" y="165463"/>
                </a:lnTo>
                <a:close/>
                <a:moveTo>
                  <a:pt x="67892" y="141066"/>
                </a:moveTo>
                <a:lnTo>
                  <a:pt x="131513" y="141066"/>
                </a:lnTo>
                <a:cubicBezTo>
                  <a:pt x="133693" y="141066"/>
                  <a:pt x="135456" y="140313"/>
                  <a:pt x="136794" y="138806"/>
                </a:cubicBezTo>
                <a:cubicBezTo>
                  <a:pt x="138301" y="137467"/>
                  <a:pt x="139055" y="135704"/>
                  <a:pt x="139055" y="133524"/>
                </a:cubicBezTo>
                <a:cubicBezTo>
                  <a:pt x="139055" y="131344"/>
                  <a:pt x="138301" y="129589"/>
                  <a:pt x="136794" y="128243"/>
                </a:cubicBezTo>
                <a:cubicBezTo>
                  <a:pt x="135456" y="126736"/>
                  <a:pt x="133693" y="125982"/>
                  <a:pt x="131513" y="125982"/>
                </a:cubicBezTo>
                <a:lnTo>
                  <a:pt x="67892" y="125982"/>
                </a:lnTo>
                <a:cubicBezTo>
                  <a:pt x="65712" y="125982"/>
                  <a:pt x="63957" y="126736"/>
                  <a:pt x="62611" y="128243"/>
                </a:cubicBezTo>
                <a:cubicBezTo>
                  <a:pt x="61104" y="129589"/>
                  <a:pt x="60350" y="131344"/>
                  <a:pt x="60350" y="133524"/>
                </a:cubicBezTo>
                <a:cubicBezTo>
                  <a:pt x="60350" y="135704"/>
                  <a:pt x="61104" y="137548"/>
                  <a:pt x="62611" y="139055"/>
                </a:cubicBezTo>
                <a:cubicBezTo>
                  <a:pt x="63957" y="140401"/>
                  <a:pt x="65712" y="141066"/>
                  <a:pt x="67892" y="141066"/>
                </a:cubicBezTo>
                <a:close/>
                <a:moveTo>
                  <a:pt x="67892" y="108382"/>
                </a:moveTo>
                <a:lnTo>
                  <a:pt x="173509" y="108382"/>
                </a:lnTo>
                <a:cubicBezTo>
                  <a:pt x="175689" y="108382"/>
                  <a:pt x="177445" y="107629"/>
                  <a:pt x="178791" y="106114"/>
                </a:cubicBezTo>
                <a:cubicBezTo>
                  <a:pt x="180298" y="104776"/>
                  <a:pt x="181051" y="103013"/>
                  <a:pt x="181051" y="100833"/>
                </a:cubicBezTo>
                <a:cubicBezTo>
                  <a:pt x="181051" y="98653"/>
                  <a:pt x="180298" y="96897"/>
                  <a:pt x="178791" y="95558"/>
                </a:cubicBezTo>
                <a:cubicBezTo>
                  <a:pt x="177445" y="94044"/>
                  <a:pt x="175689" y="93291"/>
                  <a:pt x="173509" y="93291"/>
                </a:cubicBezTo>
                <a:lnTo>
                  <a:pt x="67892" y="93291"/>
                </a:lnTo>
                <a:cubicBezTo>
                  <a:pt x="65712" y="93291"/>
                  <a:pt x="63957" y="94044"/>
                  <a:pt x="62611" y="95558"/>
                </a:cubicBezTo>
                <a:cubicBezTo>
                  <a:pt x="61104" y="96897"/>
                  <a:pt x="60350" y="98653"/>
                  <a:pt x="60350" y="100833"/>
                </a:cubicBezTo>
                <a:cubicBezTo>
                  <a:pt x="60350" y="103013"/>
                  <a:pt x="61104" y="104856"/>
                  <a:pt x="62611" y="106370"/>
                </a:cubicBezTo>
                <a:cubicBezTo>
                  <a:pt x="63957" y="107709"/>
                  <a:pt x="65712" y="108382"/>
                  <a:pt x="67892" y="108382"/>
                </a:cubicBezTo>
                <a:close/>
                <a:moveTo>
                  <a:pt x="67892" y="75690"/>
                </a:moveTo>
                <a:lnTo>
                  <a:pt x="173509" y="75690"/>
                </a:lnTo>
                <a:cubicBezTo>
                  <a:pt x="175689" y="75690"/>
                  <a:pt x="177445" y="74937"/>
                  <a:pt x="178791" y="73430"/>
                </a:cubicBezTo>
                <a:cubicBezTo>
                  <a:pt x="180298" y="72084"/>
                  <a:pt x="181051" y="70328"/>
                  <a:pt x="181051" y="68148"/>
                </a:cubicBezTo>
                <a:cubicBezTo>
                  <a:pt x="181051" y="65968"/>
                  <a:pt x="180298" y="64206"/>
                  <a:pt x="178791" y="62867"/>
                </a:cubicBezTo>
                <a:cubicBezTo>
                  <a:pt x="177445" y="61360"/>
                  <a:pt x="175689" y="60599"/>
                  <a:pt x="173509" y="60599"/>
                </a:cubicBezTo>
                <a:lnTo>
                  <a:pt x="67892" y="60599"/>
                </a:lnTo>
                <a:cubicBezTo>
                  <a:pt x="65712" y="60599"/>
                  <a:pt x="63957" y="61360"/>
                  <a:pt x="62611" y="62867"/>
                </a:cubicBezTo>
                <a:cubicBezTo>
                  <a:pt x="61104" y="64206"/>
                  <a:pt x="60350" y="65968"/>
                  <a:pt x="60350" y="68148"/>
                </a:cubicBezTo>
                <a:cubicBezTo>
                  <a:pt x="60350" y="70328"/>
                  <a:pt x="61104" y="72172"/>
                  <a:pt x="62611" y="73679"/>
                </a:cubicBezTo>
                <a:cubicBezTo>
                  <a:pt x="63957" y="75017"/>
                  <a:pt x="65712" y="75690"/>
                  <a:pt x="67892" y="75690"/>
                </a:cubicBez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1" name="圖說"/>
          <p:cNvSpPr/>
          <p:nvPr/>
        </p:nvSpPr>
        <p:spPr>
          <a:xfrm>
            <a:off x="3530718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訊息</a:t>
            </a:r>
            <a:endParaRPr lang="en-US" sz="600" dirty="0"/>
          </a:p>
        </p:txBody>
      </p:sp>
      <p:sp>
        <p:nvSpPr>
          <p:cNvPr id="222" name="圖示 討論"/>
          <p:cNvSpPr/>
          <p:nvPr/>
        </p:nvSpPr>
        <p:spPr>
          <a:xfrm>
            <a:off x="4090312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215498" y="211731"/>
                </a:moveTo>
                <a:cubicBezTo>
                  <a:pt x="214328" y="211731"/>
                  <a:pt x="213238" y="211563"/>
                  <a:pt x="212236" y="211226"/>
                </a:cubicBezTo>
                <a:cubicBezTo>
                  <a:pt x="211226" y="210722"/>
                  <a:pt x="210224" y="210056"/>
                  <a:pt x="209215" y="209215"/>
                </a:cubicBezTo>
                <a:lnTo>
                  <a:pt x="183568" y="183312"/>
                </a:lnTo>
                <a:lnTo>
                  <a:pt x="76693" y="183312"/>
                </a:lnTo>
                <a:cubicBezTo>
                  <a:pt x="72004" y="183312"/>
                  <a:pt x="67980" y="181636"/>
                  <a:pt x="64622" y="178286"/>
                </a:cubicBezTo>
                <a:cubicBezTo>
                  <a:pt x="61272" y="174936"/>
                  <a:pt x="59597" y="170912"/>
                  <a:pt x="59597" y="166216"/>
                </a:cubicBezTo>
                <a:lnTo>
                  <a:pt x="59597" y="146099"/>
                </a:lnTo>
                <a:lnTo>
                  <a:pt x="169486" y="146099"/>
                </a:lnTo>
                <a:cubicBezTo>
                  <a:pt x="174175" y="146099"/>
                  <a:pt x="178198" y="144424"/>
                  <a:pt x="181556" y="141066"/>
                </a:cubicBezTo>
                <a:cubicBezTo>
                  <a:pt x="184906" y="137716"/>
                  <a:pt x="186581" y="133693"/>
                  <a:pt x="186581" y="128996"/>
                </a:cubicBezTo>
                <a:lnTo>
                  <a:pt x="186581" y="59348"/>
                </a:lnTo>
                <a:lnTo>
                  <a:pt x="206698" y="59348"/>
                </a:lnTo>
                <a:cubicBezTo>
                  <a:pt x="211395" y="59348"/>
                  <a:pt x="215418" y="61023"/>
                  <a:pt x="218768" y="64374"/>
                </a:cubicBezTo>
                <a:cubicBezTo>
                  <a:pt x="222126" y="67724"/>
                  <a:pt x="223801" y="71835"/>
                  <a:pt x="223801" y="76693"/>
                </a:cubicBezTo>
                <a:lnTo>
                  <a:pt x="223801" y="203180"/>
                </a:lnTo>
                <a:cubicBezTo>
                  <a:pt x="223801" y="205864"/>
                  <a:pt x="222880" y="207957"/>
                  <a:pt x="221036" y="209463"/>
                </a:cubicBezTo>
                <a:cubicBezTo>
                  <a:pt x="219354" y="210978"/>
                  <a:pt x="217510" y="211731"/>
                  <a:pt x="215498" y="211731"/>
                </a:cubicBezTo>
                <a:close/>
                <a:moveTo>
                  <a:pt x="34703" y="130510"/>
                </a:moveTo>
                <a:lnTo>
                  <a:pt x="51550" y="113912"/>
                </a:lnTo>
                <a:lnTo>
                  <a:pt x="154395" y="113912"/>
                </a:lnTo>
                <a:lnTo>
                  <a:pt x="154395" y="34447"/>
                </a:lnTo>
                <a:lnTo>
                  <a:pt x="34703" y="34447"/>
                </a:lnTo>
                <a:lnTo>
                  <a:pt x="34703" y="130510"/>
                </a:lnTo>
                <a:close/>
                <a:moveTo>
                  <a:pt x="26152" y="159932"/>
                </a:moveTo>
                <a:cubicBezTo>
                  <a:pt x="23972" y="159932"/>
                  <a:pt x="22048" y="159171"/>
                  <a:pt x="20366" y="157665"/>
                </a:cubicBezTo>
                <a:cubicBezTo>
                  <a:pt x="18522" y="156158"/>
                  <a:pt x="17600" y="154058"/>
                  <a:pt x="17600" y="151381"/>
                </a:cubicBezTo>
                <a:lnTo>
                  <a:pt x="17600" y="34447"/>
                </a:lnTo>
                <a:cubicBezTo>
                  <a:pt x="17600" y="29758"/>
                  <a:pt x="19276" y="25735"/>
                  <a:pt x="22633" y="22377"/>
                </a:cubicBezTo>
                <a:cubicBezTo>
                  <a:pt x="25984" y="19027"/>
                  <a:pt x="30007" y="17352"/>
                  <a:pt x="34703" y="17352"/>
                </a:cubicBezTo>
                <a:lnTo>
                  <a:pt x="154395" y="17352"/>
                </a:lnTo>
                <a:cubicBezTo>
                  <a:pt x="159091" y="17352"/>
                  <a:pt x="163114" y="19027"/>
                  <a:pt x="166465" y="22377"/>
                </a:cubicBezTo>
                <a:cubicBezTo>
                  <a:pt x="169822" y="25735"/>
                  <a:pt x="171498" y="29758"/>
                  <a:pt x="171498" y="34447"/>
                </a:cubicBezTo>
                <a:lnTo>
                  <a:pt x="171498" y="113912"/>
                </a:lnTo>
                <a:cubicBezTo>
                  <a:pt x="171498" y="118609"/>
                  <a:pt x="169822" y="122632"/>
                  <a:pt x="166465" y="125982"/>
                </a:cubicBezTo>
                <a:cubicBezTo>
                  <a:pt x="163114" y="129333"/>
                  <a:pt x="159091" y="131008"/>
                  <a:pt x="154395" y="131008"/>
                </a:cubicBezTo>
                <a:lnTo>
                  <a:pt x="58587" y="131008"/>
                </a:lnTo>
                <a:lnTo>
                  <a:pt x="32187" y="157416"/>
                </a:lnTo>
                <a:cubicBezTo>
                  <a:pt x="31185" y="158250"/>
                  <a:pt x="30175" y="158923"/>
                  <a:pt x="29173" y="159427"/>
                </a:cubicBezTo>
                <a:cubicBezTo>
                  <a:pt x="28164" y="159764"/>
                  <a:pt x="27161" y="159932"/>
                  <a:pt x="26152" y="159932"/>
                </a:cubicBezTo>
                <a:close/>
                <a:moveTo>
                  <a:pt x="34703" y="113912"/>
                </a:moveTo>
                <a:lnTo>
                  <a:pt x="34703" y="34447"/>
                </a:lnTo>
                <a:lnTo>
                  <a:pt x="34703" y="113912"/>
                </a:ln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3" name="圖說"/>
          <p:cNvSpPr/>
          <p:nvPr/>
        </p:nvSpPr>
        <p:spPr>
          <a:xfrm>
            <a:off x="3974494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討論</a:t>
            </a:r>
            <a:endParaRPr lang="en-US" sz="600" dirty="0"/>
          </a:p>
        </p:txBody>
      </p:sp>
      <p:sp>
        <p:nvSpPr>
          <p:cNvPr id="224" name="圖示 電話"/>
          <p:cNvSpPr/>
          <p:nvPr/>
        </p:nvSpPr>
        <p:spPr>
          <a:xfrm>
            <a:off x="4534089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99910" y="212733"/>
                </a:moveTo>
                <a:cubicBezTo>
                  <a:pt x="180298" y="212733"/>
                  <a:pt x="160261" y="208044"/>
                  <a:pt x="139815" y="198652"/>
                </a:cubicBezTo>
                <a:cubicBezTo>
                  <a:pt x="119530" y="189098"/>
                  <a:pt x="100664" y="175601"/>
                  <a:pt x="83232" y="158169"/>
                </a:cubicBezTo>
                <a:cubicBezTo>
                  <a:pt x="65800" y="140737"/>
                  <a:pt x="52384" y="121871"/>
                  <a:pt x="42999" y="101593"/>
                </a:cubicBezTo>
                <a:cubicBezTo>
                  <a:pt x="33445" y="81140"/>
                  <a:pt x="28668" y="61104"/>
                  <a:pt x="28668" y="41492"/>
                </a:cubicBezTo>
                <a:cubicBezTo>
                  <a:pt x="28668" y="37805"/>
                  <a:pt x="29926" y="34703"/>
                  <a:pt x="32436" y="32187"/>
                </a:cubicBezTo>
                <a:cubicBezTo>
                  <a:pt x="34784" y="29839"/>
                  <a:pt x="37805" y="28668"/>
                  <a:pt x="41492" y="28668"/>
                </a:cubicBezTo>
                <a:lnTo>
                  <a:pt x="76693" y="28668"/>
                </a:lnTo>
                <a:cubicBezTo>
                  <a:pt x="79714" y="28668"/>
                  <a:pt x="82230" y="29590"/>
                  <a:pt x="84242" y="31433"/>
                </a:cubicBezTo>
                <a:cubicBezTo>
                  <a:pt x="86254" y="33445"/>
                  <a:pt x="87673" y="36042"/>
                  <a:pt x="88514" y="39231"/>
                </a:cubicBezTo>
                <a:lnTo>
                  <a:pt x="95302" y="69904"/>
                </a:lnTo>
                <a:cubicBezTo>
                  <a:pt x="95807" y="72757"/>
                  <a:pt x="95719" y="75273"/>
                  <a:pt x="95054" y="77453"/>
                </a:cubicBezTo>
                <a:cubicBezTo>
                  <a:pt x="94549" y="79794"/>
                  <a:pt x="93459" y="81725"/>
                  <a:pt x="91784" y="83232"/>
                </a:cubicBezTo>
                <a:lnTo>
                  <a:pt x="66385" y="108382"/>
                </a:lnTo>
                <a:cubicBezTo>
                  <a:pt x="70577" y="115419"/>
                  <a:pt x="75017" y="121959"/>
                  <a:pt x="79714" y="127994"/>
                </a:cubicBezTo>
                <a:cubicBezTo>
                  <a:pt x="84410" y="134197"/>
                  <a:pt x="89684" y="140064"/>
                  <a:pt x="95558" y="145594"/>
                </a:cubicBezTo>
                <a:cubicBezTo>
                  <a:pt x="101593" y="151798"/>
                  <a:pt x="107877" y="157496"/>
                  <a:pt x="114417" y="162697"/>
                </a:cubicBezTo>
                <a:cubicBezTo>
                  <a:pt x="120950" y="167723"/>
                  <a:pt x="127826" y="172083"/>
                  <a:pt x="135031" y="175770"/>
                </a:cubicBezTo>
                <a:lnTo>
                  <a:pt x="159171" y="151125"/>
                </a:lnTo>
                <a:cubicBezTo>
                  <a:pt x="161183" y="148945"/>
                  <a:pt x="163451" y="147438"/>
                  <a:pt x="165967" y="146604"/>
                </a:cubicBezTo>
                <a:cubicBezTo>
                  <a:pt x="168476" y="145931"/>
                  <a:pt x="170993" y="145850"/>
                  <a:pt x="173509" y="146348"/>
                </a:cubicBezTo>
                <a:lnTo>
                  <a:pt x="202177" y="152639"/>
                </a:lnTo>
                <a:cubicBezTo>
                  <a:pt x="205360" y="153473"/>
                  <a:pt x="207957" y="155068"/>
                  <a:pt x="209968" y="157416"/>
                </a:cubicBezTo>
                <a:cubicBezTo>
                  <a:pt x="211812" y="159764"/>
                  <a:pt x="212733" y="162529"/>
                  <a:pt x="212733" y="165711"/>
                </a:cubicBezTo>
                <a:lnTo>
                  <a:pt x="212733" y="199910"/>
                </a:lnTo>
                <a:cubicBezTo>
                  <a:pt x="212733" y="203597"/>
                  <a:pt x="211563" y="206618"/>
                  <a:pt x="209215" y="208966"/>
                </a:cubicBezTo>
                <a:cubicBezTo>
                  <a:pt x="206698" y="211475"/>
                  <a:pt x="203597" y="212733"/>
                  <a:pt x="199910" y="212733"/>
                </a:cubicBezTo>
                <a:close/>
                <a:moveTo>
                  <a:pt x="57834" y="92786"/>
                </a:moveTo>
                <a:lnTo>
                  <a:pt x="78207" y="72669"/>
                </a:lnTo>
                <a:lnTo>
                  <a:pt x="72420" y="45764"/>
                </a:lnTo>
                <a:lnTo>
                  <a:pt x="46020" y="45764"/>
                </a:lnTo>
                <a:cubicBezTo>
                  <a:pt x="46188" y="52640"/>
                  <a:pt x="47190" y="59846"/>
                  <a:pt x="49034" y="67395"/>
                </a:cubicBezTo>
                <a:cubicBezTo>
                  <a:pt x="50877" y="74937"/>
                  <a:pt x="53811" y="83401"/>
                  <a:pt x="57834" y="92786"/>
                </a:cubicBezTo>
                <a:close/>
                <a:moveTo>
                  <a:pt x="150876" y="184321"/>
                </a:moveTo>
                <a:cubicBezTo>
                  <a:pt x="157584" y="187503"/>
                  <a:pt x="164877" y="190020"/>
                  <a:pt x="172756" y="191863"/>
                </a:cubicBezTo>
                <a:cubicBezTo>
                  <a:pt x="180634" y="193875"/>
                  <a:pt x="188257" y="195052"/>
                  <a:pt x="195638" y="195382"/>
                </a:cubicBezTo>
                <a:lnTo>
                  <a:pt x="195638" y="168732"/>
                </a:lnTo>
                <a:lnTo>
                  <a:pt x="170488" y="163700"/>
                </a:lnTo>
                <a:lnTo>
                  <a:pt x="150876" y="184321"/>
                </a:lnTo>
                <a:close/>
                <a:moveTo>
                  <a:pt x="57834" y="92786"/>
                </a:moveTo>
                <a:close/>
                <a:moveTo>
                  <a:pt x="150876" y="184321"/>
                </a:move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5" name="圖說"/>
          <p:cNvSpPr/>
          <p:nvPr/>
        </p:nvSpPr>
        <p:spPr>
          <a:xfrm>
            <a:off x="4418271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電話</a:t>
            </a:r>
            <a:endParaRPr lang="en-US" sz="600" dirty="0"/>
          </a:p>
        </p:txBody>
      </p:sp>
      <p:sp>
        <p:nvSpPr>
          <p:cNvPr id="226" name="圖示 視訊"/>
          <p:cNvSpPr/>
          <p:nvPr/>
        </p:nvSpPr>
        <p:spPr>
          <a:xfrm>
            <a:off x="4977866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5705" y="202675"/>
                </a:moveTo>
                <a:cubicBezTo>
                  <a:pt x="31185" y="202675"/>
                  <a:pt x="27161" y="201000"/>
                  <a:pt x="23635" y="197649"/>
                </a:cubicBezTo>
                <a:cubicBezTo>
                  <a:pt x="20285" y="194131"/>
                  <a:pt x="18610" y="190107"/>
                  <a:pt x="18610" y="185579"/>
                </a:cubicBezTo>
                <a:lnTo>
                  <a:pt x="18610" y="55822"/>
                </a:lnTo>
                <a:cubicBezTo>
                  <a:pt x="18610" y="51133"/>
                  <a:pt x="20285" y="47110"/>
                  <a:pt x="23635" y="43752"/>
                </a:cubicBezTo>
                <a:cubicBezTo>
                  <a:pt x="27161" y="40402"/>
                  <a:pt x="31185" y="38727"/>
                  <a:pt x="35705" y="38727"/>
                </a:cubicBezTo>
                <a:lnTo>
                  <a:pt x="165463" y="38727"/>
                </a:lnTo>
                <a:cubicBezTo>
                  <a:pt x="170152" y="38727"/>
                  <a:pt x="174175" y="40402"/>
                  <a:pt x="177533" y="43752"/>
                </a:cubicBezTo>
                <a:cubicBezTo>
                  <a:pt x="180883" y="47110"/>
                  <a:pt x="182558" y="51133"/>
                  <a:pt x="182558" y="55822"/>
                </a:cubicBezTo>
                <a:lnTo>
                  <a:pt x="182558" y="109384"/>
                </a:lnTo>
                <a:lnTo>
                  <a:pt x="215498" y="76693"/>
                </a:lnTo>
                <a:cubicBezTo>
                  <a:pt x="216676" y="75354"/>
                  <a:pt x="218183" y="75017"/>
                  <a:pt x="220027" y="75690"/>
                </a:cubicBezTo>
                <a:cubicBezTo>
                  <a:pt x="221870" y="76363"/>
                  <a:pt x="222792" y="77614"/>
                  <a:pt x="222792" y="79465"/>
                </a:cubicBezTo>
                <a:lnTo>
                  <a:pt x="222792" y="161944"/>
                </a:lnTo>
                <a:cubicBezTo>
                  <a:pt x="222792" y="163787"/>
                  <a:pt x="221870" y="165038"/>
                  <a:pt x="220027" y="165711"/>
                </a:cubicBezTo>
                <a:cubicBezTo>
                  <a:pt x="218183" y="166384"/>
                  <a:pt x="216676" y="166048"/>
                  <a:pt x="215498" y="164709"/>
                </a:cubicBezTo>
                <a:lnTo>
                  <a:pt x="182558" y="132017"/>
                </a:lnTo>
                <a:lnTo>
                  <a:pt x="182558" y="185579"/>
                </a:lnTo>
                <a:cubicBezTo>
                  <a:pt x="182558" y="190107"/>
                  <a:pt x="180883" y="194131"/>
                  <a:pt x="177533" y="197649"/>
                </a:cubicBezTo>
                <a:cubicBezTo>
                  <a:pt x="174175" y="201000"/>
                  <a:pt x="170152" y="202675"/>
                  <a:pt x="165463" y="202675"/>
                </a:cubicBezTo>
                <a:lnTo>
                  <a:pt x="35705" y="202675"/>
                </a:lnTo>
                <a:close/>
                <a:moveTo>
                  <a:pt x="35705" y="185579"/>
                </a:moveTo>
                <a:lnTo>
                  <a:pt x="165463" y="185579"/>
                </a:lnTo>
                <a:lnTo>
                  <a:pt x="165463" y="55822"/>
                </a:lnTo>
                <a:lnTo>
                  <a:pt x="35705" y="55822"/>
                </a:lnTo>
                <a:lnTo>
                  <a:pt x="35705" y="185579"/>
                </a:lnTo>
                <a:close/>
                <a:moveTo>
                  <a:pt x="35705" y="185579"/>
                </a:moveTo>
                <a:lnTo>
                  <a:pt x="35705" y="55822"/>
                </a:lnTo>
                <a:lnTo>
                  <a:pt x="35705" y="185579"/>
                </a:ln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7" name="圖說"/>
          <p:cNvSpPr/>
          <p:nvPr/>
        </p:nvSpPr>
        <p:spPr>
          <a:xfrm>
            <a:off x="4862048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視訊</a:t>
            </a:r>
            <a:endParaRPr lang="en-US" sz="600" dirty="0"/>
          </a:p>
        </p:txBody>
      </p:sp>
      <p:sp>
        <p:nvSpPr>
          <p:cNvPr id="228" name="圖示 物流"/>
          <p:cNvSpPr/>
          <p:nvPr/>
        </p:nvSpPr>
        <p:spPr>
          <a:xfrm>
            <a:off x="5421642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5457" y="193626"/>
                </a:moveTo>
                <a:cubicBezTo>
                  <a:pt x="29590" y="187927"/>
                  <a:pt x="26569" y="180971"/>
                  <a:pt x="26401" y="172756"/>
                </a:cubicBezTo>
                <a:lnTo>
                  <a:pt x="17352" y="172756"/>
                </a:lnTo>
                <a:cubicBezTo>
                  <a:pt x="14835" y="172756"/>
                  <a:pt x="12743" y="171915"/>
                  <a:pt x="11068" y="170239"/>
                </a:cubicBezTo>
                <a:cubicBezTo>
                  <a:pt x="9385" y="168564"/>
                  <a:pt x="8551" y="166465"/>
                  <a:pt x="8551" y="163956"/>
                </a:cubicBezTo>
                <a:lnTo>
                  <a:pt x="8551" y="56078"/>
                </a:lnTo>
                <a:cubicBezTo>
                  <a:pt x="8551" y="51382"/>
                  <a:pt x="10307" y="47359"/>
                  <a:pt x="13833" y="44008"/>
                </a:cubicBezTo>
                <a:cubicBezTo>
                  <a:pt x="17183" y="40651"/>
                  <a:pt x="21207" y="38975"/>
                  <a:pt x="25903" y="38975"/>
                </a:cubicBezTo>
                <a:lnTo>
                  <a:pt x="154395" y="38975"/>
                </a:lnTo>
                <a:cubicBezTo>
                  <a:pt x="159091" y="38975"/>
                  <a:pt x="163114" y="40651"/>
                  <a:pt x="166465" y="44008"/>
                </a:cubicBezTo>
                <a:cubicBezTo>
                  <a:pt x="169822" y="47359"/>
                  <a:pt x="171498" y="51382"/>
                  <a:pt x="171498" y="56078"/>
                </a:cubicBezTo>
                <a:lnTo>
                  <a:pt x="171498" y="80218"/>
                </a:lnTo>
                <a:lnTo>
                  <a:pt x="188849" y="80218"/>
                </a:lnTo>
                <a:cubicBezTo>
                  <a:pt x="191527" y="80218"/>
                  <a:pt x="194043" y="80804"/>
                  <a:pt x="196391" y="81974"/>
                </a:cubicBezTo>
                <a:cubicBezTo>
                  <a:pt x="198908" y="83152"/>
                  <a:pt x="200919" y="84827"/>
                  <a:pt x="202426" y="87007"/>
                </a:cubicBezTo>
                <a:lnTo>
                  <a:pt x="231094" y="124973"/>
                </a:lnTo>
                <a:cubicBezTo>
                  <a:pt x="231592" y="125646"/>
                  <a:pt x="232016" y="126399"/>
                  <a:pt x="232353" y="127241"/>
                </a:cubicBezTo>
                <a:cubicBezTo>
                  <a:pt x="232682" y="128243"/>
                  <a:pt x="232850" y="129252"/>
                  <a:pt x="232850" y="130254"/>
                </a:cubicBezTo>
                <a:lnTo>
                  <a:pt x="232850" y="163956"/>
                </a:lnTo>
                <a:cubicBezTo>
                  <a:pt x="232850" y="166465"/>
                  <a:pt x="232016" y="168564"/>
                  <a:pt x="230341" y="170239"/>
                </a:cubicBezTo>
                <a:cubicBezTo>
                  <a:pt x="228659" y="171915"/>
                  <a:pt x="226566" y="172756"/>
                  <a:pt x="224050" y="172756"/>
                </a:cubicBezTo>
                <a:lnTo>
                  <a:pt x="214248" y="172756"/>
                </a:lnTo>
                <a:cubicBezTo>
                  <a:pt x="214079" y="180971"/>
                  <a:pt x="211058" y="187927"/>
                  <a:pt x="205191" y="193626"/>
                </a:cubicBezTo>
                <a:cubicBezTo>
                  <a:pt x="199325" y="199493"/>
                  <a:pt x="192200" y="202426"/>
                  <a:pt x="183816" y="202426"/>
                </a:cubicBezTo>
                <a:cubicBezTo>
                  <a:pt x="175601" y="202426"/>
                  <a:pt x="168476" y="199493"/>
                  <a:pt x="162441" y="193626"/>
                </a:cubicBezTo>
                <a:cubicBezTo>
                  <a:pt x="156575" y="187927"/>
                  <a:pt x="153641" y="180971"/>
                  <a:pt x="153641" y="172756"/>
                </a:cubicBezTo>
                <a:lnTo>
                  <a:pt x="87007" y="172756"/>
                </a:lnTo>
                <a:cubicBezTo>
                  <a:pt x="86839" y="180971"/>
                  <a:pt x="83818" y="187927"/>
                  <a:pt x="77951" y="193626"/>
                </a:cubicBezTo>
                <a:cubicBezTo>
                  <a:pt x="72084" y="199493"/>
                  <a:pt x="65047" y="202426"/>
                  <a:pt x="56832" y="202426"/>
                </a:cubicBezTo>
                <a:cubicBezTo>
                  <a:pt x="48449" y="202426"/>
                  <a:pt x="41324" y="199493"/>
                  <a:pt x="35457" y="193626"/>
                </a:cubicBezTo>
                <a:close/>
                <a:moveTo>
                  <a:pt x="66890" y="182309"/>
                </a:moveTo>
                <a:cubicBezTo>
                  <a:pt x="69736" y="179456"/>
                  <a:pt x="71162" y="176026"/>
                  <a:pt x="71162" y="172002"/>
                </a:cubicBezTo>
                <a:cubicBezTo>
                  <a:pt x="71162" y="167979"/>
                  <a:pt x="69736" y="164541"/>
                  <a:pt x="66890" y="161688"/>
                </a:cubicBezTo>
                <a:cubicBezTo>
                  <a:pt x="64037" y="158842"/>
                  <a:pt x="60599" y="157416"/>
                  <a:pt x="56576" y="157416"/>
                </a:cubicBezTo>
                <a:cubicBezTo>
                  <a:pt x="52552" y="157416"/>
                  <a:pt x="49122" y="158842"/>
                  <a:pt x="46269" y="161688"/>
                </a:cubicBezTo>
                <a:cubicBezTo>
                  <a:pt x="43416" y="164541"/>
                  <a:pt x="41997" y="167979"/>
                  <a:pt x="41997" y="172002"/>
                </a:cubicBezTo>
                <a:cubicBezTo>
                  <a:pt x="41997" y="176026"/>
                  <a:pt x="43416" y="179456"/>
                  <a:pt x="46269" y="182309"/>
                </a:cubicBezTo>
                <a:cubicBezTo>
                  <a:pt x="49122" y="185155"/>
                  <a:pt x="52552" y="186581"/>
                  <a:pt x="56576" y="186581"/>
                </a:cubicBezTo>
                <a:cubicBezTo>
                  <a:pt x="60599" y="186581"/>
                  <a:pt x="64037" y="185155"/>
                  <a:pt x="66890" y="182309"/>
                </a:cubicBezTo>
                <a:close/>
                <a:moveTo>
                  <a:pt x="25903" y="155404"/>
                </a:moveTo>
                <a:lnTo>
                  <a:pt x="31682" y="155404"/>
                </a:lnTo>
                <a:cubicBezTo>
                  <a:pt x="34535" y="151212"/>
                  <a:pt x="38054" y="147774"/>
                  <a:pt x="42245" y="145090"/>
                </a:cubicBezTo>
                <a:cubicBezTo>
                  <a:pt x="46605" y="142581"/>
                  <a:pt x="51301" y="141322"/>
                  <a:pt x="56327" y="141322"/>
                </a:cubicBezTo>
                <a:cubicBezTo>
                  <a:pt x="61521" y="141322"/>
                  <a:pt x="66305" y="142661"/>
                  <a:pt x="70658" y="145346"/>
                </a:cubicBezTo>
                <a:cubicBezTo>
                  <a:pt x="75017" y="147862"/>
                  <a:pt x="78624" y="151212"/>
                  <a:pt x="81477" y="155404"/>
                </a:cubicBezTo>
                <a:lnTo>
                  <a:pt x="154395" y="155404"/>
                </a:lnTo>
                <a:lnTo>
                  <a:pt x="154395" y="56078"/>
                </a:lnTo>
                <a:lnTo>
                  <a:pt x="25903" y="56078"/>
                </a:lnTo>
                <a:lnTo>
                  <a:pt x="25903" y="155404"/>
                </a:lnTo>
                <a:close/>
                <a:moveTo>
                  <a:pt x="194131" y="182309"/>
                </a:moveTo>
                <a:cubicBezTo>
                  <a:pt x="196976" y="179456"/>
                  <a:pt x="198403" y="176026"/>
                  <a:pt x="198403" y="172002"/>
                </a:cubicBezTo>
                <a:cubicBezTo>
                  <a:pt x="198403" y="167979"/>
                  <a:pt x="196976" y="164541"/>
                  <a:pt x="194131" y="161688"/>
                </a:cubicBezTo>
                <a:cubicBezTo>
                  <a:pt x="191278" y="158842"/>
                  <a:pt x="187840" y="157416"/>
                  <a:pt x="183816" y="157416"/>
                </a:cubicBezTo>
                <a:cubicBezTo>
                  <a:pt x="179793" y="157416"/>
                  <a:pt x="176355" y="158842"/>
                  <a:pt x="173509" y="161688"/>
                </a:cubicBezTo>
                <a:cubicBezTo>
                  <a:pt x="170656" y="164541"/>
                  <a:pt x="169230" y="167979"/>
                  <a:pt x="169230" y="172002"/>
                </a:cubicBezTo>
                <a:cubicBezTo>
                  <a:pt x="169230" y="176026"/>
                  <a:pt x="170656" y="179456"/>
                  <a:pt x="173509" y="182309"/>
                </a:cubicBezTo>
                <a:cubicBezTo>
                  <a:pt x="176355" y="185155"/>
                  <a:pt x="179793" y="186581"/>
                  <a:pt x="183816" y="186581"/>
                </a:cubicBezTo>
                <a:cubicBezTo>
                  <a:pt x="187840" y="186581"/>
                  <a:pt x="191278" y="185155"/>
                  <a:pt x="194131" y="182309"/>
                </a:cubicBezTo>
                <a:close/>
                <a:moveTo>
                  <a:pt x="171498" y="134534"/>
                </a:moveTo>
                <a:lnTo>
                  <a:pt x="216757" y="134534"/>
                </a:lnTo>
                <a:lnTo>
                  <a:pt x="188849" y="97314"/>
                </a:lnTo>
                <a:lnTo>
                  <a:pt x="171498" y="97314"/>
                </a:lnTo>
                <a:lnTo>
                  <a:pt x="171498" y="134534"/>
                </a:lnTo>
                <a:close/>
                <a:moveTo>
                  <a:pt x="90277" y="105617"/>
                </a:move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9" name="圖說"/>
          <p:cNvSpPr/>
          <p:nvPr/>
        </p:nvSpPr>
        <p:spPr>
          <a:xfrm>
            <a:off x="5305824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物流</a:t>
            </a:r>
            <a:endParaRPr lang="en-US" sz="600" dirty="0"/>
          </a:p>
        </p:txBody>
      </p:sp>
      <p:sp>
        <p:nvSpPr>
          <p:cNvPr id="230" name="圖示 倉儲"/>
          <p:cNvSpPr/>
          <p:nvPr/>
        </p:nvSpPr>
        <p:spPr>
          <a:xfrm>
            <a:off x="5865419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47022"/>
                </a:moveTo>
                <a:lnTo>
                  <a:pt x="35962" y="80972"/>
                </a:lnTo>
                <a:lnTo>
                  <a:pt x="35962" y="195382"/>
                </a:lnTo>
                <a:lnTo>
                  <a:pt x="64622" y="195382"/>
                </a:lnTo>
                <a:lnTo>
                  <a:pt x="64622" y="134278"/>
                </a:lnTo>
                <a:cubicBezTo>
                  <a:pt x="64622" y="129421"/>
                  <a:pt x="66305" y="125309"/>
                  <a:pt x="69655" y="121959"/>
                </a:cubicBezTo>
                <a:cubicBezTo>
                  <a:pt x="73006" y="118770"/>
                  <a:pt x="77117" y="117182"/>
                  <a:pt x="81974" y="117182"/>
                </a:cubicBezTo>
                <a:lnTo>
                  <a:pt x="159676" y="117182"/>
                </a:lnTo>
                <a:cubicBezTo>
                  <a:pt x="164373" y="117182"/>
                  <a:pt x="168396" y="118770"/>
                  <a:pt x="171746" y="121959"/>
                </a:cubicBezTo>
                <a:cubicBezTo>
                  <a:pt x="175097" y="125309"/>
                  <a:pt x="176779" y="129421"/>
                  <a:pt x="176779" y="134278"/>
                </a:cubicBezTo>
                <a:lnTo>
                  <a:pt x="176779" y="195382"/>
                </a:lnTo>
                <a:lnTo>
                  <a:pt x="205440" y="195382"/>
                </a:lnTo>
                <a:lnTo>
                  <a:pt x="205440" y="80972"/>
                </a:lnTo>
                <a:lnTo>
                  <a:pt x="120701" y="47022"/>
                </a:lnTo>
                <a:close/>
                <a:moveTo>
                  <a:pt x="18859" y="195382"/>
                </a:moveTo>
                <a:lnTo>
                  <a:pt x="18859" y="81221"/>
                </a:lnTo>
                <a:cubicBezTo>
                  <a:pt x="18859" y="77534"/>
                  <a:pt x="19780" y="74264"/>
                  <a:pt x="21624" y="71418"/>
                </a:cubicBezTo>
                <a:cubicBezTo>
                  <a:pt x="23635" y="68565"/>
                  <a:pt x="26320" y="66466"/>
                  <a:pt x="29670" y="65127"/>
                </a:cubicBezTo>
                <a:lnTo>
                  <a:pt x="114417" y="31185"/>
                </a:lnTo>
                <a:cubicBezTo>
                  <a:pt x="116429" y="30343"/>
                  <a:pt x="118521" y="29926"/>
                  <a:pt x="120701" y="29926"/>
                </a:cubicBezTo>
                <a:cubicBezTo>
                  <a:pt x="122881" y="29926"/>
                  <a:pt x="124973" y="30343"/>
                  <a:pt x="126985" y="31185"/>
                </a:cubicBezTo>
                <a:lnTo>
                  <a:pt x="211731" y="65127"/>
                </a:lnTo>
                <a:cubicBezTo>
                  <a:pt x="215082" y="66466"/>
                  <a:pt x="217766" y="68565"/>
                  <a:pt x="219778" y="71418"/>
                </a:cubicBezTo>
                <a:cubicBezTo>
                  <a:pt x="221790" y="74264"/>
                  <a:pt x="222792" y="77534"/>
                  <a:pt x="222792" y="81221"/>
                </a:cubicBezTo>
                <a:lnTo>
                  <a:pt x="222792" y="195382"/>
                </a:lnTo>
                <a:cubicBezTo>
                  <a:pt x="222792" y="200078"/>
                  <a:pt x="221036" y="204101"/>
                  <a:pt x="217510" y="207452"/>
                </a:cubicBezTo>
                <a:cubicBezTo>
                  <a:pt x="214160" y="210978"/>
                  <a:pt x="210136" y="212733"/>
                  <a:pt x="205440" y="212733"/>
                </a:cubicBezTo>
                <a:lnTo>
                  <a:pt x="160181" y="212733"/>
                </a:lnTo>
                <a:lnTo>
                  <a:pt x="160181" y="133524"/>
                </a:lnTo>
                <a:lnTo>
                  <a:pt x="81221" y="133524"/>
                </a:lnTo>
                <a:lnTo>
                  <a:pt x="81221" y="212733"/>
                </a:lnTo>
                <a:lnTo>
                  <a:pt x="35962" y="212733"/>
                </a:lnTo>
                <a:cubicBezTo>
                  <a:pt x="31265" y="212733"/>
                  <a:pt x="27242" y="210978"/>
                  <a:pt x="23891" y="207452"/>
                </a:cubicBezTo>
                <a:cubicBezTo>
                  <a:pt x="20534" y="204101"/>
                  <a:pt x="18859" y="200078"/>
                  <a:pt x="18859" y="195382"/>
                </a:cubicBezTo>
                <a:close/>
                <a:moveTo>
                  <a:pt x="93795" y="212733"/>
                </a:moveTo>
                <a:lnTo>
                  <a:pt x="93795" y="197649"/>
                </a:lnTo>
                <a:lnTo>
                  <a:pt x="108879" y="197649"/>
                </a:lnTo>
                <a:lnTo>
                  <a:pt x="108879" y="212733"/>
                </a:lnTo>
                <a:lnTo>
                  <a:pt x="93795" y="212733"/>
                </a:lnTo>
                <a:close/>
                <a:moveTo>
                  <a:pt x="113159" y="182558"/>
                </a:moveTo>
                <a:lnTo>
                  <a:pt x="113159" y="167474"/>
                </a:lnTo>
                <a:lnTo>
                  <a:pt x="128243" y="167474"/>
                </a:lnTo>
                <a:lnTo>
                  <a:pt x="128243" y="182558"/>
                </a:lnTo>
                <a:lnTo>
                  <a:pt x="113159" y="182558"/>
                </a:lnTo>
                <a:close/>
                <a:moveTo>
                  <a:pt x="132522" y="212733"/>
                </a:moveTo>
                <a:lnTo>
                  <a:pt x="132522" y="197649"/>
                </a:lnTo>
                <a:lnTo>
                  <a:pt x="147606" y="197649"/>
                </a:lnTo>
                <a:lnTo>
                  <a:pt x="147606" y="212733"/>
                </a:lnTo>
                <a:lnTo>
                  <a:pt x="132522" y="212733"/>
                </a:ln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1" name="圖說"/>
          <p:cNvSpPr/>
          <p:nvPr/>
        </p:nvSpPr>
        <p:spPr>
          <a:xfrm>
            <a:off x="5749601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倉儲</a:t>
            </a:r>
            <a:endParaRPr lang="en-US" sz="600" dirty="0"/>
          </a:p>
        </p:txBody>
      </p:sp>
      <p:sp>
        <p:nvSpPr>
          <p:cNvPr id="232" name="圖示 全球"/>
          <p:cNvSpPr/>
          <p:nvPr/>
        </p:nvSpPr>
        <p:spPr>
          <a:xfrm>
            <a:off x="6309195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80972" y="214745"/>
                </a:moveTo>
                <a:cubicBezTo>
                  <a:pt x="68565" y="209383"/>
                  <a:pt x="57754" y="202090"/>
                  <a:pt x="48529" y="192873"/>
                </a:cubicBezTo>
                <a:cubicBezTo>
                  <a:pt x="39312" y="183648"/>
                  <a:pt x="32019" y="172836"/>
                  <a:pt x="26657" y="160430"/>
                </a:cubicBezTo>
                <a:cubicBezTo>
                  <a:pt x="21287" y="148023"/>
                  <a:pt x="18610" y="134783"/>
                  <a:pt x="18610" y="120701"/>
                </a:cubicBezTo>
                <a:cubicBezTo>
                  <a:pt x="18610" y="106619"/>
                  <a:pt x="21287" y="93379"/>
                  <a:pt x="26657" y="80972"/>
                </a:cubicBezTo>
                <a:cubicBezTo>
                  <a:pt x="32019" y="68565"/>
                  <a:pt x="39312" y="57754"/>
                  <a:pt x="48529" y="48529"/>
                </a:cubicBezTo>
                <a:cubicBezTo>
                  <a:pt x="57754" y="39312"/>
                  <a:pt x="68565" y="32019"/>
                  <a:pt x="80972" y="26657"/>
                </a:cubicBezTo>
                <a:cubicBezTo>
                  <a:pt x="93379" y="21287"/>
                  <a:pt x="106619" y="18610"/>
                  <a:pt x="120701" y="18610"/>
                </a:cubicBezTo>
                <a:cubicBezTo>
                  <a:pt x="134951" y="18610"/>
                  <a:pt x="148191" y="21287"/>
                  <a:pt x="160430" y="26657"/>
                </a:cubicBezTo>
                <a:cubicBezTo>
                  <a:pt x="172836" y="32019"/>
                  <a:pt x="183648" y="39312"/>
                  <a:pt x="192873" y="48529"/>
                </a:cubicBezTo>
                <a:cubicBezTo>
                  <a:pt x="202090" y="57754"/>
                  <a:pt x="209383" y="68565"/>
                  <a:pt x="214745" y="80972"/>
                </a:cubicBezTo>
                <a:cubicBezTo>
                  <a:pt x="220114" y="93379"/>
                  <a:pt x="222792" y="106619"/>
                  <a:pt x="222792" y="120701"/>
                </a:cubicBezTo>
                <a:cubicBezTo>
                  <a:pt x="222792" y="134783"/>
                  <a:pt x="220114" y="148023"/>
                  <a:pt x="214745" y="160430"/>
                </a:cubicBezTo>
                <a:cubicBezTo>
                  <a:pt x="209383" y="172836"/>
                  <a:pt x="202090" y="183648"/>
                  <a:pt x="192873" y="192873"/>
                </a:cubicBezTo>
                <a:cubicBezTo>
                  <a:pt x="183648" y="202090"/>
                  <a:pt x="172836" y="209383"/>
                  <a:pt x="160430" y="214745"/>
                </a:cubicBezTo>
                <a:cubicBezTo>
                  <a:pt x="148023" y="220114"/>
                  <a:pt x="134783" y="222792"/>
                  <a:pt x="120701" y="222792"/>
                </a:cubicBezTo>
                <a:cubicBezTo>
                  <a:pt x="106619" y="222792"/>
                  <a:pt x="93379" y="220114"/>
                  <a:pt x="80972" y="214745"/>
                </a:cubicBezTo>
                <a:close/>
                <a:moveTo>
                  <a:pt x="109889" y="205440"/>
                </a:moveTo>
                <a:lnTo>
                  <a:pt x="109889" y="184826"/>
                </a:lnTo>
                <a:cubicBezTo>
                  <a:pt x="104022" y="184826"/>
                  <a:pt x="99158" y="182646"/>
                  <a:pt x="95302" y="178286"/>
                </a:cubicBezTo>
                <a:cubicBezTo>
                  <a:pt x="91279" y="173926"/>
                  <a:pt x="89267" y="168901"/>
                  <a:pt x="89267" y="163195"/>
                </a:cubicBezTo>
                <a:lnTo>
                  <a:pt x="89267" y="152134"/>
                </a:lnTo>
                <a:lnTo>
                  <a:pt x="37973" y="100833"/>
                </a:lnTo>
                <a:cubicBezTo>
                  <a:pt x="37132" y="104190"/>
                  <a:pt x="36547" y="107541"/>
                  <a:pt x="36210" y="110891"/>
                </a:cubicBezTo>
                <a:cubicBezTo>
                  <a:pt x="35874" y="114081"/>
                  <a:pt x="35705" y="117350"/>
                  <a:pt x="35705" y="120701"/>
                </a:cubicBezTo>
                <a:cubicBezTo>
                  <a:pt x="35705" y="142325"/>
                  <a:pt x="42750" y="161183"/>
                  <a:pt x="56832" y="177277"/>
                </a:cubicBezTo>
                <a:cubicBezTo>
                  <a:pt x="70914" y="193538"/>
                  <a:pt x="88594" y="202931"/>
                  <a:pt x="109889" y="205440"/>
                </a:cubicBezTo>
                <a:close/>
                <a:moveTo>
                  <a:pt x="183568" y="178535"/>
                </a:moveTo>
                <a:cubicBezTo>
                  <a:pt x="190773" y="170488"/>
                  <a:pt x="196303" y="161520"/>
                  <a:pt x="200166" y="151629"/>
                </a:cubicBezTo>
                <a:cubicBezTo>
                  <a:pt x="203853" y="141571"/>
                  <a:pt x="205696" y="131264"/>
                  <a:pt x="205696" y="120701"/>
                </a:cubicBezTo>
                <a:cubicBezTo>
                  <a:pt x="205696" y="102932"/>
                  <a:pt x="200832" y="86919"/>
                  <a:pt x="191110" y="72669"/>
                </a:cubicBezTo>
                <a:cubicBezTo>
                  <a:pt x="181556" y="58258"/>
                  <a:pt x="168732" y="47695"/>
                  <a:pt x="152639" y="40987"/>
                </a:cubicBezTo>
                <a:lnTo>
                  <a:pt x="152639" y="45515"/>
                </a:lnTo>
                <a:cubicBezTo>
                  <a:pt x="152639" y="51214"/>
                  <a:pt x="150540" y="56247"/>
                  <a:pt x="146348" y="60599"/>
                </a:cubicBezTo>
                <a:cubicBezTo>
                  <a:pt x="142325" y="64959"/>
                  <a:pt x="137467" y="67139"/>
                  <a:pt x="131769" y="67139"/>
                </a:cubicBezTo>
                <a:lnTo>
                  <a:pt x="109889" y="67139"/>
                </a:lnTo>
                <a:lnTo>
                  <a:pt x="109889" y="88763"/>
                </a:lnTo>
                <a:cubicBezTo>
                  <a:pt x="109889" y="91616"/>
                  <a:pt x="108799" y="93964"/>
                  <a:pt x="106619" y="95807"/>
                </a:cubicBezTo>
                <a:cubicBezTo>
                  <a:pt x="104271" y="97651"/>
                  <a:pt x="101674" y="98572"/>
                  <a:pt x="98821" y="98572"/>
                </a:cubicBezTo>
                <a:lnTo>
                  <a:pt x="78207" y="98572"/>
                </a:lnTo>
                <a:lnTo>
                  <a:pt x="78207" y="120701"/>
                </a:lnTo>
                <a:lnTo>
                  <a:pt x="142829" y="120701"/>
                </a:lnTo>
                <a:cubicBezTo>
                  <a:pt x="145514" y="120701"/>
                  <a:pt x="147774" y="121791"/>
                  <a:pt x="149618" y="123971"/>
                </a:cubicBezTo>
                <a:cubicBezTo>
                  <a:pt x="151629" y="126151"/>
                  <a:pt x="152639" y="128579"/>
                  <a:pt x="152639" y="131264"/>
                </a:cubicBezTo>
                <a:lnTo>
                  <a:pt x="152639" y="163195"/>
                </a:lnTo>
                <a:lnTo>
                  <a:pt x="163195" y="163195"/>
                </a:lnTo>
                <a:cubicBezTo>
                  <a:pt x="168059" y="163195"/>
                  <a:pt x="172331" y="164621"/>
                  <a:pt x="176026" y="167474"/>
                </a:cubicBezTo>
                <a:cubicBezTo>
                  <a:pt x="179713" y="170320"/>
                  <a:pt x="182222" y="174014"/>
                  <a:pt x="183568" y="178535"/>
                </a:cubicBez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3" name="圖說"/>
          <p:cNvSpPr/>
          <p:nvPr/>
        </p:nvSpPr>
        <p:spPr>
          <a:xfrm>
            <a:off x="6193378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</a:t>
            </a:r>
            <a:endParaRPr lang="en-US" sz="600" dirty="0"/>
          </a:p>
        </p:txBody>
      </p:sp>
      <p:sp>
        <p:nvSpPr>
          <p:cNvPr id="234" name="圖示 地點"/>
          <p:cNvSpPr/>
          <p:nvPr/>
        </p:nvSpPr>
        <p:spPr>
          <a:xfrm>
            <a:off x="6752972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200166"/>
                </a:moveTo>
                <a:cubicBezTo>
                  <a:pt x="142829" y="180210"/>
                  <a:pt x="159171" y="162105"/>
                  <a:pt x="169735" y="145850"/>
                </a:cubicBezTo>
                <a:cubicBezTo>
                  <a:pt x="180298" y="129757"/>
                  <a:pt x="185579" y="115251"/>
                  <a:pt x="185579" y="102347"/>
                </a:cubicBezTo>
                <a:cubicBezTo>
                  <a:pt x="185579" y="82728"/>
                  <a:pt x="179288" y="66722"/>
                  <a:pt x="166721" y="54315"/>
                </a:cubicBezTo>
                <a:cubicBezTo>
                  <a:pt x="154146" y="41909"/>
                  <a:pt x="138806" y="35705"/>
                  <a:pt x="120701" y="35705"/>
                </a:cubicBezTo>
                <a:cubicBezTo>
                  <a:pt x="102596" y="35705"/>
                  <a:pt x="87256" y="41909"/>
                  <a:pt x="74681" y="54315"/>
                </a:cubicBezTo>
                <a:cubicBezTo>
                  <a:pt x="62113" y="66722"/>
                  <a:pt x="55822" y="82728"/>
                  <a:pt x="55822" y="102347"/>
                </a:cubicBezTo>
                <a:cubicBezTo>
                  <a:pt x="55822" y="115251"/>
                  <a:pt x="61272" y="129757"/>
                  <a:pt x="72172" y="145850"/>
                </a:cubicBezTo>
                <a:cubicBezTo>
                  <a:pt x="82896" y="161944"/>
                  <a:pt x="99077" y="180049"/>
                  <a:pt x="120701" y="200166"/>
                </a:cubicBezTo>
                <a:close/>
                <a:moveTo>
                  <a:pt x="114914" y="216508"/>
                </a:moveTo>
                <a:cubicBezTo>
                  <a:pt x="113071" y="216003"/>
                  <a:pt x="111484" y="215001"/>
                  <a:pt x="110138" y="213487"/>
                </a:cubicBezTo>
                <a:cubicBezTo>
                  <a:pt x="102764" y="207123"/>
                  <a:pt x="94885" y="199742"/>
                  <a:pt x="86502" y="191358"/>
                </a:cubicBezTo>
                <a:cubicBezTo>
                  <a:pt x="78287" y="182982"/>
                  <a:pt x="70577" y="174014"/>
                  <a:pt x="63372" y="164453"/>
                </a:cubicBezTo>
                <a:cubicBezTo>
                  <a:pt x="56327" y="154899"/>
                  <a:pt x="50460" y="144841"/>
                  <a:pt x="45764" y="134278"/>
                </a:cubicBezTo>
                <a:cubicBezTo>
                  <a:pt x="41075" y="123722"/>
                  <a:pt x="38727" y="113071"/>
                  <a:pt x="38727" y="102347"/>
                </a:cubicBezTo>
                <a:cubicBezTo>
                  <a:pt x="38727" y="76861"/>
                  <a:pt x="46942" y="56495"/>
                  <a:pt x="63372" y="41243"/>
                </a:cubicBezTo>
                <a:cubicBezTo>
                  <a:pt x="79962" y="26152"/>
                  <a:pt x="99077" y="18610"/>
                  <a:pt x="120701" y="18610"/>
                </a:cubicBezTo>
                <a:cubicBezTo>
                  <a:pt x="142325" y="18610"/>
                  <a:pt x="161439" y="26152"/>
                  <a:pt x="178037" y="41243"/>
                </a:cubicBezTo>
                <a:cubicBezTo>
                  <a:pt x="194460" y="56495"/>
                  <a:pt x="202675" y="76861"/>
                  <a:pt x="202675" y="102347"/>
                </a:cubicBezTo>
                <a:cubicBezTo>
                  <a:pt x="202675" y="113071"/>
                  <a:pt x="200327" y="123722"/>
                  <a:pt x="195638" y="134278"/>
                </a:cubicBezTo>
                <a:cubicBezTo>
                  <a:pt x="190941" y="144841"/>
                  <a:pt x="185075" y="154899"/>
                  <a:pt x="178037" y="164453"/>
                </a:cubicBezTo>
                <a:cubicBezTo>
                  <a:pt x="170825" y="174014"/>
                  <a:pt x="163114" y="182982"/>
                  <a:pt x="154899" y="191358"/>
                </a:cubicBezTo>
                <a:cubicBezTo>
                  <a:pt x="146516" y="199742"/>
                  <a:pt x="138725" y="207123"/>
                  <a:pt x="131513" y="213487"/>
                </a:cubicBezTo>
                <a:cubicBezTo>
                  <a:pt x="130006" y="215001"/>
                  <a:pt x="128331" y="216003"/>
                  <a:pt x="126487" y="216508"/>
                </a:cubicBezTo>
                <a:cubicBezTo>
                  <a:pt x="124475" y="217181"/>
                  <a:pt x="122544" y="217510"/>
                  <a:pt x="120701" y="217510"/>
                </a:cubicBezTo>
                <a:cubicBezTo>
                  <a:pt x="118857" y="217510"/>
                  <a:pt x="116926" y="217181"/>
                  <a:pt x="114914" y="216508"/>
                </a:cubicBezTo>
                <a:close/>
                <a:moveTo>
                  <a:pt x="120701" y="100584"/>
                </a:moveTo>
                <a:close/>
                <a:moveTo>
                  <a:pt x="133524" y="113408"/>
                </a:moveTo>
                <a:cubicBezTo>
                  <a:pt x="137043" y="109889"/>
                  <a:pt x="138806" y="105617"/>
                  <a:pt x="138806" y="100584"/>
                </a:cubicBezTo>
                <a:cubicBezTo>
                  <a:pt x="138806" y="95558"/>
                  <a:pt x="137043" y="91279"/>
                  <a:pt x="133524" y="87760"/>
                </a:cubicBezTo>
                <a:cubicBezTo>
                  <a:pt x="130006" y="84242"/>
                  <a:pt x="125734" y="82479"/>
                  <a:pt x="120701" y="82479"/>
                </a:cubicBezTo>
                <a:cubicBezTo>
                  <a:pt x="115675" y="82479"/>
                  <a:pt x="111396" y="84242"/>
                  <a:pt x="107877" y="87760"/>
                </a:cubicBezTo>
                <a:cubicBezTo>
                  <a:pt x="104359" y="91279"/>
                  <a:pt x="102596" y="95558"/>
                  <a:pt x="102596" y="100584"/>
                </a:cubicBezTo>
                <a:cubicBezTo>
                  <a:pt x="102596" y="105617"/>
                  <a:pt x="104359" y="109889"/>
                  <a:pt x="107877" y="113408"/>
                </a:cubicBezTo>
                <a:cubicBezTo>
                  <a:pt x="111396" y="116926"/>
                  <a:pt x="115675" y="118689"/>
                  <a:pt x="120701" y="118689"/>
                </a:cubicBezTo>
                <a:cubicBezTo>
                  <a:pt x="125734" y="118689"/>
                  <a:pt x="130006" y="116926"/>
                  <a:pt x="133524" y="113408"/>
                </a:cubicBez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5" name="圖說"/>
          <p:cNvSpPr/>
          <p:nvPr/>
        </p:nvSpPr>
        <p:spPr>
          <a:xfrm>
            <a:off x="6637154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地點</a:t>
            </a:r>
            <a:endParaRPr lang="en-US" sz="600" dirty="0"/>
          </a:p>
        </p:txBody>
      </p:sp>
      <p:sp>
        <p:nvSpPr>
          <p:cNvPr id="236" name="圖示 環保"/>
          <p:cNvSpPr/>
          <p:nvPr/>
        </p:nvSpPr>
        <p:spPr>
          <a:xfrm>
            <a:off x="7196749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2552" y="198403"/>
                </a:moveTo>
                <a:cubicBezTo>
                  <a:pt x="45010" y="190693"/>
                  <a:pt x="39144" y="181805"/>
                  <a:pt x="34952" y="171746"/>
                </a:cubicBezTo>
                <a:cubicBezTo>
                  <a:pt x="30760" y="161688"/>
                  <a:pt x="28668" y="151381"/>
                  <a:pt x="28668" y="140818"/>
                </a:cubicBezTo>
                <a:cubicBezTo>
                  <a:pt x="28668" y="128411"/>
                  <a:pt x="30848" y="117014"/>
                  <a:pt x="35208" y="106619"/>
                </a:cubicBezTo>
                <a:cubicBezTo>
                  <a:pt x="39561" y="96392"/>
                  <a:pt x="46020" y="86919"/>
                  <a:pt x="54564" y="78207"/>
                </a:cubicBezTo>
                <a:cubicBezTo>
                  <a:pt x="65464" y="67475"/>
                  <a:pt x="80884" y="59765"/>
                  <a:pt x="100833" y="55069"/>
                </a:cubicBezTo>
                <a:cubicBezTo>
                  <a:pt x="120781" y="50372"/>
                  <a:pt x="145346" y="48361"/>
                  <a:pt x="174511" y="49034"/>
                </a:cubicBezTo>
                <a:cubicBezTo>
                  <a:pt x="178198" y="49202"/>
                  <a:pt x="181556" y="49956"/>
                  <a:pt x="184570" y="51301"/>
                </a:cubicBezTo>
                <a:cubicBezTo>
                  <a:pt x="187759" y="52640"/>
                  <a:pt x="190605" y="54484"/>
                  <a:pt x="193121" y="56832"/>
                </a:cubicBezTo>
                <a:cubicBezTo>
                  <a:pt x="195469" y="59348"/>
                  <a:pt x="197393" y="62113"/>
                  <a:pt x="198908" y="65127"/>
                </a:cubicBezTo>
                <a:cubicBezTo>
                  <a:pt x="200246" y="68317"/>
                  <a:pt x="201000" y="71747"/>
                  <a:pt x="201168" y="75442"/>
                </a:cubicBezTo>
                <a:cubicBezTo>
                  <a:pt x="201673" y="90021"/>
                  <a:pt x="201504" y="103517"/>
                  <a:pt x="200663" y="115924"/>
                </a:cubicBezTo>
                <a:cubicBezTo>
                  <a:pt x="199829" y="128162"/>
                  <a:pt x="198154" y="139311"/>
                  <a:pt x="195638" y="149369"/>
                </a:cubicBezTo>
                <a:cubicBezTo>
                  <a:pt x="193290" y="159427"/>
                  <a:pt x="190188" y="168396"/>
                  <a:pt x="186333" y="176274"/>
                </a:cubicBezTo>
                <a:cubicBezTo>
                  <a:pt x="182309" y="184153"/>
                  <a:pt x="177533" y="190941"/>
                  <a:pt x="172002" y="196640"/>
                </a:cubicBezTo>
                <a:cubicBezTo>
                  <a:pt x="163451" y="205191"/>
                  <a:pt x="154146" y="211643"/>
                  <a:pt x="144087" y="216003"/>
                </a:cubicBezTo>
                <a:cubicBezTo>
                  <a:pt x="134029" y="220531"/>
                  <a:pt x="123298" y="222792"/>
                  <a:pt x="111901" y="222792"/>
                </a:cubicBezTo>
                <a:cubicBezTo>
                  <a:pt x="100167" y="222792"/>
                  <a:pt x="89355" y="220780"/>
                  <a:pt x="79465" y="216757"/>
                </a:cubicBezTo>
                <a:cubicBezTo>
                  <a:pt x="69736" y="212902"/>
                  <a:pt x="60767" y="206786"/>
                  <a:pt x="52552" y="198403"/>
                </a:cubicBezTo>
                <a:close/>
                <a:moveTo>
                  <a:pt x="79714" y="196896"/>
                </a:moveTo>
                <a:cubicBezTo>
                  <a:pt x="83905" y="199742"/>
                  <a:pt x="88763" y="201921"/>
                  <a:pt x="94300" y="203428"/>
                </a:cubicBezTo>
                <a:cubicBezTo>
                  <a:pt x="99831" y="204774"/>
                  <a:pt x="105697" y="205440"/>
                  <a:pt x="111901" y="205440"/>
                </a:cubicBezTo>
                <a:cubicBezTo>
                  <a:pt x="120620" y="205440"/>
                  <a:pt x="129164" y="203597"/>
                  <a:pt x="137548" y="199910"/>
                </a:cubicBezTo>
                <a:cubicBezTo>
                  <a:pt x="145763" y="196391"/>
                  <a:pt x="153305" y="191110"/>
                  <a:pt x="160181" y="184072"/>
                </a:cubicBezTo>
                <a:cubicBezTo>
                  <a:pt x="164877" y="179208"/>
                  <a:pt x="168813" y="172924"/>
                  <a:pt x="172002" y="165206"/>
                </a:cubicBezTo>
                <a:cubicBezTo>
                  <a:pt x="175184" y="157496"/>
                  <a:pt x="177781" y="148616"/>
                  <a:pt x="179793" y="138557"/>
                </a:cubicBezTo>
                <a:cubicBezTo>
                  <a:pt x="181636" y="128331"/>
                  <a:pt x="182814" y="117182"/>
                  <a:pt x="183312" y="105112"/>
                </a:cubicBezTo>
                <a:cubicBezTo>
                  <a:pt x="183985" y="92874"/>
                  <a:pt x="183985" y="79882"/>
                  <a:pt x="183312" y="66137"/>
                </a:cubicBezTo>
                <a:cubicBezTo>
                  <a:pt x="167723" y="65800"/>
                  <a:pt x="153729" y="66049"/>
                  <a:pt x="141322" y="66890"/>
                </a:cubicBezTo>
                <a:cubicBezTo>
                  <a:pt x="128916" y="67556"/>
                  <a:pt x="117936" y="68902"/>
                  <a:pt x="108382" y="70914"/>
                </a:cubicBezTo>
                <a:cubicBezTo>
                  <a:pt x="98821" y="72925"/>
                  <a:pt x="90694" y="75522"/>
                  <a:pt x="83986" y="78704"/>
                </a:cubicBezTo>
                <a:cubicBezTo>
                  <a:pt x="77117" y="81725"/>
                  <a:pt x="71579" y="85500"/>
                  <a:pt x="67395" y="90021"/>
                </a:cubicBezTo>
                <a:cubicBezTo>
                  <a:pt x="60519" y="97065"/>
                  <a:pt x="55157" y="104607"/>
                  <a:pt x="51301" y="112654"/>
                </a:cubicBezTo>
                <a:cubicBezTo>
                  <a:pt x="47607" y="120533"/>
                  <a:pt x="45764" y="128579"/>
                  <a:pt x="45764" y="136794"/>
                </a:cubicBezTo>
                <a:cubicBezTo>
                  <a:pt x="45764" y="144673"/>
                  <a:pt x="47439" y="153056"/>
                  <a:pt x="50797" y="161944"/>
                </a:cubicBezTo>
                <a:cubicBezTo>
                  <a:pt x="54147" y="170656"/>
                  <a:pt x="58339" y="177613"/>
                  <a:pt x="63372" y="182814"/>
                </a:cubicBezTo>
                <a:cubicBezTo>
                  <a:pt x="72084" y="166721"/>
                  <a:pt x="82559" y="152215"/>
                  <a:pt x="94798" y="139311"/>
                </a:cubicBezTo>
                <a:cubicBezTo>
                  <a:pt x="107036" y="126399"/>
                  <a:pt x="120284" y="116092"/>
                  <a:pt x="134534" y="108382"/>
                </a:cubicBezTo>
                <a:cubicBezTo>
                  <a:pt x="120116" y="120950"/>
                  <a:pt x="108382" y="134534"/>
                  <a:pt x="99326" y="149113"/>
                </a:cubicBezTo>
                <a:cubicBezTo>
                  <a:pt x="90277" y="163700"/>
                  <a:pt x="83737" y="179625"/>
                  <a:pt x="79714" y="196896"/>
                </a:cubicBezTo>
                <a:close/>
                <a:moveTo>
                  <a:pt x="79714" y="196896"/>
                </a:moveTo>
                <a:close/>
                <a:moveTo>
                  <a:pt x="79714" y="196896"/>
                </a:move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7" name="圖說"/>
          <p:cNvSpPr/>
          <p:nvPr/>
        </p:nvSpPr>
        <p:spPr>
          <a:xfrm>
            <a:off x="7080931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環保</a:t>
            </a:r>
            <a:endParaRPr lang="en-US" sz="600" dirty="0"/>
          </a:p>
        </p:txBody>
      </p:sp>
      <p:sp>
        <p:nvSpPr>
          <p:cNvPr id="238" name="圖示 節能"/>
          <p:cNvSpPr/>
          <p:nvPr/>
        </p:nvSpPr>
        <p:spPr>
          <a:xfrm>
            <a:off x="7640525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195638"/>
                </a:moveTo>
                <a:cubicBezTo>
                  <a:pt x="141491" y="195638"/>
                  <a:pt x="159171" y="188344"/>
                  <a:pt x="173758" y="173758"/>
                </a:cubicBezTo>
                <a:cubicBezTo>
                  <a:pt x="188344" y="159340"/>
                  <a:pt x="195638" y="141739"/>
                  <a:pt x="195638" y="120950"/>
                </a:cubicBezTo>
                <a:lnTo>
                  <a:pt x="195638" y="45764"/>
                </a:lnTo>
                <a:lnTo>
                  <a:pt x="120701" y="45764"/>
                </a:lnTo>
                <a:cubicBezTo>
                  <a:pt x="99911" y="45764"/>
                  <a:pt x="82230" y="53057"/>
                  <a:pt x="67644" y="67644"/>
                </a:cubicBezTo>
                <a:cubicBezTo>
                  <a:pt x="53057" y="82230"/>
                  <a:pt x="45764" y="99911"/>
                  <a:pt x="45764" y="120701"/>
                </a:cubicBezTo>
                <a:cubicBezTo>
                  <a:pt x="45764" y="141491"/>
                  <a:pt x="53057" y="159171"/>
                  <a:pt x="67644" y="173758"/>
                </a:cubicBezTo>
                <a:cubicBezTo>
                  <a:pt x="82230" y="188344"/>
                  <a:pt x="99911" y="195638"/>
                  <a:pt x="120701" y="195638"/>
                </a:cubicBezTo>
                <a:close/>
                <a:moveTo>
                  <a:pt x="107124" y="170744"/>
                </a:moveTo>
                <a:lnTo>
                  <a:pt x="159932" y="123217"/>
                </a:lnTo>
                <a:cubicBezTo>
                  <a:pt x="161607" y="121710"/>
                  <a:pt x="162105" y="119860"/>
                  <a:pt x="161439" y="117687"/>
                </a:cubicBezTo>
                <a:cubicBezTo>
                  <a:pt x="160766" y="115675"/>
                  <a:pt x="159259" y="114498"/>
                  <a:pt x="156911" y="114161"/>
                </a:cubicBezTo>
                <a:lnTo>
                  <a:pt x="115675" y="109889"/>
                </a:lnTo>
                <a:lnTo>
                  <a:pt x="140313" y="75939"/>
                </a:lnTo>
                <a:cubicBezTo>
                  <a:pt x="140986" y="75105"/>
                  <a:pt x="141322" y="74183"/>
                  <a:pt x="141322" y="73174"/>
                </a:cubicBezTo>
                <a:cubicBezTo>
                  <a:pt x="141154" y="72172"/>
                  <a:pt x="140737" y="71331"/>
                  <a:pt x="140064" y="70658"/>
                </a:cubicBezTo>
                <a:cubicBezTo>
                  <a:pt x="139223" y="69824"/>
                  <a:pt x="138221" y="69407"/>
                  <a:pt x="137043" y="69407"/>
                </a:cubicBezTo>
                <a:cubicBezTo>
                  <a:pt x="136041" y="69238"/>
                  <a:pt x="135119" y="69568"/>
                  <a:pt x="134278" y="70409"/>
                </a:cubicBezTo>
                <a:lnTo>
                  <a:pt x="81725" y="117936"/>
                </a:lnTo>
                <a:cubicBezTo>
                  <a:pt x="80050" y="119443"/>
                  <a:pt x="79545" y="121286"/>
                  <a:pt x="80218" y="123466"/>
                </a:cubicBezTo>
                <a:cubicBezTo>
                  <a:pt x="80884" y="125478"/>
                  <a:pt x="82398" y="126655"/>
                  <a:pt x="84739" y="126985"/>
                </a:cubicBezTo>
                <a:lnTo>
                  <a:pt x="125982" y="131264"/>
                </a:lnTo>
                <a:lnTo>
                  <a:pt x="101089" y="165206"/>
                </a:lnTo>
                <a:cubicBezTo>
                  <a:pt x="100416" y="166048"/>
                  <a:pt x="100079" y="166969"/>
                  <a:pt x="100079" y="167979"/>
                </a:cubicBezTo>
                <a:cubicBezTo>
                  <a:pt x="100248" y="168981"/>
                  <a:pt x="100752" y="169903"/>
                  <a:pt x="101593" y="170744"/>
                </a:cubicBezTo>
                <a:cubicBezTo>
                  <a:pt x="102427" y="171578"/>
                  <a:pt x="103349" y="172002"/>
                  <a:pt x="104359" y="172002"/>
                </a:cubicBezTo>
                <a:cubicBezTo>
                  <a:pt x="105361" y="172002"/>
                  <a:pt x="106283" y="171578"/>
                  <a:pt x="107124" y="170744"/>
                </a:cubicBezTo>
                <a:close/>
                <a:moveTo>
                  <a:pt x="120701" y="212733"/>
                </a:moveTo>
                <a:cubicBezTo>
                  <a:pt x="109472" y="212733"/>
                  <a:pt x="98909" y="210890"/>
                  <a:pt x="89019" y="207203"/>
                </a:cubicBezTo>
                <a:cubicBezTo>
                  <a:pt x="78960" y="203348"/>
                  <a:pt x="69904" y="198154"/>
                  <a:pt x="61857" y="191614"/>
                </a:cubicBezTo>
                <a:lnTo>
                  <a:pt x="43255" y="210224"/>
                </a:lnTo>
                <a:cubicBezTo>
                  <a:pt x="42245" y="211058"/>
                  <a:pt x="41324" y="211731"/>
                  <a:pt x="40482" y="212236"/>
                </a:cubicBezTo>
                <a:cubicBezTo>
                  <a:pt x="39480" y="212565"/>
                  <a:pt x="38390" y="212733"/>
                  <a:pt x="37220" y="212733"/>
                </a:cubicBezTo>
                <a:cubicBezTo>
                  <a:pt x="34872" y="212733"/>
                  <a:pt x="32860" y="211899"/>
                  <a:pt x="31185" y="210224"/>
                </a:cubicBezTo>
                <a:cubicBezTo>
                  <a:pt x="29502" y="208542"/>
                  <a:pt x="28668" y="206530"/>
                  <a:pt x="28668" y="204189"/>
                </a:cubicBezTo>
                <a:cubicBezTo>
                  <a:pt x="28668" y="203011"/>
                  <a:pt x="28837" y="201921"/>
                  <a:pt x="29173" y="200919"/>
                </a:cubicBezTo>
                <a:cubicBezTo>
                  <a:pt x="29502" y="200078"/>
                  <a:pt x="30175" y="199156"/>
                  <a:pt x="31185" y="198154"/>
                </a:cubicBezTo>
                <a:lnTo>
                  <a:pt x="49787" y="179544"/>
                </a:lnTo>
                <a:cubicBezTo>
                  <a:pt x="43255" y="171498"/>
                  <a:pt x="38054" y="162441"/>
                  <a:pt x="34199" y="152383"/>
                </a:cubicBezTo>
                <a:cubicBezTo>
                  <a:pt x="30512" y="142493"/>
                  <a:pt x="28668" y="131930"/>
                  <a:pt x="28668" y="120701"/>
                </a:cubicBezTo>
                <a:cubicBezTo>
                  <a:pt x="28668" y="95054"/>
                  <a:pt x="37637" y="73342"/>
                  <a:pt x="55574" y="55574"/>
                </a:cubicBezTo>
                <a:cubicBezTo>
                  <a:pt x="73510" y="37637"/>
                  <a:pt x="95222" y="28668"/>
                  <a:pt x="120701" y="28668"/>
                </a:cubicBezTo>
                <a:lnTo>
                  <a:pt x="195638" y="28668"/>
                </a:lnTo>
                <a:cubicBezTo>
                  <a:pt x="200327" y="28668"/>
                  <a:pt x="204350" y="30343"/>
                  <a:pt x="207708" y="33694"/>
                </a:cubicBezTo>
                <a:cubicBezTo>
                  <a:pt x="211058" y="37051"/>
                  <a:pt x="212733" y="41075"/>
                  <a:pt x="212733" y="45764"/>
                </a:cubicBezTo>
                <a:lnTo>
                  <a:pt x="212733" y="120701"/>
                </a:lnTo>
                <a:cubicBezTo>
                  <a:pt x="212733" y="146180"/>
                  <a:pt x="203765" y="167891"/>
                  <a:pt x="185828" y="185828"/>
                </a:cubicBezTo>
                <a:cubicBezTo>
                  <a:pt x="168059" y="203765"/>
                  <a:pt x="146348" y="212733"/>
                  <a:pt x="120701" y="212733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9" name="圖說"/>
          <p:cNvSpPr/>
          <p:nvPr/>
        </p:nvSpPr>
        <p:spPr>
          <a:xfrm>
            <a:off x="7524707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節能</a:t>
            </a:r>
            <a:endParaRPr lang="en-US" sz="600" dirty="0"/>
          </a:p>
        </p:txBody>
      </p:sp>
      <p:sp>
        <p:nvSpPr>
          <p:cNvPr id="240" name="圖示 回收"/>
          <p:cNvSpPr/>
          <p:nvPr/>
        </p:nvSpPr>
        <p:spPr>
          <a:xfrm>
            <a:off x="8084302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96312" y="84739"/>
                </a:moveTo>
                <a:lnTo>
                  <a:pt x="114914" y="54564"/>
                </a:lnTo>
                <a:lnTo>
                  <a:pt x="99831" y="29670"/>
                </a:lnTo>
                <a:cubicBezTo>
                  <a:pt x="97819" y="26320"/>
                  <a:pt x="94885" y="24645"/>
                  <a:pt x="91030" y="24645"/>
                </a:cubicBezTo>
                <a:cubicBezTo>
                  <a:pt x="87175" y="24645"/>
                  <a:pt x="84242" y="26320"/>
                  <a:pt x="82230" y="29670"/>
                </a:cubicBezTo>
                <a:lnTo>
                  <a:pt x="61609" y="63869"/>
                </a:lnTo>
                <a:cubicBezTo>
                  <a:pt x="60270" y="65881"/>
                  <a:pt x="59933" y="67980"/>
                  <a:pt x="60599" y="70160"/>
                </a:cubicBezTo>
                <a:cubicBezTo>
                  <a:pt x="61272" y="72340"/>
                  <a:pt x="62611" y="74096"/>
                  <a:pt x="64622" y="75442"/>
                </a:cubicBezTo>
                <a:lnTo>
                  <a:pt x="84739" y="87760"/>
                </a:lnTo>
                <a:cubicBezTo>
                  <a:pt x="86751" y="88931"/>
                  <a:pt x="88850" y="89187"/>
                  <a:pt x="91030" y="88514"/>
                </a:cubicBezTo>
                <a:cubicBezTo>
                  <a:pt x="93379" y="88009"/>
                  <a:pt x="95134" y="86751"/>
                  <a:pt x="96312" y="84739"/>
                </a:cubicBezTo>
                <a:close/>
                <a:moveTo>
                  <a:pt x="190861" y="161439"/>
                </a:moveTo>
                <a:lnTo>
                  <a:pt x="172756" y="131008"/>
                </a:lnTo>
                <a:cubicBezTo>
                  <a:pt x="171410" y="128996"/>
                  <a:pt x="171073" y="126816"/>
                  <a:pt x="171746" y="124475"/>
                </a:cubicBezTo>
                <a:cubicBezTo>
                  <a:pt x="172419" y="122296"/>
                  <a:pt x="173758" y="120620"/>
                  <a:pt x="175770" y="119443"/>
                </a:cubicBezTo>
                <a:lnTo>
                  <a:pt x="196142" y="107629"/>
                </a:lnTo>
                <a:cubicBezTo>
                  <a:pt x="198154" y="106451"/>
                  <a:pt x="200327" y="106114"/>
                  <a:pt x="202675" y="106619"/>
                </a:cubicBezTo>
                <a:cubicBezTo>
                  <a:pt x="205023" y="107124"/>
                  <a:pt x="206786" y="108382"/>
                  <a:pt x="207957" y="110394"/>
                </a:cubicBezTo>
                <a:lnTo>
                  <a:pt x="220027" y="130510"/>
                </a:lnTo>
                <a:cubicBezTo>
                  <a:pt x="221870" y="133524"/>
                  <a:pt x="222792" y="136794"/>
                  <a:pt x="222792" y="140313"/>
                </a:cubicBezTo>
                <a:cubicBezTo>
                  <a:pt x="222960" y="143839"/>
                  <a:pt x="222294" y="147101"/>
                  <a:pt x="220780" y="150123"/>
                </a:cubicBezTo>
                <a:cubicBezTo>
                  <a:pt x="218937" y="153641"/>
                  <a:pt x="216420" y="156406"/>
                  <a:pt x="213238" y="158418"/>
                </a:cubicBezTo>
                <a:cubicBezTo>
                  <a:pt x="209888" y="160430"/>
                  <a:pt x="206281" y="161439"/>
                  <a:pt x="202426" y="161439"/>
                </a:cubicBezTo>
                <a:lnTo>
                  <a:pt x="190861" y="161439"/>
                </a:lnTo>
                <a:close/>
                <a:moveTo>
                  <a:pt x="154146" y="225308"/>
                </a:moveTo>
                <a:lnTo>
                  <a:pt x="126736" y="198154"/>
                </a:lnTo>
                <a:cubicBezTo>
                  <a:pt x="125061" y="196472"/>
                  <a:pt x="124219" y="194460"/>
                  <a:pt x="124219" y="192119"/>
                </a:cubicBezTo>
                <a:cubicBezTo>
                  <a:pt x="124219" y="189771"/>
                  <a:pt x="125061" y="187671"/>
                  <a:pt x="126736" y="185828"/>
                </a:cubicBezTo>
                <a:lnTo>
                  <a:pt x="154146" y="158674"/>
                </a:lnTo>
                <a:cubicBezTo>
                  <a:pt x="155485" y="157328"/>
                  <a:pt x="156992" y="156992"/>
                  <a:pt x="158674" y="157665"/>
                </a:cubicBezTo>
                <a:cubicBezTo>
                  <a:pt x="160517" y="158338"/>
                  <a:pt x="161439" y="159596"/>
                  <a:pt x="161439" y="161439"/>
                </a:cubicBezTo>
                <a:lnTo>
                  <a:pt x="161439" y="171498"/>
                </a:lnTo>
                <a:lnTo>
                  <a:pt x="209968" y="171498"/>
                </a:lnTo>
                <a:lnTo>
                  <a:pt x="195133" y="201168"/>
                </a:lnTo>
                <a:cubicBezTo>
                  <a:pt x="193290" y="204687"/>
                  <a:pt x="190773" y="207452"/>
                  <a:pt x="187591" y="209463"/>
                </a:cubicBezTo>
                <a:cubicBezTo>
                  <a:pt x="184233" y="211475"/>
                  <a:pt x="180634" y="212485"/>
                  <a:pt x="176779" y="212485"/>
                </a:cubicBezTo>
                <a:lnTo>
                  <a:pt x="161439" y="212485"/>
                </a:lnTo>
                <a:lnTo>
                  <a:pt x="161439" y="222543"/>
                </a:lnTo>
                <a:cubicBezTo>
                  <a:pt x="161439" y="224386"/>
                  <a:pt x="160517" y="225645"/>
                  <a:pt x="158674" y="226318"/>
                </a:cubicBezTo>
                <a:cubicBezTo>
                  <a:pt x="156992" y="226983"/>
                  <a:pt x="155485" y="226647"/>
                  <a:pt x="154146" y="225308"/>
                </a:cubicBezTo>
                <a:close/>
                <a:moveTo>
                  <a:pt x="62867" y="212485"/>
                </a:moveTo>
                <a:cubicBezTo>
                  <a:pt x="59509" y="212485"/>
                  <a:pt x="56408" y="211563"/>
                  <a:pt x="53562" y="209719"/>
                </a:cubicBezTo>
                <a:cubicBezTo>
                  <a:pt x="50709" y="208044"/>
                  <a:pt x="48617" y="205696"/>
                  <a:pt x="47278" y="202675"/>
                </a:cubicBezTo>
                <a:cubicBezTo>
                  <a:pt x="45932" y="199998"/>
                  <a:pt x="45266" y="197145"/>
                  <a:pt x="45266" y="194131"/>
                </a:cubicBezTo>
                <a:cubicBezTo>
                  <a:pt x="45427" y="191278"/>
                  <a:pt x="46269" y="188513"/>
                  <a:pt x="47776" y="185828"/>
                </a:cubicBezTo>
                <a:lnTo>
                  <a:pt x="56576" y="171498"/>
                </a:lnTo>
                <a:lnTo>
                  <a:pt x="91784" y="171498"/>
                </a:lnTo>
                <a:cubicBezTo>
                  <a:pt x="94132" y="171498"/>
                  <a:pt x="96144" y="172331"/>
                  <a:pt x="97819" y="174014"/>
                </a:cubicBezTo>
                <a:cubicBezTo>
                  <a:pt x="99494" y="175689"/>
                  <a:pt x="100335" y="177781"/>
                  <a:pt x="100335" y="180298"/>
                </a:cubicBezTo>
                <a:lnTo>
                  <a:pt x="100335" y="203684"/>
                </a:lnTo>
                <a:cubicBezTo>
                  <a:pt x="100335" y="206201"/>
                  <a:pt x="99494" y="208293"/>
                  <a:pt x="97819" y="209968"/>
                </a:cubicBezTo>
                <a:cubicBezTo>
                  <a:pt x="96144" y="211643"/>
                  <a:pt x="94132" y="212485"/>
                  <a:pt x="91784" y="212485"/>
                </a:cubicBezTo>
                <a:lnTo>
                  <a:pt x="62867" y="212485"/>
                </a:lnTo>
                <a:close/>
                <a:moveTo>
                  <a:pt x="37468" y="183312"/>
                </a:moveTo>
                <a:lnTo>
                  <a:pt x="21126" y="150123"/>
                </a:lnTo>
                <a:cubicBezTo>
                  <a:pt x="19444" y="147101"/>
                  <a:pt x="18690" y="143839"/>
                  <a:pt x="18859" y="140313"/>
                </a:cubicBezTo>
                <a:cubicBezTo>
                  <a:pt x="19027" y="136962"/>
                  <a:pt x="20036" y="133693"/>
                  <a:pt x="21880" y="130510"/>
                </a:cubicBezTo>
                <a:lnTo>
                  <a:pt x="25903" y="123722"/>
                </a:lnTo>
                <a:lnTo>
                  <a:pt x="17352" y="118689"/>
                </a:lnTo>
                <a:cubicBezTo>
                  <a:pt x="15845" y="117687"/>
                  <a:pt x="15172" y="116173"/>
                  <a:pt x="15340" y="114161"/>
                </a:cubicBezTo>
                <a:cubicBezTo>
                  <a:pt x="15508" y="112318"/>
                  <a:pt x="16598" y="111147"/>
                  <a:pt x="18610" y="110642"/>
                </a:cubicBezTo>
                <a:lnTo>
                  <a:pt x="56078" y="101337"/>
                </a:lnTo>
                <a:cubicBezTo>
                  <a:pt x="58419" y="100664"/>
                  <a:pt x="60599" y="100920"/>
                  <a:pt x="62611" y="102091"/>
                </a:cubicBezTo>
                <a:cubicBezTo>
                  <a:pt x="64454" y="103437"/>
                  <a:pt x="65712" y="105193"/>
                  <a:pt x="66385" y="107373"/>
                </a:cubicBezTo>
                <a:lnTo>
                  <a:pt x="75690" y="145346"/>
                </a:lnTo>
                <a:cubicBezTo>
                  <a:pt x="76195" y="147189"/>
                  <a:pt x="75690" y="148616"/>
                  <a:pt x="74183" y="149618"/>
                </a:cubicBezTo>
                <a:cubicBezTo>
                  <a:pt x="72669" y="150796"/>
                  <a:pt x="71082" y="150876"/>
                  <a:pt x="69407" y="149874"/>
                </a:cubicBezTo>
                <a:lnTo>
                  <a:pt x="60855" y="144592"/>
                </a:lnTo>
                <a:lnTo>
                  <a:pt x="37468" y="183312"/>
                </a:lnTo>
                <a:close/>
                <a:moveTo>
                  <a:pt x="166969" y="94044"/>
                </a:moveTo>
                <a:lnTo>
                  <a:pt x="129501" y="84739"/>
                </a:lnTo>
                <a:cubicBezTo>
                  <a:pt x="127658" y="84410"/>
                  <a:pt x="126568" y="83232"/>
                  <a:pt x="126231" y="81221"/>
                </a:cubicBezTo>
                <a:cubicBezTo>
                  <a:pt x="125895" y="79209"/>
                  <a:pt x="126568" y="77702"/>
                  <a:pt x="128243" y="76693"/>
                </a:cubicBezTo>
                <a:lnTo>
                  <a:pt x="137043" y="71667"/>
                </a:lnTo>
                <a:lnTo>
                  <a:pt x="105112" y="18610"/>
                </a:lnTo>
                <a:lnTo>
                  <a:pt x="141066" y="18610"/>
                </a:lnTo>
                <a:cubicBezTo>
                  <a:pt x="144592" y="18610"/>
                  <a:pt x="147943" y="19532"/>
                  <a:pt x="151125" y="21375"/>
                </a:cubicBezTo>
                <a:cubicBezTo>
                  <a:pt x="154314" y="23218"/>
                  <a:pt x="156831" y="25647"/>
                  <a:pt x="158674" y="28668"/>
                </a:cubicBezTo>
                <a:lnTo>
                  <a:pt x="172002" y="50797"/>
                </a:lnTo>
                <a:lnTo>
                  <a:pt x="180546" y="45515"/>
                </a:lnTo>
                <a:cubicBezTo>
                  <a:pt x="182061" y="44506"/>
                  <a:pt x="183568" y="44593"/>
                  <a:pt x="185075" y="45764"/>
                </a:cubicBezTo>
                <a:cubicBezTo>
                  <a:pt x="186581" y="46942"/>
                  <a:pt x="187167" y="48449"/>
                  <a:pt x="186838" y="50292"/>
                </a:cubicBezTo>
                <a:lnTo>
                  <a:pt x="177277" y="88009"/>
                </a:lnTo>
                <a:cubicBezTo>
                  <a:pt x="176611" y="90189"/>
                  <a:pt x="175265" y="91952"/>
                  <a:pt x="173253" y="93291"/>
                </a:cubicBezTo>
                <a:cubicBezTo>
                  <a:pt x="171410" y="94468"/>
                  <a:pt x="169318" y="94717"/>
                  <a:pt x="166969" y="94044"/>
                </a:cubicBez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1" name="圖說"/>
          <p:cNvSpPr/>
          <p:nvPr/>
        </p:nvSpPr>
        <p:spPr>
          <a:xfrm>
            <a:off x="7968484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回收</a:t>
            </a:r>
            <a:endParaRPr lang="en-US" sz="600" dirty="0"/>
          </a:p>
        </p:txBody>
      </p:sp>
      <p:sp>
        <p:nvSpPr>
          <p:cNvPr id="242" name="線條"/>
          <p:cNvSpPr/>
          <p:nvPr/>
        </p:nvSpPr>
        <p:spPr>
          <a:xfrm>
            <a:off x="438912" y="3855110"/>
            <a:ext cx="887553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438912" y="3953866"/>
            <a:ext cx="80467" cy="80467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4" name="小節"/>
          <p:cNvSpPr/>
          <p:nvPr/>
        </p:nvSpPr>
        <p:spPr>
          <a:xfrm>
            <a:off x="599846" y="3899002"/>
            <a:ext cx="4389120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圖示＋文字組合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Icon + Label</a:t>
            </a:r>
            <a:endParaRPr lang="en-US" sz="1100" dirty="0"/>
          </a:p>
        </p:txBody>
      </p:sp>
      <p:grpSp>
        <p:nvGrpSpPr>
          <p:cNvPr id="5000" name="圖示＋流程方塊"/>
          <p:cNvGrpSpPr/>
          <p:nvPr/>
        </p:nvGrpSpPr>
        <p:grpSpPr>
          <a:xfrm>
            <a:off x="438912" y="4162349"/>
            <a:ext cx="1572768" cy="541325"/>
            <a:chOff x="438912" y="4162349"/>
            <a:chExt cx="1572768" cy="541325"/>
          </a:xfrm>
        </p:grpSpPr>
        <p:sp>
          <p:nvSpPr>
            <p:cNvPr id="245" name="流程方塊"/>
            <p:cNvSpPr/>
            <p:nvPr/>
          </p:nvSpPr>
          <p:spPr>
            <a:xfrm>
              <a:off x="438912" y="4162349"/>
              <a:ext cx="1572768" cy="541325"/>
            </a:xfrm>
            <a:prstGeom prst="roundRect">
              <a:avLst>
                <a:gd name="adj" fmla="val 6757"/>
              </a:avLst>
            </a:prstGeom>
            <a:solidFill>
              <a:srgbClr val="FFFFFF"/>
            </a:solidFill>
            <a:ln w="10160">
              <a:solidFill>
                <a:srgbClr val="BFBFB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46" name="圖示 機台"/>
            <p:cNvSpPr/>
            <p:nvPr/>
          </p:nvSpPr>
          <p:spPr>
            <a:xfrm>
              <a:off x="541325" y="4286707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292608" h="292608">
                  <a:moveTo>
                    <a:pt x="64922" y="257254"/>
                  </a:moveTo>
                  <a:cubicBezTo>
                    <a:pt x="60658" y="257254"/>
                    <a:pt x="57000" y="255725"/>
                    <a:pt x="53950" y="252682"/>
                  </a:cubicBezTo>
                  <a:cubicBezTo>
                    <a:pt x="50899" y="249836"/>
                    <a:pt x="49378" y="246178"/>
                    <a:pt x="49378" y="241709"/>
                  </a:cubicBezTo>
                  <a:cubicBezTo>
                    <a:pt x="49378" y="237239"/>
                    <a:pt x="50899" y="233582"/>
                    <a:pt x="53950" y="230736"/>
                  </a:cubicBezTo>
                  <a:cubicBezTo>
                    <a:pt x="57000" y="227686"/>
                    <a:pt x="60658" y="226164"/>
                    <a:pt x="64922" y="226164"/>
                  </a:cubicBezTo>
                  <a:lnTo>
                    <a:pt x="89304" y="226164"/>
                  </a:lnTo>
                  <a:lnTo>
                    <a:pt x="57914" y="119179"/>
                  </a:lnTo>
                  <a:cubicBezTo>
                    <a:pt x="50797" y="116129"/>
                    <a:pt x="45215" y="111864"/>
                    <a:pt x="41148" y="106378"/>
                  </a:cubicBezTo>
                  <a:cubicBezTo>
                    <a:pt x="37081" y="100686"/>
                    <a:pt x="35054" y="93269"/>
                    <a:pt x="35054" y="84125"/>
                  </a:cubicBezTo>
                  <a:cubicBezTo>
                    <a:pt x="35054" y="74169"/>
                    <a:pt x="38712" y="65530"/>
                    <a:pt x="46027" y="58214"/>
                  </a:cubicBezTo>
                  <a:cubicBezTo>
                    <a:pt x="53342" y="50899"/>
                    <a:pt x="61974" y="47242"/>
                    <a:pt x="71930" y="47242"/>
                  </a:cubicBezTo>
                  <a:cubicBezTo>
                    <a:pt x="81484" y="47242"/>
                    <a:pt x="89304" y="49685"/>
                    <a:pt x="95405" y="54557"/>
                  </a:cubicBezTo>
                  <a:cubicBezTo>
                    <a:pt x="101703" y="59641"/>
                    <a:pt x="105968" y="66444"/>
                    <a:pt x="108206" y="74981"/>
                  </a:cubicBezTo>
                  <a:lnTo>
                    <a:pt x="149962" y="74981"/>
                  </a:lnTo>
                  <a:lnTo>
                    <a:pt x="149962" y="57000"/>
                  </a:lnTo>
                  <a:cubicBezTo>
                    <a:pt x="149962" y="54359"/>
                    <a:pt x="150978" y="52018"/>
                    <a:pt x="153012" y="49985"/>
                  </a:cubicBezTo>
                  <a:cubicBezTo>
                    <a:pt x="154841" y="47958"/>
                    <a:pt x="157072" y="46942"/>
                    <a:pt x="159713" y="46942"/>
                  </a:cubicBezTo>
                  <a:cubicBezTo>
                    <a:pt x="161951" y="46942"/>
                    <a:pt x="163882" y="47856"/>
                    <a:pt x="165506" y="49685"/>
                  </a:cubicBezTo>
                  <a:cubicBezTo>
                    <a:pt x="166926" y="51309"/>
                    <a:pt x="167642" y="53138"/>
                    <a:pt x="167642" y="55171"/>
                  </a:cubicBezTo>
                  <a:lnTo>
                    <a:pt x="190195" y="33833"/>
                  </a:lnTo>
                  <a:cubicBezTo>
                    <a:pt x="191819" y="32209"/>
                    <a:pt x="194058" y="31090"/>
                    <a:pt x="196903" y="30482"/>
                  </a:cubicBezTo>
                  <a:cubicBezTo>
                    <a:pt x="199544" y="29868"/>
                    <a:pt x="202287" y="30175"/>
                    <a:pt x="205133" y="31397"/>
                  </a:cubicBezTo>
                  <a:lnTo>
                    <a:pt x="253289" y="54557"/>
                  </a:lnTo>
                  <a:cubicBezTo>
                    <a:pt x="255322" y="55778"/>
                    <a:pt x="256742" y="57402"/>
                    <a:pt x="257554" y="59436"/>
                  </a:cubicBezTo>
                  <a:cubicBezTo>
                    <a:pt x="258366" y="61470"/>
                    <a:pt x="258168" y="63598"/>
                    <a:pt x="256946" y="65837"/>
                  </a:cubicBezTo>
                  <a:cubicBezTo>
                    <a:pt x="255725" y="68075"/>
                    <a:pt x="254101" y="69494"/>
                    <a:pt x="252067" y="70102"/>
                  </a:cubicBezTo>
                  <a:cubicBezTo>
                    <a:pt x="249836" y="70511"/>
                    <a:pt x="247700" y="70102"/>
                    <a:pt x="245666" y="68887"/>
                  </a:cubicBezTo>
                  <a:lnTo>
                    <a:pt x="199032" y="46327"/>
                  </a:lnTo>
                  <a:lnTo>
                    <a:pt x="169771" y="75895"/>
                  </a:lnTo>
                  <a:lnTo>
                    <a:pt x="169771" y="91133"/>
                  </a:lnTo>
                  <a:lnTo>
                    <a:pt x="199032" y="121922"/>
                  </a:lnTo>
                  <a:lnTo>
                    <a:pt x="245666" y="99062"/>
                  </a:lnTo>
                  <a:cubicBezTo>
                    <a:pt x="247905" y="97841"/>
                    <a:pt x="250041" y="97534"/>
                    <a:pt x="252067" y="98148"/>
                  </a:cubicBezTo>
                  <a:cubicBezTo>
                    <a:pt x="254101" y="98755"/>
                    <a:pt x="255725" y="100079"/>
                    <a:pt x="256946" y="102106"/>
                  </a:cubicBezTo>
                  <a:cubicBezTo>
                    <a:pt x="258168" y="104549"/>
                    <a:pt x="258366" y="106882"/>
                    <a:pt x="257554" y="109121"/>
                  </a:cubicBezTo>
                  <a:cubicBezTo>
                    <a:pt x="256742" y="111352"/>
                    <a:pt x="255220" y="112976"/>
                    <a:pt x="252982" y="113993"/>
                  </a:cubicBezTo>
                  <a:lnTo>
                    <a:pt x="206347" y="135938"/>
                  </a:lnTo>
                  <a:cubicBezTo>
                    <a:pt x="203304" y="137570"/>
                    <a:pt x="200356" y="138279"/>
                    <a:pt x="197510" y="138074"/>
                  </a:cubicBezTo>
                  <a:cubicBezTo>
                    <a:pt x="194665" y="138074"/>
                    <a:pt x="192229" y="136955"/>
                    <a:pt x="190195" y="134724"/>
                  </a:cubicBezTo>
                  <a:lnTo>
                    <a:pt x="167642" y="113386"/>
                  </a:lnTo>
                  <a:cubicBezTo>
                    <a:pt x="167642" y="116231"/>
                    <a:pt x="166926" y="118265"/>
                    <a:pt x="165506" y="119479"/>
                  </a:cubicBezTo>
                  <a:cubicBezTo>
                    <a:pt x="163882" y="120906"/>
                    <a:pt x="161951" y="121615"/>
                    <a:pt x="159713" y="121615"/>
                  </a:cubicBezTo>
                  <a:cubicBezTo>
                    <a:pt x="157072" y="121615"/>
                    <a:pt x="154841" y="120598"/>
                    <a:pt x="153012" y="118565"/>
                  </a:cubicBezTo>
                  <a:cubicBezTo>
                    <a:pt x="150978" y="116538"/>
                    <a:pt x="149962" y="114198"/>
                    <a:pt x="149962" y="111557"/>
                  </a:cubicBezTo>
                  <a:lnTo>
                    <a:pt x="149962" y="93269"/>
                  </a:lnTo>
                  <a:lnTo>
                    <a:pt x="107592" y="93269"/>
                  </a:lnTo>
                  <a:cubicBezTo>
                    <a:pt x="107394" y="95910"/>
                    <a:pt x="106575" y="98755"/>
                    <a:pt x="105156" y="101806"/>
                  </a:cubicBezTo>
                  <a:cubicBezTo>
                    <a:pt x="103532" y="104849"/>
                    <a:pt x="101806" y="107190"/>
                    <a:pt x="99977" y="108814"/>
                  </a:cubicBezTo>
                  <a:lnTo>
                    <a:pt x="160627" y="226164"/>
                  </a:lnTo>
                  <a:lnTo>
                    <a:pt x="195074" y="226164"/>
                  </a:lnTo>
                  <a:cubicBezTo>
                    <a:pt x="199544" y="226164"/>
                    <a:pt x="203304" y="227686"/>
                    <a:pt x="206347" y="230736"/>
                  </a:cubicBezTo>
                  <a:cubicBezTo>
                    <a:pt x="209398" y="233582"/>
                    <a:pt x="210919" y="237239"/>
                    <a:pt x="210919" y="241709"/>
                  </a:cubicBezTo>
                  <a:cubicBezTo>
                    <a:pt x="210919" y="246178"/>
                    <a:pt x="209398" y="249836"/>
                    <a:pt x="206347" y="252682"/>
                  </a:cubicBezTo>
                  <a:cubicBezTo>
                    <a:pt x="203304" y="255725"/>
                    <a:pt x="199544" y="257254"/>
                    <a:pt x="195074" y="257254"/>
                  </a:cubicBezTo>
                  <a:lnTo>
                    <a:pt x="64922" y="257254"/>
                  </a:lnTo>
                  <a:close/>
                  <a:moveTo>
                    <a:pt x="84125" y="96319"/>
                  </a:moveTo>
                  <a:cubicBezTo>
                    <a:pt x="87373" y="93064"/>
                    <a:pt x="89004" y="89004"/>
                    <a:pt x="89004" y="84125"/>
                  </a:cubicBezTo>
                  <a:cubicBezTo>
                    <a:pt x="89004" y="79246"/>
                    <a:pt x="87373" y="75186"/>
                    <a:pt x="84125" y="71930"/>
                  </a:cubicBezTo>
                  <a:cubicBezTo>
                    <a:pt x="80877" y="68682"/>
                    <a:pt x="76810" y="67058"/>
                    <a:pt x="71930" y="67058"/>
                  </a:cubicBezTo>
                  <a:cubicBezTo>
                    <a:pt x="67058" y="67058"/>
                    <a:pt x="62991" y="68682"/>
                    <a:pt x="59743" y="71930"/>
                  </a:cubicBezTo>
                  <a:cubicBezTo>
                    <a:pt x="56488" y="75186"/>
                    <a:pt x="54864" y="79246"/>
                    <a:pt x="54864" y="84125"/>
                  </a:cubicBezTo>
                  <a:cubicBezTo>
                    <a:pt x="54864" y="89004"/>
                    <a:pt x="56488" y="93064"/>
                    <a:pt x="59743" y="96319"/>
                  </a:cubicBezTo>
                  <a:cubicBezTo>
                    <a:pt x="62991" y="99567"/>
                    <a:pt x="67058" y="101191"/>
                    <a:pt x="71930" y="101191"/>
                  </a:cubicBezTo>
                  <a:cubicBezTo>
                    <a:pt x="76810" y="101191"/>
                    <a:pt x="80877" y="99567"/>
                    <a:pt x="84125" y="96319"/>
                  </a:cubicBezTo>
                  <a:close/>
                  <a:moveTo>
                    <a:pt x="109421" y="226164"/>
                  </a:moveTo>
                  <a:lnTo>
                    <a:pt x="140210" y="226164"/>
                  </a:lnTo>
                  <a:lnTo>
                    <a:pt x="84125" y="117043"/>
                  </a:lnTo>
                  <a:cubicBezTo>
                    <a:pt x="83518" y="117453"/>
                    <a:pt x="82398" y="117855"/>
                    <a:pt x="80774" y="118265"/>
                  </a:cubicBezTo>
                  <a:cubicBezTo>
                    <a:pt x="79348" y="118667"/>
                    <a:pt x="78229" y="118974"/>
                    <a:pt x="77417" y="119179"/>
                  </a:cubicBezTo>
                  <a:lnTo>
                    <a:pt x="109421" y="226164"/>
                  </a:lnTo>
                  <a:close/>
                  <a:moveTo>
                    <a:pt x="140210" y="226164"/>
                  </a:moveTo>
                  <a:close/>
                </a:path>
              </a:pathLst>
            </a:custGeom>
            <a:solidFill>
              <a:srgbClr val="3A3A3A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47" name="文字"/>
            <p:cNvSpPr/>
            <p:nvPr/>
          </p:nvSpPr>
          <p:spPr>
            <a:xfrm>
              <a:off x="921715" y="4162349"/>
              <a:ext cx="1031443" cy="5413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設備保養</a:t>
              </a:r>
              <a:endParaRPr lang="en-US" sz="110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每月 PM 排程</a:t>
              </a:r>
              <a:endParaRPr lang="en-US" sz="1100" dirty="0"/>
            </a:p>
          </p:txBody>
        </p:sp>
      </p:grpSp>
      <p:grpSp>
        <p:nvGrpSpPr>
          <p:cNvPr id="5001" name="淺色圓底＋說明"/>
          <p:cNvGrpSpPr/>
          <p:nvPr/>
        </p:nvGrpSpPr>
        <p:grpSpPr>
          <a:xfrm>
            <a:off x="2128723" y="4162349"/>
            <a:ext cx="1558138" cy="541325"/>
            <a:chOff x="2128723" y="4162349"/>
            <a:chExt cx="1558138" cy="541325"/>
          </a:xfrm>
        </p:grpSpPr>
        <p:sp>
          <p:nvSpPr>
            <p:cNvPr id="248" name="圖示底圓"/>
            <p:cNvSpPr/>
            <p:nvPr/>
          </p:nvSpPr>
          <p:spPr>
            <a:xfrm>
              <a:off x="2128723" y="4228186"/>
              <a:ext cx="409651" cy="409651"/>
            </a:xfrm>
            <a:prstGeom prst="ellipse">
              <a:avLst/>
            </a:prstGeom>
            <a:solidFill>
              <a:srgbClr val="E3E3E3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49" name="圖示 檢測"/>
            <p:cNvSpPr/>
            <p:nvPr/>
          </p:nvSpPr>
          <p:spPr>
            <a:xfrm>
              <a:off x="2128723" y="4228186"/>
              <a:ext cx="409651" cy="409651"/>
            </a:xfrm>
            <a:custGeom>
              <a:avLst/>
              <a:gdLst/>
              <a:ahLst/>
              <a:cxnLst/>
              <a:rect l="l" t="t" r="r" b="b"/>
              <a:pathLst>
                <a:path w="409651" h="409651">
                  <a:moveTo>
                    <a:pt x="214613" y="214613"/>
                  </a:moveTo>
                  <a:cubicBezTo>
                    <a:pt x="219551" y="209500"/>
                    <a:pt x="222024" y="203414"/>
                    <a:pt x="222024" y="196362"/>
                  </a:cubicBezTo>
                  <a:cubicBezTo>
                    <a:pt x="222024" y="189127"/>
                    <a:pt x="219551" y="182953"/>
                    <a:pt x="214613" y="177840"/>
                  </a:cubicBezTo>
                  <a:cubicBezTo>
                    <a:pt x="209676" y="172902"/>
                    <a:pt x="203589" y="170430"/>
                    <a:pt x="196362" y="170430"/>
                  </a:cubicBezTo>
                  <a:cubicBezTo>
                    <a:pt x="189127" y="170430"/>
                    <a:pt x="182953" y="172902"/>
                    <a:pt x="177840" y="177840"/>
                  </a:cubicBezTo>
                  <a:cubicBezTo>
                    <a:pt x="172902" y="182778"/>
                    <a:pt x="170430" y="188864"/>
                    <a:pt x="170430" y="196099"/>
                  </a:cubicBezTo>
                  <a:cubicBezTo>
                    <a:pt x="170430" y="203326"/>
                    <a:pt x="172902" y="209500"/>
                    <a:pt x="177840" y="214613"/>
                  </a:cubicBezTo>
                  <a:cubicBezTo>
                    <a:pt x="182953" y="219551"/>
                    <a:pt x="189127" y="222024"/>
                    <a:pt x="196362" y="222024"/>
                  </a:cubicBezTo>
                  <a:cubicBezTo>
                    <a:pt x="203589" y="222024"/>
                    <a:pt x="209676" y="219551"/>
                    <a:pt x="214613" y="214613"/>
                  </a:cubicBezTo>
                  <a:close/>
                  <a:moveTo>
                    <a:pt x="196362" y="239222"/>
                  </a:moveTo>
                  <a:cubicBezTo>
                    <a:pt x="184365" y="239222"/>
                    <a:pt x="174226" y="234986"/>
                    <a:pt x="165938" y="226522"/>
                  </a:cubicBezTo>
                  <a:cubicBezTo>
                    <a:pt x="157467" y="218227"/>
                    <a:pt x="153239" y="208088"/>
                    <a:pt x="153239" y="196099"/>
                  </a:cubicBezTo>
                  <a:cubicBezTo>
                    <a:pt x="153239" y="184277"/>
                    <a:pt x="157467" y="174226"/>
                    <a:pt x="165938" y="165938"/>
                  </a:cubicBezTo>
                  <a:cubicBezTo>
                    <a:pt x="174402" y="157467"/>
                    <a:pt x="184541" y="153239"/>
                    <a:pt x="196362" y="153239"/>
                  </a:cubicBezTo>
                  <a:cubicBezTo>
                    <a:pt x="208176" y="153239"/>
                    <a:pt x="218227" y="157467"/>
                    <a:pt x="226522" y="165938"/>
                  </a:cubicBezTo>
                  <a:cubicBezTo>
                    <a:pt x="234986" y="174226"/>
                    <a:pt x="239222" y="184365"/>
                    <a:pt x="239222" y="196362"/>
                  </a:cubicBezTo>
                  <a:cubicBezTo>
                    <a:pt x="239222" y="200063"/>
                    <a:pt x="238600" y="203940"/>
                    <a:pt x="237371" y="208000"/>
                  </a:cubicBezTo>
                  <a:cubicBezTo>
                    <a:pt x="235959" y="211877"/>
                    <a:pt x="234101" y="215850"/>
                    <a:pt x="231811" y="219910"/>
                  </a:cubicBezTo>
                  <a:lnTo>
                    <a:pt x="253245" y="241336"/>
                  </a:lnTo>
                  <a:cubicBezTo>
                    <a:pt x="255008" y="243099"/>
                    <a:pt x="255798" y="245125"/>
                    <a:pt x="255622" y="247422"/>
                  </a:cubicBezTo>
                  <a:cubicBezTo>
                    <a:pt x="255622" y="249712"/>
                    <a:pt x="254737" y="251658"/>
                    <a:pt x="252974" y="253245"/>
                  </a:cubicBezTo>
                  <a:cubicBezTo>
                    <a:pt x="251387" y="255008"/>
                    <a:pt x="249448" y="255886"/>
                    <a:pt x="247159" y="255886"/>
                  </a:cubicBezTo>
                  <a:cubicBezTo>
                    <a:pt x="244686" y="255886"/>
                    <a:pt x="242660" y="255008"/>
                    <a:pt x="241072" y="253245"/>
                  </a:cubicBezTo>
                  <a:lnTo>
                    <a:pt x="219639" y="232075"/>
                  </a:lnTo>
                  <a:cubicBezTo>
                    <a:pt x="215762" y="234372"/>
                    <a:pt x="211877" y="236135"/>
                    <a:pt x="208000" y="237371"/>
                  </a:cubicBezTo>
                  <a:cubicBezTo>
                    <a:pt x="204123" y="238600"/>
                    <a:pt x="200239" y="239222"/>
                    <a:pt x="196362" y="239222"/>
                  </a:cubicBezTo>
                  <a:close/>
                  <a:moveTo>
                    <a:pt x="125982" y="301657"/>
                  </a:moveTo>
                  <a:cubicBezTo>
                    <a:pt x="121220" y="301657"/>
                    <a:pt x="116992" y="299894"/>
                    <a:pt x="113283" y="296368"/>
                  </a:cubicBezTo>
                  <a:cubicBezTo>
                    <a:pt x="109757" y="292659"/>
                    <a:pt x="107994" y="288431"/>
                    <a:pt x="107994" y="283669"/>
                  </a:cubicBezTo>
                  <a:lnTo>
                    <a:pt x="107994" y="247685"/>
                  </a:lnTo>
                  <a:cubicBezTo>
                    <a:pt x="107994" y="245213"/>
                    <a:pt x="108879" y="243099"/>
                    <a:pt x="110642" y="241336"/>
                  </a:cubicBezTo>
                  <a:cubicBezTo>
                    <a:pt x="112405" y="239573"/>
                    <a:pt x="114519" y="238688"/>
                    <a:pt x="116992" y="238688"/>
                  </a:cubicBezTo>
                  <a:cubicBezTo>
                    <a:pt x="119633" y="238688"/>
                    <a:pt x="121754" y="239573"/>
                    <a:pt x="123342" y="241336"/>
                  </a:cubicBezTo>
                  <a:cubicBezTo>
                    <a:pt x="125105" y="243099"/>
                    <a:pt x="125982" y="245213"/>
                    <a:pt x="125982" y="247685"/>
                  </a:cubicBezTo>
                  <a:lnTo>
                    <a:pt x="125982" y="283669"/>
                  </a:lnTo>
                  <a:lnTo>
                    <a:pt x="161966" y="283669"/>
                  </a:lnTo>
                  <a:cubicBezTo>
                    <a:pt x="164438" y="283669"/>
                    <a:pt x="166552" y="284547"/>
                    <a:pt x="168315" y="286310"/>
                  </a:cubicBezTo>
                  <a:cubicBezTo>
                    <a:pt x="170078" y="288073"/>
                    <a:pt x="170964" y="290194"/>
                    <a:pt x="170964" y="292659"/>
                  </a:cubicBezTo>
                  <a:cubicBezTo>
                    <a:pt x="170964" y="295307"/>
                    <a:pt x="170078" y="297421"/>
                    <a:pt x="168315" y="299009"/>
                  </a:cubicBezTo>
                  <a:cubicBezTo>
                    <a:pt x="166552" y="300772"/>
                    <a:pt x="164438" y="301657"/>
                    <a:pt x="161966" y="301657"/>
                  </a:cubicBezTo>
                  <a:lnTo>
                    <a:pt x="125982" y="301657"/>
                  </a:lnTo>
                  <a:close/>
                  <a:moveTo>
                    <a:pt x="283669" y="301657"/>
                  </a:moveTo>
                  <a:lnTo>
                    <a:pt x="247685" y="301657"/>
                  </a:lnTo>
                  <a:cubicBezTo>
                    <a:pt x="245213" y="301657"/>
                    <a:pt x="243099" y="300772"/>
                    <a:pt x="241336" y="299009"/>
                  </a:cubicBezTo>
                  <a:cubicBezTo>
                    <a:pt x="239573" y="297246"/>
                    <a:pt x="238688" y="295132"/>
                    <a:pt x="238688" y="292659"/>
                  </a:cubicBezTo>
                  <a:cubicBezTo>
                    <a:pt x="238688" y="290018"/>
                    <a:pt x="239573" y="287897"/>
                    <a:pt x="241336" y="286310"/>
                  </a:cubicBezTo>
                  <a:cubicBezTo>
                    <a:pt x="243099" y="284547"/>
                    <a:pt x="245213" y="283669"/>
                    <a:pt x="247685" y="283669"/>
                  </a:cubicBezTo>
                  <a:lnTo>
                    <a:pt x="283669" y="283669"/>
                  </a:lnTo>
                  <a:lnTo>
                    <a:pt x="283669" y="247685"/>
                  </a:lnTo>
                  <a:cubicBezTo>
                    <a:pt x="283669" y="245213"/>
                    <a:pt x="284547" y="243099"/>
                    <a:pt x="286310" y="241336"/>
                  </a:cubicBezTo>
                  <a:cubicBezTo>
                    <a:pt x="288073" y="239573"/>
                    <a:pt x="290194" y="238688"/>
                    <a:pt x="292659" y="238688"/>
                  </a:cubicBezTo>
                  <a:cubicBezTo>
                    <a:pt x="295307" y="238688"/>
                    <a:pt x="297421" y="239573"/>
                    <a:pt x="299009" y="241336"/>
                  </a:cubicBezTo>
                  <a:cubicBezTo>
                    <a:pt x="300772" y="243099"/>
                    <a:pt x="301657" y="245213"/>
                    <a:pt x="301657" y="247685"/>
                  </a:cubicBezTo>
                  <a:lnTo>
                    <a:pt x="301657" y="283669"/>
                  </a:lnTo>
                  <a:cubicBezTo>
                    <a:pt x="301657" y="288431"/>
                    <a:pt x="299894" y="292659"/>
                    <a:pt x="296368" y="296368"/>
                  </a:cubicBezTo>
                  <a:cubicBezTo>
                    <a:pt x="292835" y="299894"/>
                    <a:pt x="288607" y="301657"/>
                    <a:pt x="283669" y="301657"/>
                  </a:cubicBezTo>
                  <a:close/>
                  <a:moveTo>
                    <a:pt x="107994" y="161966"/>
                  </a:moveTo>
                  <a:lnTo>
                    <a:pt x="107994" y="125982"/>
                  </a:lnTo>
                  <a:cubicBezTo>
                    <a:pt x="107994" y="121045"/>
                    <a:pt x="109757" y="116816"/>
                    <a:pt x="113283" y="113283"/>
                  </a:cubicBezTo>
                  <a:cubicBezTo>
                    <a:pt x="116992" y="109757"/>
                    <a:pt x="121220" y="107994"/>
                    <a:pt x="125982" y="107994"/>
                  </a:cubicBezTo>
                  <a:lnTo>
                    <a:pt x="161966" y="107994"/>
                  </a:lnTo>
                  <a:cubicBezTo>
                    <a:pt x="164438" y="107994"/>
                    <a:pt x="166552" y="108879"/>
                    <a:pt x="168315" y="110642"/>
                  </a:cubicBezTo>
                  <a:cubicBezTo>
                    <a:pt x="170078" y="112405"/>
                    <a:pt x="170964" y="114519"/>
                    <a:pt x="170964" y="116992"/>
                  </a:cubicBezTo>
                  <a:cubicBezTo>
                    <a:pt x="170964" y="119633"/>
                    <a:pt x="170078" y="121754"/>
                    <a:pt x="168315" y="123342"/>
                  </a:cubicBezTo>
                  <a:cubicBezTo>
                    <a:pt x="166552" y="125105"/>
                    <a:pt x="164438" y="125982"/>
                    <a:pt x="161966" y="125982"/>
                  </a:cubicBezTo>
                  <a:lnTo>
                    <a:pt x="125982" y="125982"/>
                  </a:lnTo>
                  <a:lnTo>
                    <a:pt x="125982" y="161966"/>
                  </a:lnTo>
                  <a:cubicBezTo>
                    <a:pt x="125982" y="164438"/>
                    <a:pt x="125105" y="166552"/>
                    <a:pt x="123342" y="168315"/>
                  </a:cubicBezTo>
                  <a:cubicBezTo>
                    <a:pt x="121579" y="170078"/>
                    <a:pt x="119457" y="170964"/>
                    <a:pt x="116992" y="170964"/>
                  </a:cubicBezTo>
                  <a:cubicBezTo>
                    <a:pt x="114344" y="170964"/>
                    <a:pt x="112230" y="170078"/>
                    <a:pt x="110642" y="168315"/>
                  </a:cubicBezTo>
                  <a:cubicBezTo>
                    <a:pt x="108879" y="166552"/>
                    <a:pt x="107994" y="164438"/>
                    <a:pt x="107994" y="161966"/>
                  </a:cubicBezTo>
                  <a:close/>
                  <a:moveTo>
                    <a:pt x="283669" y="161966"/>
                  </a:moveTo>
                  <a:lnTo>
                    <a:pt x="283669" y="125982"/>
                  </a:lnTo>
                  <a:lnTo>
                    <a:pt x="247685" y="125982"/>
                  </a:lnTo>
                  <a:cubicBezTo>
                    <a:pt x="245213" y="125982"/>
                    <a:pt x="243099" y="125105"/>
                    <a:pt x="241336" y="123342"/>
                  </a:cubicBezTo>
                  <a:cubicBezTo>
                    <a:pt x="239573" y="121579"/>
                    <a:pt x="238688" y="119457"/>
                    <a:pt x="238688" y="116992"/>
                  </a:cubicBezTo>
                  <a:cubicBezTo>
                    <a:pt x="238688" y="114344"/>
                    <a:pt x="239573" y="112230"/>
                    <a:pt x="241336" y="110642"/>
                  </a:cubicBezTo>
                  <a:cubicBezTo>
                    <a:pt x="243099" y="108879"/>
                    <a:pt x="245213" y="107994"/>
                    <a:pt x="247685" y="107994"/>
                  </a:cubicBezTo>
                  <a:lnTo>
                    <a:pt x="283669" y="107994"/>
                  </a:lnTo>
                  <a:cubicBezTo>
                    <a:pt x="288607" y="107994"/>
                    <a:pt x="292835" y="109757"/>
                    <a:pt x="296368" y="113283"/>
                  </a:cubicBezTo>
                  <a:cubicBezTo>
                    <a:pt x="299894" y="116816"/>
                    <a:pt x="301657" y="121045"/>
                    <a:pt x="301657" y="125982"/>
                  </a:cubicBezTo>
                  <a:lnTo>
                    <a:pt x="301657" y="161966"/>
                  </a:lnTo>
                  <a:cubicBezTo>
                    <a:pt x="301657" y="164438"/>
                    <a:pt x="300772" y="166552"/>
                    <a:pt x="299009" y="168315"/>
                  </a:cubicBezTo>
                  <a:cubicBezTo>
                    <a:pt x="297246" y="170078"/>
                    <a:pt x="295132" y="170964"/>
                    <a:pt x="292659" y="170964"/>
                  </a:cubicBezTo>
                  <a:cubicBezTo>
                    <a:pt x="290018" y="170964"/>
                    <a:pt x="287897" y="170078"/>
                    <a:pt x="286310" y="168315"/>
                  </a:cubicBezTo>
                  <a:cubicBezTo>
                    <a:pt x="284547" y="166552"/>
                    <a:pt x="283669" y="164438"/>
                    <a:pt x="283669" y="161966"/>
                  </a:cubicBezTo>
                  <a:close/>
                </a:path>
              </a:pathLst>
            </a:custGeom>
            <a:solidFill>
              <a:srgbClr val="3A3A3A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0" name="文字"/>
            <p:cNvSpPr/>
            <p:nvPr/>
          </p:nvSpPr>
          <p:spPr>
            <a:xfrm>
              <a:off x="2626157" y="4162349"/>
              <a:ext cx="1060704" cy="5413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線上檢測</a:t>
              </a:r>
              <a:endParaRPr lang="en-US" sz="110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AOI 全檢・即時回饋</a:t>
              </a:r>
              <a:endParaRPr lang="en-US" sz="1100" dirty="0"/>
            </a:p>
          </p:txBody>
        </p:sp>
      </p:grpSp>
      <p:grpSp>
        <p:nvGrpSpPr>
          <p:cNvPr id="5002" name="深色圓底＋卡片"/>
          <p:cNvGrpSpPr/>
          <p:nvPr/>
        </p:nvGrpSpPr>
        <p:grpSpPr>
          <a:xfrm>
            <a:off x="3818534" y="4162349"/>
            <a:ext cx="1682496" cy="541325"/>
            <a:chOff x="3818534" y="4162349"/>
            <a:chExt cx="1682496" cy="541325"/>
          </a:xfrm>
        </p:grpSpPr>
        <p:sp>
          <p:nvSpPr>
            <p:cNvPr id="251" name="卡片"/>
            <p:cNvSpPr/>
            <p:nvPr/>
          </p:nvSpPr>
          <p:spPr>
            <a:xfrm>
              <a:off x="3818534" y="4162349"/>
              <a:ext cx="1682496" cy="541325"/>
            </a:xfrm>
            <a:prstGeom prst="roundRect">
              <a:avLst>
                <a:gd name="adj" fmla="val 6757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2" name="圖示底圓"/>
            <p:cNvSpPr/>
            <p:nvPr/>
          </p:nvSpPr>
          <p:spPr>
            <a:xfrm>
              <a:off x="3920947" y="4264762"/>
              <a:ext cx="336499" cy="336499"/>
            </a:xfrm>
            <a:prstGeom prst="ellipse">
              <a:avLst/>
            </a:prstGeom>
            <a:solidFill>
              <a:srgbClr val="3A3A3A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3" name="圖示 AI"/>
            <p:cNvSpPr/>
            <p:nvPr/>
          </p:nvSpPr>
          <p:spPr>
            <a:xfrm>
              <a:off x="3920947" y="4264762"/>
              <a:ext cx="336499" cy="336499"/>
            </a:xfrm>
            <a:custGeom>
              <a:avLst/>
              <a:gdLst/>
              <a:ahLst/>
              <a:cxnLst/>
              <a:rect l="l" t="t" r="r" b="b"/>
              <a:pathLst>
                <a:path w="336499" h="336499">
                  <a:moveTo>
                    <a:pt x="147606" y="247576"/>
                  </a:moveTo>
                  <a:cubicBezTo>
                    <a:pt x="140218" y="247576"/>
                    <a:pt x="133985" y="244891"/>
                    <a:pt x="128916" y="239529"/>
                  </a:cubicBezTo>
                  <a:cubicBezTo>
                    <a:pt x="123700" y="234313"/>
                    <a:pt x="120584" y="228300"/>
                    <a:pt x="119567" y="221497"/>
                  </a:cubicBezTo>
                  <a:cubicBezTo>
                    <a:pt x="110584" y="221058"/>
                    <a:pt x="102983" y="217510"/>
                    <a:pt x="96751" y="210846"/>
                  </a:cubicBezTo>
                  <a:cubicBezTo>
                    <a:pt x="90665" y="204328"/>
                    <a:pt x="87621" y="196142"/>
                    <a:pt x="87621" y="186289"/>
                  </a:cubicBezTo>
                  <a:cubicBezTo>
                    <a:pt x="87621" y="182953"/>
                    <a:pt x="88060" y="179771"/>
                    <a:pt x="88924" y="176728"/>
                  </a:cubicBezTo>
                  <a:cubicBezTo>
                    <a:pt x="89794" y="173538"/>
                    <a:pt x="91030" y="170569"/>
                    <a:pt x="92625" y="167818"/>
                  </a:cubicBezTo>
                  <a:cubicBezTo>
                    <a:pt x="91030" y="165060"/>
                    <a:pt x="89794" y="162163"/>
                    <a:pt x="88924" y="159120"/>
                  </a:cubicBezTo>
                  <a:cubicBezTo>
                    <a:pt x="88060" y="156077"/>
                    <a:pt x="87621" y="152822"/>
                    <a:pt x="87621" y="149340"/>
                  </a:cubicBezTo>
                  <a:cubicBezTo>
                    <a:pt x="87621" y="140503"/>
                    <a:pt x="90738" y="132895"/>
                    <a:pt x="96970" y="126524"/>
                  </a:cubicBezTo>
                  <a:cubicBezTo>
                    <a:pt x="103057" y="120152"/>
                    <a:pt x="110372" y="116458"/>
                    <a:pt x="118916" y="115441"/>
                  </a:cubicBezTo>
                  <a:cubicBezTo>
                    <a:pt x="119494" y="108053"/>
                    <a:pt x="122464" y="101747"/>
                    <a:pt x="127826" y="96531"/>
                  </a:cubicBezTo>
                  <a:cubicBezTo>
                    <a:pt x="133188" y="91462"/>
                    <a:pt x="139567" y="88924"/>
                    <a:pt x="146955" y="88924"/>
                  </a:cubicBezTo>
                  <a:cubicBezTo>
                    <a:pt x="151447" y="88924"/>
                    <a:pt x="155353" y="89721"/>
                    <a:pt x="158689" y="91316"/>
                  </a:cubicBezTo>
                  <a:cubicBezTo>
                    <a:pt x="162017" y="92910"/>
                    <a:pt x="165206" y="95229"/>
                    <a:pt x="168250" y="98272"/>
                  </a:cubicBezTo>
                  <a:cubicBezTo>
                    <a:pt x="171293" y="95229"/>
                    <a:pt x="174482" y="92910"/>
                    <a:pt x="177811" y="91316"/>
                  </a:cubicBezTo>
                  <a:cubicBezTo>
                    <a:pt x="181146" y="89721"/>
                    <a:pt x="184987" y="88924"/>
                    <a:pt x="189332" y="88924"/>
                  </a:cubicBezTo>
                  <a:cubicBezTo>
                    <a:pt x="196574" y="88924"/>
                    <a:pt x="202880" y="91462"/>
                    <a:pt x="208234" y="96531"/>
                  </a:cubicBezTo>
                  <a:cubicBezTo>
                    <a:pt x="213597" y="101747"/>
                    <a:pt x="216566" y="108053"/>
                    <a:pt x="217144" y="115441"/>
                  </a:cubicBezTo>
                  <a:cubicBezTo>
                    <a:pt x="225842" y="116165"/>
                    <a:pt x="233304" y="119713"/>
                    <a:pt x="239529" y="126092"/>
                  </a:cubicBezTo>
                  <a:cubicBezTo>
                    <a:pt x="245761" y="132610"/>
                    <a:pt x="248878" y="140357"/>
                    <a:pt x="248878" y="149340"/>
                  </a:cubicBezTo>
                  <a:cubicBezTo>
                    <a:pt x="248878" y="152968"/>
                    <a:pt x="248439" y="156297"/>
                    <a:pt x="247576" y="159340"/>
                  </a:cubicBezTo>
                  <a:cubicBezTo>
                    <a:pt x="246559" y="162529"/>
                    <a:pt x="245184" y="165426"/>
                    <a:pt x="243443" y="168030"/>
                  </a:cubicBezTo>
                  <a:cubicBezTo>
                    <a:pt x="245037" y="171073"/>
                    <a:pt x="246266" y="174190"/>
                    <a:pt x="247137" y="177379"/>
                  </a:cubicBezTo>
                  <a:cubicBezTo>
                    <a:pt x="248007" y="180561"/>
                    <a:pt x="248439" y="183751"/>
                    <a:pt x="248439" y="186940"/>
                  </a:cubicBezTo>
                  <a:cubicBezTo>
                    <a:pt x="248439" y="196501"/>
                    <a:pt x="245469" y="204467"/>
                    <a:pt x="239529" y="210846"/>
                  </a:cubicBezTo>
                  <a:cubicBezTo>
                    <a:pt x="233450" y="217071"/>
                    <a:pt x="225988" y="220480"/>
                    <a:pt x="217144" y="221058"/>
                  </a:cubicBezTo>
                  <a:cubicBezTo>
                    <a:pt x="216135" y="227868"/>
                    <a:pt x="213019" y="234028"/>
                    <a:pt x="207803" y="239529"/>
                  </a:cubicBezTo>
                  <a:cubicBezTo>
                    <a:pt x="202441" y="244891"/>
                    <a:pt x="196142" y="247576"/>
                    <a:pt x="188893" y="247576"/>
                  </a:cubicBezTo>
                  <a:cubicBezTo>
                    <a:pt x="184548" y="247576"/>
                    <a:pt x="180781" y="246851"/>
                    <a:pt x="177591" y="245396"/>
                  </a:cubicBezTo>
                  <a:cubicBezTo>
                    <a:pt x="174409" y="244094"/>
                    <a:pt x="171293" y="241994"/>
                    <a:pt x="168250" y="239097"/>
                  </a:cubicBezTo>
                  <a:cubicBezTo>
                    <a:pt x="165206" y="241994"/>
                    <a:pt x="162090" y="244094"/>
                    <a:pt x="158908" y="245396"/>
                  </a:cubicBezTo>
                  <a:cubicBezTo>
                    <a:pt x="155719" y="246851"/>
                    <a:pt x="151951" y="247576"/>
                    <a:pt x="147606" y="247576"/>
                  </a:cubicBezTo>
                  <a:close/>
                  <a:moveTo>
                    <a:pt x="175418" y="116092"/>
                  </a:moveTo>
                  <a:lnTo>
                    <a:pt x="175418" y="220839"/>
                  </a:lnTo>
                  <a:cubicBezTo>
                    <a:pt x="175418" y="224321"/>
                    <a:pt x="176801" y="227217"/>
                    <a:pt x="179552" y="229536"/>
                  </a:cubicBezTo>
                  <a:cubicBezTo>
                    <a:pt x="182156" y="231994"/>
                    <a:pt x="185345" y="233231"/>
                    <a:pt x="189113" y="233231"/>
                  </a:cubicBezTo>
                  <a:cubicBezTo>
                    <a:pt x="192734" y="233231"/>
                    <a:pt x="195850" y="231636"/>
                    <a:pt x="198454" y="228446"/>
                  </a:cubicBezTo>
                  <a:cubicBezTo>
                    <a:pt x="201066" y="225257"/>
                    <a:pt x="202514" y="222002"/>
                    <a:pt x="202807" y="218666"/>
                  </a:cubicBezTo>
                  <a:cubicBezTo>
                    <a:pt x="199763" y="217510"/>
                    <a:pt x="196867" y="216062"/>
                    <a:pt x="194109" y="214321"/>
                  </a:cubicBezTo>
                  <a:cubicBezTo>
                    <a:pt x="191505" y="212441"/>
                    <a:pt x="189259" y="210122"/>
                    <a:pt x="187372" y="207371"/>
                  </a:cubicBezTo>
                  <a:cubicBezTo>
                    <a:pt x="186216" y="205630"/>
                    <a:pt x="185777" y="203816"/>
                    <a:pt x="186069" y="201936"/>
                  </a:cubicBezTo>
                  <a:cubicBezTo>
                    <a:pt x="186362" y="200195"/>
                    <a:pt x="187372" y="198674"/>
                    <a:pt x="189113" y="197371"/>
                  </a:cubicBezTo>
                  <a:cubicBezTo>
                    <a:pt x="190854" y="196069"/>
                    <a:pt x="192660" y="195557"/>
                    <a:pt x="194548" y="195850"/>
                  </a:cubicBezTo>
                  <a:cubicBezTo>
                    <a:pt x="196428" y="196281"/>
                    <a:pt x="198022" y="197371"/>
                    <a:pt x="199325" y="199112"/>
                  </a:cubicBezTo>
                  <a:cubicBezTo>
                    <a:pt x="201066" y="201570"/>
                    <a:pt x="203238" y="203458"/>
                    <a:pt x="205850" y="204760"/>
                  </a:cubicBezTo>
                  <a:cubicBezTo>
                    <a:pt x="208600" y="206062"/>
                    <a:pt x="211570" y="206713"/>
                    <a:pt x="214760" y="206713"/>
                  </a:cubicBezTo>
                  <a:cubicBezTo>
                    <a:pt x="220114" y="206713"/>
                    <a:pt x="224679" y="204906"/>
                    <a:pt x="228446" y="201285"/>
                  </a:cubicBezTo>
                  <a:cubicBezTo>
                    <a:pt x="232214" y="197664"/>
                    <a:pt x="234101" y="192880"/>
                    <a:pt x="234101" y="186940"/>
                  </a:cubicBezTo>
                  <a:cubicBezTo>
                    <a:pt x="234101" y="185638"/>
                    <a:pt x="233955" y="184263"/>
                    <a:pt x="233662" y="182807"/>
                  </a:cubicBezTo>
                  <a:cubicBezTo>
                    <a:pt x="233377" y="181505"/>
                    <a:pt x="233084" y="180129"/>
                    <a:pt x="232792" y="178681"/>
                  </a:cubicBezTo>
                  <a:cubicBezTo>
                    <a:pt x="230334" y="180276"/>
                    <a:pt x="227649" y="181505"/>
                    <a:pt x="224752" y="182375"/>
                  </a:cubicBezTo>
                  <a:cubicBezTo>
                    <a:pt x="221709" y="183246"/>
                    <a:pt x="218666" y="183677"/>
                    <a:pt x="215623" y="183677"/>
                  </a:cubicBezTo>
                  <a:cubicBezTo>
                    <a:pt x="213597" y="183677"/>
                    <a:pt x="211856" y="183026"/>
                    <a:pt x="210407" y="181724"/>
                  </a:cubicBezTo>
                  <a:cubicBezTo>
                    <a:pt x="209105" y="180422"/>
                    <a:pt x="208454" y="178681"/>
                    <a:pt x="208454" y="176508"/>
                  </a:cubicBezTo>
                  <a:cubicBezTo>
                    <a:pt x="208454" y="174482"/>
                    <a:pt x="209105" y="172741"/>
                    <a:pt x="210407" y="171293"/>
                  </a:cubicBezTo>
                  <a:cubicBezTo>
                    <a:pt x="211856" y="169991"/>
                    <a:pt x="213597" y="169340"/>
                    <a:pt x="215623" y="169340"/>
                  </a:cubicBezTo>
                  <a:cubicBezTo>
                    <a:pt x="220839" y="169340"/>
                    <a:pt x="225330" y="167379"/>
                    <a:pt x="229097" y="163465"/>
                  </a:cubicBezTo>
                  <a:cubicBezTo>
                    <a:pt x="232718" y="159559"/>
                    <a:pt x="234533" y="154848"/>
                    <a:pt x="234533" y="149340"/>
                  </a:cubicBezTo>
                  <a:cubicBezTo>
                    <a:pt x="234533" y="144124"/>
                    <a:pt x="232579" y="139567"/>
                    <a:pt x="228666" y="135653"/>
                  </a:cubicBezTo>
                  <a:cubicBezTo>
                    <a:pt x="224752" y="131886"/>
                    <a:pt x="220261" y="129859"/>
                    <a:pt x="215191" y="129567"/>
                  </a:cubicBezTo>
                  <a:cubicBezTo>
                    <a:pt x="213743" y="133334"/>
                    <a:pt x="211643" y="136589"/>
                    <a:pt x="208886" y="139347"/>
                  </a:cubicBezTo>
                  <a:cubicBezTo>
                    <a:pt x="205989" y="142098"/>
                    <a:pt x="202733" y="144197"/>
                    <a:pt x="199112" y="145646"/>
                  </a:cubicBezTo>
                  <a:cubicBezTo>
                    <a:pt x="197225" y="146370"/>
                    <a:pt x="195345" y="146297"/>
                    <a:pt x="193458" y="145433"/>
                  </a:cubicBezTo>
                  <a:cubicBezTo>
                    <a:pt x="191724" y="144563"/>
                    <a:pt x="190488" y="143188"/>
                    <a:pt x="189764" y="141300"/>
                  </a:cubicBezTo>
                  <a:cubicBezTo>
                    <a:pt x="189186" y="139420"/>
                    <a:pt x="189332" y="137533"/>
                    <a:pt x="190203" y="135653"/>
                  </a:cubicBezTo>
                  <a:cubicBezTo>
                    <a:pt x="191066" y="133912"/>
                    <a:pt x="192448" y="132683"/>
                    <a:pt x="194328" y="131959"/>
                  </a:cubicBezTo>
                  <a:cubicBezTo>
                    <a:pt x="196794" y="131088"/>
                    <a:pt x="198820" y="129347"/>
                    <a:pt x="200415" y="126743"/>
                  </a:cubicBezTo>
                  <a:cubicBezTo>
                    <a:pt x="202009" y="124132"/>
                    <a:pt x="202807" y="121235"/>
                    <a:pt x="202807" y="118045"/>
                  </a:cubicBezTo>
                  <a:cubicBezTo>
                    <a:pt x="202807" y="113993"/>
                    <a:pt x="201424" y="110511"/>
                    <a:pt x="198674" y="107614"/>
                  </a:cubicBezTo>
                  <a:cubicBezTo>
                    <a:pt x="196069" y="104717"/>
                    <a:pt x="192880" y="103269"/>
                    <a:pt x="189113" y="103269"/>
                  </a:cubicBezTo>
                  <a:cubicBezTo>
                    <a:pt x="185345" y="103269"/>
                    <a:pt x="182156" y="104571"/>
                    <a:pt x="179552" y="107182"/>
                  </a:cubicBezTo>
                  <a:cubicBezTo>
                    <a:pt x="176801" y="109648"/>
                    <a:pt x="175418" y="112618"/>
                    <a:pt x="175418" y="116092"/>
                  </a:cubicBezTo>
                  <a:close/>
                  <a:moveTo>
                    <a:pt x="161081" y="220839"/>
                  </a:moveTo>
                  <a:lnTo>
                    <a:pt x="161081" y="116092"/>
                  </a:lnTo>
                  <a:cubicBezTo>
                    <a:pt x="161081" y="112618"/>
                    <a:pt x="159771" y="109648"/>
                    <a:pt x="157167" y="107182"/>
                  </a:cubicBezTo>
                  <a:cubicBezTo>
                    <a:pt x="154556" y="104571"/>
                    <a:pt x="151300" y="103269"/>
                    <a:pt x="147387" y="103269"/>
                  </a:cubicBezTo>
                  <a:cubicBezTo>
                    <a:pt x="143619" y="103269"/>
                    <a:pt x="140357" y="104717"/>
                    <a:pt x="137606" y="107614"/>
                  </a:cubicBezTo>
                  <a:cubicBezTo>
                    <a:pt x="134856" y="110511"/>
                    <a:pt x="133480" y="113993"/>
                    <a:pt x="133480" y="118045"/>
                  </a:cubicBezTo>
                  <a:cubicBezTo>
                    <a:pt x="133480" y="121235"/>
                    <a:pt x="134278" y="124132"/>
                    <a:pt x="135865" y="126743"/>
                  </a:cubicBezTo>
                  <a:cubicBezTo>
                    <a:pt x="137321" y="129201"/>
                    <a:pt x="139347" y="130869"/>
                    <a:pt x="141951" y="131739"/>
                  </a:cubicBezTo>
                  <a:cubicBezTo>
                    <a:pt x="143839" y="132464"/>
                    <a:pt x="145214" y="133693"/>
                    <a:pt x="146085" y="135434"/>
                  </a:cubicBezTo>
                  <a:cubicBezTo>
                    <a:pt x="146955" y="137321"/>
                    <a:pt x="147094" y="139128"/>
                    <a:pt x="146516" y="140869"/>
                  </a:cubicBezTo>
                  <a:cubicBezTo>
                    <a:pt x="145646" y="142749"/>
                    <a:pt x="144270" y="144197"/>
                    <a:pt x="142390" y="145214"/>
                  </a:cubicBezTo>
                  <a:cubicBezTo>
                    <a:pt x="140503" y="146085"/>
                    <a:pt x="138623" y="146158"/>
                    <a:pt x="136736" y="145433"/>
                  </a:cubicBezTo>
                  <a:cubicBezTo>
                    <a:pt x="133115" y="144124"/>
                    <a:pt x="129925" y="142098"/>
                    <a:pt x="127175" y="139347"/>
                  </a:cubicBezTo>
                  <a:cubicBezTo>
                    <a:pt x="124571" y="136589"/>
                    <a:pt x="122464" y="133334"/>
                    <a:pt x="120876" y="129567"/>
                  </a:cubicBezTo>
                  <a:cubicBezTo>
                    <a:pt x="115946" y="130145"/>
                    <a:pt x="111601" y="132244"/>
                    <a:pt x="107833" y="135865"/>
                  </a:cubicBezTo>
                  <a:cubicBezTo>
                    <a:pt x="103920" y="139633"/>
                    <a:pt x="101967" y="144124"/>
                    <a:pt x="101967" y="149340"/>
                  </a:cubicBezTo>
                  <a:cubicBezTo>
                    <a:pt x="101967" y="154848"/>
                    <a:pt x="103847" y="159559"/>
                    <a:pt x="107614" y="163465"/>
                  </a:cubicBezTo>
                  <a:cubicBezTo>
                    <a:pt x="111242" y="167379"/>
                    <a:pt x="115661" y="169340"/>
                    <a:pt x="120876" y="169340"/>
                  </a:cubicBezTo>
                  <a:cubicBezTo>
                    <a:pt x="122903" y="169340"/>
                    <a:pt x="124644" y="169991"/>
                    <a:pt x="126092" y="171293"/>
                  </a:cubicBezTo>
                  <a:cubicBezTo>
                    <a:pt x="127394" y="172741"/>
                    <a:pt x="128045" y="174482"/>
                    <a:pt x="128045" y="176508"/>
                  </a:cubicBezTo>
                  <a:cubicBezTo>
                    <a:pt x="128045" y="178681"/>
                    <a:pt x="127394" y="180422"/>
                    <a:pt x="126092" y="181724"/>
                  </a:cubicBezTo>
                  <a:cubicBezTo>
                    <a:pt x="124644" y="183026"/>
                    <a:pt x="122903" y="183677"/>
                    <a:pt x="120876" y="183677"/>
                  </a:cubicBezTo>
                  <a:cubicBezTo>
                    <a:pt x="117687" y="183677"/>
                    <a:pt x="114644" y="183246"/>
                    <a:pt x="111747" y="182375"/>
                  </a:cubicBezTo>
                  <a:cubicBezTo>
                    <a:pt x="108704" y="181505"/>
                    <a:pt x="105953" y="180276"/>
                    <a:pt x="103488" y="178681"/>
                  </a:cubicBezTo>
                  <a:cubicBezTo>
                    <a:pt x="103057" y="179837"/>
                    <a:pt x="102691" y="181146"/>
                    <a:pt x="102398" y="182595"/>
                  </a:cubicBezTo>
                  <a:cubicBezTo>
                    <a:pt x="102113" y="183897"/>
                    <a:pt x="101967" y="185199"/>
                    <a:pt x="101967" y="186508"/>
                  </a:cubicBezTo>
                  <a:cubicBezTo>
                    <a:pt x="101967" y="192587"/>
                    <a:pt x="103847" y="197591"/>
                    <a:pt x="107614" y="201497"/>
                  </a:cubicBezTo>
                  <a:cubicBezTo>
                    <a:pt x="111242" y="205265"/>
                    <a:pt x="115726" y="207152"/>
                    <a:pt x="121089" y="207152"/>
                  </a:cubicBezTo>
                  <a:cubicBezTo>
                    <a:pt x="124132" y="207152"/>
                    <a:pt x="127028" y="206501"/>
                    <a:pt x="129786" y="205191"/>
                  </a:cubicBezTo>
                  <a:cubicBezTo>
                    <a:pt x="132537" y="203743"/>
                    <a:pt x="134783" y="201790"/>
                    <a:pt x="136524" y="199325"/>
                  </a:cubicBezTo>
                  <a:cubicBezTo>
                    <a:pt x="137826" y="197730"/>
                    <a:pt x="139494" y="196794"/>
                    <a:pt x="141520" y="196501"/>
                  </a:cubicBezTo>
                  <a:cubicBezTo>
                    <a:pt x="143400" y="196069"/>
                    <a:pt x="145141" y="196501"/>
                    <a:pt x="146736" y="197803"/>
                  </a:cubicBezTo>
                  <a:cubicBezTo>
                    <a:pt x="148330" y="198966"/>
                    <a:pt x="149340" y="200561"/>
                    <a:pt x="149779" y="202587"/>
                  </a:cubicBezTo>
                  <a:cubicBezTo>
                    <a:pt x="150064" y="204467"/>
                    <a:pt x="149632" y="206208"/>
                    <a:pt x="148477" y="207803"/>
                  </a:cubicBezTo>
                  <a:cubicBezTo>
                    <a:pt x="146589" y="210407"/>
                    <a:pt x="144417" y="212587"/>
                    <a:pt x="141951" y="214321"/>
                  </a:cubicBezTo>
                  <a:cubicBezTo>
                    <a:pt x="139347" y="216208"/>
                    <a:pt x="136589" y="217656"/>
                    <a:pt x="133693" y="218666"/>
                  </a:cubicBezTo>
                  <a:cubicBezTo>
                    <a:pt x="133985" y="222002"/>
                    <a:pt x="135434" y="225257"/>
                    <a:pt x="138045" y="228446"/>
                  </a:cubicBezTo>
                  <a:cubicBezTo>
                    <a:pt x="140649" y="231636"/>
                    <a:pt x="143839" y="233231"/>
                    <a:pt x="147606" y="233231"/>
                  </a:cubicBezTo>
                  <a:cubicBezTo>
                    <a:pt x="151373" y="233231"/>
                    <a:pt x="154556" y="231994"/>
                    <a:pt x="157167" y="229536"/>
                  </a:cubicBezTo>
                  <a:cubicBezTo>
                    <a:pt x="159771" y="227217"/>
                    <a:pt x="161081" y="224321"/>
                    <a:pt x="161081" y="220839"/>
                  </a:cubicBezTo>
                  <a:close/>
                  <a:moveTo>
                    <a:pt x="168250" y="168681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4" name="文字"/>
            <p:cNvSpPr/>
            <p:nvPr/>
          </p:nvSpPr>
          <p:spPr>
            <a:xfrm>
              <a:off x="4345229" y="4162349"/>
              <a:ext cx="1097280" cy="5413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AI 判片</a:t>
              </a:r>
              <a:endParaRPr lang="en-US" sz="110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自動分類缺陷</a:t>
              </a:r>
              <a:endParaRPr lang="en-US" sz="1100" dirty="0"/>
            </a:p>
          </p:txBody>
        </p:sp>
      </p:grpSp>
      <p:grpSp>
        <p:nvGrpSpPr>
          <p:cNvPr id="5003" name="數字＋圖示"/>
          <p:cNvGrpSpPr/>
          <p:nvPr/>
        </p:nvGrpSpPr>
        <p:grpSpPr>
          <a:xfrm>
            <a:off x="5618074" y="4162349"/>
            <a:ext cx="1499616" cy="541325"/>
            <a:chOff x="5618074" y="4162349"/>
            <a:chExt cx="1499616" cy="541325"/>
          </a:xfrm>
        </p:grpSpPr>
        <p:sp>
          <p:nvSpPr>
            <p:cNvPr id="255" name="淺灰面板"/>
            <p:cNvSpPr/>
            <p:nvPr/>
          </p:nvSpPr>
          <p:spPr>
            <a:xfrm>
              <a:off x="5618074" y="4162349"/>
              <a:ext cx="1499616" cy="541325"/>
            </a:xfrm>
            <a:prstGeom prst="roundRect">
              <a:avLst>
                <a:gd name="adj" fmla="val 6757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6" name="數值"/>
            <p:cNvSpPr/>
            <p:nvPr/>
          </p:nvSpPr>
          <p:spPr>
            <a:xfrm>
              <a:off x="5735117" y="4206240"/>
              <a:ext cx="987552" cy="2926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17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98.6</a:t>
              </a:r>
              <a:r>
                <a:rPr lang="en-US" sz="8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%</a:t>
              </a:r>
              <a:endParaRPr lang="en-US" sz="1100" dirty="0"/>
            </a:p>
          </p:txBody>
        </p:sp>
        <p:sp>
          <p:nvSpPr>
            <p:cNvPr id="257" name="指標名稱"/>
            <p:cNvSpPr/>
            <p:nvPr/>
          </p:nvSpPr>
          <p:spPr>
            <a:xfrm>
              <a:off x="5735117" y="4506163"/>
              <a:ext cx="987552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整體良率</a:t>
              </a:r>
              <a:endParaRPr lang="en-US" sz="700" dirty="0"/>
            </a:p>
          </p:txBody>
        </p:sp>
        <p:sp>
          <p:nvSpPr>
            <p:cNvPr id="258" name="圖示 已驗證"/>
            <p:cNvSpPr/>
            <p:nvPr/>
          </p:nvSpPr>
          <p:spPr>
            <a:xfrm>
              <a:off x="6708038" y="4286707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292608" h="292608">
                  <a:moveTo>
                    <a:pt x="133195" y="160020"/>
                  </a:moveTo>
                  <a:lnTo>
                    <a:pt x="111250" y="137160"/>
                  </a:lnTo>
                  <a:cubicBezTo>
                    <a:pt x="109421" y="135126"/>
                    <a:pt x="107087" y="134110"/>
                    <a:pt x="104242" y="134110"/>
                  </a:cubicBezTo>
                  <a:cubicBezTo>
                    <a:pt x="101601" y="134110"/>
                    <a:pt x="99165" y="135024"/>
                    <a:pt x="96926" y="136853"/>
                  </a:cubicBezTo>
                  <a:cubicBezTo>
                    <a:pt x="94893" y="138886"/>
                    <a:pt x="93876" y="141322"/>
                    <a:pt x="93876" y="144168"/>
                  </a:cubicBezTo>
                  <a:cubicBezTo>
                    <a:pt x="93876" y="146809"/>
                    <a:pt x="94893" y="149252"/>
                    <a:pt x="96926" y="151483"/>
                  </a:cubicBezTo>
                  <a:lnTo>
                    <a:pt x="125880" y="180137"/>
                  </a:lnTo>
                  <a:cubicBezTo>
                    <a:pt x="127914" y="182170"/>
                    <a:pt x="130350" y="183187"/>
                    <a:pt x="133195" y="183187"/>
                  </a:cubicBezTo>
                  <a:cubicBezTo>
                    <a:pt x="136041" y="183187"/>
                    <a:pt x="138484" y="182170"/>
                    <a:pt x="140510" y="180137"/>
                  </a:cubicBezTo>
                  <a:lnTo>
                    <a:pt x="195682" y="125273"/>
                  </a:lnTo>
                  <a:cubicBezTo>
                    <a:pt x="197510" y="123444"/>
                    <a:pt x="198425" y="121110"/>
                    <a:pt x="198425" y="118265"/>
                  </a:cubicBezTo>
                  <a:cubicBezTo>
                    <a:pt x="198425" y="115419"/>
                    <a:pt x="197408" y="113078"/>
                    <a:pt x="195374" y="111250"/>
                  </a:cubicBezTo>
                  <a:cubicBezTo>
                    <a:pt x="193348" y="109626"/>
                    <a:pt x="191007" y="108814"/>
                    <a:pt x="188366" y="108814"/>
                  </a:cubicBezTo>
                  <a:cubicBezTo>
                    <a:pt x="185726" y="109018"/>
                    <a:pt x="183590" y="109933"/>
                    <a:pt x="181966" y="111557"/>
                  </a:cubicBezTo>
                  <a:lnTo>
                    <a:pt x="133195" y="160020"/>
                  </a:lnTo>
                  <a:close/>
                  <a:moveTo>
                    <a:pt x="99977" y="268526"/>
                  </a:moveTo>
                  <a:lnTo>
                    <a:pt x="81074" y="236222"/>
                  </a:lnTo>
                  <a:lnTo>
                    <a:pt x="43584" y="228600"/>
                  </a:lnTo>
                  <a:cubicBezTo>
                    <a:pt x="40943" y="228190"/>
                    <a:pt x="38814" y="226874"/>
                    <a:pt x="37183" y="224635"/>
                  </a:cubicBezTo>
                  <a:cubicBezTo>
                    <a:pt x="35559" y="222404"/>
                    <a:pt x="34952" y="219961"/>
                    <a:pt x="35354" y="217320"/>
                  </a:cubicBezTo>
                  <a:lnTo>
                    <a:pt x="39626" y="181051"/>
                  </a:lnTo>
                  <a:lnTo>
                    <a:pt x="15545" y="153312"/>
                  </a:lnTo>
                  <a:cubicBezTo>
                    <a:pt x="13921" y="151286"/>
                    <a:pt x="13109" y="148945"/>
                    <a:pt x="13109" y="146304"/>
                  </a:cubicBezTo>
                  <a:cubicBezTo>
                    <a:pt x="13109" y="143663"/>
                    <a:pt x="13921" y="141322"/>
                    <a:pt x="15545" y="139296"/>
                  </a:cubicBezTo>
                  <a:lnTo>
                    <a:pt x="39626" y="111864"/>
                  </a:lnTo>
                  <a:lnTo>
                    <a:pt x="35354" y="75588"/>
                  </a:lnTo>
                  <a:cubicBezTo>
                    <a:pt x="34952" y="72947"/>
                    <a:pt x="35559" y="70511"/>
                    <a:pt x="37183" y="68273"/>
                  </a:cubicBezTo>
                  <a:cubicBezTo>
                    <a:pt x="38814" y="66042"/>
                    <a:pt x="40943" y="64615"/>
                    <a:pt x="43584" y="64008"/>
                  </a:cubicBezTo>
                  <a:lnTo>
                    <a:pt x="81074" y="56693"/>
                  </a:lnTo>
                  <a:lnTo>
                    <a:pt x="99977" y="24082"/>
                  </a:lnTo>
                  <a:cubicBezTo>
                    <a:pt x="101191" y="21843"/>
                    <a:pt x="103122" y="20322"/>
                    <a:pt x="105763" y="19510"/>
                  </a:cubicBezTo>
                  <a:cubicBezTo>
                    <a:pt x="108404" y="18493"/>
                    <a:pt x="110950" y="18595"/>
                    <a:pt x="113386" y="19810"/>
                  </a:cubicBezTo>
                  <a:lnTo>
                    <a:pt x="146304" y="35054"/>
                  </a:lnTo>
                  <a:lnTo>
                    <a:pt x="179222" y="19810"/>
                  </a:lnTo>
                  <a:cubicBezTo>
                    <a:pt x="181658" y="18595"/>
                    <a:pt x="184204" y="18390"/>
                    <a:pt x="186845" y="19202"/>
                  </a:cubicBezTo>
                  <a:cubicBezTo>
                    <a:pt x="189486" y="20014"/>
                    <a:pt x="191417" y="21536"/>
                    <a:pt x="192631" y="23774"/>
                  </a:cubicBezTo>
                  <a:lnTo>
                    <a:pt x="211834" y="56693"/>
                  </a:lnTo>
                  <a:lnTo>
                    <a:pt x="249024" y="64008"/>
                  </a:lnTo>
                  <a:cubicBezTo>
                    <a:pt x="251665" y="64615"/>
                    <a:pt x="253794" y="66042"/>
                    <a:pt x="255425" y="68273"/>
                  </a:cubicBezTo>
                  <a:cubicBezTo>
                    <a:pt x="257049" y="70511"/>
                    <a:pt x="257656" y="72947"/>
                    <a:pt x="257254" y="75588"/>
                  </a:cubicBezTo>
                  <a:lnTo>
                    <a:pt x="252982" y="111864"/>
                  </a:lnTo>
                  <a:lnTo>
                    <a:pt x="277063" y="139296"/>
                  </a:lnTo>
                  <a:cubicBezTo>
                    <a:pt x="278687" y="141322"/>
                    <a:pt x="279499" y="143663"/>
                    <a:pt x="279499" y="146304"/>
                  </a:cubicBezTo>
                  <a:cubicBezTo>
                    <a:pt x="279499" y="148945"/>
                    <a:pt x="278687" y="151286"/>
                    <a:pt x="277063" y="153312"/>
                  </a:cubicBezTo>
                  <a:lnTo>
                    <a:pt x="252982" y="181051"/>
                  </a:lnTo>
                  <a:lnTo>
                    <a:pt x="257254" y="217320"/>
                  </a:lnTo>
                  <a:cubicBezTo>
                    <a:pt x="257656" y="219961"/>
                    <a:pt x="257049" y="222404"/>
                    <a:pt x="255425" y="224635"/>
                  </a:cubicBezTo>
                  <a:cubicBezTo>
                    <a:pt x="253794" y="226874"/>
                    <a:pt x="251665" y="228190"/>
                    <a:pt x="249024" y="228600"/>
                  </a:cubicBezTo>
                  <a:lnTo>
                    <a:pt x="211834" y="236222"/>
                  </a:lnTo>
                  <a:lnTo>
                    <a:pt x="192631" y="268834"/>
                  </a:lnTo>
                  <a:cubicBezTo>
                    <a:pt x="191417" y="271072"/>
                    <a:pt x="189486" y="272594"/>
                    <a:pt x="186845" y="273406"/>
                  </a:cubicBezTo>
                  <a:cubicBezTo>
                    <a:pt x="184204" y="274218"/>
                    <a:pt x="181658" y="274013"/>
                    <a:pt x="179222" y="272798"/>
                  </a:cubicBezTo>
                  <a:lnTo>
                    <a:pt x="146304" y="257554"/>
                  </a:lnTo>
                  <a:lnTo>
                    <a:pt x="113386" y="272798"/>
                  </a:lnTo>
                  <a:cubicBezTo>
                    <a:pt x="110950" y="274013"/>
                    <a:pt x="108404" y="274115"/>
                    <a:pt x="105763" y="273098"/>
                  </a:cubicBezTo>
                  <a:cubicBezTo>
                    <a:pt x="103122" y="272286"/>
                    <a:pt x="101191" y="270765"/>
                    <a:pt x="99977" y="268526"/>
                  </a:cubicBezTo>
                  <a:close/>
                  <a:moveTo>
                    <a:pt x="113993" y="249324"/>
                  </a:moveTo>
                  <a:lnTo>
                    <a:pt x="146304" y="235608"/>
                  </a:lnTo>
                  <a:lnTo>
                    <a:pt x="179530" y="249324"/>
                  </a:lnTo>
                  <a:lnTo>
                    <a:pt x="199946" y="219149"/>
                  </a:lnTo>
                  <a:lnTo>
                    <a:pt x="235308" y="210005"/>
                  </a:lnTo>
                  <a:lnTo>
                    <a:pt x="231650" y="174043"/>
                  </a:lnTo>
                  <a:lnTo>
                    <a:pt x="256032" y="146304"/>
                  </a:lnTo>
                  <a:lnTo>
                    <a:pt x="231650" y="117958"/>
                  </a:lnTo>
                  <a:lnTo>
                    <a:pt x="235308" y="81989"/>
                  </a:lnTo>
                  <a:lnTo>
                    <a:pt x="199946" y="73459"/>
                  </a:lnTo>
                  <a:lnTo>
                    <a:pt x="178915" y="43284"/>
                  </a:lnTo>
                  <a:lnTo>
                    <a:pt x="146304" y="57000"/>
                  </a:lnTo>
                  <a:lnTo>
                    <a:pt x="113078" y="43284"/>
                  </a:lnTo>
                  <a:lnTo>
                    <a:pt x="92962" y="73459"/>
                  </a:lnTo>
                  <a:lnTo>
                    <a:pt x="57607" y="81989"/>
                  </a:lnTo>
                  <a:lnTo>
                    <a:pt x="60958" y="117958"/>
                  </a:lnTo>
                  <a:lnTo>
                    <a:pt x="36576" y="146304"/>
                  </a:lnTo>
                  <a:lnTo>
                    <a:pt x="60958" y="174043"/>
                  </a:lnTo>
                  <a:lnTo>
                    <a:pt x="57607" y="210619"/>
                  </a:lnTo>
                  <a:lnTo>
                    <a:pt x="92662" y="219149"/>
                  </a:lnTo>
                  <a:lnTo>
                    <a:pt x="113993" y="249324"/>
                  </a:lnTo>
                  <a:close/>
                  <a:moveTo>
                    <a:pt x="146304" y="146304"/>
                  </a:moveTo>
                  <a:close/>
                </a:path>
              </a:pathLst>
            </a:custGeom>
            <a:solidFill>
              <a:srgbClr val="3A3A3A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grpSp>
        <p:nvGrpSpPr>
          <p:cNvPr id="5004" name="圖示流程"/>
          <p:cNvGrpSpPr/>
          <p:nvPr/>
        </p:nvGrpSpPr>
        <p:grpSpPr>
          <a:xfrm>
            <a:off x="7015277" y="4176979"/>
            <a:ext cx="2518623" cy="497434"/>
            <a:chOff x="7015277" y="4176979"/>
            <a:chExt cx="2518623" cy="497434"/>
          </a:xfrm>
        </p:grpSpPr>
        <p:sp>
          <p:nvSpPr>
            <p:cNvPr id="259" name="圖示底圓"/>
            <p:cNvSpPr/>
            <p:nvPr/>
          </p:nvSpPr>
          <p:spPr>
            <a:xfrm>
              <a:off x="7234733" y="4176979"/>
              <a:ext cx="321869" cy="321869"/>
            </a:xfrm>
            <a:prstGeom prst="ellipse">
              <a:avLst/>
            </a:prstGeom>
            <a:solidFill>
              <a:srgbClr val="E3E3E3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0" name="圖示 晶圓"/>
            <p:cNvSpPr/>
            <p:nvPr/>
          </p:nvSpPr>
          <p:spPr>
            <a:xfrm>
              <a:off x="7234733" y="4176979"/>
              <a:ext cx="321869" cy="321869"/>
            </a:xfrm>
            <a:custGeom>
              <a:avLst/>
              <a:gdLst/>
              <a:ahLst/>
              <a:cxnLst/>
              <a:rect l="l" t="t" r="r" b="b"/>
              <a:pathLst>
                <a:path w="321869" h="321869">
                  <a:moveTo>
                    <a:pt x="130379" y="238263"/>
                  </a:moveTo>
                  <a:cubicBezTo>
                    <a:pt x="93247" y="223589"/>
                    <a:pt x="71784" y="184599"/>
                    <a:pt x="79253" y="145382"/>
                  </a:cubicBezTo>
                  <a:cubicBezTo>
                    <a:pt x="86722" y="106158"/>
                    <a:pt x="121008" y="77783"/>
                    <a:pt x="160934" y="77783"/>
                  </a:cubicBezTo>
                  <a:cubicBezTo>
                    <a:pt x="200861" y="77783"/>
                    <a:pt x="235147" y="106158"/>
                    <a:pt x="242616" y="145382"/>
                  </a:cubicBezTo>
                  <a:cubicBezTo>
                    <a:pt x="250085" y="184599"/>
                    <a:pt x="228622" y="223589"/>
                    <a:pt x="191490" y="238263"/>
                  </a:cubicBezTo>
                  <a:close/>
                  <a:moveTo>
                    <a:pt x="188498" y="223296"/>
                  </a:moveTo>
                  <a:cubicBezTo>
                    <a:pt x="217978" y="210268"/>
                    <a:pt x="234306" y="178381"/>
                    <a:pt x="227649" y="146845"/>
                  </a:cubicBezTo>
                  <a:cubicBezTo>
                    <a:pt x="220985" y="115317"/>
                    <a:pt x="193165" y="92749"/>
                    <a:pt x="160934" y="92749"/>
                  </a:cubicBezTo>
                  <a:cubicBezTo>
                    <a:pt x="128704" y="92749"/>
                    <a:pt x="100884" y="115317"/>
                    <a:pt x="94220" y="146845"/>
                  </a:cubicBezTo>
                  <a:cubicBezTo>
                    <a:pt x="87563" y="178381"/>
                    <a:pt x="103890" y="210268"/>
                    <a:pt x="133371" y="223296"/>
                  </a:cubicBezTo>
                  <a:close/>
                  <a:moveTo>
                    <a:pt x="129757" y="125595"/>
                  </a:moveTo>
                  <a:lnTo>
                    <a:pt x="150540" y="125595"/>
                  </a:lnTo>
                  <a:cubicBezTo>
                    <a:pt x="152836" y="125595"/>
                    <a:pt x="154702" y="127460"/>
                    <a:pt x="154702" y="129757"/>
                  </a:cubicBezTo>
                  <a:lnTo>
                    <a:pt x="154702" y="150540"/>
                  </a:lnTo>
                  <a:cubicBezTo>
                    <a:pt x="154702" y="152836"/>
                    <a:pt x="152836" y="154702"/>
                    <a:pt x="150540" y="154702"/>
                  </a:cubicBezTo>
                  <a:lnTo>
                    <a:pt x="129757" y="154702"/>
                  </a:lnTo>
                  <a:cubicBezTo>
                    <a:pt x="127460" y="154702"/>
                    <a:pt x="125595" y="152836"/>
                    <a:pt x="125595" y="150540"/>
                  </a:cubicBezTo>
                  <a:lnTo>
                    <a:pt x="125595" y="129757"/>
                  </a:lnTo>
                  <a:cubicBezTo>
                    <a:pt x="125595" y="127460"/>
                    <a:pt x="127460" y="125595"/>
                    <a:pt x="129757" y="125595"/>
                  </a:cubicBezTo>
                  <a:close/>
                  <a:moveTo>
                    <a:pt x="171329" y="125595"/>
                  </a:moveTo>
                  <a:lnTo>
                    <a:pt x="192119" y="125595"/>
                  </a:lnTo>
                  <a:cubicBezTo>
                    <a:pt x="194409" y="125595"/>
                    <a:pt x="196274" y="127460"/>
                    <a:pt x="196274" y="129757"/>
                  </a:cubicBezTo>
                  <a:lnTo>
                    <a:pt x="196274" y="150540"/>
                  </a:lnTo>
                  <a:cubicBezTo>
                    <a:pt x="196274" y="152836"/>
                    <a:pt x="194409" y="154702"/>
                    <a:pt x="192119" y="154702"/>
                  </a:cubicBezTo>
                  <a:lnTo>
                    <a:pt x="171329" y="154702"/>
                  </a:lnTo>
                  <a:cubicBezTo>
                    <a:pt x="169032" y="154702"/>
                    <a:pt x="167174" y="152836"/>
                    <a:pt x="167174" y="150540"/>
                  </a:cubicBezTo>
                  <a:lnTo>
                    <a:pt x="167174" y="129757"/>
                  </a:lnTo>
                  <a:cubicBezTo>
                    <a:pt x="167174" y="127460"/>
                    <a:pt x="169032" y="125595"/>
                    <a:pt x="171329" y="125595"/>
                  </a:cubicBezTo>
                  <a:close/>
                  <a:moveTo>
                    <a:pt x="129757" y="167174"/>
                  </a:moveTo>
                  <a:lnTo>
                    <a:pt x="150540" y="167174"/>
                  </a:lnTo>
                  <a:cubicBezTo>
                    <a:pt x="152836" y="167174"/>
                    <a:pt x="154702" y="169032"/>
                    <a:pt x="154702" y="171329"/>
                  </a:cubicBezTo>
                  <a:lnTo>
                    <a:pt x="154702" y="192119"/>
                  </a:lnTo>
                  <a:cubicBezTo>
                    <a:pt x="154702" y="194409"/>
                    <a:pt x="152836" y="196274"/>
                    <a:pt x="150540" y="196274"/>
                  </a:cubicBezTo>
                  <a:lnTo>
                    <a:pt x="129757" y="196274"/>
                  </a:lnTo>
                  <a:cubicBezTo>
                    <a:pt x="127460" y="196274"/>
                    <a:pt x="125595" y="194409"/>
                    <a:pt x="125595" y="192119"/>
                  </a:cubicBezTo>
                  <a:lnTo>
                    <a:pt x="125595" y="171329"/>
                  </a:lnTo>
                  <a:cubicBezTo>
                    <a:pt x="125595" y="169032"/>
                    <a:pt x="127460" y="167174"/>
                    <a:pt x="129757" y="167174"/>
                  </a:cubicBezTo>
                  <a:close/>
                  <a:moveTo>
                    <a:pt x="171329" y="167174"/>
                  </a:moveTo>
                  <a:lnTo>
                    <a:pt x="192119" y="167174"/>
                  </a:lnTo>
                  <a:cubicBezTo>
                    <a:pt x="194409" y="167174"/>
                    <a:pt x="196274" y="169032"/>
                    <a:pt x="196274" y="171329"/>
                  </a:cubicBezTo>
                  <a:lnTo>
                    <a:pt x="196274" y="192119"/>
                  </a:lnTo>
                  <a:cubicBezTo>
                    <a:pt x="196274" y="194409"/>
                    <a:pt x="194409" y="196274"/>
                    <a:pt x="192119" y="196274"/>
                  </a:cubicBezTo>
                  <a:lnTo>
                    <a:pt x="171329" y="196274"/>
                  </a:lnTo>
                  <a:cubicBezTo>
                    <a:pt x="169032" y="196274"/>
                    <a:pt x="167174" y="194409"/>
                    <a:pt x="167174" y="192119"/>
                  </a:cubicBezTo>
                  <a:lnTo>
                    <a:pt x="167174" y="171329"/>
                  </a:lnTo>
                  <a:cubicBezTo>
                    <a:pt x="167174" y="169032"/>
                    <a:pt x="169032" y="167174"/>
                    <a:pt x="171329" y="167174"/>
                  </a:cubicBezTo>
                  <a:close/>
                </a:path>
              </a:pathLst>
            </a:custGeom>
            <a:solidFill>
              <a:srgbClr val="3A3A3A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1" name="圖說"/>
            <p:cNvSpPr/>
            <p:nvPr/>
          </p:nvSpPr>
          <p:spPr>
            <a:xfrm>
              <a:off x="7015277" y="4528109"/>
              <a:ext cx="76078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投片</a:t>
              </a:r>
              <a:endParaRPr lang="en-US" sz="700" dirty="0"/>
            </a:p>
          </p:txBody>
        </p:sp>
        <p:sp>
          <p:nvSpPr>
            <p:cNvPr id="262" name="圖示底圓"/>
            <p:cNvSpPr/>
            <p:nvPr/>
          </p:nvSpPr>
          <p:spPr>
            <a:xfrm>
              <a:off x="8113654" y="4176979"/>
              <a:ext cx="321869" cy="321869"/>
            </a:xfrm>
            <a:prstGeom prst="ellipse">
              <a:avLst/>
            </a:prstGeom>
            <a:solidFill>
              <a:srgbClr val="E3E3E3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3" name="圖示 檢測"/>
            <p:cNvSpPr/>
            <p:nvPr/>
          </p:nvSpPr>
          <p:spPr>
            <a:xfrm>
              <a:off x="8113654" y="4176979"/>
              <a:ext cx="321869" cy="321869"/>
            </a:xfrm>
            <a:custGeom>
              <a:avLst/>
              <a:gdLst/>
              <a:ahLst/>
              <a:cxnLst/>
              <a:rect l="l" t="t" r="r" b="b"/>
              <a:pathLst>
                <a:path w="321869" h="321869">
                  <a:moveTo>
                    <a:pt x="168623" y="168623"/>
                  </a:moveTo>
                  <a:cubicBezTo>
                    <a:pt x="172507" y="164607"/>
                    <a:pt x="174446" y="159822"/>
                    <a:pt x="174446" y="154285"/>
                  </a:cubicBezTo>
                  <a:cubicBezTo>
                    <a:pt x="174446" y="148601"/>
                    <a:pt x="172507" y="143751"/>
                    <a:pt x="168623" y="139735"/>
                  </a:cubicBezTo>
                  <a:cubicBezTo>
                    <a:pt x="164746" y="135851"/>
                    <a:pt x="159961" y="133912"/>
                    <a:pt x="154285" y="133912"/>
                  </a:cubicBezTo>
                  <a:cubicBezTo>
                    <a:pt x="148601" y="133912"/>
                    <a:pt x="143751" y="135851"/>
                    <a:pt x="139735" y="139735"/>
                  </a:cubicBezTo>
                  <a:cubicBezTo>
                    <a:pt x="135851" y="143612"/>
                    <a:pt x="133912" y="148396"/>
                    <a:pt x="133912" y="154073"/>
                  </a:cubicBezTo>
                  <a:cubicBezTo>
                    <a:pt x="133912" y="159757"/>
                    <a:pt x="135851" y="164607"/>
                    <a:pt x="139735" y="168623"/>
                  </a:cubicBezTo>
                  <a:cubicBezTo>
                    <a:pt x="143751" y="172507"/>
                    <a:pt x="148601" y="174446"/>
                    <a:pt x="154285" y="174446"/>
                  </a:cubicBezTo>
                  <a:cubicBezTo>
                    <a:pt x="159961" y="174446"/>
                    <a:pt x="164746" y="172507"/>
                    <a:pt x="168623" y="168623"/>
                  </a:cubicBezTo>
                  <a:close/>
                  <a:moveTo>
                    <a:pt x="154285" y="187957"/>
                  </a:moveTo>
                  <a:cubicBezTo>
                    <a:pt x="144856" y="187957"/>
                    <a:pt x="136889" y="184636"/>
                    <a:pt x="130379" y="177979"/>
                  </a:cubicBezTo>
                  <a:cubicBezTo>
                    <a:pt x="123722" y="171468"/>
                    <a:pt x="120401" y="163495"/>
                    <a:pt x="120401" y="154073"/>
                  </a:cubicBezTo>
                  <a:cubicBezTo>
                    <a:pt x="120401" y="144790"/>
                    <a:pt x="123722" y="136889"/>
                    <a:pt x="130379" y="130379"/>
                  </a:cubicBezTo>
                  <a:cubicBezTo>
                    <a:pt x="137028" y="123722"/>
                    <a:pt x="144995" y="120401"/>
                    <a:pt x="154285" y="120401"/>
                  </a:cubicBezTo>
                  <a:cubicBezTo>
                    <a:pt x="163568" y="120401"/>
                    <a:pt x="171468" y="123722"/>
                    <a:pt x="177979" y="130379"/>
                  </a:cubicBezTo>
                  <a:cubicBezTo>
                    <a:pt x="184636" y="136889"/>
                    <a:pt x="187957" y="144856"/>
                    <a:pt x="187957" y="154285"/>
                  </a:cubicBezTo>
                  <a:cubicBezTo>
                    <a:pt x="187957" y="157196"/>
                    <a:pt x="187474" y="160239"/>
                    <a:pt x="186501" y="163429"/>
                  </a:cubicBezTo>
                  <a:cubicBezTo>
                    <a:pt x="185396" y="166479"/>
                    <a:pt x="183941" y="169596"/>
                    <a:pt x="182141" y="172785"/>
                  </a:cubicBezTo>
                  <a:lnTo>
                    <a:pt x="198973" y="189625"/>
                  </a:lnTo>
                  <a:cubicBezTo>
                    <a:pt x="200363" y="191007"/>
                    <a:pt x="200985" y="192602"/>
                    <a:pt x="200846" y="194401"/>
                  </a:cubicBezTo>
                  <a:cubicBezTo>
                    <a:pt x="200846" y="196201"/>
                    <a:pt x="200151" y="197730"/>
                    <a:pt x="198769" y="198973"/>
                  </a:cubicBezTo>
                  <a:cubicBezTo>
                    <a:pt x="197518" y="200363"/>
                    <a:pt x="195996" y="201051"/>
                    <a:pt x="194197" y="201051"/>
                  </a:cubicBezTo>
                  <a:cubicBezTo>
                    <a:pt x="192251" y="201051"/>
                    <a:pt x="190663" y="200363"/>
                    <a:pt x="189412" y="198973"/>
                  </a:cubicBezTo>
                  <a:lnTo>
                    <a:pt x="172573" y="182346"/>
                  </a:lnTo>
                  <a:cubicBezTo>
                    <a:pt x="169530" y="184146"/>
                    <a:pt x="166479" y="185535"/>
                    <a:pt x="163429" y="186501"/>
                  </a:cubicBezTo>
                  <a:cubicBezTo>
                    <a:pt x="160378" y="187474"/>
                    <a:pt x="157328" y="187957"/>
                    <a:pt x="154285" y="187957"/>
                  </a:cubicBezTo>
                  <a:close/>
                  <a:moveTo>
                    <a:pt x="98989" y="237020"/>
                  </a:moveTo>
                  <a:cubicBezTo>
                    <a:pt x="95244" y="237020"/>
                    <a:pt x="91923" y="235630"/>
                    <a:pt x="89011" y="232857"/>
                  </a:cubicBezTo>
                  <a:cubicBezTo>
                    <a:pt x="86239" y="229946"/>
                    <a:pt x="84856" y="226625"/>
                    <a:pt x="84856" y="222880"/>
                  </a:cubicBezTo>
                  <a:lnTo>
                    <a:pt x="84856" y="194614"/>
                  </a:lnTo>
                  <a:cubicBezTo>
                    <a:pt x="84856" y="192668"/>
                    <a:pt x="85544" y="191007"/>
                    <a:pt x="86934" y="189625"/>
                  </a:cubicBezTo>
                  <a:cubicBezTo>
                    <a:pt x="88316" y="188235"/>
                    <a:pt x="89977" y="187540"/>
                    <a:pt x="91923" y="187540"/>
                  </a:cubicBezTo>
                  <a:cubicBezTo>
                    <a:pt x="94000" y="187540"/>
                    <a:pt x="95661" y="188235"/>
                    <a:pt x="96912" y="189625"/>
                  </a:cubicBezTo>
                  <a:cubicBezTo>
                    <a:pt x="98294" y="191007"/>
                    <a:pt x="98989" y="192668"/>
                    <a:pt x="98989" y="194614"/>
                  </a:cubicBezTo>
                  <a:lnTo>
                    <a:pt x="98989" y="222880"/>
                  </a:lnTo>
                  <a:lnTo>
                    <a:pt x="127263" y="222880"/>
                  </a:lnTo>
                  <a:cubicBezTo>
                    <a:pt x="129201" y="222880"/>
                    <a:pt x="130862" y="223574"/>
                    <a:pt x="132252" y="224957"/>
                  </a:cubicBezTo>
                  <a:cubicBezTo>
                    <a:pt x="133634" y="226347"/>
                    <a:pt x="134329" y="228007"/>
                    <a:pt x="134329" y="229946"/>
                  </a:cubicBezTo>
                  <a:cubicBezTo>
                    <a:pt x="134329" y="232031"/>
                    <a:pt x="133634" y="233691"/>
                    <a:pt x="132252" y="234935"/>
                  </a:cubicBezTo>
                  <a:cubicBezTo>
                    <a:pt x="130862" y="236325"/>
                    <a:pt x="129201" y="237020"/>
                    <a:pt x="127263" y="237020"/>
                  </a:cubicBezTo>
                  <a:lnTo>
                    <a:pt x="98989" y="237020"/>
                  </a:lnTo>
                  <a:close/>
                  <a:moveTo>
                    <a:pt x="222880" y="237020"/>
                  </a:moveTo>
                  <a:lnTo>
                    <a:pt x="194614" y="237020"/>
                  </a:lnTo>
                  <a:cubicBezTo>
                    <a:pt x="192668" y="237020"/>
                    <a:pt x="191007" y="236325"/>
                    <a:pt x="189625" y="234935"/>
                  </a:cubicBezTo>
                  <a:cubicBezTo>
                    <a:pt x="188235" y="233552"/>
                    <a:pt x="187540" y="231892"/>
                    <a:pt x="187540" y="229946"/>
                  </a:cubicBezTo>
                  <a:cubicBezTo>
                    <a:pt x="187540" y="227868"/>
                    <a:pt x="188235" y="226208"/>
                    <a:pt x="189625" y="224957"/>
                  </a:cubicBezTo>
                  <a:cubicBezTo>
                    <a:pt x="191007" y="223574"/>
                    <a:pt x="192668" y="222880"/>
                    <a:pt x="194614" y="222880"/>
                  </a:cubicBezTo>
                  <a:lnTo>
                    <a:pt x="222880" y="222880"/>
                  </a:lnTo>
                  <a:lnTo>
                    <a:pt x="222880" y="194614"/>
                  </a:lnTo>
                  <a:cubicBezTo>
                    <a:pt x="222880" y="192668"/>
                    <a:pt x="223574" y="191007"/>
                    <a:pt x="224957" y="189625"/>
                  </a:cubicBezTo>
                  <a:cubicBezTo>
                    <a:pt x="226347" y="188235"/>
                    <a:pt x="228007" y="187540"/>
                    <a:pt x="229946" y="187540"/>
                  </a:cubicBezTo>
                  <a:cubicBezTo>
                    <a:pt x="232031" y="187540"/>
                    <a:pt x="233691" y="188235"/>
                    <a:pt x="234935" y="189625"/>
                  </a:cubicBezTo>
                  <a:cubicBezTo>
                    <a:pt x="236325" y="191007"/>
                    <a:pt x="237020" y="192668"/>
                    <a:pt x="237020" y="194614"/>
                  </a:cubicBezTo>
                  <a:lnTo>
                    <a:pt x="237020" y="222880"/>
                  </a:lnTo>
                  <a:cubicBezTo>
                    <a:pt x="237020" y="226625"/>
                    <a:pt x="235630" y="229946"/>
                    <a:pt x="232857" y="232857"/>
                  </a:cubicBezTo>
                  <a:cubicBezTo>
                    <a:pt x="230085" y="235630"/>
                    <a:pt x="226764" y="237020"/>
                    <a:pt x="222880" y="237020"/>
                  </a:cubicBezTo>
                  <a:close/>
                  <a:moveTo>
                    <a:pt x="84856" y="127263"/>
                  </a:moveTo>
                  <a:lnTo>
                    <a:pt x="84856" y="98989"/>
                  </a:lnTo>
                  <a:cubicBezTo>
                    <a:pt x="84856" y="95105"/>
                    <a:pt x="86239" y="91784"/>
                    <a:pt x="89011" y="89011"/>
                  </a:cubicBezTo>
                  <a:cubicBezTo>
                    <a:pt x="91923" y="86239"/>
                    <a:pt x="95244" y="84856"/>
                    <a:pt x="98989" y="84856"/>
                  </a:cubicBezTo>
                  <a:lnTo>
                    <a:pt x="127263" y="84856"/>
                  </a:lnTo>
                  <a:cubicBezTo>
                    <a:pt x="129201" y="84856"/>
                    <a:pt x="130862" y="85544"/>
                    <a:pt x="132252" y="86934"/>
                  </a:cubicBezTo>
                  <a:cubicBezTo>
                    <a:pt x="133634" y="88316"/>
                    <a:pt x="134329" y="89977"/>
                    <a:pt x="134329" y="91923"/>
                  </a:cubicBezTo>
                  <a:cubicBezTo>
                    <a:pt x="134329" y="94000"/>
                    <a:pt x="133634" y="95661"/>
                    <a:pt x="132252" y="96912"/>
                  </a:cubicBezTo>
                  <a:cubicBezTo>
                    <a:pt x="130862" y="98294"/>
                    <a:pt x="129201" y="98989"/>
                    <a:pt x="127263" y="98989"/>
                  </a:cubicBezTo>
                  <a:lnTo>
                    <a:pt x="98989" y="98989"/>
                  </a:lnTo>
                  <a:lnTo>
                    <a:pt x="98989" y="127263"/>
                  </a:lnTo>
                  <a:cubicBezTo>
                    <a:pt x="98989" y="129201"/>
                    <a:pt x="98294" y="130862"/>
                    <a:pt x="96912" y="132252"/>
                  </a:cubicBezTo>
                  <a:cubicBezTo>
                    <a:pt x="95522" y="133634"/>
                    <a:pt x="93861" y="134329"/>
                    <a:pt x="91923" y="134329"/>
                  </a:cubicBezTo>
                  <a:cubicBezTo>
                    <a:pt x="89845" y="134329"/>
                    <a:pt x="88177" y="133634"/>
                    <a:pt x="86934" y="132252"/>
                  </a:cubicBezTo>
                  <a:cubicBezTo>
                    <a:pt x="85544" y="130862"/>
                    <a:pt x="84856" y="129201"/>
                    <a:pt x="84856" y="127263"/>
                  </a:cubicBezTo>
                  <a:close/>
                  <a:moveTo>
                    <a:pt x="222880" y="127263"/>
                  </a:moveTo>
                  <a:lnTo>
                    <a:pt x="222880" y="98989"/>
                  </a:lnTo>
                  <a:lnTo>
                    <a:pt x="194614" y="98989"/>
                  </a:lnTo>
                  <a:cubicBezTo>
                    <a:pt x="192668" y="98989"/>
                    <a:pt x="191007" y="98294"/>
                    <a:pt x="189625" y="96912"/>
                  </a:cubicBezTo>
                  <a:cubicBezTo>
                    <a:pt x="188235" y="95522"/>
                    <a:pt x="187540" y="93861"/>
                    <a:pt x="187540" y="91923"/>
                  </a:cubicBezTo>
                  <a:cubicBezTo>
                    <a:pt x="187540" y="89845"/>
                    <a:pt x="188235" y="88177"/>
                    <a:pt x="189625" y="86934"/>
                  </a:cubicBezTo>
                  <a:cubicBezTo>
                    <a:pt x="191007" y="85544"/>
                    <a:pt x="192668" y="84856"/>
                    <a:pt x="194614" y="84856"/>
                  </a:cubicBezTo>
                  <a:lnTo>
                    <a:pt x="222880" y="84856"/>
                  </a:lnTo>
                  <a:cubicBezTo>
                    <a:pt x="226764" y="84856"/>
                    <a:pt x="230085" y="86239"/>
                    <a:pt x="232857" y="89011"/>
                  </a:cubicBezTo>
                  <a:cubicBezTo>
                    <a:pt x="235630" y="91784"/>
                    <a:pt x="237020" y="95105"/>
                    <a:pt x="237020" y="98989"/>
                  </a:cubicBezTo>
                  <a:lnTo>
                    <a:pt x="237020" y="127263"/>
                  </a:lnTo>
                  <a:cubicBezTo>
                    <a:pt x="237020" y="129201"/>
                    <a:pt x="236325" y="130862"/>
                    <a:pt x="234935" y="132252"/>
                  </a:cubicBezTo>
                  <a:cubicBezTo>
                    <a:pt x="233552" y="133634"/>
                    <a:pt x="231892" y="134329"/>
                    <a:pt x="229946" y="134329"/>
                  </a:cubicBezTo>
                  <a:cubicBezTo>
                    <a:pt x="227868" y="134329"/>
                    <a:pt x="226208" y="133634"/>
                    <a:pt x="224957" y="132252"/>
                  </a:cubicBezTo>
                  <a:cubicBezTo>
                    <a:pt x="223574" y="130862"/>
                    <a:pt x="222880" y="129201"/>
                    <a:pt x="222880" y="127263"/>
                  </a:cubicBezTo>
                  <a:close/>
                </a:path>
              </a:pathLst>
            </a:custGeom>
            <a:solidFill>
              <a:srgbClr val="3A3A3A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4" name="圖說"/>
            <p:cNvSpPr/>
            <p:nvPr/>
          </p:nvSpPr>
          <p:spPr>
            <a:xfrm>
              <a:off x="7894198" y="4528109"/>
              <a:ext cx="76078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檢測</a:t>
              </a:r>
              <a:endParaRPr lang="en-US" sz="700" dirty="0"/>
            </a:p>
          </p:txBody>
        </p:sp>
        <p:sp>
          <p:nvSpPr>
            <p:cNvPr id="265" name="圖示底圓"/>
            <p:cNvSpPr/>
            <p:nvPr/>
          </p:nvSpPr>
          <p:spPr>
            <a:xfrm>
              <a:off x="8992575" y="4176979"/>
              <a:ext cx="321869" cy="321869"/>
            </a:xfrm>
            <a:prstGeom prst="ellipse">
              <a:avLst/>
            </a:prstGeom>
            <a:solidFill>
              <a:srgbClr val="3A3A3A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6" name="圖示 維修"/>
            <p:cNvSpPr/>
            <p:nvPr/>
          </p:nvSpPr>
          <p:spPr>
            <a:xfrm>
              <a:off x="8992575" y="4176979"/>
              <a:ext cx="321869" cy="321869"/>
            </a:xfrm>
            <a:custGeom>
              <a:avLst/>
              <a:gdLst/>
              <a:ahLst/>
              <a:cxnLst/>
              <a:rect l="l" t="t" r="r" b="b"/>
              <a:pathLst>
                <a:path w="321869" h="321869">
                  <a:moveTo>
                    <a:pt x="134117" y="184636"/>
                  </a:moveTo>
                  <a:cubicBezTo>
                    <a:pt x="120401" y="184636"/>
                    <a:pt x="108689" y="179852"/>
                    <a:pt x="98989" y="170291"/>
                  </a:cubicBezTo>
                  <a:cubicBezTo>
                    <a:pt x="89428" y="160591"/>
                    <a:pt x="84644" y="148945"/>
                    <a:pt x="84644" y="135368"/>
                  </a:cubicBezTo>
                  <a:cubicBezTo>
                    <a:pt x="84644" y="132595"/>
                    <a:pt x="84856" y="129962"/>
                    <a:pt x="85266" y="127467"/>
                  </a:cubicBezTo>
                  <a:cubicBezTo>
                    <a:pt x="85683" y="125112"/>
                    <a:pt x="86444" y="122544"/>
                    <a:pt x="87556" y="119779"/>
                  </a:cubicBezTo>
                  <a:cubicBezTo>
                    <a:pt x="87973" y="118667"/>
                    <a:pt x="88660" y="117767"/>
                    <a:pt x="89633" y="117072"/>
                  </a:cubicBezTo>
                  <a:cubicBezTo>
                    <a:pt x="90467" y="116517"/>
                    <a:pt x="91367" y="116100"/>
                    <a:pt x="92340" y="115829"/>
                  </a:cubicBezTo>
                  <a:cubicBezTo>
                    <a:pt x="93444" y="115551"/>
                    <a:pt x="94556" y="115551"/>
                    <a:pt x="95661" y="115829"/>
                  </a:cubicBezTo>
                  <a:cubicBezTo>
                    <a:pt x="96634" y="116100"/>
                    <a:pt x="97599" y="116655"/>
                    <a:pt x="98572" y="117489"/>
                  </a:cubicBezTo>
                  <a:lnTo>
                    <a:pt x="121857" y="140774"/>
                  </a:lnTo>
                  <a:lnTo>
                    <a:pt x="140979" y="122895"/>
                  </a:lnTo>
                  <a:lnTo>
                    <a:pt x="116655" y="98572"/>
                  </a:lnTo>
                  <a:cubicBezTo>
                    <a:pt x="115690" y="97738"/>
                    <a:pt x="115061" y="96773"/>
                    <a:pt x="114790" y="95661"/>
                  </a:cubicBezTo>
                  <a:cubicBezTo>
                    <a:pt x="114512" y="94695"/>
                    <a:pt x="114512" y="93649"/>
                    <a:pt x="114790" y="92545"/>
                  </a:cubicBezTo>
                  <a:cubicBezTo>
                    <a:pt x="115061" y="91572"/>
                    <a:pt x="115551" y="90672"/>
                    <a:pt x="116239" y="89845"/>
                  </a:cubicBezTo>
                  <a:cubicBezTo>
                    <a:pt x="116794" y="89011"/>
                    <a:pt x="117694" y="88316"/>
                    <a:pt x="118945" y="87760"/>
                  </a:cubicBezTo>
                  <a:cubicBezTo>
                    <a:pt x="121579" y="86795"/>
                    <a:pt x="124073" y="86034"/>
                    <a:pt x="126429" y="85478"/>
                  </a:cubicBezTo>
                  <a:cubicBezTo>
                    <a:pt x="128784" y="84922"/>
                    <a:pt x="131344" y="84644"/>
                    <a:pt x="134117" y="84644"/>
                  </a:cubicBezTo>
                  <a:cubicBezTo>
                    <a:pt x="148257" y="84644"/>
                    <a:pt x="160239" y="89567"/>
                    <a:pt x="170078" y="99406"/>
                  </a:cubicBezTo>
                  <a:cubicBezTo>
                    <a:pt x="179917" y="109245"/>
                    <a:pt x="184840" y="121227"/>
                    <a:pt x="184840" y="135368"/>
                  </a:cubicBezTo>
                  <a:cubicBezTo>
                    <a:pt x="184840" y="138550"/>
                    <a:pt x="184497" y="141739"/>
                    <a:pt x="183802" y="144929"/>
                  </a:cubicBezTo>
                  <a:cubicBezTo>
                    <a:pt x="183107" y="147979"/>
                    <a:pt x="182273" y="151095"/>
                    <a:pt x="181307" y="154285"/>
                  </a:cubicBezTo>
                  <a:lnTo>
                    <a:pt x="227868" y="200846"/>
                  </a:lnTo>
                  <a:cubicBezTo>
                    <a:pt x="231753" y="204723"/>
                    <a:pt x="233691" y="209441"/>
                    <a:pt x="233691" y="214979"/>
                  </a:cubicBezTo>
                  <a:cubicBezTo>
                    <a:pt x="233552" y="220385"/>
                    <a:pt x="231475" y="225030"/>
                    <a:pt x="227452" y="228907"/>
                  </a:cubicBezTo>
                  <a:cubicBezTo>
                    <a:pt x="223574" y="232514"/>
                    <a:pt x="219002" y="234247"/>
                    <a:pt x="213736" y="234108"/>
                  </a:cubicBezTo>
                  <a:cubicBezTo>
                    <a:pt x="208469" y="234108"/>
                    <a:pt x="203962" y="232163"/>
                    <a:pt x="200224" y="228285"/>
                  </a:cubicBezTo>
                  <a:lnTo>
                    <a:pt x="153246" y="181095"/>
                  </a:lnTo>
                  <a:cubicBezTo>
                    <a:pt x="150057" y="182207"/>
                    <a:pt x="146940" y="183041"/>
                    <a:pt x="143890" y="183590"/>
                  </a:cubicBezTo>
                  <a:cubicBezTo>
                    <a:pt x="140840" y="184285"/>
                    <a:pt x="137584" y="184636"/>
                    <a:pt x="134117" y="184636"/>
                  </a:cubicBezTo>
                  <a:close/>
                  <a:moveTo>
                    <a:pt x="134117" y="171117"/>
                  </a:moveTo>
                  <a:cubicBezTo>
                    <a:pt x="137584" y="171117"/>
                    <a:pt x="141257" y="170569"/>
                    <a:pt x="145134" y="169457"/>
                  </a:cubicBezTo>
                  <a:cubicBezTo>
                    <a:pt x="149018" y="168352"/>
                    <a:pt x="152412" y="166684"/>
                    <a:pt x="155324" y="164468"/>
                  </a:cubicBezTo>
                  <a:lnTo>
                    <a:pt x="209990" y="218929"/>
                  </a:lnTo>
                  <a:cubicBezTo>
                    <a:pt x="211102" y="220041"/>
                    <a:pt x="212485" y="220597"/>
                    <a:pt x="214152" y="220597"/>
                  </a:cubicBezTo>
                  <a:cubicBezTo>
                    <a:pt x="215813" y="220597"/>
                    <a:pt x="217196" y="220041"/>
                    <a:pt x="218308" y="218929"/>
                  </a:cubicBezTo>
                  <a:cubicBezTo>
                    <a:pt x="219419" y="217825"/>
                    <a:pt x="219968" y="216435"/>
                    <a:pt x="219968" y="214774"/>
                  </a:cubicBezTo>
                  <a:cubicBezTo>
                    <a:pt x="219968" y="213114"/>
                    <a:pt x="219419" y="211724"/>
                    <a:pt x="218308" y="210619"/>
                  </a:cubicBezTo>
                  <a:lnTo>
                    <a:pt x="164468" y="156984"/>
                  </a:lnTo>
                  <a:cubicBezTo>
                    <a:pt x="166684" y="154073"/>
                    <a:pt x="168352" y="150613"/>
                    <a:pt x="169457" y="146589"/>
                  </a:cubicBezTo>
                  <a:cubicBezTo>
                    <a:pt x="170569" y="142712"/>
                    <a:pt x="171117" y="138967"/>
                    <a:pt x="171117" y="135368"/>
                  </a:cubicBezTo>
                  <a:cubicBezTo>
                    <a:pt x="171117" y="124973"/>
                    <a:pt x="167306" y="116173"/>
                    <a:pt x="159691" y="108967"/>
                  </a:cubicBezTo>
                  <a:cubicBezTo>
                    <a:pt x="151929" y="101762"/>
                    <a:pt x="143129" y="98090"/>
                    <a:pt x="133290" y="97951"/>
                  </a:cubicBezTo>
                  <a:lnTo>
                    <a:pt x="153868" y="118733"/>
                  </a:lnTo>
                  <a:cubicBezTo>
                    <a:pt x="155250" y="120262"/>
                    <a:pt x="155945" y="121996"/>
                    <a:pt x="155945" y="123934"/>
                  </a:cubicBezTo>
                  <a:cubicBezTo>
                    <a:pt x="155806" y="125873"/>
                    <a:pt x="155046" y="127606"/>
                    <a:pt x="153656" y="129128"/>
                  </a:cubicBezTo>
                  <a:lnTo>
                    <a:pt x="127263" y="153656"/>
                  </a:lnTo>
                  <a:cubicBezTo>
                    <a:pt x="125873" y="155046"/>
                    <a:pt x="124212" y="155741"/>
                    <a:pt x="122274" y="155741"/>
                  </a:cubicBezTo>
                  <a:cubicBezTo>
                    <a:pt x="120189" y="155741"/>
                    <a:pt x="118528" y="155046"/>
                    <a:pt x="117285" y="153656"/>
                  </a:cubicBezTo>
                  <a:lnTo>
                    <a:pt x="97534" y="134329"/>
                  </a:lnTo>
                  <a:cubicBezTo>
                    <a:pt x="97951" y="144995"/>
                    <a:pt x="101762" y="153795"/>
                    <a:pt x="108967" y="160730"/>
                  </a:cubicBezTo>
                  <a:cubicBezTo>
                    <a:pt x="116173" y="167657"/>
                    <a:pt x="124556" y="171117"/>
                    <a:pt x="134117" y="171117"/>
                  </a:cubicBezTo>
                  <a:close/>
                  <a:moveTo>
                    <a:pt x="159062" y="159479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7" name="圖說"/>
            <p:cNvSpPr/>
            <p:nvPr/>
          </p:nvSpPr>
          <p:spPr>
            <a:xfrm>
              <a:off x="8773119" y="4528109"/>
              <a:ext cx="76078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改善</a:t>
              </a:r>
              <a:endParaRPr lang="en-US" sz="700" dirty="0"/>
            </a:p>
          </p:txBody>
        </p:sp>
        <p:cxnSp>
          <p:nvCxnSpPr>
            <p:cNvPr id="268" name="連接線"/>
            <p:cNvCxnSpPr>
              <a:stCxn id="259" idx="6"/>
              <a:endCxn id="262" idx="2"/>
            </p:cNvCxnSpPr>
            <p:nvPr/>
          </p:nvCxnSpPr>
          <p:spPr>
            <a:xfrm>
              <a:off x="7556602" y="4337914"/>
              <a:ext cx="557052" cy="0"/>
            </a:xfrm>
            <a:prstGeom prst="straightConnector1">
              <a:avLst/>
            </a:prstGeom>
            <a:ln w="20320">
              <a:solidFill>
                <a:srgbClr val="3A3A3A"/>
              </a:solidFill>
              <a:prstDash val="solid"/>
              <a:tailEnd type="triangle"/>
            </a:ln>
          </p:spPr>
        </p:cxnSp>
        <p:cxnSp>
          <p:nvCxnSpPr>
            <p:cNvPr id="269" name="連接線"/>
            <p:cNvCxnSpPr>
              <a:stCxn id="262" idx="6"/>
              <a:endCxn id="265" idx="2"/>
            </p:cNvCxnSpPr>
            <p:nvPr/>
          </p:nvCxnSpPr>
          <p:spPr>
            <a:xfrm>
              <a:off x="8435523" y="4337914"/>
              <a:ext cx="557052" cy="0"/>
            </a:xfrm>
            <a:prstGeom prst="straightConnector1">
              <a:avLst/>
            </a:prstGeom>
            <a:ln w="20320">
              <a:solidFill>
                <a:srgbClr val="3A3A3A"/>
              </a:solidFill>
              <a:prstDash val="solid"/>
              <a:tailEnd type="triangle"/>
            </a:ln>
          </p:spPr>
        </p:cxnSp>
      </p:grpSp>
      <p:sp>
        <p:nvSpPr>
          <p:cNvPr id="270" name="Text 268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炭灰橘點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271" name="Text 269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/ 14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38912" y="29260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風格規範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2041754" y="682752"/>
            <a:ext cx="117043" cy="117043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8912" y="819302"/>
            <a:ext cx="8046720" cy="277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色彩、字級與元件語言一覽：炭灰實心表頭卡、2pt 粗線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8912" y="1170432"/>
            <a:ext cx="365760" cy="43891"/>
          </a:xfrm>
          <a:prstGeom prst="rect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8912" y="1503274"/>
            <a:ext cx="80467" cy="80467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9846" y="1426464"/>
            <a:ext cx="386242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色彩 Palette</a:t>
            </a:r>
            <a:endParaRPr lang="en-US" sz="1050" dirty="0"/>
          </a:p>
        </p:txBody>
      </p:sp>
      <p:sp>
        <p:nvSpPr>
          <p:cNvPr id="8" name="線條"/>
          <p:cNvSpPr/>
          <p:nvPr/>
        </p:nvSpPr>
        <p:spPr>
          <a:xfrm>
            <a:off x="438912" y="1733702"/>
            <a:ext cx="402336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865376"/>
            <a:ext cx="395021" cy="395021"/>
          </a:xfrm>
          <a:prstGeom prst="roundRect">
            <a:avLst>
              <a:gd name="adj" fmla="val 9259"/>
            </a:avLst>
          </a:pr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80390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51130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#3A3A3A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943661" y="1865376"/>
            <a:ext cx="395021" cy="395021"/>
          </a:xfrm>
          <a:prstGeom prst="roundRect">
            <a:avLst>
              <a:gd name="adj" fmla="val 9259"/>
            </a:avLst>
          </a:prstGeom>
          <a:solidFill>
            <a:srgbClr val="2B2B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85139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55878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#2B2B2B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1448410" y="1865376"/>
            <a:ext cx="395021" cy="395021"/>
          </a:xfrm>
          <a:prstGeom prst="roundRect">
            <a:avLst>
              <a:gd name="adj" fmla="val 9259"/>
            </a:avLst>
          </a:prstGeom>
          <a:solidFill>
            <a:srgbClr val="EDEDED"/>
          </a:solidFill>
          <a:ln w="7620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389888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360627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#EDEDED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1953158" y="1865376"/>
            <a:ext cx="395021" cy="395021"/>
          </a:xfrm>
          <a:prstGeom prst="roundRect">
            <a:avLst>
              <a:gd name="adj" fmla="val 9259"/>
            </a:avLst>
          </a:prstGeom>
          <a:solidFill>
            <a:srgbClr val="F07F2D"/>
          </a:solidFill>
          <a:ln w="7620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894637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輔助色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865376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#F07F2D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2457907" y="1865376"/>
            <a:ext cx="395021" cy="395021"/>
          </a:xfrm>
          <a:prstGeom prst="roundRect">
            <a:avLst>
              <a:gd name="adj" fmla="val 9259"/>
            </a:avLst>
          </a:pr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399386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文字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370125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#3A3A3A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2962656" y="1865376"/>
            <a:ext cx="395021" cy="395021"/>
          </a:xfrm>
          <a:prstGeom prst="roundRect">
            <a:avLst>
              <a:gd name="adj" fmla="val 9259"/>
            </a:avLst>
          </a:prstGeom>
          <a:solidFill>
            <a:srgbClr val="8C8C8C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904134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874874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#8C8C8C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3467405" y="1865376"/>
            <a:ext cx="395021" cy="395021"/>
          </a:xfrm>
          <a:prstGeom prst="roundRect">
            <a:avLst>
              <a:gd name="adj" fmla="val 9259"/>
            </a:avLst>
          </a:prstGeom>
          <a:solidFill>
            <a:srgbClr val="BFBFBF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408883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框線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79622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#BFBFBF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3972154" y="1865376"/>
            <a:ext cx="395021" cy="395021"/>
          </a:xfrm>
          <a:prstGeom prst="roundRect">
            <a:avLst>
              <a:gd name="adj" fmla="val 9259"/>
            </a:avLst>
          </a:prstGeom>
          <a:solidFill>
            <a:srgbClr val="F2F2F2"/>
          </a:solidFill>
          <a:ln w="7620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913632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底色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884371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#F2F2F2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438912" y="2915107"/>
            <a:ext cx="80467" cy="80467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99846" y="2838298"/>
            <a:ext cx="386242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字級 Typography</a:t>
            </a:r>
            <a:endParaRPr lang="en-US" sz="1050" dirty="0"/>
          </a:p>
        </p:txBody>
      </p:sp>
      <p:sp>
        <p:nvSpPr>
          <p:cNvPr id="35" name="線條"/>
          <p:cNvSpPr/>
          <p:nvPr/>
        </p:nvSpPr>
        <p:spPr>
          <a:xfrm>
            <a:off x="438912" y="3145536"/>
            <a:ext cx="402336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3145536"/>
            <a:ext cx="4023360" cy="48280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大標題文字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38pt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38912" y="3672230"/>
            <a:ext cx="4023360" cy="263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副標題・細字主色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16pt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38912" y="3994099"/>
            <a:ext cx="4023360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標籤與卡片標題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16pt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38912" y="4301338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內文說明文字，灰色、行距寬鬆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12pt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38912" y="4579315"/>
            <a:ext cx="4023360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註解文字以灰色呈現，10.5pt，放在版面下緣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937760" y="1503274"/>
            <a:ext cx="80467" cy="80467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098694" y="1426464"/>
            <a:ext cx="4215750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元件語言 Shape Language</a:t>
            </a:r>
            <a:endParaRPr lang="en-US" sz="1050" dirty="0"/>
          </a:p>
        </p:txBody>
      </p:sp>
      <p:sp>
        <p:nvSpPr>
          <p:cNvPr id="43" name="線條"/>
          <p:cNvSpPr/>
          <p:nvPr/>
        </p:nvSpPr>
        <p:spPr>
          <a:xfrm>
            <a:off x="4937760" y="1733702"/>
            <a:ext cx="4376684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37760" y="1865376"/>
            <a:ext cx="65836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010144" y="1865376"/>
            <a:ext cx="13043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實心表頭色帶</a:t>
            </a:r>
            <a:endParaRPr lang="en-US" sz="800" dirty="0"/>
          </a:p>
        </p:txBody>
      </p:sp>
      <p:sp>
        <p:nvSpPr>
          <p:cNvPr id="46" name="卡片"/>
          <p:cNvSpPr/>
          <p:nvPr/>
        </p:nvSpPr>
        <p:spPr>
          <a:xfrm>
            <a:off x="5669280" y="1894637"/>
            <a:ext cx="1060704" cy="380390"/>
          </a:xfrm>
          <a:prstGeom prst="roundRect">
            <a:avLst>
              <a:gd name="adj" fmla="val 9615"/>
            </a:avLst>
          </a:prstGeom>
          <a:solidFill>
            <a:srgbClr val="F2F2F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669280" y="1894637"/>
            <a:ext cx="1060704" cy="131674"/>
          </a:xfrm>
          <a:custGeom>
            <a:avLst/>
            <a:gdLst/>
            <a:ahLst/>
            <a:cxnLst/>
            <a:rect l="l" t="t" r="r" b="b"/>
            <a:pathLst>
              <a:path w="1060704" h="131674">
                <a:moveTo>
                  <a:pt x="0" y="131674"/>
                </a:moveTo>
                <a:lnTo>
                  <a:pt x="0" y="36576"/>
                </a:lnTo>
                <a:arcTo hR="36576" wR="36576" stAng="10800000" swAng="5400000"/>
                <a:lnTo>
                  <a:pt x="1024128" y="0"/>
                </a:lnTo>
                <a:arcTo hR="36576" wR="36576" stAng="16200000" swAng="5400000"/>
                <a:lnTo>
                  <a:pt x="1060704" y="131674"/>
                </a:ln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卡片"/>
          <p:cNvSpPr/>
          <p:nvPr/>
        </p:nvSpPr>
        <p:spPr>
          <a:xfrm>
            <a:off x="6876288" y="1894637"/>
            <a:ext cx="950976" cy="380390"/>
          </a:xfrm>
          <a:prstGeom prst="roundRect">
            <a:avLst>
              <a:gd name="adj" fmla="val 9615"/>
            </a:avLst>
          </a:prstGeom>
          <a:solidFill>
            <a:srgbClr val="F2F2F2"/>
          </a:solidFill>
          <a:ln>
            <a:noFill/>
          </a:ln>
          <a:effectLst>
            <a:outerShdw blurRad="71120" dist="2032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876288" y="1894637"/>
            <a:ext cx="950976" cy="131674"/>
          </a:xfrm>
          <a:custGeom>
            <a:avLst/>
            <a:gdLst/>
            <a:ahLst/>
            <a:cxnLst/>
            <a:rect l="l" t="t" r="r" b="b"/>
            <a:pathLst>
              <a:path w="950976" h="131674">
                <a:moveTo>
                  <a:pt x="0" y="131674"/>
                </a:moveTo>
                <a:lnTo>
                  <a:pt x="0" y="36576"/>
                </a:lnTo>
                <a:arcTo hR="36576" wR="36576" stAng="10800000" swAng="5400000"/>
                <a:lnTo>
                  <a:pt x="914400" y="0"/>
                </a:lnTo>
                <a:arcTo hR="36576" wR="36576" stAng="16200000" swAng="5400000"/>
                <a:lnTo>
                  <a:pt x="950976" y="131674"/>
                </a:lnTo>
                <a:close/>
              </a:path>
            </a:pathLst>
          </a:cu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線條"/>
          <p:cNvSpPr/>
          <p:nvPr/>
        </p:nvSpPr>
        <p:spPr>
          <a:xfrm>
            <a:off x="4937760" y="2348179"/>
            <a:ext cx="4376684" cy="0"/>
          </a:xfrm>
          <a:prstGeom prst="line">
            <a:avLst/>
          </a:prstGeom>
          <a:noFill/>
          <a:ln w="5080">
            <a:solidFill>
              <a:srgbClr val="ECEC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37760" y="2384755"/>
            <a:ext cx="65836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8010144" y="2384755"/>
            <a:ext cx="13043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圓點方籤</a:t>
            </a:r>
            <a:endParaRPr lang="en-US" sz="800" dirty="0"/>
          </a:p>
        </p:txBody>
      </p:sp>
      <p:sp>
        <p:nvSpPr>
          <p:cNvPr id="53" name="標籤"/>
          <p:cNvSpPr/>
          <p:nvPr/>
        </p:nvSpPr>
        <p:spPr>
          <a:xfrm>
            <a:off x="5669280" y="2487168"/>
            <a:ext cx="623353" cy="234086"/>
          </a:xfrm>
          <a:prstGeom prst="roundRect">
            <a:avLst>
              <a:gd name="adj" fmla="val 9375"/>
            </a:avLst>
          </a:prstGeom>
          <a:solidFill>
            <a:srgbClr val="3A3A3A"/>
          </a:solidFill>
          <a:ln>
            <a:noFill/>
          </a:ln>
        </p:spPr>
        <p:txBody>
          <a:bodyPr wrap="square" lIns="210439" tIns="0" rIns="58928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767596" y="2573731"/>
            <a:ext cx="60960" cy="60960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標籤"/>
          <p:cNvSpPr/>
          <p:nvPr/>
        </p:nvSpPr>
        <p:spPr>
          <a:xfrm>
            <a:off x="6380415" y="2487168"/>
            <a:ext cx="623353" cy="234086"/>
          </a:xfrm>
          <a:prstGeom prst="roundRect">
            <a:avLst>
              <a:gd name="adj" fmla="val 9375"/>
            </a:avLst>
          </a:prstGeom>
          <a:solidFill>
            <a:srgbClr val="F07F2D"/>
          </a:solidFill>
          <a:ln>
            <a:noFill/>
          </a:ln>
        </p:spPr>
        <p:txBody>
          <a:bodyPr wrap="square" lIns="210439" tIns="0" rIns="58928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478731" y="2573731"/>
            <a:ext cx="60960" cy="609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標籤"/>
          <p:cNvSpPr/>
          <p:nvPr/>
        </p:nvSpPr>
        <p:spPr>
          <a:xfrm>
            <a:off x="7091550" y="2487168"/>
            <a:ext cx="623353" cy="234086"/>
          </a:xfrm>
          <a:prstGeom prst="roundRect">
            <a:avLst>
              <a:gd name="adj" fmla="val 9375"/>
            </a:avLst>
          </a:prstGeom>
          <a:solidFill>
            <a:srgbClr val="F2F2F2"/>
          </a:solidFill>
          <a:ln>
            <a:noFill/>
          </a:ln>
        </p:spPr>
        <p:txBody>
          <a:bodyPr wrap="square" lIns="210439" tIns="0" rIns="58928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7189866" y="2573731"/>
            <a:ext cx="60960" cy="60960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線條"/>
          <p:cNvSpPr/>
          <p:nvPr/>
        </p:nvSpPr>
        <p:spPr>
          <a:xfrm>
            <a:off x="4937760" y="2867558"/>
            <a:ext cx="4376684" cy="0"/>
          </a:xfrm>
          <a:prstGeom prst="line">
            <a:avLst/>
          </a:prstGeom>
          <a:noFill/>
          <a:ln w="5080">
            <a:solidFill>
              <a:srgbClr val="ECECE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37760" y="2904134"/>
            <a:ext cx="65836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8010144" y="2904134"/>
            <a:ext cx="13043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實心圓＋橘點</a:t>
            </a:r>
            <a:endParaRPr lang="en-US" sz="800" dirty="0"/>
          </a:p>
        </p:txBody>
      </p:sp>
      <p:sp>
        <p:nvSpPr>
          <p:cNvPr id="62" name="編號"/>
          <p:cNvSpPr/>
          <p:nvPr/>
        </p:nvSpPr>
        <p:spPr>
          <a:xfrm>
            <a:off x="5698541" y="2977286"/>
            <a:ext cx="292608" cy="292608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5906292" y="2974360"/>
            <a:ext cx="87782" cy="87782"/>
          </a:xfrm>
          <a:prstGeom prst="ellipse">
            <a:avLst/>
          </a:prstGeom>
          <a:solidFill>
            <a:srgbClr val="F07F2D"/>
          </a:solidFill>
          <a:ln w="10160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編號"/>
          <p:cNvSpPr/>
          <p:nvPr/>
        </p:nvSpPr>
        <p:spPr>
          <a:xfrm>
            <a:off x="6152083" y="2977286"/>
            <a:ext cx="292608" cy="292608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359835" y="2974360"/>
            <a:ext cx="87782" cy="87782"/>
          </a:xfrm>
          <a:prstGeom prst="ellipse">
            <a:avLst/>
          </a:prstGeom>
          <a:solidFill>
            <a:srgbClr val="F07F2D"/>
          </a:solidFill>
          <a:ln w="10160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編號"/>
          <p:cNvSpPr/>
          <p:nvPr/>
        </p:nvSpPr>
        <p:spPr>
          <a:xfrm>
            <a:off x="6605626" y="2977286"/>
            <a:ext cx="292608" cy="292608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6813377" y="2974360"/>
            <a:ext cx="87782" cy="87782"/>
          </a:xfrm>
          <a:prstGeom prst="ellipse">
            <a:avLst/>
          </a:prstGeom>
          <a:solidFill>
            <a:srgbClr val="F07F2D"/>
          </a:solidFill>
          <a:ln w="10160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7095744" y="2904134"/>
            <a:ext cx="80467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② ③</a:t>
            </a:r>
            <a:endParaRPr lang="en-US" sz="1100" dirty="0"/>
          </a:p>
        </p:txBody>
      </p:sp>
      <p:sp>
        <p:nvSpPr>
          <p:cNvPr id="69" name="線條"/>
          <p:cNvSpPr/>
          <p:nvPr/>
        </p:nvSpPr>
        <p:spPr>
          <a:xfrm>
            <a:off x="4937760" y="3386938"/>
            <a:ext cx="4376684" cy="0"/>
          </a:xfrm>
          <a:prstGeom prst="line">
            <a:avLst/>
          </a:prstGeom>
          <a:noFill/>
          <a:ln w="5080">
            <a:solidFill>
              <a:srgbClr val="ECECE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937760" y="3423514"/>
            <a:ext cx="65836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分隔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8010144" y="3423514"/>
            <a:ext cx="13043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 V 形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669280" y="342351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950" dirty="0"/>
          </a:p>
        </p:txBody>
      </p:sp>
      <p:sp>
        <p:nvSpPr>
          <p:cNvPr id="73" name="分隔"/>
          <p:cNvSpPr/>
          <p:nvPr/>
        </p:nvSpPr>
        <p:spPr>
          <a:xfrm>
            <a:off x="6254496" y="3533242"/>
            <a:ext cx="146304" cy="219456"/>
          </a:xfrm>
          <a:prstGeom prst="chevron">
            <a:avLst>
              <a:gd name="adj" fmla="val 60000"/>
            </a:avLst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6547104" y="342351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950" dirty="0"/>
          </a:p>
        </p:txBody>
      </p:sp>
      <p:sp>
        <p:nvSpPr>
          <p:cNvPr id="75" name="分隔"/>
          <p:cNvSpPr/>
          <p:nvPr/>
        </p:nvSpPr>
        <p:spPr>
          <a:xfrm>
            <a:off x="7132320" y="3533242"/>
            <a:ext cx="146304" cy="219456"/>
          </a:xfrm>
          <a:prstGeom prst="chevron">
            <a:avLst>
              <a:gd name="adj" fmla="val 60000"/>
            </a:avLst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7424928" y="342351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950" dirty="0"/>
          </a:p>
        </p:txBody>
      </p:sp>
      <p:sp>
        <p:nvSpPr>
          <p:cNvPr id="77" name="線條"/>
          <p:cNvSpPr/>
          <p:nvPr/>
        </p:nvSpPr>
        <p:spPr>
          <a:xfrm>
            <a:off x="4937760" y="3906317"/>
            <a:ext cx="4376684" cy="0"/>
          </a:xfrm>
          <a:prstGeom prst="line">
            <a:avLst/>
          </a:prstGeom>
          <a:noFill/>
          <a:ln w="5080">
            <a:solidFill>
              <a:srgbClr val="ECECE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37760" y="3942893"/>
            <a:ext cx="65836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連接線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8010144" y="3942893"/>
            <a:ext cx="13043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2pt 實線＋三角箭頭</a:t>
            </a:r>
            <a:endParaRPr lang="en-US" sz="800" dirty="0"/>
          </a:p>
        </p:txBody>
      </p:sp>
      <p:sp>
        <p:nvSpPr>
          <p:cNvPr id="80" name="線條"/>
          <p:cNvSpPr/>
          <p:nvPr/>
        </p:nvSpPr>
        <p:spPr>
          <a:xfrm>
            <a:off x="5669280" y="4162349"/>
            <a:ext cx="950976" cy="0"/>
          </a:xfrm>
          <a:prstGeom prst="line">
            <a:avLst/>
          </a:prstGeom>
          <a:noFill/>
          <a:ln w="2032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81" name="連接線"/>
          <p:cNvSpPr/>
          <p:nvPr/>
        </p:nvSpPr>
        <p:spPr>
          <a:xfrm>
            <a:off x="6839712" y="4001414"/>
            <a:ext cx="987552" cy="321869"/>
          </a:xfrm>
          <a:custGeom>
            <a:avLst/>
            <a:gdLst/>
            <a:ahLst/>
            <a:cxnLst/>
            <a:rect l="l" t="t" r="r" b="b"/>
            <a:pathLst>
              <a:path w="987552" h="321869">
                <a:moveTo>
                  <a:pt x="0" y="0"/>
                </a:moveTo>
                <a:lnTo>
                  <a:pt x="438912" y="0"/>
                </a:lnTo>
                <a:lnTo>
                  <a:pt x="438912" y="321869"/>
                </a:lnTo>
                <a:lnTo>
                  <a:pt x="987552" y="321869"/>
                </a:lnTo>
              </a:path>
            </a:pathLst>
          </a:custGeom>
          <a:noFill/>
          <a:ln w="2032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線條"/>
          <p:cNvSpPr/>
          <p:nvPr/>
        </p:nvSpPr>
        <p:spPr>
          <a:xfrm>
            <a:off x="4937760" y="4425696"/>
            <a:ext cx="4376684" cy="0"/>
          </a:xfrm>
          <a:prstGeom prst="line">
            <a:avLst/>
          </a:prstGeom>
          <a:noFill/>
          <a:ln w="5080">
            <a:solidFill>
              <a:srgbClr val="ECECE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937760" y="4462272"/>
            <a:ext cx="65836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8010144" y="4462272"/>
            <a:ext cx="13043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 V 形</a:t>
            </a:r>
            <a:endParaRPr lang="en-US" sz="800" dirty="0"/>
          </a:p>
        </p:txBody>
      </p:sp>
      <p:sp>
        <p:nvSpPr>
          <p:cNvPr id="85" name="流程鏈"/>
          <p:cNvSpPr/>
          <p:nvPr/>
        </p:nvSpPr>
        <p:spPr>
          <a:xfrm>
            <a:off x="5669280" y="4520794"/>
            <a:ext cx="779508" cy="321869"/>
          </a:xfrm>
          <a:prstGeom prst="homePlate">
            <a:avLst>
              <a:gd name="adj" fmla="val 36000"/>
            </a:avLst>
          </a:prstGeom>
          <a:solidFill>
            <a:srgbClr val="3A3A3A"/>
          </a:solidFill>
          <a:ln>
            <a:noFill/>
          </a:ln>
        </p:spPr>
        <p:txBody>
          <a:bodyPr wrap="square" lIns="6096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900" dirty="0"/>
          </a:p>
        </p:txBody>
      </p:sp>
      <p:sp>
        <p:nvSpPr>
          <p:cNvPr id="86" name="流程鏈"/>
          <p:cNvSpPr/>
          <p:nvPr/>
        </p:nvSpPr>
        <p:spPr>
          <a:xfrm>
            <a:off x="6376806" y="4520794"/>
            <a:ext cx="779508" cy="321869"/>
          </a:xfrm>
          <a:prstGeom prst="chevron">
            <a:avLst>
              <a:gd name="adj" fmla="val 36000"/>
            </a:avLst>
          </a:prstGeom>
          <a:solidFill>
            <a:srgbClr val="616161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900" dirty="0"/>
          </a:p>
        </p:txBody>
      </p:sp>
      <p:sp>
        <p:nvSpPr>
          <p:cNvPr id="87" name="流程鏈"/>
          <p:cNvSpPr/>
          <p:nvPr/>
        </p:nvSpPr>
        <p:spPr>
          <a:xfrm>
            <a:off x="7084332" y="4520794"/>
            <a:ext cx="779508" cy="321869"/>
          </a:xfrm>
          <a:prstGeom prst="chevron">
            <a:avLst>
              <a:gd name="adj" fmla="val 36000"/>
            </a:avLst>
          </a:prstGeom>
          <a:solidFill>
            <a:srgbClr val="F07F2D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檢核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炭灰橘點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/ 14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38912" y="29260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1269594" y="682752"/>
            <a:ext cx="117043" cy="117043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8912" y="819302"/>
            <a:ext cx="8046720" cy="277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標題＋內文、角落標籤、表頭強調三種基本卡片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8912" y="1170432"/>
            <a:ext cx="365760" cy="43891"/>
          </a:xfrm>
          <a:prstGeom prst="rect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卡片"/>
          <p:cNvSpPr/>
          <p:nvPr/>
        </p:nvSpPr>
        <p:spPr>
          <a:xfrm>
            <a:off x="438912" y="1499616"/>
            <a:ext cx="2728570" cy="1719072"/>
          </a:xfrm>
          <a:prstGeom prst="roundRect">
            <a:avLst>
              <a:gd name="adj" fmla="val 2128"/>
            </a:avLst>
          </a:prstGeom>
          <a:solidFill>
            <a:srgbClr val="F2F2F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表頭"/>
          <p:cNvSpPr/>
          <p:nvPr/>
        </p:nvSpPr>
        <p:spPr>
          <a:xfrm>
            <a:off x="438912" y="1499616"/>
            <a:ext cx="2728570" cy="424282"/>
          </a:xfrm>
          <a:custGeom>
            <a:avLst/>
            <a:gdLst/>
            <a:ahLst/>
            <a:cxnLst/>
            <a:rect l="l" t="t" r="r" b="b"/>
            <a:pathLst>
              <a:path w="2728570" h="424282">
                <a:moveTo>
                  <a:pt x="0" y="424282"/>
                </a:moveTo>
                <a:lnTo>
                  <a:pt x="0" y="36576"/>
                </a:lnTo>
                <a:arcTo hR="36576" wR="36576" stAng="10800000" swAng="5400000"/>
                <a:lnTo>
                  <a:pt x="2691994" y="0"/>
                </a:lnTo>
                <a:arcTo hR="36576" wR="36576" stAng="16200000" swAng="5400000"/>
                <a:lnTo>
                  <a:pt x="2728570" y="424282"/>
                </a:ln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29107" y="1499616"/>
            <a:ext cx="2348179" cy="4242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標題＋內文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9107" y="2070202"/>
            <a:ext cx="2348179" cy="10021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先用一句話說清楚重點，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再以兩到三行補充說明。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內文維持灰色、行距寬鬆，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留白讓卡片更好讀。</a:t>
            </a:r>
            <a:endParaRPr lang="en-US" sz="950" dirty="0"/>
          </a:p>
        </p:txBody>
      </p:sp>
      <p:sp>
        <p:nvSpPr>
          <p:cNvPr id="10" name="卡片"/>
          <p:cNvSpPr/>
          <p:nvPr/>
        </p:nvSpPr>
        <p:spPr>
          <a:xfrm>
            <a:off x="3512393" y="1499616"/>
            <a:ext cx="2728570" cy="1719072"/>
          </a:xfrm>
          <a:prstGeom prst="roundRect">
            <a:avLst>
              <a:gd name="adj" fmla="val 2128"/>
            </a:avLst>
          </a:prstGeom>
          <a:solidFill>
            <a:srgbClr val="F2F2F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表頭"/>
          <p:cNvSpPr/>
          <p:nvPr/>
        </p:nvSpPr>
        <p:spPr>
          <a:xfrm>
            <a:off x="3512393" y="1499616"/>
            <a:ext cx="2728570" cy="424282"/>
          </a:xfrm>
          <a:custGeom>
            <a:avLst/>
            <a:gdLst/>
            <a:ahLst/>
            <a:cxnLst/>
            <a:rect l="l" t="t" r="r" b="b"/>
            <a:pathLst>
              <a:path w="2728570" h="424282">
                <a:moveTo>
                  <a:pt x="0" y="424282"/>
                </a:moveTo>
                <a:lnTo>
                  <a:pt x="0" y="36576"/>
                </a:lnTo>
                <a:arcTo hR="36576" wR="36576" stAng="10800000" swAng="5400000"/>
                <a:lnTo>
                  <a:pt x="2691994" y="0"/>
                </a:lnTo>
                <a:arcTo hR="36576" wR="36576" stAng="16200000" swAng="5400000"/>
                <a:lnTo>
                  <a:pt x="2728570" y="424282"/>
                </a:lnTo>
                <a:close/>
              </a:path>
            </a:pathLst>
          </a:cu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702588" y="1499616"/>
            <a:ext cx="2348179" cy="4242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角落標籤卡片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02588" y="2070202"/>
            <a:ext cx="2348179" cy="10021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右上角的小標籤標示階段、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分類或狀態，跨在邊框上，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不佔用內文空間。</a:t>
            </a:r>
            <a:endParaRPr lang="en-US" sz="950" dirty="0"/>
          </a:p>
        </p:txBody>
      </p:sp>
      <p:sp>
        <p:nvSpPr>
          <p:cNvPr id="14" name="標籤"/>
          <p:cNvSpPr/>
          <p:nvPr/>
        </p:nvSpPr>
        <p:spPr>
          <a:xfrm>
            <a:off x="5331033" y="1397203"/>
            <a:ext cx="748995" cy="204826"/>
          </a:xfrm>
          <a:prstGeom prst="roundRect">
            <a:avLst>
              <a:gd name="adj" fmla="val 10714"/>
            </a:avLst>
          </a:prstGeom>
          <a:solidFill>
            <a:srgbClr val="F07F2D"/>
          </a:solidFill>
          <a:ln>
            <a:noFill/>
          </a:ln>
        </p:spPr>
        <p:txBody>
          <a:bodyPr wrap="square" lIns="197104" tIns="0" rIns="57023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第一階段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26131" y="1474216"/>
            <a:ext cx="50800" cy="50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標籤"/>
          <p:cNvSpPr/>
          <p:nvPr/>
        </p:nvSpPr>
        <p:spPr>
          <a:xfrm>
            <a:off x="3673328" y="3116275"/>
            <a:ext cx="748995" cy="204826"/>
          </a:xfrm>
          <a:prstGeom prst="roundRect">
            <a:avLst>
              <a:gd name="adj" fmla="val 10714"/>
            </a:avLst>
          </a:prstGeom>
          <a:solidFill>
            <a:srgbClr val="F2F2F2"/>
          </a:solidFill>
          <a:ln>
            <a:noFill/>
          </a:ln>
        </p:spPr>
        <p:txBody>
          <a:bodyPr wrap="square" lIns="197104" tIns="0" rIns="57023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價值說明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768425" y="3193288"/>
            <a:ext cx="50800" cy="50800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卡片"/>
          <p:cNvSpPr/>
          <p:nvPr/>
        </p:nvSpPr>
        <p:spPr>
          <a:xfrm>
            <a:off x="6585875" y="1499616"/>
            <a:ext cx="2728570" cy="1719072"/>
          </a:xfrm>
          <a:prstGeom prst="roundRect">
            <a:avLst>
              <a:gd name="adj" fmla="val 2128"/>
            </a:avLst>
          </a:prstGeom>
          <a:solidFill>
            <a:srgbClr val="F2F2F2"/>
          </a:solidFill>
          <a:ln>
            <a:noFill/>
          </a:ln>
          <a:effectLst>
            <a:outerShdw blurRad="71120" dist="2032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表頭"/>
          <p:cNvSpPr/>
          <p:nvPr/>
        </p:nvSpPr>
        <p:spPr>
          <a:xfrm>
            <a:off x="6585875" y="1499616"/>
            <a:ext cx="2728570" cy="424282"/>
          </a:xfrm>
          <a:custGeom>
            <a:avLst/>
            <a:gdLst/>
            <a:ahLst/>
            <a:cxnLst/>
            <a:rect l="l" t="t" r="r" b="b"/>
            <a:pathLst>
              <a:path w="2728570" h="424282">
                <a:moveTo>
                  <a:pt x="0" y="424282"/>
                </a:moveTo>
                <a:lnTo>
                  <a:pt x="0" y="36576"/>
                </a:lnTo>
                <a:arcTo hR="36576" wR="36576" stAng="10800000" swAng="5400000"/>
                <a:lnTo>
                  <a:pt x="2691994" y="0"/>
                </a:lnTo>
                <a:arcTo hR="36576" wR="36576" stAng="16200000" swAng="5400000"/>
                <a:lnTo>
                  <a:pt x="2728570" y="424282"/>
                </a:lnTo>
                <a:close/>
              </a:path>
            </a:pathLst>
          </a:cu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776070" y="1499616"/>
            <a:ext cx="2348179" cy="4242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表頭強調卡片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76070" y="2070202"/>
            <a:ext cx="2348179" cy="10021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以主色表頭強調，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用來標出最重要的一張卡。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同一頁建議只放一張。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38912" y="3350362"/>
            <a:ext cx="2728570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A｜基本卡片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512393" y="3350362"/>
            <a:ext cx="2728570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B｜角標卡片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585875" y="3350362"/>
            <a:ext cx="2728570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C｜強調卡片（含陰影）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38912" y="3734410"/>
            <a:ext cx="80467" cy="80467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99846" y="3657600"/>
            <a:ext cx="495970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標籤＋說明列</a:t>
            </a:r>
            <a:endParaRPr lang="en-US" sz="1050" dirty="0"/>
          </a:p>
        </p:txBody>
      </p:sp>
      <p:sp>
        <p:nvSpPr>
          <p:cNvPr id="27" name="線條"/>
          <p:cNvSpPr/>
          <p:nvPr/>
        </p:nvSpPr>
        <p:spPr>
          <a:xfrm>
            <a:off x="438912" y="3964838"/>
            <a:ext cx="512064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8" name="標籤"/>
          <p:cNvSpPr/>
          <p:nvPr/>
        </p:nvSpPr>
        <p:spPr>
          <a:xfrm>
            <a:off x="438912" y="4081882"/>
            <a:ext cx="599846" cy="234086"/>
          </a:xfrm>
          <a:prstGeom prst="roundRect">
            <a:avLst>
              <a:gd name="adj" fmla="val 9375"/>
            </a:avLst>
          </a:prstGeom>
          <a:solidFill>
            <a:srgbClr val="3A3A3A"/>
          </a:solidFill>
          <a:ln>
            <a:noFill/>
          </a:ln>
        </p:spPr>
        <p:txBody>
          <a:bodyPr wrap="square" lIns="210439" tIns="0" rIns="58928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簡潔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37228" y="4168445"/>
            <a:ext cx="60960" cy="60960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170432" y="4081882"/>
            <a:ext cx="424281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一頁只講一個重點，讀者不費力</a:t>
            </a:r>
            <a:endParaRPr lang="en-US" sz="1050" dirty="0"/>
          </a:p>
        </p:txBody>
      </p:sp>
      <p:sp>
        <p:nvSpPr>
          <p:cNvPr id="31" name="標籤"/>
          <p:cNvSpPr/>
          <p:nvPr/>
        </p:nvSpPr>
        <p:spPr>
          <a:xfrm>
            <a:off x="438912" y="4389120"/>
            <a:ext cx="599846" cy="234086"/>
          </a:xfrm>
          <a:prstGeom prst="roundRect">
            <a:avLst>
              <a:gd name="adj" fmla="val 9375"/>
            </a:avLst>
          </a:prstGeom>
          <a:solidFill>
            <a:srgbClr val="F07F2D"/>
          </a:solidFill>
          <a:ln>
            <a:noFill/>
          </a:ln>
        </p:spPr>
        <p:txBody>
          <a:bodyPr wrap="square" lIns="210439" tIns="0" rIns="58928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37228" y="4475683"/>
            <a:ext cx="60960" cy="609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170432" y="4389120"/>
            <a:ext cx="424281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用例子與數字說話，避免空泛</a:t>
            </a:r>
            <a:endParaRPr lang="en-US" sz="1050" dirty="0"/>
          </a:p>
        </p:txBody>
      </p:sp>
      <p:sp>
        <p:nvSpPr>
          <p:cNvPr id="34" name="標籤"/>
          <p:cNvSpPr/>
          <p:nvPr/>
        </p:nvSpPr>
        <p:spPr>
          <a:xfrm>
            <a:off x="438912" y="4696358"/>
            <a:ext cx="599846" cy="234086"/>
          </a:xfrm>
          <a:prstGeom prst="roundRect">
            <a:avLst>
              <a:gd name="adj" fmla="val 9375"/>
            </a:avLst>
          </a:prstGeom>
          <a:solidFill>
            <a:srgbClr val="3A3A3A"/>
          </a:solidFill>
          <a:ln>
            <a:noFill/>
          </a:ln>
        </p:spPr>
        <p:txBody>
          <a:bodyPr wrap="square" lIns="210439" tIns="0" rIns="58928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深入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37228" y="4782922"/>
            <a:ext cx="60960" cy="60960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170432" y="4696358"/>
            <a:ext cx="424281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提出觀點與洞見，留下記憶點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852160" y="3734410"/>
            <a:ext cx="80467" cy="80467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013094" y="3657600"/>
            <a:ext cx="3301350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 Note</a:t>
            </a:r>
            <a:endParaRPr lang="en-US" sz="1050" dirty="0"/>
          </a:p>
        </p:txBody>
      </p:sp>
      <p:sp>
        <p:nvSpPr>
          <p:cNvPr id="39" name="線條"/>
          <p:cNvSpPr/>
          <p:nvPr/>
        </p:nvSpPr>
        <p:spPr>
          <a:xfrm>
            <a:off x="5852160" y="3964838"/>
            <a:ext cx="3462284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52160" y="4096512"/>
            <a:ext cx="346228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註解用灰色小字，補充前提或資料來源。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852160" y="4389120"/>
            <a:ext cx="346228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每張卡片內文以 3–4 行為上限。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炭灰橘點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/ 14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38912" y="29260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標籤與編號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2427834" y="682752"/>
            <a:ext cx="117043" cy="117043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8912" y="819302"/>
            <a:ext cx="8046720" cy="277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單一標籤、堆疊清單、編號徽章與圈號清單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8912" y="1170432"/>
            <a:ext cx="365760" cy="43891"/>
          </a:xfrm>
          <a:prstGeom prst="rect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8912" y="1503274"/>
            <a:ext cx="80467" cy="80467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9846" y="1426464"/>
            <a:ext cx="8714598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單一標籤 Tags</a:t>
            </a:r>
            <a:endParaRPr lang="en-US" sz="1050" dirty="0"/>
          </a:p>
        </p:txBody>
      </p:sp>
      <p:sp>
        <p:nvSpPr>
          <p:cNvPr id="8" name="線條"/>
          <p:cNvSpPr/>
          <p:nvPr/>
        </p:nvSpPr>
        <p:spPr>
          <a:xfrm>
            <a:off x="438912" y="1733702"/>
            <a:ext cx="8875532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9" name="標籤"/>
          <p:cNvSpPr/>
          <p:nvPr/>
        </p:nvSpPr>
        <p:spPr>
          <a:xfrm>
            <a:off x="438912" y="1865376"/>
            <a:ext cx="959941" cy="277978"/>
          </a:xfrm>
          <a:prstGeom prst="roundRect">
            <a:avLst>
              <a:gd name="adj" fmla="val 7895"/>
            </a:avLst>
          </a:prstGeom>
          <a:solidFill>
            <a:srgbClr val="3A3A3A"/>
          </a:solidFill>
          <a:ln>
            <a:noFill/>
          </a:ln>
        </p:spPr>
        <p:txBody>
          <a:bodyPr wrap="square" lIns="233934" tIns="0" rIns="70104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主要標籤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55663" y="1971345"/>
            <a:ext cx="66040" cy="66040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標籤"/>
          <p:cNvSpPr/>
          <p:nvPr/>
        </p:nvSpPr>
        <p:spPr>
          <a:xfrm>
            <a:off x="1618309" y="1865376"/>
            <a:ext cx="959941" cy="277978"/>
          </a:xfrm>
          <a:prstGeom prst="roundRect">
            <a:avLst>
              <a:gd name="adj" fmla="val 7895"/>
            </a:avLst>
          </a:prstGeom>
          <a:solidFill>
            <a:srgbClr val="F07F2D"/>
          </a:solidFill>
          <a:ln>
            <a:noFill/>
          </a:ln>
        </p:spPr>
        <p:txBody>
          <a:bodyPr wrap="square" lIns="233934" tIns="0" rIns="70104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輔助標籤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735060" y="1971345"/>
            <a:ext cx="66040" cy="66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標籤"/>
          <p:cNvSpPr/>
          <p:nvPr/>
        </p:nvSpPr>
        <p:spPr>
          <a:xfrm>
            <a:off x="2797706" y="1865376"/>
            <a:ext cx="959941" cy="277978"/>
          </a:xfrm>
          <a:prstGeom prst="roundRect">
            <a:avLst>
              <a:gd name="adj" fmla="val 7895"/>
            </a:avLst>
          </a:prstGeom>
          <a:solidFill>
            <a:srgbClr val="F2F2F2"/>
          </a:solidFill>
          <a:ln>
            <a:noFill/>
          </a:ln>
        </p:spPr>
        <p:txBody>
          <a:bodyPr wrap="square" lIns="233934" tIns="0" rIns="70104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灰階標籤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914457" y="1971345"/>
            <a:ext cx="66040" cy="66040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標籤"/>
          <p:cNvSpPr/>
          <p:nvPr/>
        </p:nvSpPr>
        <p:spPr>
          <a:xfrm>
            <a:off x="3977104" y="1865376"/>
            <a:ext cx="959941" cy="27797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BFBFBF"/>
            </a:solidFill>
            <a:prstDash val="solid"/>
          </a:ln>
        </p:spPr>
        <p:txBody>
          <a:bodyPr wrap="square" lIns="233934" tIns="0" rIns="70104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外框標籤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093854" y="1971345"/>
            <a:ext cx="66040" cy="66040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375957" y="1865376"/>
            <a:ext cx="658368" cy="277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小尺寸</a:t>
            </a:r>
            <a:endParaRPr lang="en-US" sz="900" dirty="0"/>
          </a:p>
        </p:txBody>
      </p:sp>
      <p:sp>
        <p:nvSpPr>
          <p:cNvPr id="18" name="標籤"/>
          <p:cNvSpPr/>
          <p:nvPr/>
        </p:nvSpPr>
        <p:spPr>
          <a:xfrm>
            <a:off x="5961173" y="1894637"/>
            <a:ext cx="545795" cy="2194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BFBFBF"/>
            </a:solidFill>
            <a:prstDash val="solid"/>
          </a:ln>
        </p:spPr>
        <p:txBody>
          <a:bodyPr wrap="square" lIns="197104" tIns="0" rIns="57023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元素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056270" y="1978965"/>
            <a:ext cx="50800" cy="50800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標籤"/>
          <p:cNvSpPr/>
          <p:nvPr/>
        </p:nvSpPr>
        <p:spPr>
          <a:xfrm>
            <a:off x="6616696" y="1894637"/>
            <a:ext cx="545795" cy="219456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197104" tIns="0" rIns="57023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關聯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711794" y="1978965"/>
            <a:ext cx="50800" cy="50800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標籤"/>
          <p:cNvSpPr/>
          <p:nvPr/>
        </p:nvSpPr>
        <p:spPr>
          <a:xfrm>
            <a:off x="7272219" y="1894637"/>
            <a:ext cx="545795" cy="219456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197104" tIns="0" rIns="57023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因果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367317" y="1978965"/>
            <a:ext cx="50800" cy="50800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38912" y="2527402"/>
            <a:ext cx="80467" cy="80467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99846" y="2450592"/>
            <a:ext cx="261152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堆疊清單 Stacked</a:t>
            </a:r>
            <a:endParaRPr lang="en-US" sz="1050" dirty="0"/>
          </a:p>
        </p:txBody>
      </p:sp>
      <p:sp>
        <p:nvSpPr>
          <p:cNvPr id="26" name="線條"/>
          <p:cNvSpPr/>
          <p:nvPr/>
        </p:nvSpPr>
        <p:spPr>
          <a:xfrm>
            <a:off x="438912" y="2757830"/>
            <a:ext cx="2772461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7" name="標籤"/>
          <p:cNvSpPr/>
          <p:nvPr/>
        </p:nvSpPr>
        <p:spPr>
          <a:xfrm>
            <a:off x="438912" y="2933395"/>
            <a:ext cx="2121408" cy="307238"/>
          </a:xfrm>
          <a:prstGeom prst="roundRect">
            <a:avLst>
              <a:gd name="adj" fmla="val 7143"/>
            </a:avLst>
          </a:prstGeom>
          <a:solidFill>
            <a:srgbClr val="3A3A3A"/>
          </a:solidFill>
          <a:ln>
            <a:noFill/>
          </a:ln>
        </p:spPr>
        <p:txBody>
          <a:bodyPr wrap="square" lIns="246253" tIns="0" rIns="7747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釐清溝通目的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7952" y="3053994"/>
            <a:ext cx="66040" cy="66040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標籤"/>
          <p:cNvSpPr/>
          <p:nvPr/>
        </p:nvSpPr>
        <p:spPr>
          <a:xfrm>
            <a:off x="438912" y="3386938"/>
            <a:ext cx="2121408" cy="307238"/>
          </a:xfrm>
          <a:prstGeom prst="roundRect">
            <a:avLst>
              <a:gd name="adj" fmla="val 7143"/>
            </a:avLst>
          </a:prstGeom>
          <a:solidFill>
            <a:srgbClr val="3A3A3A"/>
          </a:solidFill>
          <a:ln>
            <a:noFill/>
          </a:ln>
        </p:spPr>
        <p:txBody>
          <a:bodyPr wrap="square" lIns="246253" tIns="0" rIns="7747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對齊彼此期待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67952" y="3507537"/>
            <a:ext cx="66040" cy="66040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標籤"/>
          <p:cNvSpPr/>
          <p:nvPr/>
        </p:nvSpPr>
        <p:spPr>
          <a:xfrm>
            <a:off x="438912" y="3840480"/>
            <a:ext cx="2121408" cy="307238"/>
          </a:xfrm>
          <a:prstGeom prst="roundRect">
            <a:avLst>
              <a:gd name="adj" fmla="val 7143"/>
            </a:avLst>
          </a:prstGeom>
          <a:solidFill>
            <a:srgbClr val="3A3A3A"/>
          </a:solidFill>
          <a:ln>
            <a:noFill/>
          </a:ln>
        </p:spPr>
        <p:txBody>
          <a:bodyPr wrap="square" lIns="246253" tIns="0" rIns="7747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降低理解門檻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67952" y="3961079"/>
            <a:ext cx="66040" cy="66040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標籤"/>
          <p:cNvSpPr/>
          <p:nvPr/>
        </p:nvSpPr>
        <p:spPr>
          <a:xfrm>
            <a:off x="438912" y="4294022"/>
            <a:ext cx="2121408" cy="307238"/>
          </a:xfrm>
          <a:prstGeom prst="roundRect">
            <a:avLst>
              <a:gd name="adj" fmla="val 7143"/>
            </a:avLst>
          </a:prstGeom>
          <a:solidFill>
            <a:srgbClr val="3A3A3A"/>
          </a:solidFill>
          <a:ln>
            <a:noFill/>
          </a:ln>
        </p:spPr>
        <p:txBody>
          <a:bodyPr wrap="square" lIns="246253" tIns="0" rIns="7747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67952" y="4414622"/>
            <a:ext cx="66040" cy="66040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490448" y="2527402"/>
            <a:ext cx="80467" cy="80467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651382" y="2450592"/>
            <a:ext cx="261152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 Badges</a:t>
            </a:r>
            <a:endParaRPr lang="en-US" sz="1050" dirty="0"/>
          </a:p>
        </p:txBody>
      </p:sp>
      <p:sp>
        <p:nvSpPr>
          <p:cNvPr id="37" name="線條"/>
          <p:cNvSpPr/>
          <p:nvPr/>
        </p:nvSpPr>
        <p:spPr>
          <a:xfrm>
            <a:off x="3490448" y="2757830"/>
            <a:ext cx="2772461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38" name="編號"/>
          <p:cNvSpPr/>
          <p:nvPr/>
        </p:nvSpPr>
        <p:spPr>
          <a:xfrm>
            <a:off x="3519708" y="2940710"/>
            <a:ext cx="307238" cy="307238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737848" y="2937638"/>
            <a:ext cx="92172" cy="92172"/>
          </a:xfrm>
          <a:prstGeom prst="ellipse">
            <a:avLst/>
          </a:prstGeom>
          <a:solidFill>
            <a:srgbClr val="F07F2D"/>
          </a:solidFill>
          <a:ln w="10160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編號"/>
          <p:cNvSpPr/>
          <p:nvPr/>
        </p:nvSpPr>
        <p:spPr>
          <a:xfrm>
            <a:off x="3973251" y="2940710"/>
            <a:ext cx="307238" cy="307238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191390" y="2937638"/>
            <a:ext cx="92172" cy="92172"/>
          </a:xfrm>
          <a:prstGeom prst="ellipse">
            <a:avLst/>
          </a:prstGeom>
          <a:solidFill>
            <a:srgbClr val="F07F2D"/>
          </a:solidFill>
          <a:ln w="10160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編號"/>
          <p:cNvSpPr/>
          <p:nvPr/>
        </p:nvSpPr>
        <p:spPr>
          <a:xfrm>
            <a:off x="4426793" y="2940710"/>
            <a:ext cx="307238" cy="307238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644933" y="2937638"/>
            <a:ext cx="92172" cy="92172"/>
          </a:xfrm>
          <a:prstGeom prst="ellipse">
            <a:avLst/>
          </a:prstGeom>
          <a:solidFill>
            <a:srgbClr val="F07F2D"/>
          </a:solidFill>
          <a:ln w="10160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編號"/>
          <p:cNvSpPr/>
          <p:nvPr/>
        </p:nvSpPr>
        <p:spPr>
          <a:xfrm>
            <a:off x="4880336" y="2940710"/>
            <a:ext cx="307238" cy="307238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098475" y="2937638"/>
            <a:ext cx="92172" cy="92172"/>
          </a:xfrm>
          <a:prstGeom prst="ellipse">
            <a:avLst/>
          </a:prstGeom>
          <a:solidFill>
            <a:srgbClr val="F07F2D"/>
          </a:solidFill>
          <a:ln w="10160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編號"/>
          <p:cNvSpPr/>
          <p:nvPr/>
        </p:nvSpPr>
        <p:spPr>
          <a:xfrm>
            <a:off x="3541654" y="3613709"/>
            <a:ext cx="263347" cy="263347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943990" y="3621024"/>
            <a:ext cx="877824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770608" y="3621024"/>
            <a:ext cx="1492301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先釐清要解決什麼</a:t>
            </a:r>
            <a:endParaRPr lang="en-US" sz="900" dirty="0"/>
          </a:p>
        </p:txBody>
      </p:sp>
      <p:sp>
        <p:nvSpPr>
          <p:cNvPr id="49" name="編號"/>
          <p:cNvSpPr/>
          <p:nvPr/>
        </p:nvSpPr>
        <p:spPr>
          <a:xfrm>
            <a:off x="3541654" y="4067251"/>
            <a:ext cx="263347" cy="263347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943990" y="4074566"/>
            <a:ext cx="877824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盤點現況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770608" y="4074566"/>
            <a:ext cx="1492301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蒐集事實與數據</a:t>
            </a:r>
            <a:endParaRPr lang="en-US" sz="900" dirty="0"/>
          </a:p>
        </p:txBody>
      </p:sp>
      <p:sp>
        <p:nvSpPr>
          <p:cNvPr id="52" name="編號"/>
          <p:cNvSpPr/>
          <p:nvPr/>
        </p:nvSpPr>
        <p:spPr>
          <a:xfrm>
            <a:off x="3541654" y="4520794"/>
            <a:ext cx="263347" cy="263347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943990" y="4528109"/>
            <a:ext cx="877824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770608" y="4528109"/>
            <a:ext cx="1492301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聚焦影響最大處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541983" y="2527402"/>
            <a:ext cx="80467" cy="80467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6702918" y="2450592"/>
            <a:ext cx="261152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圈號清單 ①②③</a:t>
            </a:r>
            <a:endParaRPr lang="en-US" sz="1050" dirty="0"/>
          </a:p>
        </p:txBody>
      </p:sp>
      <p:sp>
        <p:nvSpPr>
          <p:cNvPr id="57" name="線條"/>
          <p:cNvSpPr/>
          <p:nvPr/>
        </p:nvSpPr>
        <p:spPr>
          <a:xfrm>
            <a:off x="6541983" y="2757830"/>
            <a:ext cx="2772461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41983" y="2926080"/>
            <a:ext cx="1316736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釐清目的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541983" y="3233318"/>
            <a:ext cx="1316736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拆解結構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541983" y="3540557"/>
            <a:ext cx="1316736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重新組合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541983" y="3847795"/>
            <a:ext cx="1316736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檢查一致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8005023" y="2926080"/>
            <a:ext cx="1309421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過濾數據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8005023" y="3233318"/>
            <a:ext cx="1309421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確認關係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8005023" y="3540557"/>
            <a:ext cx="1309421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產出圖表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541983" y="4242816"/>
            <a:ext cx="2772461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清單 3–5 項最易記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炭灰橘點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 / 14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38912" y="29260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圓形與流程鏈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2813914" y="682752"/>
            <a:ext cx="117043" cy="117043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8912" y="819302"/>
            <a:ext cx="8046720" cy="277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大外框圓＋疊放小圓，以及三段式流程鏈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8912" y="1170432"/>
            <a:ext cx="365760" cy="43891"/>
          </a:xfrm>
          <a:prstGeom prst="rect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8912" y="1503274"/>
            <a:ext cx="80467" cy="80467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9846" y="1426464"/>
            <a:ext cx="3935578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大圓＋疊圓 Circles</a:t>
            </a:r>
            <a:endParaRPr lang="en-US" sz="1050" dirty="0"/>
          </a:p>
        </p:txBody>
      </p:sp>
      <p:sp>
        <p:nvSpPr>
          <p:cNvPr id="8" name="線條"/>
          <p:cNvSpPr/>
          <p:nvPr/>
        </p:nvSpPr>
        <p:spPr>
          <a:xfrm>
            <a:off x="438912" y="1733702"/>
            <a:ext cx="4096512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9" name="大圓"/>
          <p:cNvSpPr/>
          <p:nvPr/>
        </p:nvSpPr>
        <p:spPr>
          <a:xfrm>
            <a:off x="1477670" y="1880006"/>
            <a:ext cx="2018995" cy="2018995"/>
          </a:xfrm>
          <a:prstGeom prst="ellipse">
            <a:avLst/>
          </a:prstGeom>
          <a:solidFill>
            <a:srgbClr val="FFFFFF"/>
          </a:solidFill>
          <a:ln w="27940">
            <a:solidFill>
              <a:srgbClr val="3A3A3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77670" y="2142476"/>
            <a:ext cx="2018995" cy="6258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679570" y="2788554"/>
            <a:ext cx="1615196" cy="56531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如何做到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200" dirty="0"/>
          </a:p>
        </p:txBody>
      </p:sp>
      <p:sp>
        <p:nvSpPr>
          <p:cNvPr id="12" name="小圓"/>
          <p:cNvSpPr/>
          <p:nvPr/>
        </p:nvSpPr>
        <p:spPr>
          <a:xfrm>
            <a:off x="1373709" y="3189796"/>
            <a:ext cx="614477" cy="614477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1300" dirty="0"/>
          </a:p>
        </p:txBody>
      </p:sp>
      <p:sp>
        <p:nvSpPr>
          <p:cNvPr id="13" name="小圓"/>
          <p:cNvSpPr/>
          <p:nvPr/>
        </p:nvSpPr>
        <p:spPr>
          <a:xfrm>
            <a:off x="2179930" y="3591763"/>
            <a:ext cx="614477" cy="614477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1300" dirty="0"/>
          </a:p>
        </p:txBody>
      </p:sp>
      <p:sp>
        <p:nvSpPr>
          <p:cNvPr id="14" name="小圓"/>
          <p:cNvSpPr/>
          <p:nvPr/>
        </p:nvSpPr>
        <p:spPr>
          <a:xfrm>
            <a:off x="2986150" y="3189796"/>
            <a:ext cx="614477" cy="614477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47488" y="1503274"/>
            <a:ext cx="80467" cy="80467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208422" y="1426464"/>
            <a:ext cx="4106022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 Chain</a:t>
            </a:r>
            <a:endParaRPr lang="en-US" sz="1050" dirty="0"/>
          </a:p>
        </p:txBody>
      </p:sp>
      <p:sp>
        <p:nvSpPr>
          <p:cNvPr id="17" name="線條"/>
          <p:cNvSpPr/>
          <p:nvPr/>
        </p:nvSpPr>
        <p:spPr>
          <a:xfrm>
            <a:off x="5047488" y="1733702"/>
            <a:ext cx="4266956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8" name="流程鏈"/>
          <p:cNvSpPr/>
          <p:nvPr/>
        </p:nvSpPr>
        <p:spPr>
          <a:xfrm>
            <a:off x="5047488" y="1916582"/>
            <a:ext cx="1519465" cy="526694"/>
          </a:xfrm>
          <a:prstGeom prst="homePlate">
            <a:avLst>
              <a:gd name="adj" fmla="val 36000"/>
            </a:avLst>
          </a:prstGeom>
          <a:solidFill>
            <a:srgbClr val="3A3A3A"/>
          </a:solidFill>
          <a:ln>
            <a:noFill/>
          </a:ln>
        </p:spPr>
        <p:txBody>
          <a:bodyPr wrap="square" lIns="60960" tIns="0" rIns="2032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主題思考</a:t>
            </a:r>
            <a:endParaRPr lang="en-US" sz="1300" dirty="0"/>
          </a:p>
        </p:txBody>
      </p:sp>
      <p:sp>
        <p:nvSpPr>
          <p:cNvPr id="19" name="流程鏈"/>
          <p:cNvSpPr/>
          <p:nvPr/>
        </p:nvSpPr>
        <p:spPr>
          <a:xfrm>
            <a:off x="6421234" y="1916582"/>
            <a:ext cx="1519465" cy="526694"/>
          </a:xfrm>
          <a:prstGeom prst="chevron">
            <a:avLst>
              <a:gd name="adj" fmla="val 36000"/>
            </a:avLst>
          </a:prstGeom>
          <a:solidFill>
            <a:srgbClr val="616161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主題定位</a:t>
            </a:r>
            <a:endParaRPr lang="en-US" sz="1300" dirty="0"/>
          </a:p>
        </p:txBody>
      </p:sp>
      <p:sp>
        <p:nvSpPr>
          <p:cNvPr id="20" name="流程鏈"/>
          <p:cNvSpPr/>
          <p:nvPr/>
        </p:nvSpPr>
        <p:spPr>
          <a:xfrm>
            <a:off x="7794980" y="1916582"/>
            <a:ext cx="1519465" cy="526694"/>
          </a:xfrm>
          <a:prstGeom prst="chevron">
            <a:avLst>
              <a:gd name="adj" fmla="val 36000"/>
            </a:avLst>
          </a:prstGeom>
          <a:solidFill>
            <a:srgbClr val="F07F2D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內容產出</a:t>
            </a:r>
            <a:endParaRPr lang="en-US" sz="1300" dirty="0"/>
          </a:p>
        </p:txBody>
      </p:sp>
      <p:sp>
        <p:nvSpPr>
          <p:cNvPr id="21" name="流程鏈"/>
          <p:cNvSpPr/>
          <p:nvPr/>
        </p:nvSpPr>
        <p:spPr>
          <a:xfrm>
            <a:off x="5047488" y="2816352"/>
            <a:ext cx="936258" cy="409651"/>
          </a:xfrm>
          <a:prstGeom prst="homePlate">
            <a:avLst>
              <a:gd name="adj" fmla="val 36000"/>
            </a:avLst>
          </a:prstGeom>
          <a:solidFill>
            <a:srgbClr val="3A3A3A"/>
          </a:solidFill>
          <a:ln>
            <a:noFill/>
          </a:ln>
        </p:spPr>
        <p:txBody>
          <a:bodyPr wrap="square" lIns="60960" tIns="0" rIns="2032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100" dirty="0"/>
          </a:p>
        </p:txBody>
      </p:sp>
      <p:sp>
        <p:nvSpPr>
          <p:cNvPr id="22" name="流程鏈"/>
          <p:cNvSpPr/>
          <p:nvPr/>
        </p:nvSpPr>
        <p:spPr>
          <a:xfrm>
            <a:off x="5880163" y="2816352"/>
            <a:ext cx="936258" cy="409651"/>
          </a:xfrm>
          <a:prstGeom prst="chevron">
            <a:avLst>
              <a:gd name="adj" fmla="val 36000"/>
            </a:avLst>
          </a:prstGeom>
          <a:solidFill>
            <a:srgbClr val="616161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100" dirty="0"/>
          </a:p>
        </p:txBody>
      </p:sp>
      <p:sp>
        <p:nvSpPr>
          <p:cNvPr id="23" name="流程鏈"/>
          <p:cNvSpPr/>
          <p:nvPr/>
        </p:nvSpPr>
        <p:spPr>
          <a:xfrm>
            <a:off x="6712837" y="2816352"/>
            <a:ext cx="936258" cy="409651"/>
          </a:xfrm>
          <a:prstGeom prst="chevron">
            <a:avLst>
              <a:gd name="adj" fmla="val 36000"/>
            </a:avLst>
          </a:prstGeom>
          <a:solidFill>
            <a:srgbClr val="3A3A3A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100" dirty="0"/>
          </a:p>
        </p:txBody>
      </p:sp>
      <p:sp>
        <p:nvSpPr>
          <p:cNvPr id="24" name="流程鏈"/>
          <p:cNvSpPr/>
          <p:nvPr/>
        </p:nvSpPr>
        <p:spPr>
          <a:xfrm>
            <a:off x="7545512" y="2816352"/>
            <a:ext cx="936258" cy="409651"/>
          </a:xfrm>
          <a:prstGeom prst="chevron">
            <a:avLst>
              <a:gd name="adj" fmla="val 36000"/>
            </a:avLst>
          </a:prstGeom>
          <a:solidFill>
            <a:srgbClr val="616161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100" dirty="0"/>
          </a:p>
        </p:txBody>
      </p:sp>
      <p:sp>
        <p:nvSpPr>
          <p:cNvPr id="25" name="流程鏈"/>
          <p:cNvSpPr/>
          <p:nvPr/>
        </p:nvSpPr>
        <p:spPr>
          <a:xfrm>
            <a:off x="8378186" y="2816352"/>
            <a:ext cx="936258" cy="409651"/>
          </a:xfrm>
          <a:prstGeom prst="chevron">
            <a:avLst>
              <a:gd name="adj" fmla="val 36000"/>
            </a:avLst>
          </a:prstGeom>
          <a:solidFill>
            <a:srgbClr val="F07F2D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100" dirty="0"/>
          </a:p>
        </p:txBody>
      </p:sp>
      <p:sp>
        <p:nvSpPr>
          <p:cNvPr id="26" name="流程鏈"/>
          <p:cNvSpPr/>
          <p:nvPr/>
        </p:nvSpPr>
        <p:spPr>
          <a:xfrm>
            <a:off x="5047488" y="3621024"/>
            <a:ext cx="1144426" cy="409651"/>
          </a:xfrm>
          <a:prstGeom prst="homePlate">
            <a:avLst>
              <a:gd name="adj" fmla="val 36000"/>
            </a:avLst>
          </a:prstGeom>
          <a:solidFill>
            <a:srgbClr val="3A3A3A"/>
          </a:solidFill>
          <a:ln>
            <a:noFill/>
          </a:ln>
        </p:spPr>
        <p:txBody>
          <a:bodyPr wrap="square" lIns="60960" tIns="0" rIns="2032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1100" dirty="0"/>
          </a:p>
        </p:txBody>
      </p:sp>
      <p:sp>
        <p:nvSpPr>
          <p:cNvPr id="27" name="流程鏈"/>
          <p:cNvSpPr/>
          <p:nvPr/>
        </p:nvSpPr>
        <p:spPr>
          <a:xfrm>
            <a:off x="6088331" y="3621024"/>
            <a:ext cx="1144426" cy="409651"/>
          </a:xfrm>
          <a:prstGeom prst="chevron">
            <a:avLst>
              <a:gd name="adj" fmla="val 36000"/>
            </a:avLst>
          </a:prstGeom>
          <a:solidFill>
            <a:srgbClr val="616161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</a:t>
            </a:r>
            <a:endParaRPr lang="en-US" sz="1100" dirty="0"/>
          </a:p>
        </p:txBody>
      </p:sp>
      <p:sp>
        <p:nvSpPr>
          <p:cNvPr id="28" name="流程鏈"/>
          <p:cNvSpPr/>
          <p:nvPr/>
        </p:nvSpPr>
        <p:spPr>
          <a:xfrm>
            <a:off x="7129174" y="3621024"/>
            <a:ext cx="1144426" cy="409651"/>
          </a:xfrm>
          <a:prstGeom prst="chevron">
            <a:avLst>
              <a:gd name="adj" fmla="val 36000"/>
            </a:avLst>
          </a:prstGeom>
          <a:solidFill>
            <a:srgbClr val="3A3A3A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100" dirty="0"/>
          </a:p>
        </p:txBody>
      </p:sp>
      <p:sp>
        <p:nvSpPr>
          <p:cNvPr id="29" name="流程鏈"/>
          <p:cNvSpPr/>
          <p:nvPr/>
        </p:nvSpPr>
        <p:spPr>
          <a:xfrm>
            <a:off x="8170018" y="3621024"/>
            <a:ext cx="1144426" cy="409651"/>
          </a:xfrm>
          <a:prstGeom prst="chevron">
            <a:avLst>
              <a:gd name="adj" fmla="val 36000"/>
            </a:avLst>
          </a:prstGeom>
          <a:solidFill>
            <a:srgbClr val="F07F2D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檢討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47488" y="4111142"/>
            <a:ext cx="114442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界定範圍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088331" y="4111142"/>
            <a:ext cx="114442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產出方案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129174" y="4111142"/>
            <a:ext cx="114442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落實計畫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170018" y="4111142"/>
            <a:ext cx="114442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回顧改善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47488" y="4608576"/>
            <a:ext cx="4266956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流程鏈以 3–5 個步驟為佳，重點步驟可用強調色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炭灰橘點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 / 14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38912" y="29260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連接線與箭頭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2813914" y="682752"/>
            <a:ext cx="117043" cy="117043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8912" y="819302"/>
            <a:ext cx="8046720" cy="277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細直線、折線、點狀線、曲線、▶ 小三角與區塊箭號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8912" y="1170432"/>
            <a:ext cx="365760" cy="43891"/>
          </a:xfrm>
          <a:prstGeom prst="rect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8912" y="1503274"/>
            <a:ext cx="80467" cy="80467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9846" y="1426464"/>
            <a:ext cx="1882384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 Straight</a:t>
            </a:r>
            <a:endParaRPr lang="en-US" sz="1050" dirty="0"/>
          </a:p>
        </p:txBody>
      </p:sp>
      <p:sp>
        <p:nvSpPr>
          <p:cNvPr id="8" name="線條"/>
          <p:cNvSpPr/>
          <p:nvPr/>
        </p:nvSpPr>
        <p:spPr>
          <a:xfrm>
            <a:off x="438912" y="1733702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9" name="處理"/>
          <p:cNvSpPr/>
          <p:nvPr/>
        </p:nvSpPr>
        <p:spPr>
          <a:xfrm>
            <a:off x="438912" y="2245766"/>
            <a:ext cx="658368" cy="336499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 w="20320">
            <a:solidFill>
              <a:srgbClr val="3A3A3A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10" name="處理"/>
          <p:cNvSpPr/>
          <p:nvPr/>
        </p:nvSpPr>
        <p:spPr>
          <a:xfrm>
            <a:off x="1823862" y="2245766"/>
            <a:ext cx="658368" cy="336499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 w="20320">
            <a:solidFill>
              <a:srgbClr val="3A3A3A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050" dirty="0"/>
          </a:p>
        </p:txBody>
      </p:sp>
      <p:cxnSp>
        <p:nvCxnSpPr>
          <p:cNvPr id="11" name="連接線"/>
          <p:cNvCxnSpPr>
            <a:stCxn id="9" idx="3"/>
            <a:endCxn id="10" idx="1"/>
          </p:cNvCxnSpPr>
          <p:nvPr/>
        </p:nvCxnSpPr>
        <p:spPr>
          <a:xfrm>
            <a:off x="1097280" y="2414016"/>
            <a:ext cx="726582" cy="0"/>
          </a:xfrm>
          <a:prstGeom prst="straightConnector1">
            <a:avLst/>
          </a:prstGeom>
          <a:ln w="20320">
            <a:solidFill>
              <a:srgbClr val="3A3A3A"/>
            </a:solidFill>
            <a:prstDash val="solid"/>
            <a:tailEnd type="triangle"/>
          </a:ln>
        </p:spPr>
      </p:cxnSp>
      <p:sp>
        <p:nvSpPr>
          <p:cNvPr id="12" name="Text 10"/>
          <p:cNvSpPr/>
          <p:nvPr/>
        </p:nvSpPr>
        <p:spPr>
          <a:xfrm>
            <a:off x="2716317" y="1503274"/>
            <a:ext cx="80467" cy="80467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877251" y="1426464"/>
            <a:ext cx="1882384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 Elbow</a:t>
            </a:r>
            <a:endParaRPr lang="en-US" sz="1050" dirty="0"/>
          </a:p>
        </p:txBody>
      </p:sp>
      <p:sp>
        <p:nvSpPr>
          <p:cNvPr id="14" name="線條"/>
          <p:cNvSpPr/>
          <p:nvPr/>
        </p:nvSpPr>
        <p:spPr>
          <a:xfrm>
            <a:off x="2716317" y="1733702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5" name="處理"/>
          <p:cNvSpPr/>
          <p:nvPr/>
        </p:nvSpPr>
        <p:spPr>
          <a:xfrm>
            <a:off x="2716317" y="1975104"/>
            <a:ext cx="658368" cy="336499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 w="20320">
            <a:solidFill>
              <a:srgbClr val="3A3A3A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16" name="處理"/>
          <p:cNvSpPr/>
          <p:nvPr/>
        </p:nvSpPr>
        <p:spPr>
          <a:xfrm>
            <a:off x="4101267" y="2706624"/>
            <a:ext cx="658368" cy="336499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 w="20320">
            <a:solidFill>
              <a:srgbClr val="3A3A3A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050" dirty="0"/>
          </a:p>
        </p:txBody>
      </p:sp>
      <p:cxnSp>
        <p:nvCxnSpPr>
          <p:cNvPr id="17" name="連接線"/>
          <p:cNvCxnSpPr>
            <a:stCxn id="15" idx="3"/>
            <a:endCxn id="16" idx="1"/>
          </p:cNvCxnSpPr>
          <p:nvPr/>
        </p:nvCxnSpPr>
        <p:spPr>
          <a:xfrm>
            <a:off x="3374685" y="2143354"/>
            <a:ext cx="726582" cy="731520"/>
          </a:xfrm>
          <a:prstGeom prst="bentConnector3">
            <a:avLst>
              <a:gd name="adj1" fmla="val 50000"/>
            </a:avLst>
          </a:prstGeom>
          <a:ln w="20320">
            <a:solidFill>
              <a:srgbClr val="3A3A3A"/>
            </a:solidFill>
            <a:prstDash val="solid"/>
            <a:tailEnd type="triangle"/>
          </a:ln>
        </p:spPr>
      </p:cxnSp>
      <p:sp>
        <p:nvSpPr>
          <p:cNvPr id="18" name="Text 16"/>
          <p:cNvSpPr/>
          <p:nvPr/>
        </p:nvSpPr>
        <p:spPr>
          <a:xfrm>
            <a:off x="4993721" y="1503274"/>
            <a:ext cx="80467" cy="80467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154656" y="1426464"/>
            <a:ext cx="1882384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點狀線 Dotted</a:t>
            </a:r>
            <a:endParaRPr lang="en-US" sz="1050" dirty="0"/>
          </a:p>
        </p:txBody>
      </p:sp>
      <p:sp>
        <p:nvSpPr>
          <p:cNvPr id="20" name="線條"/>
          <p:cNvSpPr/>
          <p:nvPr/>
        </p:nvSpPr>
        <p:spPr>
          <a:xfrm>
            <a:off x="4993721" y="1733702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1" name="處理"/>
          <p:cNvSpPr/>
          <p:nvPr/>
        </p:nvSpPr>
        <p:spPr>
          <a:xfrm>
            <a:off x="4993721" y="2245766"/>
            <a:ext cx="658368" cy="336499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 w="20320">
            <a:solidFill>
              <a:srgbClr val="3A3A3A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22" name="處理"/>
          <p:cNvSpPr/>
          <p:nvPr/>
        </p:nvSpPr>
        <p:spPr>
          <a:xfrm>
            <a:off x="6378672" y="2245766"/>
            <a:ext cx="658368" cy="336499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 w="20320">
            <a:solidFill>
              <a:srgbClr val="3A3A3A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050" dirty="0"/>
          </a:p>
        </p:txBody>
      </p:sp>
      <p:cxnSp>
        <p:nvCxnSpPr>
          <p:cNvPr id="23" name="連接線"/>
          <p:cNvCxnSpPr>
            <a:stCxn id="21" idx="3"/>
            <a:endCxn id="22" idx="1"/>
          </p:cNvCxnSpPr>
          <p:nvPr/>
        </p:nvCxnSpPr>
        <p:spPr>
          <a:xfrm>
            <a:off x="5652089" y="2414016"/>
            <a:ext cx="726582" cy="0"/>
          </a:xfrm>
          <a:prstGeom prst="straightConnector1">
            <a:avLst/>
          </a:prstGeom>
          <a:ln w="20320">
            <a:solidFill>
              <a:srgbClr val="3A3A3A"/>
            </a:solidFill>
            <a:prstDash val="sysDot"/>
            <a:tailEnd type="triangle"/>
          </a:ln>
        </p:spPr>
      </p:cxnSp>
      <p:sp>
        <p:nvSpPr>
          <p:cNvPr id="24" name="Text 22"/>
          <p:cNvSpPr/>
          <p:nvPr/>
        </p:nvSpPr>
        <p:spPr>
          <a:xfrm>
            <a:off x="7271126" y="1503274"/>
            <a:ext cx="80467" cy="80467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432060" y="1426464"/>
            <a:ext cx="1882384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曲線 Curved</a:t>
            </a:r>
            <a:endParaRPr lang="en-US" sz="1050" dirty="0"/>
          </a:p>
        </p:txBody>
      </p:sp>
      <p:sp>
        <p:nvSpPr>
          <p:cNvPr id="26" name="線條"/>
          <p:cNvSpPr/>
          <p:nvPr/>
        </p:nvSpPr>
        <p:spPr>
          <a:xfrm>
            <a:off x="7271126" y="1733702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7" name="處理"/>
          <p:cNvSpPr/>
          <p:nvPr/>
        </p:nvSpPr>
        <p:spPr>
          <a:xfrm>
            <a:off x="7271126" y="2596896"/>
            <a:ext cx="658368" cy="336499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 w="20320">
            <a:solidFill>
              <a:srgbClr val="3A3A3A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28" name="處理"/>
          <p:cNvSpPr/>
          <p:nvPr/>
        </p:nvSpPr>
        <p:spPr>
          <a:xfrm>
            <a:off x="8656076" y="2596896"/>
            <a:ext cx="658368" cy="336499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 w="20320">
            <a:solidFill>
              <a:srgbClr val="3A3A3A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050" dirty="0"/>
          </a:p>
        </p:txBody>
      </p:sp>
      <p:sp>
        <p:nvSpPr>
          <p:cNvPr id="29" name="曲線箭頭"/>
          <p:cNvSpPr/>
          <p:nvPr/>
        </p:nvSpPr>
        <p:spPr>
          <a:xfrm>
            <a:off x="7600310" y="1938528"/>
            <a:ext cx="1384950" cy="614477"/>
          </a:xfrm>
          <a:custGeom>
            <a:avLst/>
            <a:gdLst/>
            <a:ahLst/>
            <a:cxnLst/>
            <a:rect l="l" t="t" r="r" b="b"/>
            <a:pathLst>
              <a:path w="1384950" h="614477">
                <a:moveTo>
                  <a:pt x="0" y="614477"/>
                </a:moveTo>
                <a:cubicBezTo>
                  <a:pt x="0" y="0"/>
                  <a:pt x="1384950" y="0"/>
                  <a:pt x="1384950" y="614477"/>
                </a:cubicBezTo>
              </a:path>
            </a:pathLst>
          </a:custGeom>
          <a:noFill/>
          <a:ln w="20320">
            <a:solidFill>
              <a:srgbClr val="3A3A3A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38912" y="3222346"/>
            <a:ext cx="80467" cy="80467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99846" y="3145536"/>
            <a:ext cx="1882384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小三角分隔</a:t>
            </a:r>
            <a:endParaRPr lang="en-US" sz="1050" dirty="0"/>
          </a:p>
        </p:txBody>
      </p:sp>
      <p:sp>
        <p:nvSpPr>
          <p:cNvPr id="32" name="線條"/>
          <p:cNvSpPr/>
          <p:nvPr/>
        </p:nvSpPr>
        <p:spPr>
          <a:xfrm>
            <a:off x="438912" y="3452774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3986784"/>
            <a:ext cx="45354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050" dirty="0"/>
          </a:p>
        </p:txBody>
      </p:sp>
      <p:sp>
        <p:nvSpPr>
          <p:cNvPr id="34" name="分隔"/>
          <p:cNvSpPr/>
          <p:nvPr/>
        </p:nvSpPr>
        <p:spPr>
          <a:xfrm>
            <a:off x="989975" y="4023360"/>
            <a:ext cx="146304" cy="219456"/>
          </a:xfrm>
          <a:prstGeom prst="chevron">
            <a:avLst>
              <a:gd name="adj" fmla="val 60000"/>
            </a:avLst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233800" y="3986784"/>
            <a:ext cx="45354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050" dirty="0"/>
          </a:p>
        </p:txBody>
      </p:sp>
      <p:sp>
        <p:nvSpPr>
          <p:cNvPr id="36" name="分隔"/>
          <p:cNvSpPr/>
          <p:nvPr/>
        </p:nvSpPr>
        <p:spPr>
          <a:xfrm>
            <a:off x="1784863" y="4023360"/>
            <a:ext cx="146304" cy="219456"/>
          </a:xfrm>
          <a:prstGeom prst="chevron">
            <a:avLst>
              <a:gd name="adj" fmla="val 60000"/>
            </a:avLst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028688" y="3986784"/>
            <a:ext cx="45354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716317" y="3222346"/>
            <a:ext cx="80467" cy="80467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2877251" y="3145536"/>
            <a:ext cx="1882384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▶▶▶ 點狀箭號</a:t>
            </a:r>
            <a:endParaRPr lang="en-US" sz="1050" dirty="0"/>
          </a:p>
        </p:txBody>
      </p:sp>
      <p:sp>
        <p:nvSpPr>
          <p:cNvPr id="40" name="線條"/>
          <p:cNvSpPr/>
          <p:nvPr/>
        </p:nvSpPr>
        <p:spPr>
          <a:xfrm>
            <a:off x="2716317" y="3452774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41" name="處理"/>
          <p:cNvSpPr/>
          <p:nvPr/>
        </p:nvSpPr>
        <p:spPr>
          <a:xfrm>
            <a:off x="2716317" y="3964838"/>
            <a:ext cx="658368" cy="336499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 w="20320">
            <a:solidFill>
              <a:srgbClr val="3A3A3A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42" name="處理"/>
          <p:cNvSpPr/>
          <p:nvPr/>
        </p:nvSpPr>
        <p:spPr>
          <a:xfrm>
            <a:off x="4101267" y="3964838"/>
            <a:ext cx="658368" cy="336499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 w="20320">
            <a:solidFill>
              <a:srgbClr val="3A3A3A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050" dirty="0"/>
          </a:p>
        </p:txBody>
      </p:sp>
      <p:sp>
        <p:nvSpPr>
          <p:cNvPr id="43" name="三角形"/>
          <p:cNvSpPr/>
          <p:nvPr/>
        </p:nvSpPr>
        <p:spPr>
          <a:xfrm>
            <a:off x="3571189" y="4076029"/>
            <a:ext cx="87782" cy="114117"/>
          </a:xfrm>
          <a:custGeom>
            <a:avLst/>
            <a:gdLst/>
            <a:ahLst/>
            <a:cxnLst/>
            <a:rect l="l" t="t" r="r" b="b"/>
            <a:pathLst>
              <a:path w="87782" h="114117">
                <a:moveTo>
                  <a:pt x="0" y="0"/>
                </a:moveTo>
                <a:lnTo>
                  <a:pt x="87782" y="57059"/>
                </a:lnTo>
                <a:lnTo>
                  <a:pt x="0" y="114117"/>
                </a:lnTo>
                <a:close/>
              </a:path>
            </a:pathLst>
          </a:cu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三角形"/>
          <p:cNvSpPr/>
          <p:nvPr/>
        </p:nvSpPr>
        <p:spPr>
          <a:xfrm>
            <a:off x="3694085" y="4076029"/>
            <a:ext cx="87782" cy="114117"/>
          </a:xfrm>
          <a:custGeom>
            <a:avLst/>
            <a:gdLst/>
            <a:ahLst/>
            <a:cxnLst/>
            <a:rect l="l" t="t" r="r" b="b"/>
            <a:pathLst>
              <a:path w="87782" h="114117">
                <a:moveTo>
                  <a:pt x="0" y="0"/>
                </a:moveTo>
                <a:lnTo>
                  <a:pt x="87782" y="57059"/>
                </a:lnTo>
                <a:lnTo>
                  <a:pt x="0" y="114117"/>
                </a:lnTo>
                <a:close/>
              </a:path>
            </a:pathLst>
          </a:cu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三角形"/>
          <p:cNvSpPr/>
          <p:nvPr/>
        </p:nvSpPr>
        <p:spPr>
          <a:xfrm>
            <a:off x="3816980" y="4076029"/>
            <a:ext cx="87782" cy="114117"/>
          </a:xfrm>
          <a:custGeom>
            <a:avLst/>
            <a:gdLst/>
            <a:ahLst/>
            <a:cxnLst/>
            <a:rect l="l" t="t" r="r" b="b"/>
            <a:pathLst>
              <a:path w="87782" h="114117">
                <a:moveTo>
                  <a:pt x="0" y="0"/>
                </a:moveTo>
                <a:lnTo>
                  <a:pt x="87782" y="57059"/>
                </a:lnTo>
                <a:lnTo>
                  <a:pt x="0" y="114117"/>
                </a:lnTo>
                <a:close/>
              </a:path>
            </a:pathLst>
          </a:cu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993721" y="3222346"/>
            <a:ext cx="80467" cy="80467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154656" y="3145536"/>
            <a:ext cx="1882384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區塊箭號 Chevron</a:t>
            </a:r>
            <a:endParaRPr lang="en-US" sz="1050" dirty="0"/>
          </a:p>
        </p:txBody>
      </p:sp>
      <p:sp>
        <p:nvSpPr>
          <p:cNvPr id="48" name="線條"/>
          <p:cNvSpPr/>
          <p:nvPr/>
        </p:nvSpPr>
        <p:spPr>
          <a:xfrm>
            <a:off x="4993721" y="3452774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49" name="區塊箭號"/>
          <p:cNvSpPr/>
          <p:nvPr/>
        </p:nvSpPr>
        <p:spPr>
          <a:xfrm>
            <a:off x="4993721" y="3935578"/>
            <a:ext cx="768888" cy="395021"/>
          </a:xfrm>
          <a:prstGeom prst="homePlate">
            <a:avLst>
              <a:gd name="adj" fmla="val 33333"/>
            </a:avLst>
          </a:prstGeom>
          <a:solidFill>
            <a:srgbClr val="3A3A3A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</a:t>
            </a:r>
            <a:endParaRPr lang="en-US" sz="1050" dirty="0"/>
          </a:p>
        </p:txBody>
      </p:sp>
      <p:sp>
        <p:nvSpPr>
          <p:cNvPr id="50" name="區塊箭號"/>
          <p:cNvSpPr/>
          <p:nvPr/>
        </p:nvSpPr>
        <p:spPr>
          <a:xfrm>
            <a:off x="5660197" y="3935578"/>
            <a:ext cx="768888" cy="395021"/>
          </a:xfrm>
          <a:prstGeom prst="chevron">
            <a:avLst>
              <a:gd name="adj" fmla="val 33333"/>
            </a:avLst>
          </a:prstGeom>
          <a:solidFill>
            <a:srgbClr val="6B6B6B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</a:t>
            </a:r>
            <a:endParaRPr lang="en-US" sz="1050" dirty="0"/>
          </a:p>
        </p:txBody>
      </p:sp>
      <p:sp>
        <p:nvSpPr>
          <p:cNvPr id="51" name="區塊箭號"/>
          <p:cNvSpPr/>
          <p:nvPr/>
        </p:nvSpPr>
        <p:spPr>
          <a:xfrm>
            <a:off x="6326673" y="3935578"/>
            <a:ext cx="768888" cy="395021"/>
          </a:xfrm>
          <a:prstGeom prst="chevron">
            <a:avLst>
              <a:gd name="adj" fmla="val 33333"/>
            </a:avLst>
          </a:prstGeom>
          <a:solidFill>
            <a:srgbClr val="F07F2D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7271126" y="3222346"/>
            <a:ext cx="80467" cy="80467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7432060" y="3145536"/>
            <a:ext cx="1882384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 Branch</a:t>
            </a:r>
            <a:endParaRPr lang="en-US" sz="1050" dirty="0"/>
          </a:p>
        </p:txBody>
      </p:sp>
      <p:sp>
        <p:nvSpPr>
          <p:cNvPr id="54" name="線條"/>
          <p:cNvSpPr/>
          <p:nvPr/>
        </p:nvSpPr>
        <p:spPr>
          <a:xfrm>
            <a:off x="7271126" y="3452774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55" name="處理"/>
          <p:cNvSpPr/>
          <p:nvPr/>
        </p:nvSpPr>
        <p:spPr>
          <a:xfrm>
            <a:off x="7271126" y="3964838"/>
            <a:ext cx="658368" cy="336499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 w="20320">
            <a:solidFill>
              <a:srgbClr val="3A3A3A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56" name="處理"/>
          <p:cNvSpPr/>
          <p:nvPr/>
        </p:nvSpPr>
        <p:spPr>
          <a:xfrm>
            <a:off x="8656076" y="3657600"/>
            <a:ext cx="658368" cy="336499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 w="20320">
            <a:solidFill>
              <a:srgbClr val="3A3A3A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B1</a:t>
            </a:r>
            <a:endParaRPr lang="en-US" sz="1050" dirty="0"/>
          </a:p>
        </p:txBody>
      </p:sp>
      <p:sp>
        <p:nvSpPr>
          <p:cNvPr id="57" name="處理"/>
          <p:cNvSpPr/>
          <p:nvPr/>
        </p:nvSpPr>
        <p:spPr>
          <a:xfrm>
            <a:off x="8656076" y="4272077"/>
            <a:ext cx="658368" cy="336499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 w="20320">
            <a:solidFill>
              <a:srgbClr val="3A3A3A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B2</a:t>
            </a:r>
            <a:endParaRPr lang="en-US" sz="1050" dirty="0"/>
          </a:p>
        </p:txBody>
      </p:sp>
      <p:cxnSp>
        <p:nvCxnSpPr>
          <p:cNvPr id="58" name="連接線"/>
          <p:cNvCxnSpPr>
            <a:stCxn id="55" idx="3"/>
            <a:endCxn id="56" idx="1"/>
          </p:cNvCxnSpPr>
          <p:nvPr/>
        </p:nvCxnSpPr>
        <p:spPr>
          <a:xfrm flipV="1">
            <a:off x="7929494" y="3825850"/>
            <a:ext cx="726582" cy="307238"/>
          </a:xfrm>
          <a:prstGeom prst="bentConnector3">
            <a:avLst>
              <a:gd name="adj1" fmla="val 50000"/>
            </a:avLst>
          </a:prstGeom>
          <a:ln w="20320">
            <a:solidFill>
              <a:srgbClr val="3A3A3A"/>
            </a:solidFill>
            <a:prstDash val="solid"/>
            <a:tailEnd type="triangle"/>
          </a:ln>
        </p:spPr>
      </p:cxnSp>
      <p:cxnSp>
        <p:nvCxnSpPr>
          <p:cNvPr id="59" name="連接線"/>
          <p:cNvCxnSpPr>
            <a:stCxn id="55" idx="3"/>
            <a:endCxn id="57" idx="1"/>
          </p:cNvCxnSpPr>
          <p:nvPr/>
        </p:nvCxnSpPr>
        <p:spPr>
          <a:xfrm>
            <a:off x="7929494" y="4133088"/>
            <a:ext cx="726582" cy="307238"/>
          </a:xfrm>
          <a:prstGeom prst="bentConnector3">
            <a:avLst>
              <a:gd name="adj1" fmla="val 50000"/>
            </a:avLst>
          </a:prstGeom>
          <a:ln w="20320">
            <a:solidFill>
              <a:srgbClr val="3A3A3A"/>
            </a:solidFill>
            <a:prstDash val="solid"/>
            <a:tailEnd type="triangle"/>
          </a:ln>
        </p:spPr>
      </p:cxnSp>
      <p:sp>
        <p:nvSpPr>
          <p:cNvPr id="60" name="Text 58"/>
          <p:cNvSpPr/>
          <p:nvPr/>
        </p:nvSpPr>
        <p:spPr>
          <a:xfrm>
            <a:off x="438912" y="4754880"/>
            <a:ext cx="8875532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直線、折線、點狀線、分支在 pptx 中是「黏著連接線」：移動圖形，線會跟著走（曲線為一般線條）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炭灰橘點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 / 14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38912" y="29260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流程圖符號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2427834" y="682752"/>
            <a:ext cx="117043" cy="117043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8912" y="819302"/>
            <a:ext cx="8046720" cy="277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開始／結束、處理、判斷、輸入輸出、文件、資料庫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8912" y="1170432"/>
            <a:ext cx="365760" cy="43891"/>
          </a:xfrm>
          <a:prstGeom prst="rect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開始／結束"/>
          <p:cNvSpPr/>
          <p:nvPr/>
        </p:nvSpPr>
        <p:spPr>
          <a:xfrm>
            <a:off x="629900" y="1784909"/>
            <a:ext cx="1097280" cy="453542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2501798"/>
            <a:ext cx="1479255" cy="3803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Terminator</a:t>
            </a:r>
            <a:endParaRPr lang="en-US" sz="1100" dirty="0"/>
          </a:p>
        </p:txBody>
      </p:sp>
      <p:sp>
        <p:nvSpPr>
          <p:cNvPr id="8" name="處理"/>
          <p:cNvSpPr/>
          <p:nvPr/>
        </p:nvSpPr>
        <p:spPr>
          <a:xfrm>
            <a:off x="2072579" y="1748333"/>
            <a:ext cx="1170432" cy="526694"/>
          </a:xfrm>
          <a:prstGeom prst="roundRect">
            <a:avLst>
              <a:gd name="adj" fmla="val 6944"/>
            </a:avLst>
          </a:prstGeom>
          <a:solidFill>
            <a:srgbClr val="F2F2F2"/>
          </a:solidFill>
          <a:ln w="20320">
            <a:solidFill>
              <a:srgbClr val="3A3A3A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18167" y="2501798"/>
            <a:ext cx="1479255" cy="3803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Process</a:t>
            </a:r>
            <a:endParaRPr lang="en-US" sz="1100" dirty="0"/>
          </a:p>
        </p:txBody>
      </p:sp>
      <p:sp>
        <p:nvSpPr>
          <p:cNvPr id="10" name="判斷"/>
          <p:cNvSpPr/>
          <p:nvPr/>
        </p:nvSpPr>
        <p:spPr>
          <a:xfrm>
            <a:off x="3588410" y="1645920"/>
            <a:ext cx="1097280" cy="731520"/>
          </a:xfrm>
          <a:prstGeom prst="diamond">
            <a:avLst/>
          </a:prstGeom>
          <a:solidFill>
            <a:srgbClr val="FFFFFF"/>
          </a:solidFill>
          <a:ln w="20320">
            <a:solidFill>
              <a:srgbClr val="F07F2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97423" y="2501798"/>
            <a:ext cx="1479255" cy="3803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12" name="輸入輸出"/>
          <p:cNvSpPr/>
          <p:nvPr/>
        </p:nvSpPr>
        <p:spPr>
          <a:xfrm>
            <a:off x="4994514" y="1748333"/>
            <a:ext cx="1243584" cy="526694"/>
          </a:xfrm>
          <a:prstGeom prst="parallelogram">
            <a:avLst>
              <a:gd name="adj" fmla="val 42000"/>
            </a:avLst>
          </a:prstGeom>
          <a:solidFill>
            <a:srgbClr val="F2F2F2"/>
          </a:solidFill>
          <a:ln w="20320">
            <a:solidFill>
              <a:srgbClr val="3A3A3A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76678" y="2501798"/>
            <a:ext cx="1479255" cy="3803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輸入／輸出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Input / Output</a:t>
            </a:r>
            <a:endParaRPr lang="en-US" sz="1100" dirty="0"/>
          </a:p>
        </p:txBody>
      </p:sp>
      <p:sp>
        <p:nvSpPr>
          <p:cNvPr id="14" name="文件"/>
          <p:cNvSpPr/>
          <p:nvPr/>
        </p:nvSpPr>
        <p:spPr>
          <a:xfrm>
            <a:off x="6546921" y="1700784"/>
            <a:ext cx="1097280" cy="621792"/>
          </a:xfrm>
          <a:prstGeom prst="flowChartDocument">
            <a:avLst/>
          </a:prstGeom>
          <a:solidFill>
            <a:srgbClr val="F2F2F2"/>
          </a:solidFill>
          <a:ln w="20320">
            <a:solidFill>
              <a:srgbClr val="3A3A3A"/>
            </a:solidFill>
            <a:prstDash val="solid"/>
          </a:ln>
        </p:spPr>
        <p:txBody>
          <a:bodyPr wrap="square" lIns="30480" tIns="0" rIns="3048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933" y="2501798"/>
            <a:ext cx="1479255" cy="3803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Document</a:t>
            </a:r>
            <a:endParaRPr lang="en-US" sz="1100" dirty="0"/>
          </a:p>
        </p:txBody>
      </p:sp>
      <p:sp>
        <p:nvSpPr>
          <p:cNvPr id="16" name="資料庫"/>
          <p:cNvSpPr/>
          <p:nvPr/>
        </p:nvSpPr>
        <p:spPr>
          <a:xfrm>
            <a:off x="8172480" y="1645920"/>
            <a:ext cx="804672" cy="731520"/>
          </a:xfrm>
          <a:prstGeom prst="can">
            <a:avLst>
              <a:gd name="adj" fmla="val 13000"/>
            </a:avLst>
          </a:prstGeom>
          <a:solidFill>
            <a:srgbClr val="F2F2F2"/>
          </a:solidFill>
          <a:ln w="20320">
            <a:solidFill>
              <a:srgbClr val="3A3A3A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35189" y="2501798"/>
            <a:ext cx="1479255" cy="3803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090672"/>
            <a:ext cx="80467" cy="80467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99846" y="3013862"/>
            <a:ext cx="8714598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基本流程範例</a:t>
            </a:r>
            <a:endParaRPr lang="en-US" sz="1050" dirty="0"/>
          </a:p>
        </p:txBody>
      </p:sp>
      <p:sp>
        <p:nvSpPr>
          <p:cNvPr id="20" name="線條"/>
          <p:cNvSpPr/>
          <p:nvPr/>
        </p:nvSpPr>
        <p:spPr>
          <a:xfrm>
            <a:off x="438912" y="3321101"/>
            <a:ext cx="8875532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1" name="開始／結束"/>
          <p:cNvSpPr/>
          <p:nvPr/>
        </p:nvSpPr>
        <p:spPr>
          <a:xfrm>
            <a:off x="438912" y="3547872"/>
            <a:ext cx="914400" cy="438912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00" dirty="0"/>
          </a:p>
        </p:txBody>
      </p:sp>
      <p:sp>
        <p:nvSpPr>
          <p:cNvPr id="22" name="輸入輸出"/>
          <p:cNvSpPr/>
          <p:nvPr/>
        </p:nvSpPr>
        <p:spPr>
          <a:xfrm>
            <a:off x="1782422" y="3518611"/>
            <a:ext cx="1316736" cy="497434"/>
          </a:xfrm>
          <a:prstGeom prst="parallelogram">
            <a:avLst>
              <a:gd name="adj" fmla="val 42000"/>
            </a:avLst>
          </a:prstGeom>
          <a:solidFill>
            <a:srgbClr val="F2F2F2"/>
          </a:solidFill>
          <a:ln w="20320">
            <a:solidFill>
              <a:srgbClr val="3A3A3A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輸入需求</a:t>
            </a:r>
            <a:endParaRPr lang="en-US" sz="1100" dirty="0"/>
          </a:p>
        </p:txBody>
      </p:sp>
      <p:sp>
        <p:nvSpPr>
          <p:cNvPr id="23" name="判斷"/>
          <p:cNvSpPr/>
          <p:nvPr/>
        </p:nvSpPr>
        <p:spPr>
          <a:xfrm>
            <a:off x="3528267" y="3401568"/>
            <a:ext cx="1243584" cy="731520"/>
          </a:xfrm>
          <a:prstGeom prst="diamond">
            <a:avLst/>
          </a:prstGeom>
          <a:solidFill>
            <a:srgbClr val="FFFFFF"/>
          </a:solidFill>
          <a:ln w="20320">
            <a:solidFill>
              <a:srgbClr val="F07F2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是否可行？</a:t>
            </a:r>
            <a:endParaRPr lang="en-US" sz="1050" dirty="0"/>
          </a:p>
        </p:txBody>
      </p:sp>
      <p:sp>
        <p:nvSpPr>
          <p:cNvPr id="24" name="處理"/>
          <p:cNvSpPr/>
          <p:nvPr/>
        </p:nvSpPr>
        <p:spPr>
          <a:xfrm>
            <a:off x="5200961" y="3518611"/>
            <a:ext cx="1170432" cy="497434"/>
          </a:xfrm>
          <a:prstGeom prst="roundRect">
            <a:avLst>
              <a:gd name="adj" fmla="val 7353"/>
            </a:avLst>
          </a:prstGeom>
          <a:solidFill>
            <a:srgbClr val="F2F2F2"/>
          </a:solidFill>
          <a:ln w="20320">
            <a:solidFill>
              <a:srgbClr val="3A3A3A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執行處理</a:t>
            </a:r>
            <a:endParaRPr lang="en-US" sz="1100" dirty="0"/>
          </a:p>
        </p:txBody>
      </p:sp>
      <p:sp>
        <p:nvSpPr>
          <p:cNvPr id="25" name="文件"/>
          <p:cNvSpPr/>
          <p:nvPr/>
        </p:nvSpPr>
        <p:spPr>
          <a:xfrm>
            <a:off x="6800503" y="3474720"/>
            <a:ext cx="1170432" cy="585216"/>
          </a:xfrm>
          <a:prstGeom prst="flowChartDocument">
            <a:avLst/>
          </a:prstGeom>
          <a:solidFill>
            <a:srgbClr val="F2F2F2"/>
          </a:solidFill>
          <a:ln w="20320">
            <a:solidFill>
              <a:srgbClr val="3A3A3A"/>
            </a:solidFill>
            <a:prstDash val="solid"/>
          </a:ln>
        </p:spPr>
        <p:txBody>
          <a:bodyPr wrap="square" lIns="30480" tIns="0" rIns="3048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產出報告</a:t>
            </a:r>
            <a:endParaRPr lang="en-US" sz="1100" dirty="0"/>
          </a:p>
        </p:txBody>
      </p:sp>
      <p:sp>
        <p:nvSpPr>
          <p:cNvPr id="26" name="開始／結束"/>
          <p:cNvSpPr/>
          <p:nvPr/>
        </p:nvSpPr>
        <p:spPr>
          <a:xfrm>
            <a:off x="8400044" y="3547872"/>
            <a:ext cx="914400" cy="438912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100" dirty="0"/>
          </a:p>
        </p:txBody>
      </p:sp>
      <p:cxnSp>
        <p:nvCxnSpPr>
          <p:cNvPr id="27" name="連接線"/>
          <p:cNvCxnSpPr>
            <a:stCxn id="21" idx="3"/>
            <a:endCxn id="22" idx="5"/>
          </p:cNvCxnSpPr>
          <p:nvPr/>
        </p:nvCxnSpPr>
        <p:spPr>
          <a:xfrm>
            <a:off x="1353312" y="3767328"/>
            <a:ext cx="533571" cy="0"/>
          </a:xfrm>
          <a:prstGeom prst="straightConnector1">
            <a:avLst/>
          </a:prstGeom>
          <a:ln w="20320">
            <a:solidFill>
              <a:srgbClr val="3A3A3A"/>
            </a:solidFill>
            <a:prstDash val="solid"/>
            <a:tailEnd type="triangle"/>
          </a:ln>
        </p:spPr>
      </p:cxnSp>
      <p:cxnSp>
        <p:nvCxnSpPr>
          <p:cNvPr id="28" name="連接線"/>
          <p:cNvCxnSpPr>
            <a:stCxn id="22" idx="2"/>
            <a:endCxn id="23" idx="1"/>
          </p:cNvCxnSpPr>
          <p:nvPr/>
        </p:nvCxnSpPr>
        <p:spPr>
          <a:xfrm>
            <a:off x="2994697" y="3767328"/>
            <a:ext cx="533571" cy="0"/>
          </a:xfrm>
          <a:prstGeom prst="straightConnector1">
            <a:avLst/>
          </a:prstGeom>
          <a:ln w="20320">
            <a:solidFill>
              <a:srgbClr val="3A3A3A"/>
            </a:solidFill>
            <a:prstDash val="solid"/>
            <a:tailEnd type="triangle"/>
          </a:ln>
        </p:spPr>
      </p:cxnSp>
      <p:cxnSp>
        <p:nvCxnSpPr>
          <p:cNvPr id="29" name="連接線"/>
          <p:cNvCxnSpPr>
            <a:stCxn id="23" idx="3"/>
            <a:endCxn id="24" idx="1"/>
          </p:cNvCxnSpPr>
          <p:nvPr/>
        </p:nvCxnSpPr>
        <p:spPr>
          <a:xfrm>
            <a:off x="4771851" y="3767328"/>
            <a:ext cx="429110" cy="0"/>
          </a:xfrm>
          <a:prstGeom prst="straightConnector1">
            <a:avLst/>
          </a:prstGeom>
          <a:ln w="20320">
            <a:solidFill>
              <a:srgbClr val="3A3A3A"/>
            </a:solidFill>
            <a:prstDash val="solid"/>
            <a:tailEnd type="triangle"/>
          </a:ln>
        </p:spPr>
      </p:cxnSp>
      <p:cxnSp>
        <p:nvCxnSpPr>
          <p:cNvPr id="30" name="連接線"/>
          <p:cNvCxnSpPr>
            <a:stCxn id="24" idx="3"/>
            <a:endCxn id="25" idx="1"/>
          </p:cNvCxnSpPr>
          <p:nvPr/>
        </p:nvCxnSpPr>
        <p:spPr>
          <a:xfrm>
            <a:off x="6371393" y="3767328"/>
            <a:ext cx="429110" cy="0"/>
          </a:xfrm>
          <a:prstGeom prst="straightConnector1">
            <a:avLst/>
          </a:prstGeom>
          <a:ln w="20320">
            <a:solidFill>
              <a:srgbClr val="3A3A3A"/>
            </a:solidFill>
            <a:prstDash val="solid"/>
            <a:tailEnd type="triangle"/>
          </a:ln>
        </p:spPr>
      </p:cxnSp>
      <p:cxnSp>
        <p:nvCxnSpPr>
          <p:cNvPr id="31" name="連接線"/>
          <p:cNvCxnSpPr>
            <a:stCxn id="25" idx="3"/>
            <a:endCxn id="26" idx="1"/>
          </p:cNvCxnSpPr>
          <p:nvPr/>
        </p:nvCxnSpPr>
        <p:spPr>
          <a:xfrm>
            <a:off x="7970935" y="3767328"/>
            <a:ext cx="429110" cy="0"/>
          </a:xfrm>
          <a:prstGeom prst="straightConnector1">
            <a:avLst/>
          </a:prstGeom>
          <a:ln w="20320">
            <a:solidFill>
              <a:srgbClr val="3A3A3A"/>
            </a:solidFill>
            <a:prstDash val="solid"/>
            <a:tailEnd type="triangle"/>
          </a:ln>
        </p:spPr>
      </p:cxnSp>
      <p:sp>
        <p:nvSpPr>
          <p:cNvPr id="32" name="Text 30"/>
          <p:cNvSpPr/>
          <p:nvPr/>
        </p:nvSpPr>
        <p:spPr>
          <a:xfrm>
            <a:off x="4786482" y="3460090"/>
            <a:ext cx="42911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</a:t>
            </a:r>
            <a:endParaRPr lang="en-US" sz="900" dirty="0"/>
          </a:p>
        </p:txBody>
      </p:sp>
      <p:sp>
        <p:nvSpPr>
          <p:cNvPr id="33" name="資料庫"/>
          <p:cNvSpPr/>
          <p:nvPr/>
        </p:nvSpPr>
        <p:spPr>
          <a:xfrm>
            <a:off x="5420417" y="4330598"/>
            <a:ext cx="731520" cy="599846"/>
          </a:xfrm>
          <a:prstGeom prst="can">
            <a:avLst>
              <a:gd name="adj" fmla="val 13000"/>
            </a:avLst>
          </a:prstGeom>
          <a:solidFill>
            <a:srgbClr val="F2F2F2"/>
          </a:solidFill>
          <a:ln w="20320">
            <a:solidFill>
              <a:srgbClr val="3A3A3A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950" dirty="0"/>
          </a:p>
        </p:txBody>
      </p:sp>
      <p:cxnSp>
        <p:nvCxnSpPr>
          <p:cNvPr id="34" name="連接線"/>
          <p:cNvCxnSpPr>
            <a:stCxn id="24" idx="2"/>
            <a:endCxn id="33" idx="0"/>
          </p:cNvCxnSpPr>
          <p:nvPr/>
        </p:nvCxnSpPr>
        <p:spPr>
          <a:xfrm>
            <a:off x="5786177" y="4016045"/>
            <a:ext cx="0" cy="314554"/>
          </a:xfrm>
          <a:prstGeom prst="straightConnector1">
            <a:avLst/>
          </a:prstGeom>
          <a:ln w="20320">
            <a:solidFill>
              <a:srgbClr val="3A3A3A"/>
            </a:solidFill>
            <a:prstDash val="sysDash"/>
            <a:headEnd type="triangle"/>
            <a:tailEnd type="triangle"/>
          </a:ln>
        </p:spPr>
      </p:cxnSp>
      <p:cxnSp>
        <p:nvCxnSpPr>
          <p:cNvPr id="35" name="連接線"/>
          <p:cNvCxnSpPr>
            <a:stCxn id="23" idx="2"/>
            <a:endCxn id="22" idx="4"/>
          </p:cNvCxnSpPr>
          <p:nvPr/>
        </p:nvCxnSpPr>
        <p:spPr>
          <a:xfrm rot="5400000" flipH="1">
            <a:off x="3236903" y="3219932"/>
            <a:ext cx="117043" cy="1709270"/>
          </a:xfrm>
          <a:prstGeom prst="bentConnector3">
            <a:avLst>
              <a:gd name="adj1" fmla="val -468750"/>
            </a:avLst>
          </a:prstGeom>
          <a:ln w="20320">
            <a:solidFill>
              <a:srgbClr val="3A3A3A"/>
            </a:solidFill>
            <a:prstDash val="solid"/>
            <a:tailEnd type="triangle"/>
          </a:ln>
        </p:spPr>
      </p:cxnSp>
      <p:sp>
        <p:nvSpPr>
          <p:cNvPr id="36" name="Text 34"/>
          <p:cNvSpPr/>
          <p:nvPr/>
        </p:nvSpPr>
        <p:spPr>
          <a:xfrm>
            <a:off x="4223211" y="4220870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否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炭灰橘點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14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38912" y="29260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結構元件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2041754" y="682752"/>
            <a:ext cx="117043" cy="117043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8912" y="819302"/>
            <a:ext cx="8046720" cy="277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樹狀分支、十字矩陣與半透明寬欄條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8912" y="1170432"/>
            <a:ext cx="365760" cy="43891"/>
          </a:xfrm>
          <a:prstGeom prst="rect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8912" y="1503274"/>
            <a:ext cx="80467" cy="80467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9846" y="1426464"/>
            <a:ext cx="4008730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樹狀分支 Tree</a:t>
            </a:r>
            <a:endParaRPr lang="en-US" sz="1050" dirty="0"/>
          </a:p>
        </p:txBody>
      </p:sp>
      <p:sp>
        <p:nvSpPr>
          <p:cNvPr id="8" name="線條"/>
          <p:cNvSpPr/>
          <p:nvPr/>
        </p:nvSpPr>
        <p:spPr>
          <a:xfrm>
            <a:off x="438912" y="1733702"/>
            <a:ext cx="4169664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9" name="處理"/>
          <p:cNvSpPr/>
          <p:nvPr/>
        </p:nvSpPr>
        <p:spPr>
          <a:xfrm>
            <a:off x="438912" y="3035808"/>
            <a:ext cx="599846" cy="36576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20320">
            <a:solidFill>
              <a:srgbClr val="3A3A3A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起點</a:t>
            </a:r>
            <a:endParaRPr lang="en-US" sz="1050" dirty="0"/>
          </a:p>
        </p:txBody>
      </p:sp>
      <p:sp>
        <p:nvSpPr>
          <p:cNvPr id="10" name="處理"/>
          <p:cNvSpPr/>
          <p:nvPr/>
        </p:nvSpPr>
        <p:spPr>
          <a:xfrm>
            <a:off x="1499616" y="2450592"/>
            <a:ext cx="672998" cy="36576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20320">
            <a:solidFill>
              <a:srgbClr val="3A3A3A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分支一</a:t>
            </a:r>
            <a:endParaRPr lang="en-US" sz="950" dirty="0"/>
          </a:p>
        </p:txBody>
      </p:sp>
      <p:sp>
        <p:nvSpPr>
          <p:cNvPr id="11" name="處理"/>
          <p:cNvSpPr/>
          <p:nvPr/>
        </p:nvSpPr>
        <p:spPr>
          <a:xfrm>
            <a:off x="1499616" y="3621024"/>
            <a:ext cx="672998" cy="36576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20320">
            <a:solidFill>
              <a:srgbClr val="3A3A3A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分支二</a:t>
            </a:r>
            <a:endParaRPr lang="en-US" sz="950" dirty="0"/>
          </a:p>
        </p:txBody>
      </p:sp>
      <p:sp>
        <p:nvSpPr>
          <p:cNvPr id="12" name="處理"/>
          <p:cNvSpPr/>
          <p:nvPr/>
        </p:nvSpPr>
        <p:spPr>
          <a:xfrm>
            <a:off x="2633472" y="3035808"/>
            <a:ext cx="599846" cy="365760"/>
          </a:xfrm>
          <a:prstGeom prst="roundRect">
            <a:avLst>
              <a:gd name="adj" fmla="val 10000"/>
            </a:avLst>
          </a:prstGeom>
          <a:solidFill>
            <a:srgbClr val="3A3A3A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</a:t>
            </a:r>
            <a:endParaRPr lang="en-US" sz="1050" dirty="0"/>
          </a:p>
        </p:txBody>
      </p:sp>
      <p:sp>
        <p:nvSpPr>
          <p:cNvPr id="13" name="處理"/>
          <p:cNvSpPr/>
          <p:nvPr/>
        </p:nvSpPr>
        <p:spPr>
          <a:xfrm>
            <a:off x="3694176" y="2084832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20320">
            <a:solidFill>
              <a:srgbClr val="3A3A3A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A</a:t>
            </a:r>
            <a:endParaRPr lang="en-US" sz="950" dirty="0"/>
          </a:p>
        </p:txBody>
      </p:sp>
      <p:sp>
        <p:nvSpPr>
          <p:cNvPr id="14" name="處理"/>
          <p:cNvSpPr/>
          <p:nvPr/>
        </p:nvSpPr>
        <p:spPr>
          <a:xfrm>
            <a:off x="3694176" y="3035808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20320">
            <a:solidFill>
              <a:srgbClr val="3A3A3A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B</a:t>
            </a:r>
            <a:endParaRPr lang="en-US" sz="950" dirty="0"/>
          </a:p>
        </p:txBody>
      </p:sp>
      <p:sp>
        <p:nvSpPr>
          <p:cNvPr id="15" name="處理"/>
          <p:cNvSpPr/>
          <p:nvPr/>
        </p:nvSpPr>
        <p:spPr>
          <a:xfrm>
            <a:off x="3694176" y="3986784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20320">
            <a:solidFill>
              <a:srgbClr val="3A3A3A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C</a:t>
            </a:r>
            <a:endParaRPr lang="en-US" sz="950" dirty="0"/>
          </a:p>
        </p:txBody>
      </p:sp>
      <p:sp>
        <p:nvSpPr>
          <p:cNvPr id="16" name="連接線"/>
          <p:cNvSpPr/>
          <p:nvPr/>
        </p:nvSpPr>
        <p:spPr>
          <a:xfrm>
            <a:off x="1082650" y="2633472"/>
            <a:ext cx="373075" cy="585216"/>
          </a:xfrm>
          <a:custGeom>
            <a:avLst/>
            <a:gdLst/>
            <a:ahLst/>
            <a:cxnLst/>
            <a:rect l="l" t="t" r="r" b="b"/>
            <a:pathLst>
              <a:path w="373075" h="585216">
                <a:moveTo>
                  <a:pt x="0" y="585216"/>
                </a:moveTo>
                <a:lnTo>
                  <a:pt x="186538" y="585216"/>
                </a:lnTo>
                <a:lnTo>
                  <a:pt x="186538" y="0"/>
                </a:lnTo>
                <a:lnTo>
                  <a:pt x="373075" y="0"/>
                </a:lnTo>
              </a:path>
            </a:pathLst>
          </a:custGeom>
          <a:noFill/>
          <a:ln w="2032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連接線"/>
          <p:cNvSpPr/>
          <p:nvPr/>
        </p:nvSpPr>
        <p:spPr>
          <a:xfrm>
            <a:off x="1082650" y="3218688"/>
            <a:ext cx="373075" cy="585216"/>
          </a:xfrm>
          <a:custGeom>
            <a:avLst/>
            <a:gdLst/>
            <a:ahLst/>
            <a:cxnLst/>
            <a:rect l="l" t="t" r="r" b="b"/>
            <a:pathLst>
              <a:path w="373075" h="585216">
                <a:moveTo>
                  <a:pt x="0" y="0"/>
                </a:moveTo>
                <a:lnTo>
                  <a:pt x="186538" y="0"/>
                </a:lnTo>
                <a:lnTo>
                  <a:pt x="186538" y="585216"/>
                </a:lnTo>
                <a:lnTo>
                  <a:pt x="373075" y="585216"/>
                </a:lnTo>
              </a:path>
            </a:pathLst>
          </a:custGeom>
          <a:noFill/>
          <a:ln w="2032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連接線"/>
          <p:cNvSpPr/>
          <p:nvPr/>
        </p:nvSpPr>
        <p:spPr>
          <a:xfrm>
            <a:off x="2216506" y="2633472"/>
            <a:ext cx="373075" cy="585216"/>
          </a:xfrm>
          <a:custGeom>
            <a:avLst/>
            <a:gdLst/>
            <a:ahLst/>
            <a:cxnLst/>
            <a:rect l="l" t="t" r="r" b="b"/>
            <a:pathLst>
              <a:path w="373075" h="585216">
                <a:moveTo>
                  <a:pt x="0" y="0"/>
                </a:moveTo>
                <a:lnTo>
                  <a:pt x="186538" y="0"/>
                </a:lnTo>
                <a:lnTo>
                  <a:pt x="186538" y="585216"/>
                </a:lnTo>
                <a:lnTo>
                  <a:pt x="373075" y="585216"/>
                </a:lnTo>
              </a:path>
            </a:pathLst>
          </a:custGeom>
          <a:noFill/>
          <a:ln w="2032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連接線"/>
          <p:cNvSpPr/>
          <p:nvPr/>
        </p:nvSpPr>
        <p:spPr>
          <a:xfrm>
            <a:off x="2216506" y="3218688"/>
            <a:ext cx="373075" cy="585216"/>
          </a:xfrm>
          <a:custGeom>
            <a:avLst/>
            <a:gdLst/>
            <a:ahLst/>
            <a:cxnLst/>
            <a:rect l="l" t="t" r="r" b="b"/>
            <a:pathLst>
              <a:path w="373075" h="585216">
                <a:moveTo>
                  <a:pt x="0" y="585216"/>
                </a:moveTo>
                <a:lnTo>
                  <a:pt x="186538" y="585216"/>
                </a:lnTo>
                <a:lnTo>
                  <a:pt x="186538" y="0"/>
                </a:lnTo>
                <a:lnTo>
                  <a:pt x="373075" y="0"/>
                </a:lnTo>
              </a:path>
            </a:pathLst>
          </a:custGeom>
          <a:noFill/>
          <a:ln w="2032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連接線"/>
          <p:cNvSpPr/>
          <p:nvPr/>
        </p:nvSpPr>
        <p:spPr>
          <a:xfrm>
            <a:off x="3277210" y="2267712"/>
            <a:ext cx="373075" cy="950976"/>
          </a:xfrm>
          <a:custGeom>
            <a:avLst/>
            <a:gdLst/>
            <a:ahLst/>
            <a:cxnLst/>
            <a:rect l="l" t="t" r="r" b="b"/>
            <a:pathLst>
              <a:path w="373075" h="950976">
                <a:moveTo>
                  <a:pt x="0" y="950976"/>
                </a:moveTo>
                <a:lnTo>
                  <a:pt x="186538" y="950976"/>
                </a:lnTo>
                <a:lnTo>
                  <a:pt x="186538" y="0"/>
                </a:lnTo>
                <a:lnTo>
                  <a:pt x="373075" y="0"/>
                </a:lnTo>
              </a:path>
            </a:pathLst>
          </a:custGeom>
          <a:noFill/>
          <a:ln w="2032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線條"/>
          <p:cNvSpPr/>
          <p:nvPr/>
        </p:nvSpPr>
        <p:spPr>
          <a:xfrm>
            <a:off x="3277210" y="3218688"/>
            <a:ext cx="373075" cy="0"/>
          </a:xfrm>
          <a:prstGeom prst="line">
            <a:avLst/>
          </a:prstGeom>
          <a:noFill/>
          <a:ln w="2032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22" name="連接線"/>
          <p:cNvSpPr/>
          <p:nvPr/>
        </p:nvSpPr>
        <p:spPr>
          <a:xfrm>
            <a:off x="3277210" y="3218688"/>
            <a:ext cx="373075" cy="950976"/>
          </a:xfrm>
          <a:custGeom>
            <a:avLst/>
            <a:gdLst/>
            <a:ahLst/>
            <a:cxnLst/>
            <a:rect l="l" t="t" r="r" b="b"/>
            <a:pathLst>
              <a:path w="373075" h="950976">
                <a:moveTo>
                  <a:pt x="0" y="0"/>
                </a:moveTo>
                <a:lnTo>
                  <a:pt x="186538" y="0"/>
                </a:lnTo>
                <a:lnTo>
                  <a:pt x="186538" y="950976"/>
                </a:lnTo>
                <a:lnTo>
                  <a:pt x="373075" y="950976"/>
                </a:lnTo>
              </a:path>
            </a:pathLst>
          </a:custGeom>
          <a:noFill/>
          <a:ln w="2032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937760" y="1503274"/>
            <a:ext cx="80467" cy="80467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098694" y="1426464"/>
            <a:ext cx="1997050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十字矩陣 2×2</a:t>
            </a:r>
            <a:endParaRPr lang="en-US" sz="1050" dirty="0"/>
          </a:p>
        </p:txBody>
      </p:sp>
      <p:sp>
        <p:nvSpPr>
          <p:cNvPr id="25" name="線條"/>
          <p:cNvSpPr/>
          <p:nvPr/>
        </p:nvSpPr>
        <p:spPr>
          <a:xfrm>
            <a:off x="4937760" y="1733702"/>
            <a:ext cx="2157984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6" name="線條"/>
          <p:cNvSpPr/>
          <p:nvPr/>
        </p:nvSpPr>
        <p:spPr>
          <a:xfrm>
            <a:off x="5244998" y="3218688"/>
            <a:ext cx="1543507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27" name="線條"/>
          <p:cNvSpPr/>
          <p:nvPr/>
        </p:nvSpPr>
        <p:spPr>
          <a:xfrm>
            <a:off x="6016752" y="2157984"/>
            <a:ext cx="0" cy="2121408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28" name="中心圓"/>
          <p:cNvSpPr/>
          <p:nvPr/>
        </p:nvSpPr>
        <p:spPr>
          <a:xfrm>
            <a:off x="5680253" y="2882189"/>
            <a:ext cx="672998" cy="672998"/>
          </a:xfrm>
          <a:prstGeom prst="ellipse">
            <a:avLst/>
          </a:prstGeom>
          <a:solidFill>
            <a:srgbClr val="3A3A3A"/>
          </a:solidFill>
          <a:ln w="2032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定位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</a:t>
            </a:r>
            <a:endParaRPr lang="en-US" sz="950" dirty="0"/>
          </a:p>
        </p:txBody>
      </p:sp>
      <p:sp>
        <p:nvSpPr>
          <p:cNvPr id="29" name="標籤"/>
          <p:cNvSpPr/>
          <p:nvPr/>
        </p:nvSpPr>
        <p:spPr>
          <a:xfrm>
            <a:off x="5155489" y="2582266"/>
            <a:ext cx="581355" cy="219456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202184" tIns="0" rIns="57023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吸引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50586" y="2664054"/>
            <a:ext cx="55880" cy="55880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標籤"/>
          <p:cNvSpPr/>
          <p:nvPr/>
        </p:nvSpPr>
        <p:spPr>
          <a:xfrm>
            <a:off x="6296660" y="2582266"/>
            <a:ext cx="581355" cy="219456"/>
          </a:xfrm>
          <a:prstGeom prst="roundRect">
            <a:avLst>
              <a:gd name="adj" fmla="val 10000"/>
            </a:avLst>
          </a:prstGeom>
          <a:solidFill>
            <a:srgbClr val="3A3A3A"/>
          </a:solidFill>
          <a:ln>
            <a:noFill/>
          </a:ln>
        </p:spPr>
        <p:txBody>
          <a:bodyPr wrap="square" lIns="202184" tIns="0" rIns="57023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實用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91758" y="2664054"/>
            <a:ext cx="55880" cy="55880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標籤"/>
          <p:cNvSpPr/>
          <p:nvPr/>
        </p:nvSpPr>
        <p:spPr>
          <a:xfrm>
            <a:off x="5155489" y="3635654"/>
            <a:ext cx="581355" cy="219456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202184" tIns="0" rIns="57023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好記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50586" y="3717442"/>
            <a:ext cx="55880" cy="55880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標籤"/>
          <p:cNvSpPr/>
          <p:nvPr/>
        </p:nvSpPr>
        <p:spPr>
          <a:xfrm>
            <a:off x="6296660" y="3635654"/>
            <a:ext cx="581355" cy="219456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202184" tIns="0" rIns="57023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可信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391758" y="3717442"/>
            <a:ext cx="55880" cy="55880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577840" y="1901952"/>
            <a:ext cx="87782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577840" y="4315968"/>
            <a:ext cx="87782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901184" y="3108960"/>
            <a:ext cx="32918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感性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803136" y="3108960"/>
            <a:ext cx="32918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理性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388352" y="1503274"/>
            <a:ext cx="80467" cy="80467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549286" y="1426464"/>
            <a:ext cx="1765158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寬欄透明條 Columns</a:t>
            </a:r>
            <a:endParaRPr lang="en-US" sz="1050" dirty="0"/>
          </a:p>
        </p:txBody>
      </p:sp>
      <p:sp>
        <p:nvSpPr>
          <p:cNvPr id="43" name="線條"/>
          <p:cNvSpPr/>
          <p:nvPr/>
        </p:nvSpPr>
        <p:spPr>
          <a:xfrm>
            <a:off x="7388352" y="1733702"/>
            <a:ext cx="1926092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73568" y="1828800"/>
            <a:ext cx="74615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595360" y="1828800"/>
            <a:ext cx="74615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900" dirty="0"/>
          </a:p>
        </p:txBody>
      </p:sp>
      <p:sp>
        <p:nvSpPr>
          <p:cNvPr id="46" name="寬欄條"/>
          <p:cNvSpPr/>
          <p:nvPr/>
        </p:nvSpPr>
        <p:spPr>
          <a:xfrm>
            <a:off x="8119872" y="2084832"/>
            <a:ext cx="453542" cy="2487168"/>
          </a:xfrm>
          <a:prstGeom prst="roundRect">
            <a:avLst>
              <a:gd name="adj" fmla="val 8065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寬欄條"/>
          <p:cNvSpPr/>
          <p:nvPr/>
        </p:nvSpPr>
        <p:spPr>
          <a:xfrm>
            <a:off x="8741664" y="2084832"/>
            <a:ext cx="453542" cy="2487168"/>
          </a:xfrm>
          <a:prstGeom prst="roundRect">
            <a:avLst>
              <a:gd name="adj" fmla="val 8065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7388352" y="2435962"/>
            <a:ext cx="658368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階段一</a:t>
            </a:r>
            <a:endParaRPr lang="en-US" sz="900" dirty="0"/>
          </a:p>
        </p:txBody>
      </p:sp>
      <p:sp>
        <p:nvSpPr>
          <p:cNvPr id="49" name="編號"/>
          <p:cNvSpPr/>
          <p:nvPr/>
        </p:nvSpPr>
        <p:spPr>
          <a:xfrm>
            <a:off x="8178394" y="2392070"/>
            <a:ext cx="336499" cy="336499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</a:t>
            </a:r>
            <a:endParaRPr lang="en-US" sz="1050" dirty="0"/>
          </a:p>
        </p:txBody>
      </p:sp>
      <p:sp>
        <p:nvSpPr>
          <p:cNvPr id="50" name="編號"/>
          <p:cNvSpPr/>
          <p:nvPr/>
        </p:nvSpPr>
        <p:spPr>
          <a:xfrm>
            <a:off x="8800186" y="2392070"/>
            <a:ext cx="336499" cy="336499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388352" y="3204058"/>
            <a:ext cx="658368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階段二</a:t>
            </a:r>
            <a:endParaRPr lang="en-US" sz="900" dirty="0"/>
          </a:p>
        </p:txBody>
      </p:sp>
      <p:sp>
        <p:nvSpPr>
          <p:cNvPr id="52" name="編號"/>
          <p:cNvSpPr/>
          <p:nvPr/>
        </p:nvSpPr>
        <p:spPr>
          <a:xfrm>
            <a:off x="8178394" y="3160166"/>
            <a:ext cx="336499" cy="336499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</a:t>
            </a:r>
            <a:endParaRPr lang="en-US" sz="1050" dirty="0"/>
          </a:p>
        </p:txBody>
      </p:sp>
      <p:sp>
        <p:nvSpPr>
          <p:cNvPr id="53" name="編號"/>
          <p:cNvSpPr/>
          <p:nvPr/>
        </p:nvSpPr>
        <p:spPr>
          <a:xfrm>
            <a:off x="8800186" y="3160166"/>
            <a:ext cx="336499" cy="336499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談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7388352" y="3972154"/>
            <a:ext cx="658368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階段三</a:t>
            </a:r>
            <a:endParaRPr lang="en-US" sz="900" dirty="0"/>
          </a:p>
        </p:txBody>
      </p:sp>
      <p:sp>
        <p:nvSpPr>
          <p:cNvPr id="55" name="編號"/>
          <p:cNvSpPr/>
          <p:nvPr/>
        </p:nvSpPr>
        <p:spPr>
          <a:xfrm>
            <a:off x="8178394" y="3928262"/>
            <a:ext cx="336499" cy="336499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</a:t>
            </a:r>
            <a:endParaRPr lang="en-US" sz="1050" dirty="0"/>
          </a:p>
        </p:txBody>
      </p:sp>
      <p:sp>
        <p:nvSpPr>
          <p:cNvPr id="56" name="編號"/>
          <p:cNvSpPr/>
          <p:nvPr/>
        </p:nvSpPr>
        <p:spPr>
          <a:xfrm>
            <a:off x="8800186" y="3928262"/>
            <a:ext cx="336499" cy="336499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炭灰橘點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/ 14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38912" y="29260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高效溝通：讓想法被看見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4744314" y="682752"/>
            <a:ext cx="117043" cy="117043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8912" y="819302"/>
            <a:ext cx="8046720" cy="277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關鍵在於把資訊整理成對方能理解的結構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8912" y="1170432"/>
            <a:ext cx="365760" cy="43891"/>
          </a:xfrm>
          <a:prstGeom prst="rect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大圓"/>
          <p:cNvSpPr/>
          <p:nvPr/>
        </p:nvSpPr>
        <p:spPr>
          <a:xfrm>
            <a:off x="967191" y="1463040"/>
            <a:ext cx="1901952" cy="1901952"/>
          </a:xfrm>
          <a:prstGeom prst="ellipse">
            <a:avLst/>
          </a:prstGeom>
          <a:solidFill>
            <a:srgbClr val="FFFFFF"/>
          </a:solidFill>
          <a:ln w="27940">
            <a:solidFill>
              <a:srgbClr val="3A3A3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67191" y="1710294"/>
            <a:ext cx="1901952" cy="5896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Why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1157387" y="2318918"/>
            <a:ext cx="1521562" cy="5325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為何要重視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溝通品質</a:t>
            </a:r>
            <a:endParaRPr lang="en-US" sz="1200" dirty="0"/>
          </a:p>
        </p:txBody>
      </p:sp>
      <p:sp>
        <p:nvSpPr>
          <p:cNvPr id="9" name="大圓"/>
          <p:cNvSpPr/>
          <p:nvPr/>
        </p:nvSpPr>
        <p:spPr>
          <a:xfrm>
            <a:off x="3925702" y="1463040"/>
            <a:ext cx="1901952" cy="1901952"/>
          </a:xfrm>
          <a:prstGeom prst="ellipse">
            <a:avLst/>
          </a:prstGeom>
          <a:solidFill>
            <a:srgbClr val="FFFFFF"/>
          </a:solidFill>
          <a:ln w="27940">
            <a:solidFill>
              <a:srgbClr val="3A3A3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925702" y="1710294"/>
            <a:ext cx="1901952" cy="5896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4115897" y="2318918"/>
            <a:ext cx="1521562" cy="5325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溝通的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200" dirty="0"/>
          </a:p>
        </p:txBody>
      </p:sp>
      <p:sp>
        <p:nvSpPr>
          <p:cNvPr id="12" name="大圓"/>
          <p:cNvSpPr/>
          <p:nvPr/>
        </p:nvSpPr>
        <p:spPr>
          <a:xfrm>
            <a:off x="6884213" y="1463040"/>
            <a:ext cx="1901952" cy="1901952"/>
          </a:xfrm>
          <a:prstGeom prst="ellipse">
            <a:avLst/>
          </a:prstGeom>
          <a:solidFill>
            <a:srgbClr val="FFFFFF"/>
          </a:solidFill>
          <a:ln w="27940">
            <a:solidFill>
              <a:srgbClr val="3A3A3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884213" y="1710294"/>
            <a:ext cx="1901952" cy="5896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7074408" y="2318918"/>
            <a:ext cx="1521562" cy="5325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呈現的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三個層次</a:t>
            </a:r>
            <a:endParaRPr lang="en-US" sz="1200" dirty="0"/>
          </a:p>
        </p:txBody>
      </p:sp>
      <p:sp>
        <p:nvSpPr>
          <p:cNvPr id="15" name="分隔"/>
          <p:cNvSpPr/>
          <p:nvPr/>
        </p:nvSpPr>
        <p:spPr>
          <a:xfrm>
            <a:off x="3309640" y="2282342"/>
            <a:ext cx="175565" cy="263347"/>
          </a:xfrm>
          <a:prstGeom prst="chevron">
            <a:avLst>
              <a:gd name="adj" fmla="val 60000"/>
            </a:avLst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分隔"/>
          <p:cNvSpPr/>
          <p:nvPr/>
        </p:nvSpPr>
        <p:spPr>
          <a:xfrm>
            <a:off x="6268151" y="2282342"/>
            <a:ext cx="175565" cy="263347"/>
          </a:xfrm>
          <a:prstGeom prst="chevron">
            <a:avLst>
              <a:gd name="adj" fmla="val 60000"/>
            </a:avLst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小圓"/>
          <p:cNvSpPr/>
          <p:nvPr/>
        </p:nvSpPr>
        <p:spPr>
          <a:xfrm>
            <a:off x="3824587" y="2693720"/>
            <a:ext cx="585216" cy="585216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1300" dirty="0"/>
          </a:p>
        </p:txBody>
      </p:sp>
      <p:sp>
        <p:nvSpPr>
          <p:cNvPr id="18" name="小圓"/>
          <p:cNvSpPr/>
          <p:nvPr/>
        </p:nvSpPr>
        <p:spPr>
          <a:xfrm>
            <a:off x="4584070" y="3072384"/>
            <a:ext cx="585216" cy="585216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1300" dirty="0"/>
          </a:p>
        </p:txBody>
      </p:sp>
      <p:sp>
        <p:nvSpPr>
          <p:cNvPr id="19" name="小圓"/>
          <p:cNvSpPr/>
          <p:nvPr/>
        </p:nvSpPr>
        <p:spPr>
          <a:xfrm>
            <a:off x="5343553" y="2693720"/>
            <a:ext cx="585216" cy="585216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09956" y="3767328"/>
            <a:ext cx="694944" cy="7680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蒐集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篩選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歸納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69440" y="3767328"/>
            <a:ext cx="694944" cy="7680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比較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連結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28923" y="3767328"/>
            <a:ext cx="694944" cy="7680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聚焦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排序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呈現</a:t>
            </a:r>
            <a:endParaRPr lang="en-US" sz="900" dirty="0"/>
          </a:p>
        </p:txBody>
      </p:sp>
      <p:sp>
        <p:nvSpPr>
          <p:cNvPr id="23" name="標籤"/>
          <p:cNvSpPr/>
          <p:nvPr/>
        </p:nvSpPr>
        <p:spPr>
          <a:xfrm>
            <a:off x="1076919" y="3657600"/>
            <a:ext cx="1682496" cy="307238"/>
          </a:xfrm>
          <a:prstGeom prst="roundRect">
            <a:avLst>
              <a:gd name="adj" fmla="val 7143"/>
            </a:avLst>
          </a:prstGeom>
          <a:solidFill>
            <a:srgbClr val="3A3A3A"/>
          </a:solidFill>
          <a:ln>
            <a:noFill/>
          </a:ln>
        </p:spPr>
        <p:txBody>
          <a:bodyPr wrap="square" lIns="246253" tIns="0" rIns="7747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節省理解時間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205959" y="3778199"/>
            <a:ext cx="66040" cy="66040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標籤"/>
          <p:cNvSpPr/>
          <p:nvPr/>
        </p:nvSpPr>
        <p:spPr>
          <a:xfrm>
            <a:off x="1076919" y="4059936"/>
            <a:ext cx="1682496" cy="307238"/>
          </a:xfrm>
          <a:prstGeom prst="roundRect">
            <a:avLst>
              <a:gd name="adj" fmla="val 7143"/>
            </a:avLst>
          </a:prstGeom>
          <a:solidFill>
            <a:srgbClr val="3A3A3A"/>
          </a:solidFill>
          <a:ln>
            <a:noFill/>
          </a:ln>
        </p:spPr>
        <p:txBody>
          <a:bodyPr wrap="square" lIns="246253" tIns="0" rIns="7747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對齊彼此認知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205959" y="4180535"/>
            <a:ext cx="66040" cy="66040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標籤"/>
          <p:cNvSpPr/>
          <p:nvPr/>
        </p:nvSpPr>
        <p:spPr>
          <a:xfrm>
            <a:off x="1076919" y="4462272"/>
            <a:ext cx="1682496" cy="307238"/>
          </a:xfrm>
          <a:prstGeom prst="roundRect">
            <a:avLst>
              <a:gd name="adj" fmla="val 7143"/>
            </a:avLst>
          </a:prstGeom>
          <a:solidFill>
            <a:srgbClr val="3A3A3A"/>
          </a:solidFill>
          <a:ln>
            <a:noFill/>
          </a:ln>
        </p:spPr>
        <p:txBody>
          <a:bodyPr wrap="square" lIns="246253" tIns="0" rIns="7747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205959" y="4582871"/>
            <a:ext cx="66040" cy="66040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標籤"/>
          <p:cNvSpPr/>
          <p:nvPr/>
        </p:nvSpPr>
        <p:spPr>
          <a:xfrm>
            <a:off x="6993941" y="3657600"/>
            <a:ext cx="1682496" cy="307238"/>
          </a:xfrm>
          <a:prstGeom prst="roundRect">
            <a:avLst>
              <a:gd name="adj" fmla="val 7143"/>
            </a:avLst>
          </a:prstGeom>
          <a:solidFill>
            <a:srgbClr val="3A3A3A"/>
          </a:solidFill>
          <a:ln>
            <a:noFill/>
          </a:ln>
        </p:spPr>
        <p:txBody>
          <a:bodyPr wrap="square" lIns="246253" tIns="0" rIns="7747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122981" y="3778199"/>
            <a:ext cx="66040" cy="66040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標籤"/>
          <p:cNvSpPr/>
          <p:nvPr/>
        </p:nvSpPr>
        <p:spPr>
          <a:xfrm>
            <a:off x="6993941" y="4059936"/>
            <a:ext cx="1682496" cy="307238"/>
          </a:xfrm>
          <a:prstGeom prst="roundRect">
            <a:avLst>
              <a:gd name="adj" fmla="val 7143"/>
            </a:avLst>
          </a:prstGeom>
          <a:solidFill>
            <a:srgbClr val="3A3A3A"/>
          </a:solidFill>
          <a:ln>
            <a:noFill/>
          </a:ln>
        </p:spPr>
        <p:txBody>
          <a:bodyPr wrap="square" lIns="246253" tIns="0" rIns="7747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122981" y="4180535"/>
            <a:ext cx="66040" cy="66040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標籤"/>
          <p:cNvSpPr/>
          <p:nvPr/>
        </p:nvSpPr>
        <p:spPr>
          <a:xfrm>
            <a:off x="6993941" y="4462272"/>
            <a:ext cx="1682496" cy="307238"/>
          </a:xfrm>
          <a:prstGeom prst="roundRect">
            <a:avLst>
              <a:gd name="adj" fmla="val 7143"/>
            </a:avLst>
          </a:prstGeom>
          <a:solidFill>
            <a:srgbClr val="3A3A3A"/>
          </a:solidFill>
          <a:ln>
            <a:noFill/>
          </a:ln>
        </p:spPr>
        <p:txBody>
          <a:bodyPr wrap="square" lIns="246253" tIns="0" rIns="7747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洞見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122981" y="4582871"/>
            <a:ext cx="66040" cy="66040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38912" y="4813402"/>
            <a:ext cx="8875532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三個圓依序回答 Why／How／What，中間的小圓拆出方法，左右兩側以清單補充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炭灰橘點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/ 14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38912" y="29260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策略規劃框架地圖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3586074" y="682752"/>
            <a:ext cx="117043" cy="117043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8912" y="819302"/>
            <a:ext cx="8046720" cy="277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從現況、課題到行動方案的思考路徑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8912" y="1170432"/>
            <a:ext cx="365760" cy="43891"/>
          </a:xfrm>
          <a:prstGeom prst="rect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卡片"/>
          <p:cNvSpPr/>
          <p:nvPr/>
        </p:nvSpPr>
        <p:spPr>
          <a:xfrm>
            <a:off x="438912" y="3145536"/>
            <a:ext cx="1505907" cy="672998"/>
          </a:xfrm>
          <a:prstGeom prst="roundRect">
            <a:avLst>
              <a:gd name="adj" fmla="val 5435"/>
            </a:avLst>
          </a:prstGeom>
          <a:solidFill>
            <a:srgbClr val="F2F2F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38912" y="3145536"/>
            <a:ext cx="1505907" cy="672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Vision</a:t>
            </a:r>
            <a:endParaRPr lang="en-US" sz="1100" dirty="0"/>
          </a:p>
        </p:txBody>
      </p:sp>
      <p:sp>
        <p:nvSpPr>
          <p:cNvPr id="8" name="分隔"/>
          <p:cNvSpPr/>
          <p:nvPr/>
        </p:nvSpPr>
        <p:spPr>
          <a:xfrm>
            <a:off x="2039917" y="3372307"/>
            <a:ext cx="146304" cy="219456"/>
          </a:xfrm>
          <a:prstGeom prst="chevron">
            <a:avLst>
              <a:gd name="adj" fmla="val 60000"/>
            </a:avLst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卡片"/>
          <p:cNvSpPr/>
          <p:nvPr/>
        </p:nvSpPr>
        <p:spPr>
          <a:xfrm>
            <a:off x="2281318" y="3145536"/>
            <a:ext cx="1505907" cy="672998"/>
          </a:xfrm>
          <a:prstGeom prst="roundRect">
            <a:avLst>
              <a:gd name="adj" fmla="val 5435"/>
            </a:avLst>
          </a:prstGeom>
          <a:solidFill>
            <a:srgbClr val="F2F2F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281318" y="3145536"/>
            <a:ext cx="1505907" cy="672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</a:t>
            </a:r>
            <a:endParaRPr lang="en-US" sz="1100" dirty="0"/>
          </a:p>
        </p:txBody>
      </p:sp>
      <p:sp>
        <p:nvSpPr>
          <p:cNvPr id="11" name="分隔"/>
          <p:cNvSpPr/>
          <p:nvPr/>
        </p:nvSpPr>
        <p:spPr>
          <a:xfrm>
            <a:off x="3882323" y="3372307"/>
            <a:ext cx="146304" cy="219456"/>
          </a:xfrm>
          <a:prstGeom prst="chevron">
            <a:avLst>
              <a:gd name="adj" fmla="val 60000"/>
            </a:avLst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重點卡片"/>
          <p:cNvSpPr/>
          <p:nvPr/>
        </p:nvSpPr>
        <p:spPr>
          <a:xfrm>
            <a:off x="4123725" y="3145536"/>
            <a:ext cx="1505907" cy="672998"/>
          </a:xfrm>
          <a:prstGeom prst="roundRect">
            <a:avLst>
              <a:gd name="adj" fmla="val 5435"/>
            </a:avLst>
          </a:prstGeom>
          <a:solidFill>
            <a:srgbClr val="3A3A3A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13" name="分隔"/>
          <p:cNvSpPr/>
          <p:nvPr/>
        </p:nvSpPr>
        <p:spPr>
          <a:xfrm>
            <a:off x="5724729" y="3372307"/>
            <a:ext cx="146304" cy="219456"/>
          </a:xfrm>
          <a:prstGeom prst="chevron">
            <a:avLst>
              <a:gd name="adj" fmla="val 60000"/>
            </a:avLst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卡片"/>
          <p:cNvSpPr/>
          <p:nvPr/>
        </p:nvSpPr>
        <p:spPr>
          <a:xfrm>
            <a:off x="5966131" y="3145536"/>
            <a:ext cx="1505907" cy="672998"/>
          </a:xfrm>
          <a:prstGeom prst="roundRect">
            <a:avLst>
              <a:gd name="adj" fmla="val 5435"/>
            </a:avLst>
          </a:prstGeom>
          <a:solidFill>
            <a:srgbClr val="F2F2F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966131" y="3145536"/>
            <a:ext cx="1505907" cy="672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Strategy</a:t>
            </a:r>
            <a:endParaRPr lang="en-US" sz="1100" dirty="0"/>
          </a:p>
        </p:txBody>
      </p:sp>
      <p:sp>
        <p:nvSpPr>
          <p:cNvPr id="16" name="分隔"/>
          <p:cNvSpPr/>
          <p:nvPr/>
        </p:nvSpPr>
        <p:spPr>
          <a:xfrm>
            <a:off x="7567135" y="3372307"/>
            <a:ext cx="146304" cy="219456"/>
          </a:xfrm>
          <a:prstGeom prst="chevron">
            <a:avLst>
              <a:gd name="adj" fmla="val 60000"/>
            </a:avLst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卡片"/>
          <p:cNvSpPr/>
          <p:nvPr/>
        </p:nvSpPr>
        <p:spPr>
          <a:xfrm>
            <a:off x="7808537" y="3145536"/>
            <a:ext cx="1505907" cy="672998"/>
          </a:xfrm>
          <a:prstGeom prst="roundRect">
            <a:avLst>
              <a:gd name="adj" fmla="val 5435"/>
            </a:avLst>
          </a:prstGeom>
          <a:solidFill>
            <a:srgbClr val="F2F2F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808537" y="3145536"/>
            <a:ext cx="1505907" cy="672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Tactic</a:t>
            </a:r>
            <a:endParaRPr lang="en-US" sz="1100" dirty="0"/>
          </a:p>
        </p:txBody>
      </p:sp>
      <p:sp>
        <p:nvSpPr>
          <p:cNvPr id="19" name="卡片"/>
          <p:cNvSpPr/>
          <p:nvPr/>
        </p:nvSpPr>
        <p:spPr>
          <a:xfrm>
            <a:off x="4123725" y="1463040"/>
            <a:ext cx="1505907" cy="658368"/>
          </a:xfrm>
          <a:prstGeom prst="roundRect">
            <a:avLst>
              <a:gd name="adj" fmla="val 5556"/>
            </a:avLst>
          </a:prstGeom>
          <a:solidFill>
            <a:srgbClr val="F2F2F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123725" y="1463040"/>
            <a:ext cx="1505907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現況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Situation</a:t>
            </a:r>
            <a:endParaRPr lang="en-US" sz="1100" dirty="0"/>
          </a:p>
        </p:txBody>
      </p:sp>
      <p:sp>
        <p:nvSpPr>
          <p:cNvPr id="21" name="卡片"/>
          <p:cNvSpPr/>
          <p:nvPr/>
        </p:nvSpPr>
        <p:spPr>
          <a:xfrm>
            <a:off x="2135014" y="2231136"/>
            <a:ext cx="1234844" cy="526694"/>
          </a:xfrm>
          <a:prstGeom prst="roundRect">
            <a:avLst>
              <a:gd name="adj" fmla="val 6944"/>
            </a:avLst>
          </a:prstGeom>
          <a:solidFill>
            <a:srgbClr val="F2F2F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135014" y="2231136"/>
            <a:ext cx="1234844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Problem</a:t>
            </a:r>
            <a:endParaRPr lang="en-US" sz="1100" dirty="0"/>
          </a:p>
        </p:txBody>
      </p:sp>
      <p:sp>
        <p:nvSpPr>
          <p:cNvPr id="23" name="卡片"/>
          <p:cNvSpPr/>
          <p:nvPr/>
        </p:nvSpPr>
        <p:spPr>
          <a:xfrm>
            <a:off x="6383498" y="2231136"/>
            <a:ext cx="1234844" cy="526694"/>
          </a:xfrm>
          <a:prstGeom prst="roundRect">
            <a:avLst>
              <a:gd name="adj" fmla="val 6944"/>
            </a:avLst>
          </a:prstGeom>
          <a:solidFill>
            <a:srgbClr val="F2F2F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383498" y="2231136"/>
            <a:ext cx="1234844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課題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25" name="曲線箭頭"/>
          <p:cNvSpPr/>
          <p:nvPr/>
        </p:nvSpPr>
        <p:spPr>
          <a:xfrm>
            <a:off x="2752436" y="1792224"/>
            <a:ext cx="1312767" cy="395021"/>
          </a:xfrm>
          <a:custGeom>
            <a:avLst/>
            <a:gdLst/>
            <a:ahLst/>
            <a:cxnLst/>
            <a:rect l="l" t="t" r="r" b="b"/>
            <a:pathLst>
              <a:path w="1312767" h="395021">
                <a:moveTo>
                  <a:pt x="0" y="395021"/>
                </a:moveTo>
                <a:cubicBezTo>
                  <a:pt x="0" y="0"/>
                  <a:pt x="219456" y="0"/>
                  <a:pt x="1312767" y="0"/>
                </a:cubicBezTo>
              </a:path>
            </a:pathLst>
          </a:custGeom>
          <a:noFill/>
          <a:ln w="20320">
            <a:solidFill>
              <a:srgbClr val="3A3A3A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曲線箭頭"/>
          <p:cNvSpPr/>
          <p:nvPr/>
        </p:nvSpPr>
        <p:spPr>
          <a:xfrm>
            <a:off x="5688153" y="1792224"/>
            <a:ext cx="1312767" cy="395021"/>
          </a:xfrm>
          <a:custGeom>
            <a:avLst/>
            <a:gdLst/>
            <a:ahLst/>
            <a:cxnLst/>
            <a:rect l="l" t="t" r="r" b="b"/>
            <a:pathLst>
              <a:path w="1312767" h="395021">
                <a:moveTo>
                  <a:pt x="0" y="0"/>
                </a:moveTo>
                <a:cubicBezTo>
                  <a:pt x="1093311" y="0"/>
                  <a:pt x="1312767" y="0"/>
                  <a:pt x="1312767" y="395021"/>
                </a:cubicBezTo>
              </a:path>
            </a:pathLst>
          </a:custGeom>
          <a:noFill/>
          <a:ln w="20320">
            <a:solidFill>
              <a:srgbClr val="3A3A3A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線條"/>
          <p:cNvSpPr/>
          <p:nvPr/>
        </p:nvSpPr>
        <p:spPr>
          <a:xfrm>
            <a:off x="3428380" y="2494483"/>
            <a:ext cx="2896597" cy="0"/>
          </a:xfrm>
          <a:prstGeom prst="line">
            <a:avLst/>
          </a:prstGeom>
          <a:noFill/>
          <a:ln w="20320">
            <a:solidFill>
              <a:srgbClr val="A6A6A6"/>
            </a:solidFill>
            <a:prstDash val="sysDash"/>
            <a:headEnd type="triangle"/>
            <a:tailEnd type="triangle"/>
          </a:ln>
        </p:spPr>
      </p:sp>
      <p:sp>
        <p:nvSpPr>
          <p:cNvPr id="28" name="編號"/>
          <p:cNvSpPr/>
          <p:nvPr/>
        </p:nvSpPr>
        <p:spPr>
          <a:xfrm>
            <a:off x="438912" y="1492301"/>
            <a:ext cx="248717" cy="248717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900" dirty="0"/>
          </a:p>
        </p:txBody>
      </p:sp>
      <p:sp>
        <p:nvSpPr>
          <p:cNvPr id="29" name="編號"/>
          <p:cNvSpPr/>
          <p:nvPr/>
        </p:nvSpPr>
        <p:spPr>
          <a:xfrm>
            <a:off x="738835" y="1492301"/>
            <a:ext cx="248717" cy="248717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900" dirty="0"/>
          </a:p>
        </p:txBody>
      </p:sp>
      <p:sp>
        <p:nvSpPr>
          <p:cNvPr id="30" name="標籤"/>
          <p:cNvSpPr/>
          <p:nvPr/>
        </p:nvSpPr>
        <p:spPr>
          <a:xfrm>
            <a:off x="1060704" y="1499616"/>
            <a:ext cx="811313" cy="234086"/>
          </a:xfrm>
          <a:prstGeom prst="roundRect">
            <a:avLst>
              <a:gd name="adj" fmla="val 9375"/>
            </a:avLst>
          </a:prstGeom>
          <a:solidFill>
            <a:srgbClr val="3A3A3A"/>
          </a:solidFill>
          <a:ln>
            <a:noFill/>
          </a:ln>
        </p:spPr>
        <p:txBody>
          <a:bodyPr wrap="square" lIns="205359" tIns="0" rIns="58928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9020" y="1588719"/>
            <a:ext cx="55880" cy="55880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編號"/>
          <p:cNvSpPr/>
          <p:nvPr/>
        </p:nvSpPr>
        <p:spPr>
          <a:xfrm>
            <a:off x="438912" y="1858061"/>
            <a:ext cx="248717" cy="248717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900" dirty="0"/>
          </a:p>
        </p:txBody>
      </p:sp>
      <p:sp>
        <p:nvSpPr>
          <p:cNvPr id="33" name="編號"/>
          <p:cNvSpPr/>
          <p:nvPr/>
        </p:nvSpPr>
        <p:spPr>
          <a:xfrm>
            <a:off x="738835" y="1858061"/>
            <a:ext cx="248717" cy="248717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900" dirty="0"/>
          </a:p>
        </p:txBody>
      </p:sp>
      <p:sp>
        <p:nvSpPr>
          <p:cNvPr id="34" name="標籤"/>
          <p:cNvSpPr/>
          <p:nvPr/>
        </p:nvSpPr>
        <p:spPr>
          <a:xfrm>
            <a:off x="1060704" y="1865376"/>
            <a:ext cx="811313" cy="234086"/>
          </a:xfrm>
          <a:prstGeom prst="roundRect">
            <a:avLst>
              <a:gd name="adj" fmla="val 9375"/>
            </a:avLst>
          </a:prstGeom>
          <a:solidFill>
            <a:srgbClr val="3A3A3A"/>
          </a:solidFill>
          <a:ln>
            <a:noFill/>
          </a:ln>
        </p:spPr>
        <p:txBody>
          <a:bodyPr wrap="square" lIns="205359" tIns="0" rIns="58928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9020" y="1954479"/>
            <a:ext cx="55880" cy="55880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編號"/>
          <p:cNvSpPr/>
          <p:nvPr/>
        </p:nvSpPr>
        <p:spPr>
          <a:xfrm>
            <a:off x="7735385" y="1492301"/>
            <a:ext cx="248717" cy="248717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900" dirty="0"/>
          </a:p>
        </p:txBody>
      </p:sp>
      <p:sp>
        <p:nvSpPr>
          <p:cNvPr id="37" name="編號"/>
          <p:cNvSpPr/>
          <p:nvPr/>
        </p:nvSpPr>
        <p:spPr>
          <a:xfrm>
            <a:off x="8035308" y="1492301"/>
            <a:ext cx="248717" cy="248717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900" dirty="0"/>
          </a:p>
        </p:txBody>
      </p:sp>
      <p:sp>
        <p:nvSpPr>
          <p:cNvPr id="38" name="標籤"/>
          <p:cNvSpPr/>
          <p:nvPr/>
        </p:nvSpPr>
        <p:spPr>
          <a:xfrm>
            <a:off x="8357177" y="1499616"/>
            <a:ext cx="811313" cy="234086"/>
          </a:xfrm>
          <a:prstGeom prst="roundRect">
            <a:avLst>
              <a:gd name="adj" fmla="val 9375"/>
            </a:avLst>
          </a:prstGeom>
          <a:solidFill>
            <a:srgbClr val="F2F2F2"/>
          </a:solidFill>
          <a:ln>
            <a:noFill/>
          </a:ln>
        </p:spPr>
        <p:txBody>
          <a:bodyPr wrap="square" lIns="205359" tIns="0" rIns="58928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設定目標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455493" y="1588719"/>
            <a:ext cx="55880" cy="55880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編號"/>
          <p:cNvSpPr/>
          <p:nvPr/>
        </p:nvSpPr>
        <p:spPr>
          <a:xfrm>
            <a:off x="7735385" y="1858061"/>
            <a:ext cx="248717" cy="248717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900" dirty="0"/>
          </a:p>
        </p:txBody>
      </p:sp>
      <p:sp>
        <p:nvSpPr>
          <p:cNvPr id="41" name="編號"/>
          <p:cNvSpPr/>
          <p:nvPr/>
        </p:nvSpPr>
        <p:spPr>
          <a:xfrm>
            <a:off x="8035308" y="1858061"/>
            <a:ext cx="248717" cy="248717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900" dirty="0"/>
          </a:p>
        </p:txBody>
      </p:sp>
      <p:sp>
        <p:nvSpPr>
          <p:cNvPr id="42" name="標籤"/>
          <p:cNvSpPr/>
          <p:nvPr/>
        </p:nvSpPr>
        <p:spPr>
          <a:xfrm>
            <a:off x="8357177" y="1865376"/>
            <a:ext cx="811313" cy="234086"/>
          </a:xfrm>
          <a:prstGeom prst="roundRect">
            <a:avLst>
              <a:gd name="adj" fmla="val 9375"/>
            </a:avLst>
          </a:prstGeom>
          <a:solidFill>
            <a:srgbClr val="F2F2F2"/>
          </a:solidFill>
          <a:ln>
            <a:noFill/>
          </a:ln>
        </p:spPr>
        <p:txBody>
          <a:bodyPr wrap="square" lIns="205359" tIns="0" rIns="58928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規劃路徑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455493" y="1954479"/>
            <a:ext cx="55880" cy="55880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卡片"/>
          <p:cNvSpPr/>
          <p:nvPr/>
        </p:nvSpPr>
        <p:spPr>
          <a:xfrm>
            <a:off x="438912" y="4059936"/>
            <a:ext cx="8875532" cy="438912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38912" y="4059936"/>
            <a:ext cx="887553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Organization</a:t>
            </a:r>
            <a:endParaRPr lang="en-US" sz="1100" dirty="0"/>
          </a:p>
        </p:txBody>
      </p:sp>
      <p:sp>
        <p:nvSpPr>
          <p:cNvPr id="46" name="編號"/>
          <p:cNvSpPr/>
          <p:nvPr/>
        </p:nvSpPr>
        <p:spPr>
          <a:xfrm>
            <a:off x="831801" y="4652467"/>
            <a:ext cx="248717" cy="248717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900" dirty="0"/>
          </a:p>
        </p:txBody>
      </p:sp>
      <p:sp>
        <p:nvSpPr>
          <p:cNvPr id="47" name="編號"/>
          <p:cNvSpPr/>
          <p:nvPr/>
        </p:nvSpPr>
        <p:spPr>
          <a:xfrm>
            <a:off x="1131724" y="4652467"/>
            <a:ext cx="248717" cy="248717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900" dirty="0"/>
          </a:p>
        </p:txBody>
      </p:sp>
      <p:sp>
        <p:nvSpPr>
          <p:cNvPr id="48" name="標籤"/>
          <p:cNvSpPr/>
          <p:nvPr/>
        </p:nvSpPr>
        <p:spPr>
          <a:xfrm>
            <a:off x="1453593" y="4659782"/>
            <a:ext cx="811313" cy="234086"/>
          </a:xfrm>
          <a:prstGeom prst="roundRect">
            <a:avLst>
              <a:gd name="adj" fmla="val 9375"/>
            </a:avLst>
          </a:prstGeom>
          <a:solidFill>
            <a:srgbClr val="3A3A3A"/>
          </a:solidFill>
          <a:ln>
            <a:noFill/>
          </a:ln>
        </p:spPr>
        <p:txBody>
          <a:bodyPr wrap="square" lIns="205359" tIns="0" rIns="58928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凝聚共識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551910" y="4748886"/>
            <a:ext cx="55880" cy="55880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編號"/>
          <p:cNvSpPr/>
          <p:nvPr/>
        </p:nvSpPr>
        <p:spPr>
          <a:xfrm>
            <a:off x="3050684" y="4652467"/>
            <a:ext cx="248717" cy="248717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900" dirty="0"/>
          </a:p>
        </p:txBody>
      </p:sp>
      <p:sp>
        <p:nvSpPr>
          <p:cNvPr id="51" name="編號"/>
          <p:cNvSpPr/>
          <p:nvPr/>
        </p:nvSpPr>
        <p:spPr>
          <a:xfrm>
            <a:off x="3350607" y="4652467"/>
            <a:ext cx="248717" cy="248717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900" dirty="0"/>
          </a:p>
        </p:txBody>
      </p:sp>
      <p:sp>
        <p:nvSpPr>
          <p:cNvPr id="52" name="標籤"/>
          <p:cNvSpPr/>
          <p:nvPr/>
        </p:nvSpPr>
        <p:spPr>
          <a:xfrm>
            <a:off x="3672476" y="4659782"/>
            <a:ext cx="811313" cy="234086"/>
          </a:xfrm>
          <a:prstGeom prst="roundRect">
            <a:avLst>
              <a:gd name="adj" fmla="val 9375"/>
            </a:avLst>
          </a:prstGeom>
          <a:solidFill>
            <a:srgbClr val="F2F2F2"/>
          </a:solidFill>
          <a:ln>
            <a:noFill/>
          </a:ln>
        </p:spPr>
        <p:txBody>
          <a:bodyPr wrap="square" lIns="205359" tIns="0" rIns="58928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提升能力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770793" y="4748886"/>
            <a:ext cx="55880" cy="55880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編號"/>
          <p:cNvSpPr/>
          <p:nvPr/>
        </p:nvSpPr>
        <p:spPr>
          <a:xfrm>
            <a:off x="5419529" y="4652467"/>
            <a:ext cx="248717" cy="248717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900" dirty="0"/>
          </a:p>
        </p:txBody>
      </p:sp>
      <p:sp>
        <p:nvSpPr>
          <p:cNvPr id="55" name="標籤"/>
          <p:cNvSpPr/>
          <p:nvPr/>
        </p:nvSpPr>
        <p:spPr>
          <a:xfrm>
            <a:off x="5741398" y="4659782"/>
            <a:ext cx="811313" cy="234086"/>
          </a:xfrm>
          <a:prstGeom prst="roundRect">
            <a:avLst>
              <a:gd name="adj" fmla="val 9375"/>
            </a:avLst>
          </a:prstGeom>
          <a:solidFill>
            <a:srgbClr val="3A3A3A"/>
          </a:solidFill>
          <a:ln>
            <a:noFill/>
          </a:ln>
        </p:spPr>
        <p:txBody>
          <a:bodyPr wrap="square" lIns="205359" tIns="0" rIns="58928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資訊透明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839714" y="4748886"/>
            <a:ext cx="55880" cy="55880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編號"/>
          <p:cNvSpPr/>
          <p:nvPr/>
        </p:nvSpPr>
        <p:spPr>
          <a:xfrm>
            <a:off x="7488450" y="4652467"/>
            <a:ext cx="248717" cy="248717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900" dirty="0"/>
          </a:p>
        </p:txBody>
      </p:sp>
      <p:sp>
        <p:nvSpPr>
          <p:cNvPr id="58" name="編號"/>
          <p:cNvSpPr/>
          <p:nvPr/>
        </p:nvSpPr>
        <p:spPr>
          <a:xfrm>
            <a:off x="7788374" y="4652467"/>
            <a:ext cx="248717" cy="248717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900" dirty="0"/>
          </a:p>
        </p:txBody>
      </p:sp>
      <p:sp>
        <p:nvSpPr>
          <p:cNvPr id="59" name="標籤"/>
          <p:cNvSpPr/>
          <p:nvPr/>
        </p:nvSpPr>
        <p:spPr>
          <a:xfrm>
            <a:off x="8110242" y="4659782"/>
            <a:ext cx="811313" cy="234086"/>
          </a:xfrm>
          <a:prstGeom prst="roundRect">
            <a:avLst>
              <a:gd name="adj" fmla="val 9375"/>
            </a:avLst>
          </a:prstGeom>
          <a:solidFill>
            <a:srgbClr val="F2F2F2"/>
          </a:solidFill>
          <a:ln>
            <a:noFill/>
          </a:ln>
        </p:spPr>
        <p:txBody>
          <a:bodyPr wrap="square" lIns="205359" tIns="0" rIns="58928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激勵動機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208559" y="4748886"/>
            <a:ext cx="55880" cy="55880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炭灰橘點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/ 14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38912" y="29260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能力成長地圖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2813914" y="682752"/>
            <a:ext cx="117043" cy="117043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8912" y="819302"/>
            <a:ext cx="8046720" cy="277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從個人特質到可遷移能力的三階段路徑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8912" y="1170432"/>
            <a:ext cx="365760" cy="43891"/>
          </a:xfrm>
          <a:prstGeom prst="rect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漸隱箭頭"/>
          <p:cNvSpPr/>
          <p:nvPr/>
        </p:nvSpPr>
        <p:spPr>
          <a:xfrm>
            <a:off x="4590288" y="1865376"/>
            <a:ext cx="285293" cy="2689360"/>
          </a:xfrm>
          <a:prstGeom prst="rect">
            <a:avLst/>
          </a:prstGeom>
          <a:solidFill>
            <a:srgbClr val="F07F2D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漸隱箭頭"/>
          <p:cNvSpPr/>
          <p:nvPr/>
        </p:nvSpPr>
        <p:spPr>
          <a:xfrm>
            <a:off x="4590288" y="2312383"/>
            <a:ext cx="285293" cy="2242353"/>
          </a:xfrm>
          <a:prstGeom prst="rect">
            <a:avLst/>
          </a:prstGeom>
          <a:solidFill>
            <a:srgbClr val="F07F2D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漸隱箭頭"/>
          <p:cNvSpPr/>
          <p:nvPr/>
        </p:nvSpPr>
        <p:spPr>
          <a:xfrm>
            <a:off x="4590288" y="2759391"/>
            <a:ext cx="285293" cy="1795345"/>
          </a:xfrm>
          <a:prstGeom prst="rect">
            <a:avLst/>
          </a:prstGeom>
          <a:solidFill>
            <a:srgbClr val="F07F2D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漸隱箭頭"/>
          <p:cNvSpPr/>
          <p:nvPr/>
        </p:nvSpPr>
        <p:spPr>
          <a:xfrm>
            <a:off x="4590288" y="3206398"/>
            <a:ext cx="285293" cy="1348338"/>
          </a:xfrm>
          <a:prstGeom prst="rect">
            <a:avLst/>
          </a:prstGeom>
          <a:solidFill>
            <a:srgbClr val="F07F2D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漸隱箭頭"/>
          <p:cNvSpPr/>
          <p:nvPr/>
        </p:nvSpPr>
        <p:spPr>
          <a:xfrm>
            <a:off x="4590288" y="3653406"/>
            <a:ext cx="285293" cy="901330"/>
          </a:xfrm>
          <a:prstGeom prst="rect">
            <a:avLst/>
          </a:prstGeom>
          <a:solidFill>
            <a:srgbClr val="F07F2D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漸隱箭頭"/>
          <p:cNvSpPr/>
          <p:nvPr/>
        </p:nvSpPr>
        <p:spPr>
          <a:xfrm>
            <a:off x="4590288" y="4100413"/>
            <a:ext cx="285293" cy="454323"/>
          </a:xfrm>
          <a:prstGeom prst="rect">
            <a:avLst/>
          </a:prstGeom>
          <a:solidFill>
            <a:srgbClr val="F07F2D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漸隱箭頭"/>
          <p:cNvSpPr/>
          <p:nvPr/>
        </p:nvSpPr>
        <p:spPr>
          <a:xfrm>
            <a:off x="4447642" y="4547421"/>
            <a:ext cx="570586" cy="353763"/>
          </a:xfrm>
          <a:custGeom>
            <a:avLst/>
            <a:gdLst/>
            <a:ahLst/>
            <a:cxnLst/>
            <a:rect l="l" t="t" r="r" b="b"/>
            <a:pathLst>
              <a:path w="570586" h="353763">
                <a:moveTo>
                  <a:pt x="0" y="0"/>
                </a:moveTo>
                <a:lnTo>
                  <a:pt x="570586" y="0"/>
                </a:lnTo>
                <a:lnTo>
                  <a:pt x="285293" y="353763"/>
                </a:lnTo>
                <a:close/>
              </a:path>
            </a:pathLst>
          </a:custGeom>
          <a:solidFill>
            <a:srgbClr val="F07F2D">
              <a:alpha val="54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106010" y="4608576"/>
            <a:ext cx="950976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07F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成長路徑</a:t>
            </a:r>
            <a:endParaRPr lang="en-US" sz="950" dirty="0"/>
          </a:p>
        </p:txBody>
      </p:sp>
      <p:sp>
        <p:nvSpPr>
          <p:cNvPr id="14" name="處理"/>
          <p:cNvSpPr/>
          <p:nvPr/>
        </p:nvSpPr>
        <p:spPr>
          <a:xfrm>
            <a:off x="438912" y="3035808"/>
            <a:ext cx="694944" cy="438912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 w="20320">
            <a:solidFill>
              <a:srgbClr val="3A3A3A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特質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533242"/>
            <a:ext cx="84124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個性、動機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與價值觀</a:t>
            </a:r>
            <a:endParaRPr lang="en-US" sz="850" dirty="0"/>
          </a:p>
        </p:txBody>
      </p:sp>
      <p:sp>
        <p:nvSpPr>
          <p:cNvPr id="16" name="處理"/>
          <p:cNvSpPr/>
          <p:nvPr/>
        </p:nvSpPr>
        <p:spPr>
          <a:xfrm>
            <a:off x="1499616" y="2399386"/>
            <a:ext cx="731520" cy="395021"/>
          </a:xfrm>
          <a:prstGeom prst="roundRect">
            <a:avLst>
              <a:gd name="adj" fmla="val 9259"/>
            </a:avLst>
          </a:prstGeom>
          <a:solidFill>
            <a:srgbClr val="F2F2F2"/>
          </a:solidFill>
          <a:ln w="20320">
            <a:solidFill>
              <a:srgbClr val="3A3A3A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</a:t>
            </a:r>
            <a:endParaRPr lang="en-US" sz="1100" dirty="0"/>
          </a:p>
        </p:txBody>
      </p:sp>
      <p:sp>
        <p:nvSpPr>
          <p:cNvPr id="17" name="處理"/>
          <p:cNvSpPr/>
          <p:nvPr/>
        </p:nvSpPr>
        <p:spPr>
          <a:xfrm>
            <a:off x="1499616" y="3716122"/>
            <a:ext cx="731520" cy="395021"/>
          </a:xfrm>
          <a:prstGeom prst="roundRect">
            <a:avLst>
              <a:gd name="adj" fmla="val 9259"/>
            </a:avLst>
          </a:prstGeom>
          <a:solidFill>
            <a:srgbClr val="F2F2F2"/>
          </a:solidFill>
          <a:ln w="20320">
            <a:solidFill>
              <a:srgbClr val="3A3A3A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63040" y="2194560"/>
            <a:ext cx="804672" cy="1901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知道是什麼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463040" y="4140403"/>
            <a:ext cx="804672" cy="1901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知道怎麼做</a:t>
            </a:r>
            <a:endParaRPr lang="en-US" sz="850" dirty="0"/>
          </a:p>
        </p:txBody>
      </p:sp>
      <p:sp>
        <p:nvSpPr>
          <p:cNvPr id="20" name="處理"/>
          <p:cNvSpPr/>
          <p:nvPr/>
        </p:nvSpPr>
        <p:spPr>
          <a:xfrm>
            <a:off x="2596896" y="3035808"/>
            <a:ext cx="694944" cy="438912"/>
          </a:xfrm>
          <a:prstGeom prst="roundRect">
            <a:avLst>
              <a:gd name="adj" fmla="val 8333"/>
            </a:avLst>
          </a:prstGeom>
          <a:solidFill>
            <a:srgbClr val="3A3A3A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23744" y="3533242"/>
            <a:ext cx="841248" cy="1901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能產生價值</a:t>
            </a:r>
            <a:endParaRPr lang="en-US" sz="850" dirty="0"/>
          </a:p>
        </p:txBody>
      </p:sp>
      <p:sp>
        <p:nvSpPr>
          <p:cNvPr id="22" name="連接線"/>
          <p:cNvSpPr/>
          <p:nvPr/>
        </p:nvSpPr>
        <p:spPr>
          <a:xfrm>
            <a:off x="1177747" y="2596896"/>
            <a:ext cx="277978" cy="658368"/>
          </a:xfrm>
          <a:custGeom>
            <a:avLst/>
            <a:gdLst/>
            <a:ahLst/>
            <a:cxnLst/>
            <a:rect l="l" t="t" r="r" b="b"/>
            <a:pathLst>
              <a:path w="277978" h="658368">
                <a:moveTo>
                  <a:pt x="0" y="658368"/>
                </a:moveTo>
                <a:lnTo>
                  <a:pt x="138989" y="658368"/>
                </a:lnTo>
                <a:lnTo>
                  <a:pt x="138989" y="0"/>
                </a:lnTo>
                <a:lnTo>
                  <a:pt x="277978" y="0"/>
                </a:lnTo>
              </a:path>
            </a:pathLst>
          </a:custGeom>
          <a:noFill/>
          <a:ln w="2032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連接線"/>
          <p:cNvSpPr/>
          <p:nvPr/>
        </p:nvSpPr>
        <p:spPr>
          <a:xfrm>
            <a:off x="1177747" y="3255264"/>
            <a:ext cx="277978" cy="658368"/>
          </a:xfrm>
          <a:custGeom>
            <a:avLst/>
            <a:gdLst/>
            <a:ahLst/>
            <a:cxnLst/>
            <a:rect l="l" t="t" r="r" b="b"/>
            <a:pathLst>
              <a:path w="277978" h="658368">
                <a:moveTo>
                  <a:pt x="0" y="0"/>
                </a:moveTo>
                <a:lnTo>
                  <a:pt x="138989" y="0"/>
                </a:lnTo>
                <a:lnTo>
                  <a:pt x="138989" y="658368"/>
                </a:lnTo>
                <a:lnTo>
                  <a:pt x="277978" y="658368"/>
                </a:lnTo>
              </a:path>
            </a:pathLst>
          </a:custGeom>
          <a:noFill/>
          <a:ln w="2032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連接線"/>
          <p:cNvSpPr/>
          <p:nvPr/>
        </p:nvSpPr>
        <p:spPr>
          <a:xfrm>
            <a:off x="2275027" y="2596896"/>
            <a:ext cx="277978" cy="658368"/>
          </a:xfrm>
          <a:custGeom>
            <a:avLst/>
            <a:gdLst/>
            <a:ahLst/>
            <a:cxnLst/>
            <a:rect l="l" t="t" r="r" b="b"/>
            <a:pathLst>
              <a:path w="277978" h="658368">
                <a:moveTo>
                  <a:pt x="0" y="0"/>
                </a:moveTo>
                <a:lnTo>
                  <a:pt x="138989" y="0"/>
                </a:lnTo>
                <a:lnTo>
                  <a:pt x="138989" y="658368"/>
                </a:lnTo>
                <a:lnTo>
                  <a:pt x="277978" y="658368"/>
                </a:lnTo>
              </a:path>
            </a:pathLst>
          </a:custGeom>
          <a:noFill/>
          <a:ln w="2032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連接線"/>
          <p:cNvSpPr/>
          <p:nvPr/>
        </p:nvSpPr>
        <p:spPr>
          <a:xfrm>
            <a:off x="2275027" y="3255264"/>
            <a:ext cx="277978" cy="658368"/>
          </a:xfrm>
          <a:custGeom>
            <a:avLst/>
            <a:gdLst/>
            <a:ahLst/>
            <a:cxnLst/>
            <a:rect l="l" t="t" r="r" b="b"/>
            <a:pathLst>
              <a:path w="277978" h="658368">
                <a:moveTo>
                  <a:pt x="0" y="658368"/>
                </a:moveTo>
                <a:lnTo>
                  <a:pt x="138989" y="658368"/>
                </a:lnTo>
                <a:lnTo>
                  <a:pt x="138989" y="0"/>
                </a:lnTo>
                <a:lnTo>
                  <a:pt x="277978" y="0"/>
                </a:lnTo>
              </a:path>
            </a:pathLst>
          </a:custGeom>
          <a:noFill/>
          <a:ln w="2032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連接線"/>
          <p:cNvSpPr/>
          <p:nvPr/>
        </p:nvSpPr>
        <p:spPr>
          <a:xfrm>
            <a:off x="3335731" y="2194560"/>
            <a:ext cx="460858" cy="1060704"/>
          </a:xfrm>
          <a:custGeom>
            <a:avLst/>
            <a:gdLst/>
            <a:ahLst/>
            <a:cxnLst/>
            <a:rect l="l" t="t" r="r" b="b"/>
            <a:pathLst>
              <a:path w="460858" h="1060704">
                <a:moveTo>
                  <a:pt x="0" y="1060704"/>
                </a:moveTo>
                <a:lnTo>
                  <a:pt x="230429" y="1060704"/>
                </a:lnTo>
                <a:lnTo>
                  <a:pt x="230429" y="0"/>
                </a:lnTo>
                <a:lnTo>
                  <a:pt x="460858" y="0"/>
                </a:lnTo>
              </a:path>
            </a:pathLst>
          </a:custGeom>
          <a:noFill/>
          <a:ln w="2032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線條"/>
          <p:cNvSpPr/>
          <p:nvPr/>
        </p:nvSpPr>
        <p:spPr>
          <a:xfrm>
            <a:off x="3335731" y="3255264"/>
            <a:ext cx="460858" cy="0"/>
          </a:xfrm>
          <a:prstGeom prst="line">
            <a:avLst/>
          </a:prstGeom>
          <a:noFill/>
          <a:ln w="2032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28" name="連接線"/>
          <p:cNvSpPr/>
          <p:nvPr/>
        </p:nvSpPr>
        <p:spPr>
          <a:xfrm>
            <a:off x="3335731" y="3255264"/>
            <a:ext cx="460858" cy="1060704"/>
          </a:xfrm>
          <a:custGeom>
            <a:avLst/>
            <a:gdLst/>
            <a:ahLst/>
            <a:cxnLst/>
            <a:rect l="l" t="t" r="r" b="b"/>
            <a:pathLst>
              <a:path w="460858" h="1060704">
                <a:moveTo>
                  <a:pt x="0" y="0"/>
                </a:moveTo>
                <a:lnTo>
                  <a:pt x="230429" y="0"/>
                </a:lnTo>
                <a:lnTo>
                  <a:pt x="230429" y="1060704"/>
                </a:lnTo>
                <a:lnTo>
                  <a:pt x="460858" y="1060704"/>
                </a:lnTo>
              </a:path>
            </a:pathLst>
          </a:custGeom>
          <a:noFill/>
          <a:ln w="2032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卡片"/>
          <p:cNvSpPr/>
          <p:nvPr/>
        </p:nvSpPr>
        <p:spPr>
          <a:xfrm>
            <a:off x="3840480" y="1931213"/>
            <a:ext cx="1463040" cy="526694"/>
          </a:xfrm>
          <a:prstGeom prst="roundRect">
            <a:avLst>
              <a:gd name="adj" fmla="val 6944"/>
            </a:avLst>
          </a:prstGeom>
          <a:solidFill>
            <a:srgbClr val="F2F2F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840480" y="1931213"/>
            <a:ext cx="146304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執行實踐</a:t>
            </a:r>
            <a:endParaRPr lang="en-US" sz="1300" dirty="0"/>
          </a:p>
        </p:txBody>
      </p:sp>
      <p:sp>
        <p:nvSpPr>
          <p:cNvPr id="31" name="標籤"/>
          <p:cNvSpPr/>
          <p:nvPr/>
        </p:nvSpPr>
        <p:spPr>
          <a:xfrm>
            <a:off x="4647997" y="1828800"/>
            <a:ext cx="545795" cy="204826"/>
          </a:xfrm>
          <a:prstGeom prst="roundRect">
            <a:avLst>
              <a:gd name="adj" fmla="val 10714"/>
            </a:avLst>
          </a:prstGeom>
          <a:solidFill>
            <a:srgbClr val="F07F2D"/>
          </a:solidFill>
          <a:ln>
            <a:noFill/>
          </a:ln>
        </p:spPr>
        <p:txBody>
          <a:bodyPr wrap="square" lIns="197104" tIns="0" rIns="57023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前期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43094" y="1905813"/>
            <a:ext cx="50800" cy="50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標籤"/>
          <p:cNvSpPr/>
          <p:nvPr/>
        </p:nvSpPr>
        <p:spPr>
          <a:xfrm>
            <a:off x="3950208" y="2355494"/>
            <a:ext cx="647395" cy="204826"/>
          </a:xfrm>
          <a:prstGeom prst="roundRect">
            <a:avLst>
              <a:gd name="adj" fmla="val 10714"/>
            </a:avLst>
          </a:prstGeom>
          <a:solidFill>
            <a:srgbClr val="F2F2F2"/>
          </a:solidFill>
          <a:ln>
            <a:noFill/>
          </a:ln>
        </p:spPr>
        <p:txBody>
          <a:bodyPr wrap="square" lIns="197104" tIns="0" rIns="57023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打基礎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045306" y="2432507"/>
            <a:ext cx="50800" cy="50800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卡片"/>
          <p:cNvSpPr/>
          <p:nvPr/>
        </p:nvSpPr>
        <p:spPr>
          <a:xfrm>
            <a:off x="3840480" y="2991917"/>
            <a:ext cx="1463040" cy="526694"/>
          </a:xfrm>
          <a:prstGeom prst="roundRect">
            <a:avLst>
              <a:gd name="adj" fmla="val 6944"/>
            </a:avLst>
          </a:prstGeom>
          <a:solidFill>
            <a:srgbClr val="F2F2F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840480" y="2991917"/>
            <a:ext cx="146304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溝通協作</a:t>
            </a:r>
            <a:endParaRPr lang="en-US" sz="1300" dirty="0"/>
          </a:p>
        </p:txBody>
      </p:sp>
      <p:sp>
        <p:nvSpPr>
          <p:cNvPr id="37" name="標籤"/>
          <p:cNvSpPr/>
          <p:nvPr/>
        </p:nvSpPr>
        <p:spPr>
          <a:xfrm>
            <a:off x="4647997" y="2889504"/>
            <a:ext cx="545795" cy="204826"/>
          </a:xfrm>
          <a:prstGeom prst="roundRect">
            <a:avLst>
              <a:gd name="adj" fmla="val 10714"/>
            </a:avLst>
          </a:prstGeom>
          <a:solidFill>
            <a:srgbClr val="F07F2D"/>
          </a:solidFill>
          <a:ln>
            <a:noFill/>
          </a:ln>
        </p:spPr>
        <p:txBody>
          <a:bodyPr wrap="square" lIns="197104" tIns="0" rIns="57023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中期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743094" y="2966517"/>
            <a:ext cx="50800" cy="50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標籤"/>
          <p:cNvSpPr/>
          <p:nvPr/>
        </p:nvSpPr>
        <p:spPr>
          <a:xfrm>
            <a:off x="3950208" y="3416198"/>
            <a:ext cx="647395" cy="204826"/>
          </a:xfrm>
          <a:prstGeom prst="roundRect">
            <a:avLst>
              <a:gd name="adj" fmla="val 10714"/>
            </a:avLst>
          </a:prstGeom>
          <a:solidFill>
            <a:srgbClr val="F2F2F2"/>
          </a:solidFill>
          <a:ln>
            <a:noFill/>
          </a:ln>
        </p:spPr>
        <p:txBody>
          <a:bodyPr wrap="square" lIns="197104" tIns="0" rIns="57023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擴影響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045306" y="3493211"/>
            <a:ext cx="50800" cy="50800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卡片"/>
          <p:cNvSpPr/>
          <p:nvPr/>
        </p:nvSpPr>
        <p:spPr>
          <a:xfrm>
            <a:off x="3840480" y="4052621"/>
            <a:ext cx="1463040" cy="526694"/>
          </a:xfrm>
          <a:prstGeom prst="roundRect">
            <a:avLst>
              <a:gd name="adj" fmla="val 6944"/>
            </a:avLst>
          </a:prstGeom>
          <a:solidFill>
            <a:srgbClr val="F2F2F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840480" y="4052621"/>
            <a:ext cx="146304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整合創新</a:t>
            </a:r>
            <a:endParaRPr lang="en-US" sz="1300" dirty="0"/>
          </a:p>
        </p:txBody>
      </p:sp>
      <p:sp>
        <p:nvSpPr>
          <p:cNvPr id="43" name="標籤"/>
          <p:cNvSpPr/>
          <p:nvPr/>
        </p:nvSpPr>
        <p:spPr>
          <a:xfrm>
            <a:off x="4647997" y="3950208"/>
            <a:ext cx="545795" cy="204826"/>
          </a:xfrm>
          <a:prstGeom prst="roundRect">
            <a:avLst>
              <a:gd name="adj" fmla="val 10714"/>
            </a:avLst>
          </a:prstGeom>
          <a:solidFill>
            <a:srgbClr val="F07F2D"/>
          </a:solidFill>
          <a:ln>
            <a:noFill/>
          </a:ln>
        </p:spPr>
        <p:txBody>
          <a:bodyPr wrap="square" lIns="197104" tIns="0" rIns="57023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後期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743094" y="4027221"/>
            <a:ext cx="50800" cy="50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標籤"/>
          <p:cNvSpPr/>
          <p:nvPr/>
        </p:nvSpPr>
        <p:spPr>
          <a:xfrm>
            <a:off x="3950208" y="4476902"/>
            <a:ext cx="647395" cy="204826"/>
          </a:xfrm>
          <a:prstGeom prst="roundRect">
            <a:avLst>
              <a:gd name="adj" fmla="val 10714"/>
            </a:avLst>
          </a:prstGeom>
          <a:solidFill>
            <a:srgbClr val="F2F2F2"/>
          </a:solidFill>
          <a:ln>
            <a:noFill/>
          </a:ln>
        </p:spPr>
        <p:txBody>
          <a:bodyPr wrap="square" lIns="197104" tIns="0" rIns="57023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建槓桿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045306" y="4553915"/>
            <a:ext cx="50800" cy="50800"/>
          </a:xfrm>
          <a:prstGeom prst="ellipse">
            <a:avLst/>
          </a:prstGeom>
          <a:solidFill>
            <a:srgbClr val="F07F2D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寬欄條"/>
          <p:cNvSpPr/>
          <p:nvPr/>
        </p:nvSpPr>
        <p:spPr>
          <a:xfrm>
            <a:off x="5669280" y="1645920"/>
            <a:ext cx="438912" cy="3108960"/>
          </a:xfrm>
          <a:prstGeom prst="roundRect">
            <a:avLst>
              <a:gd name="adj" fmla="val 8333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寬欄條"/>
          <p:cNvSpPr/>
          <p:nvPr/>
        </p:nvSpPr>
        <p:spPr>
          <a:xfrm>
            <a:off x="6254496" y="1645920"/>
            <a:ext cx="438912" cy="3108960"/>
          </a:xfrm>
          <a:prstGeom prst="roundRect">
            <a:avLst>
              <a:gd name="adj" fmla="val 8333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413248" y="1404518"/>
            <a:ext cx="153619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吸收　／　產出</a:t>
            </a:r>
            <a:endParaRPr lang="en-US" sz="900" dirty="0"/>
          </a:p>
        </p:txBody>
      </p:sp>
      <p:sp>
        <p:nvSpPr>
          <p:cNvPr id="50" name="編號"/>
          <p:cNvSpPr/>
          <p:nvPr/>
        </p:nvSpPr>
        <p:spPr>
          <a:xfrm>
            <a:off x="5713171" y="2018995"/>
            <a:ext cx="351130" cy="35113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</a:t>
            </a:r>
            <a:endParaRPr lang="en-US" sz="1100" dirty="0"/>
          </a:p>
        </p:txBody>
      </p:sp>
      <p:sp>
        <p:nvSpPr>
          <p:cNvPr id="51" name="編號"/>
          <p:cNvSpPr/>
          <p:nvPr/>
        </p:nvSpPr>
        <p:spPr>
          <a:xfrm>
            <a:off x="6298387" y="2018995"/>
            <a:ext cx="351130" cy="35113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</a:t>
            </a:r>
            <a:endParaRPr lang="en-US" sz="1100" dirty="0"/>
          </a:p>
        </p:txBody>
      </p:sp>
      <p:sp>
        <p:nvSpPr>
          <p:cNvPr id="52" name="線條"/>
          <p:cNvSpPr/>
          <p:nvPr/>
        </p:nvSpPr>
        <p:spPr>
          <a:xfrm>
            <a:off x="5362042" y="2194560"/>
            <a:ext cx="307238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53" name="編號"/>
          <p:cNvSpPr/>
          <p:nvPr/>
        </p:nvSpPr>
        <p:spPr>
          <a:xfrm>
            <a:off x="5713171" y="3079699"/>
            <a:ext cx="351130" cy="35113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</a:t>
            </a:r>
            <a:endParaRPr lang="en-US" sz="1100" dirty="0"/>
          </a:p>
        </p:txBody>
      </p:sp>
      <p:sp>
        <p:nvSpPr>
          <p:cNvPr id="54" name="編號"/>
          <p:cNvSpPr/>
          <p:nvPr/>
        </p:nvSpPr>
        <p:spPr>
          <a:xfrm>
            <a:off x="6298387" y="3079699"/>
            <a:ext cx="351130" cy="35113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談</a:t>
            </a:r>
            <a:endParaRPr lang="en-US" sz="1100" dirty="0"/>
          </a:p>
        </p:txBody>
      </p:sp>
      <p:sp>
        <p:nvSpPr>
          <p:cNvPr id="55" name="線條"/>
          <p:cNvSpPr/>
          <p:nvPr/>
        </p:nvSpPr>
        <p:spPr>
          <a:xfrm>
            <a:off x="5362042" y="3255264"/>
            <a:ext cx="307238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56" name="編號"/>
          <p:cNvSpPr/>
          <p:nvPr/>
        </p:nvSpPr>
        <p:spPr>
          <a:xfrm>
            <a:off x="5713171" y="4140403"/>
            <a:ext cx="351130" cy="35113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</a:t>
            </a:r>
            <a:endParaRPr lang="en-US" sz="1100" dirty="0"/>
          </a:p>
        </p:txBody>
      </p:sp>
      <p:sp>
        <p:nvSpPr>
          <p:cNvPr id="57" name="編號"/>
          <p:cNvSpPr/>
          <p:nvPr/>
        </p:nvSpPr>
        <p:spPr>
          <a:xfrm>
            <a:off x="6298387" y="4140403"/>
            <a:ext cx="351130" cy="35113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</a:t>
            </a:r>
            <a:endParaRPr lang="en-US" sz="1100" dirty="0"/>
          </a:p>
        </p:txBody>
      </p:sp>
      <p:sp>
        <p:nvSpPr>
          <p:cNvPr id="58" name="線條"/>
          <p:cNvSpPr/>
          <p:nvPr/>
        </p:nvSpPr>
        <p:spPr>
          <a:xfrm>
            <a:off x="5362042" y="4315968"/>
            <a:ext cx="307238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59" name="線條"/>
          <p:cNvSpPr/>
          <p:nvPr/>
        </p:nvSpPr>
        <p:spPr>
          <a:xfrm>
            <a:off x="6693408" y="2194560"/>
            <a:ext cx="182880" cy="0"/>
          </a:xfrm>
          <a:prstGeom prst="line">
            <a:avLst/>
          </a:prstGeom>
          <a:noFill/>
          <a:ln w="20320">
            <a:solidFill>
              <a:srgbClr val="3A3A3A"/>
            </a:solidFill>
            <a:prstDash val="solid"/>
          </a:ln>
        </p:spPr>
      </p:sp>
      <p:sp>
        <p:nvSpPr>
          <p:cNvPr id="60" name="連接線"/>
          <p:cNvSpPr/>
          <p:nvPr/>
        </p:nvSpPr>
        <p:spPr>
          <a:xfrm>
            <a:off x="6876288" y="1960474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234086"/>
                </a:moveTo>
                <a:lnTo>
                  <a:pt x="0" y="0"/>
                </a:lnTo>
                <a:lnTo>
                  <a:pt x="197510" y="0"/>
                </a:lnTo>
              </a:path>
            </a:pathLst>
          </a:custGeom>
          <a:noFill/>
          <a:ln w="2032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7132320" y="1850746"/>
            <a:ext cx="16824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流程操作、工具使用</a:t>
            </a:r>
            <a:endParaRPr lang="en-US" sz="900" dirty="0"/>
          </a:p>
        </p:txBody>
      </p:sp>
      <p:sp>
        <p:nvSpPr>
          <p:cNvPr id="62" name="連接線"/>
          <p:cNvSpPr/>
          <p:nvPr/>
        </p:nvSpPr>
        <p:spPr>
          <a:xfrm>
            <a:off x="6876288" y="2194560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0"/>
                </a:moveTo>
                <a:lnTo>
                  <a:pt x="0" y="234086"/>
                </a:lnTo>
                <a:lnTo>
                  <a:pt x="197510" y="234086"/>
                </a:lnTo>
              </a:path>
            </a:pathLst>
          </a:custGeom>
          <a:noFill/>
          <a:ln w="2032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7132320" y="2318918"/>
            <a:ext cx="16824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標準作業與規範</a:t>
            </a:r>
            <a:endParaRPr lang="en-US" sz="900" dirty="0"/>
          </a:p>
        </p:txBody>
      </p:sp>
      <p:sp>
        <p:nvSpPr>
          <p:cNvPr id="64" name="線條"/>
          <p:cNvSpPr/>
          <p:nvPr/>
        </p:nvSpPr>
        <p:spPr>
          <a:xfrm>
            <a:off x="6693408" y="3255264"/>
            <a:ext cx="182880" cy="0"/>
          </a:xfrm>
          <a:prstGeom prst="line">
            <a:avLst/>
          </a:prstGeom>
          <a:noFill/>
          <a:ln w="20320">
            <a:solidFill>
              <a:srgbClr val="3A3A3A"/>
            </a:solidFill>
            <a:prstDash val="solid"/>
          </a:ln>
        </p:spPr>
      </p:sp>
      <p:sp>
        <p:nvSpPr>
          <p:cNvPr id="65" name="連接線"/>
          <p:cNvSpPr/>
          <p:nvPr/>
        </p:nvSpPr>
        <p:spPr>
          <a:xfrm>
            <a:off x="6876288" y="3021178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234086"/>
                </a:moveTo>
                <a:lnTo>
                  <a:pt x="0" y="0"/>
                </a:lnTo>
                <a:lnTo>
                  <a:pt x="197510" y="0"/>
                </a:lnTo>
              </a:path>
            </a:pathLst>
          </a:custGeom>
          <a:noFill/>
          <a:ln w="2032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7132320" y="2911450"/>
            <a:ext cx="16824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表達、傾聽、協調</a:t>
            </a:r>
            <a:endParaRPr lang="en-US" sz="900" dirty="0"/>
          </a:p>
        </p:txBody>
      </p:sp>
      <p:sp>
        <p:nvSpPr>
          <p:cNvPr id="67" name="連接線"/>
          <p:cNvSpPr/>
          <p:nvPr/>
        </p:nvSpPr>
        <p:spPr>
          <a:xfrm>
            <a:off x="6876288" y="3255264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0"/>
                </a:moveTo>
                <a:lnTo>
                  <a:pt x="0" y="234086"/>
                </a:lnTo>
                <a:lnTo>
                  <a:pt x="197510" y="234086"/>
                </a:lnTo>
              </a:path>
            </a:pathLst>
          </a:custGeom>
          <a:noFill/>
          <a:ln w="2032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7132320" y="3379622"/>
            <a:ext cx="16824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提案、談判、領導</a:t>
            </a:r>
            <a:endParaRPr lang="en-US" sz="900" dirty="0"/>
          </a:p>
        </p:txBody>
      </p:sp>
      <p:sp>
        <p:nvSpPr>
          <p:cNvPr id="69" name="線條"/>
          <p:cNvSpPr/>
          <p:nvPr/>
        </p:nvSpPr>
        <p:spPr>
          <a:xfrm>
            <a:off x="6693408" y="4315968"/>
            <a:ext cx="182880" cy="0"/>
          </a:xfrm>
          <a:prstGeom prst="line">
            <a:avLst/>
          </a:prstGeom>
          <a:noFill/>
          <a:ln w="20320">
            <a:solidFill>
              <a:srgbClr val="3A3A3A"/>
            </a:solidFill>
            <a:prstDash val="solid"/>
          </a:ln>
        </p:spPr>
      </p:sp>
      <p:sp>
        <p:nvSpPr>
          <p:cNvPr id="70" name="連接線"/>
          <p:cNvSpPr/>
          <p:nvPr/>
        </p:nvSpPr>
        <p:spPr>
          <a:xfrm>
            <a:off x="6876288" y="4081882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234086"/>
                </a:moveTo>
                <a:lnTo>
                  <a:pt x="0" y="0"/>
                </a:lnTo>
                <a:lnTo>
                  <a:pt x="197510" y="0"/>
                </a:lnTo>
              </a:path>
            </a:pathLst>
          </a:custGeom>
          <a:noFill/>
          <a:ln w="2032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7132320" y="3972154"/>
            <a:ext cx="16824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結構思考、問題解決</a:t>
            </a:r>
            <a:endParaRPr lang="en-US" sz="900" dirty="0"/>
          </a:p>
        </p:txBody>
      </p:sp>
      <p:sp>
        <p:nvSpPr>
          <p:cNvPr id="72" name="連接線"/>
          <p:cNvSpPr/>
          <p:nvPr/>
        </p:nvSpPr>
        <p:spPr>
          <a:xfrm>
            <a:off x="6876288" y="4315968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0"/>
                </a:moveTo>
                <a:lnTo>
                  <a:pt x="0" y="234086"/>
                </a:lnTo>
                <a:lnTo>
                  <a:pt x="197510" y="234086"/>
                </a:lnTo>
              </a:path>
            </a:pathLst>
          </a:custGeom>
          <a:noFill/>
          <a:ln w="20320">
            <a:solidFill>
              <a:srgbClr val="3A3A3A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7132320" y="4440326"/>
            <a:ext cx="16824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資源整合、創新</a:t>
            </a:r>
            <a:endParaRPr lang="en-US" sz="900" dirty="0"/>
          </a:p>
        </p:txBody>
      </p:sp>
      <p:sp>
        <p:nvSpPr>
          <p:cNvPr id="74" name="漸隱直條"/>
          <p:cNvSpPr/>
          <p:nvPr/>
        </p:nvSpPr>
        <p:spPr>
          <a:xfrm>
            <a:off x="9067190" y="1798808"/>
            <a:ext cx="138989" cy="2810500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漸隱直條"/>
          <p:cNvSpPr/>
          <p:nvPr/>
        </p:nvSpPr>
        <p:spPr>
          <a:xfrm>
            <a:off x="9067190" y="2032406"/>
            <a:ext cx="138989" cy="2343302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漸隱直條"/>
          <p:cNvSpPr/>
          <p:nvPr/>
        </p:nvSpPr>
        <p:spPr>
          <a:xfrm>
            <a:off x="9067190" y="2266005"/>
            <a:ext cx="138989" cy="1876105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漸隱直條"/>
          <p:cNvSpPr/>
          <p:nvPr/>
        </p:nvSpPr>
        <p:spPr>
          <a:xfrm>
            <a:off x="9067190" y="2499604"/>
            <a:ext cx="138989" cy="1408908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漸隱直條"/>
          <p:cNvSpPr/>
          <p:nvPr/>
        </p:nvSpPr>
        <p:spPr>
          <a:xfrm>
            <a:off x="9067190" y="2733203"/>
            <a:ext cx="138989" cy="941710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漸隱直條"/>
          <p:cNvSpPr/>
          <p:nvPr/>
        </p:nvSpPr>
        <p:spPr>
          <a:xfrm>
            <a:off x="9067190" y="2966801"/>
            <a:ext cx="138989" cy="474513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8997696" y="1645920"/>
            <a:ext cx="277978" cy="152888"/>
          </a:xfrm>
          <a:custGeom>
            <a:avLst/>
            <a:gdLst/>
            <a:ahLst/>
            <a:cxnLst/>
            <a:rect l="l" t="t" r="r" b="b"/>
            <a:pathLst>
              <a:path w="277978" h="152888">
                <a:moveTo>
                  <a:pt x="0" y="152888"/>
                </a:moveTo>
                <a:lnTo>
                  <a:pt x="138989" y="0"/>
                </a:lnTo>
                <a:lnTo>
                  <a:pt x="277978" y="152888"/>
                </a:lnTo>
                <a:close/>
              </a:path>
            </a:pathLst>
          </a:cu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79"/>
          <p:cNvSpPr/>
          <p:nvPr/>
        </p:nvSpPr>
        <p:spPr>
          <a:xfrm>
            <a:off x="8997696" y="4601992"/>
            <a:ext cx="277978" cy="152888"/>
          </a:xfrm>
          <a:custGeom>
            <a:avLst/>
            <a:gdLst/>
            <a:ahLst/>
            <a:cxnLst/>
            <a:rect l="l" t="t" r="r" b="b"/>
            <a:pathLst>
              <a:path w="277978" h="152888">
                <a:moveTo>
                  <a:pt x="0" y="0"/>
                </a:moveTo>
                <a:lnTo>
                  <a:pt x="277978" y="0"/>
                </a:lnTo>
                <a:lnTo>
                  <a:pt x="138989" y="152888"/>
                </a:lnTo>
                <a:close/>
              </a:path>
            </a:pathLst>
          </a:custGeom>
          <a:solidFill>
            <a:srgbClr val="A6A6A6">
              <a:alpha val="50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8302752" y="1404518"/>
            <a:ext cx="102412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情境限定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8302752" y="4791456"/>
            <a:ext cx="102412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07F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跨域通用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炭灰橘點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/ 14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精緻圖解元件庫 · 炭灰橘點</dc:title>
  <dc:subject>PptxGenJS Presentation</dc:subject>
  <dc:creator>PPT Style Studio</dc:creator>
  <cp:lastModifiedBy>PPT Style Studio</cp:lastModifiedBy>
  <cp:revision>1</cp:revision>
  <dcterms:created xsi:type="dcterms:W3CDTF">2026-10-09T04:47:37Z</dcterms:created>
  <dcterms:modified xsi:type="dcterms:W3CDTF">2026-10-09T04:47:37Z</dcterms:modified>
</cp:coreProperties>
</file>