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750" dirty="0"/>
          </a:p>
        </p:txBody>
      </p:sp>
      <p:sp>
        <p:nvSpPr>
          <p:cNvPr id="5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750" dirty="0"/>
          </a:p>
        </p:txBody>
      </p:sp>
      <p:sp>
        <p:nvSpPr>
          <p:cNvPr id="6" name="流程方塊"/>
          <p:cNvSpPr/>
          <p:nvPr/>
        </p:nvSpPr>
        <p:spPr>
          <a:xfrm>
            <a:off x="2497700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7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8" name="流程方塊"/>
          <p:cNvSpPr/>
          <p:nvPr/>
        </p:nvSpPr>
        <p:spPr>
          <a:xfrm>
            <a:off x="4246980" y="2091690"/>
            <a:ext cx="1371600" cy="480060"/>
          </a:xfrm>
          <a:prstGeom prst="rect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9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0" name="流程方塊"/>
          <p:cNvSpPr/>
          <p:nvPr/>
        </p:nvSpPr>
        <p:spPr>
          <a:xfrm>
            <a:off x="5996260" y="2091690"/>
            <a:ext cx="1371600" cy="480060"/>
          </a:xfrm>
          <a:prstGeom prst="rect">
            <a:avLst/>
          </a:prstGeom>
          <a:solidFill>
            <a:srgbClr val="F3E6E8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1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2" name="流程方塊"/>
          <p:cNvSpPr/>
          <p:nvPr/>
        </p:nvSpPr>
        <p:spPr>
          <a:xfrm>
            <a:off x="7745540" y="2091690"/>
            <a:ext cx="1371600" cy="48006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3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4" name="流程方塊"/>
          <p:cNvSpPr/>
          <p:nvPr/>
        </p:nvSpPr>
        <p:spPr>
          <a:xfrm>
            <a:off x="9494819" y="2091690"/>
            <a:ext cx="1371600" cy="480060"/>
          </a:xfrm>
          <a:prstGeom prst="rect">
            <a:avLst/>
          </a:prstGeom>
          <a:solidFill>
            <a:srgbClr val="FFFFFF"/>
          </a:solidFill>
          <a:ln w="27813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5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6" name="流程方塊"/>
          <p:cNvSpPr/>
          <p:nvPr/>
        </p:nvSpPr>
        <p:spPr>
          <a:xfrm>
            <a:off x="11244099" y="2091690"/>
            <a:ext cx="1371600" cy="480060"/>
          </a:xfrm>
          <a:prstGeom prst="rect">
            <a:avLst/>
          </a:prstGeom>
          <a:solidFill>
            <a:srgbClr val="7A1F2B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7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8" name="流程方塊"/>
          <p:cNvSpPr/>
          <p:nvPr/>
        </p:nvSpPr>
        <p:spPr>
          <a:xfrm>
            <a:off x="12993379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9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2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3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4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5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6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7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8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9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0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7A1F2B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1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2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3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4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0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1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2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3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4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5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6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7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8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9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0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1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6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8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2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4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7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9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1" name="警示方塊"/>
          <p:cNvSpPr/>
          <p:nvPr/>
        </p:nvSpPr>
        <p:spPr>
          <a:xfrm>
            <a:off x="2497700" y="5337810"/>
            <a:ext cx="1371600" cy="502920"/>
          </a:xfrm>
          <a:prstGeom prst="rect">
            <a:avLst/>
          </a:prstGeom>
          <a:solidFill>
            <a:srgbClr val="FFFFFF"/>
          </a:solidFill>
          <a:ln w="23876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2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3" name="警示方塊"/>
          <p:cNvSpPr/>
          <p:nvPr/>
        </p:nvSpPr>
        <p:spPr>
          <a:xfrm>
            <a:off x="4246980" y="5337810"/>
            <a:ext cx="1371600" cy="502920"/>
          </a:xfrm>
          <a:prstGeom prst="rect">
            <a:avLst/>
          </a:prstGeom>
          <a:solidFill>
            <a:srgbClr val="ECE0E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4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5" name="警示方塊"/>
          <p:cNvSpPr/>
          <p:nvPr/>
        </p:nvSpPr>
        <p:spPr>
          <a:xfrm>
            <a:off x="5996260" y="5337810"/>
            <a:ext cx="1371600" cy="502920"/>
          </a:xfrm>
          <a:prstGeom prst="rect">
            <a:avLst/>
          </a:prstGeom>
          <a:solidFill>
            <a:srgbClr val="7A1F2B"/>
          </a:solidFill>
          <a:ln/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6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7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0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1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2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7A1F2B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5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ln w="19812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7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75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2829170" y="6160770"/>
            <a:ext cx="708660" cy="708660"/>
            <a:chOff x="2829170" y="6160770"/>
            <a:chExt cx="708660" cy="708660"/>
          </a:xfrm>
        </p:grpSpPr>
        <p:sp>
          <p:nvSpPr>
            <p:cNvPr id="89" name="大圓"/>
            <p:cNvSpPr/>
            <p:nvPr/>
          </p:nvSpPr>
          <p:spPr>
            <a:xfrm>
              <a:off x="282917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871690" y="6203290"/>
              <a:ext cx="623621" cy="623621"/>
            </a:xfrm>
            <a:prstGeom prst="ellipse">
              <a:avLst/>
            </a:prstGeom>
            <a:ln w="11938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4620969" y="6203290"/>
              <a:ext cx="623621" cy="623621"/>
            </a:xfrm>
            <a:prstGeom prst="ellipse">
              <a:avLst/>
            </a:prstGeom>
            <a:ln w="11938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6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8" name="編號"/>
            <p:cNvSpPr/>
            <p:nvPr/>
          </p:nvSpPr>
          <p:spPr>
            <a:xfrm>
              <a:off x="7756970" y="6320790"/>
              <a:ext cx="388620" cy="38862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237030" y="6320790"/>
              <a:ext cx="388620" cy="38862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25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8717090" y="6320790"/>
              <a:ext cx="388620" cy="388620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25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2" name="標籤"/>
          <p:cNvSpPr/>
          <p:nvPr/>
        </p:nvSpPr>
        <p:spPr>
          <a:xfrm>
            <a:off x="9677750" y="6332220"/>
            <a:ext cx="1005738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3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4" name="標籤"/>
            <p:cNvSpPr/>
            <p:nvPr/>
          </p:nvSpPr>
          <p:spPr>
            <a:xfrm>
              <a:off x="11237749" y="6343650"/>
              <a:ext cx="646430" cy="342900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11975619" y="6343650"/>
              <a:ext cx="646430" cy="34290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7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B08D5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1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3" name="群組框"/>
            <p:cNvSpPr/>
            <p:nvPr/>
          </p:nvSpPr>
          <p:spPr>
            <a:xfrm>
              <a:off x="2497700" y="7258050"/>
              <a:ext cx="1371600" cy="457200"/>
            </a:xfrm>
            <a:prstGeom prst="rect">
              <a:avLst/>
            </a:prstGeom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6" name="淺灰面板"/>
          <p:cNvSpPr/>
          <p:nvPr/>
        </p:nvSpPr>
        <p:spPr>
          <a:xfrm>
            <a:off x="4246980" y="7189470"/>
            <a:ext cx="1371600" cy="52578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5996260" y="7189470"/>
            <a:ext cx="1371600" cy="525780"/>
            <a:chOff x="5996260" y="7189470"/>
            <a:chExt cx="1371600" cy="525780"/>
          </a:xfrm>
        </p:grpSpPr>
        <p:sp>
          <p:nvSpPr>
            <p:cNvPr id="118" name="卡片"/>
            <p:cNvSpPr/>
            <p:nvPr/>
          </p:nvSpPr>
          <p:spPr>
            <a:xfrm>
              <a:off x="5996260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5996260" y="7189470"/>
              <a:ext cx="1371600" cy="8001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7745540" y="7189470"/>
            <a:ext cx="1371600" cy="525780"/>
            <a:chOff x="7745540" y="71894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7745540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7745540" y="7189470"/>
              <a:ext cx="1371600" cy="8001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949481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9494819" y="7189470"/>
              <a:ext cx="1371600" cy="18288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7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30" name="寬欄條"/>
            <p:cNvSpPr/>
            <p:nvPr/>
          </p:nvSpPr>
          <p:spPr>
            <a:xfrm>
              <a:off x="13221979" y="7189470"/>
              <a:ext cx="388620" cy="525780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3747759" y="7189470"/>
              <a:ext cx="388620" cy="525780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3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5" name="Text 13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13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8" name="處理"/>
            <p:cNvSpPr/>
            <p:nvPr/>
          </p:nvSpPr>
          <p:spPr>
            <a:xfrm>
              <a:off x="685800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960120" y="2846070"/>
              <a:ext cx="297180" cy="29718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15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902095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2176415" y="2846070"/>
              <a:ext cx="297180" cy="29718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15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3118390" y="3337560"/>
              <a:ext cx="845820" cy="48006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3392710" y="2846070"/>
              <a:ext cx="297180" cy="29718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15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6" name="Text 14"/>
          <p:cNvSpPr/>
          <p:nvPr/>
        </p:nvSpPr>
        <p:spPr>
          <a:xfrm>
            <a:off x="4215670" y="22688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8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9" name="處理"/>
            <p:cNvSpPr/>
            <p:nvPr/>
          </p:nvSpPr>
          <p:spPr>
            <a:xfrm>
              <a:off x="4215670" y="2903220"/>
              <a:ext cx="82296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0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2" name="處理"/>
            <p:cNvSpPr/>
            <p:nvPr/>
          </p:nvSpPr>
          <p:spPr>
            <a:xfrm>
              <a:off x="6648260" y="2903220"/>
              <a:ext cx="845820" cy="48006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4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5392960" y="40690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7745540" y="22688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0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1" name="處理"/>
            <p:cNvSpPr/>
            <p:nvPr/>
          </p:nvSpPr>
          <p:spPr>
            <a:xfrm>
              <a:off x="7745540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8961834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10178129" y="3040380"/>
              <a:ext cx="845820" cy="48006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11275409" y="22688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0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1" name="處理"/>
            <p:cNvSpPr/>
            <p:nvPr/>
          </p:nvSpPr>
          <p:spPr>
            <a:xfrm>
              <a:off x="11275409" y="3520440"/>
              <a:ext cx="9144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2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4" name="處理"/>
            <p:cNvSpPr/>
            <p:nvPr/>
          </p:nvSpPr>
          <p:spPr>
            <a:xfrm>
              <a:off x="13845159" y="3520440"/>
              <a:ext cx="708660" cy="48006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6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8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685800" y="51492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1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2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371600" y="577215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514600" y="675513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3072670" y="5772150"/>
              <a:ext cx="800100" cy="48006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61" name="Text 59"/>
          <p:cNvSpPr/>
          <p:nvPr/>
        </p:nvSpPr>
        <p:spPr>
          <a:xfrm>
            <a:off x="4215670" y="51492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3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4" name="處理"/>
            <p:cNvSpPr/>
            <p:nvPr/>
          </p:nvSpPr>
          <p:spPr>
            <a:xfrm>
              <a:off x="4215670" y="6229350"/>
              <a:ext cx="64008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5404390" y="570357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675513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6785420" y="6229350"/>
              <a:ext cx="708660" cy="48006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0" name="連接線"/>
            <p:cNvCxnSpPr>
              <a:stCxn id="64" idx="3"/>
              <a:endCxn id="65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5" name="連接線"/>
            <p:cNvCxnSpPr>
              <a:stCxn id="68" idx="3"/>
              <a:endCxn id="69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76" name="Text 74"/>
          <p:cNvSpPr/>
          <p:nvPr/>
        </p:nvSpPr>
        <p:spPr>
          <a:xfrm>
            <a:off x="7745540" y="51492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8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9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1" name="處理"/>
            <p:cNvSpPr/>
            <p:nvPr/>
          </p:nvSpPr>
          <p:spPr>
            <a:xfrm>
              <a:off x="8984694" y="6080760"/>
              <a:ext cx="800100" cy="48006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3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5" name="連接線"/>
            <p:cNvCxnSpPr>
              <a:stCxn id="79" idx="2"/>
              <a:endCxn id="81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86" name="連接線"/>
            <p:cNvCxnSpPr>
              <a:stCxn id="81" idx="3"/>
              <a:endCxn id="83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87" name="Text 85"/>
          <p:cNvSpPr/>
          <p:nvPr/>
        </p:nvSpPr>
        <p:spPr>
          <a:xfrm>
            <a:off x="11275409" y="51492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9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0" name="卡片"/>
            <p:cNvSpPr/>
            <p:nvPr/>
          </p:nvSpPr>
          <p:spPr>
            <a:xfrm>
              <a:off x="1127540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11275409" y="5737860"/>
              <a:ext cx="1348740" cy="8001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2617434" y="6480810"/>
              <a:ext cx="571500" cy="0"/>
            </a:xfrm>
            <a:prstGeom prst="line">
              <a:avLst/>
            </a:prstGeom>
            <a:noFill/>
            <a:ln w="15875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13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常見組合（二）Common Patterns II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25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7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9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1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438013" y="22688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5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10190226" y="22688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0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1" name="問題"/>
            <p:cNvSpPr/>
            <p:nvPr/>
          </p:nvSpPr>
          <p:spPr>
            <a:xfrm>
              <a:off x="10190226" y="2880360"/>
              <a:ext cx="1165860" cy="1325880"/>
            </a:xfrm>
            <a:prstGeom prst="rect">
              <a:avLst/>
            </a:prstGeom>
            <a:solidFill>
              <a:srgbClr val="FFFFFF"/>
            </a:solidFill>
            <a:ln w="23876">
              <a:solidFill>
                <a:srgbClr val="7A1F2B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11789093" y="2880360"/>
              <a:ext cx="1165860" cy="132588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3387959" y="2880360"/>
              <a:ext cx="1165860" cy="132588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685800" y="51263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9" name="方案"/>
            <p:cNvSpPr/>
            <p:nvPr/>
          </p:nvSpPr>
          <p:spPr>
            <a:xfrm>
              <a:off x="685800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592007" y="7520940"/>
              <a:ext cx="551180" cy="251460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3686302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5438013" y="51263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0" name="卡片"/>
            <p:cNvSpPr/>
            <p:nvPr/>
          </p:nvSpPr>
          <p:spPr>
            <a:xfrm>
              <a:off x="5438013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438013" y="5737860"/>
              <a:ext cx="1347851" cy="8001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6945884" y="5737860"/>
              <a:ext cx="1347851" cy="8001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8453755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8453755" y="5737860"/>
              <a:ext cx="1347851" cy="80010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6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7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8" name="Text 94"/>
          <p:cNvSpPr/>
          <p:nvPr/>
        </p:nvSpPr>
        <p:spPr>
          <a:xfrm>
            <a:off x="10190226" y="51263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100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101" name="PDCA Plan"/>
            <p:cNvSpPr/>
            <p:nvPr/>
          </p:nvSpPr>
          <p:spPr>
            <a:xfrm>
              <a:off x="10190226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2" name="PDCA Do"/>
            <p:cNvSpPr/>
            <p:nvPr/>
          </p:nvSpPr>
          <p:spPr>
            <a:xfrm>
              <a:off x="12907899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3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4" name="PDCA Act"/>
            <p:cNvSpPr/>
            <p:nvPr/>
          </p:nvSpPr>
          <p:spPr>
            <a:xfrm>
              <a:off x="10190226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10" name="Text 10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11" name="Text 10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13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617220" cy="6172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74470" y="2914650"/>
            <a:ext cx="617220" cy="617220"/>
          </a:xfrm>
          <a:prstGeom prst="rect">
            <a:avLst/>
          </a:prstGeom>
          <a:solidFill>
            <a:srgbClr val="5E16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63140" y="2914650"/>
            <a:ext cx="617220" cy="617220"/>
          </a:xfrm>
          <a:prstGeom prst="rect">
            <a:avLst/>
          </a:prstGeom>
          <a:solidFill>
            <a:srgbClr val="F3E6E8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51810" y="2914650"/>
            <a:ext cx="617220" cy="61722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914650"/>
            <a:ext cx="617220" cy="617220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29150" y="2914650"/>
            <a:ext cx="617220" cy="617220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17820" y="2914650"/>
            <a:ext cx="617220" cy="617220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06490" y="2914650"/>
            <a:ext cx="617220" cy="617220"/>
          </a:xfrm>
          <a:prstGeom prst="rect">
            <a:avLst/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5800" y="455485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750" dirty="0"/>
          </a:p>
        </p:txBody>
      </p:sp>
      <p:sp>
        <p:nvSpPr>
          <p:cNvPr id="36" name="Text 34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250" dirty="0"/>
          </a:p>
        </p:txBody>
      </p:sp>
      <p:sp>
        <p:nvSpPr>
          <p:cNvPr id="45" name="卡片"/>
          <p:cNvSpPr/>
          <p:nvPr/>
        </p:nvSpPr>
        <p:spPr>
          <a:xfrm>
            <a:off x="8858250" y="2960370"/>
            <a:ext cx="165735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8858250" y="2960370"/>
            <a:ext cx="165735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10744200" y="2960370"/>
            <a:ext cx="148590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744200" y="2960370"/>
            <a:ext cx="1485900" cy="2057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250" dirty="0"/>
          </a:p>
        </p:txBody>
      </p:sp>
      <p:sp>
        <p:nvSpPr>
          <p:cNvPr id="53" name="標籤"/>
          <p:cNvSpPr/>
          <p:nvPr/>
        </p:nvSpPr>
        <p:spPr>
          <a:xfrm>
            <a:off x="8858250" y="3886200"/>
            <a:ext cx="688238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9683648" y="3886200"/>
            <a:ext cx="688238" cy="3657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5" name="標籤"/>
          <p:cNvSpPr/>
          <p:nvPr/>
        </p:nvSpPr>
        <p:spPr>
          <a:xfrm>
            <a:off x="10509047" y="3886200"/>
            <a:ext cx="688238" cy="36576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6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250" dirty="0"/>
          </a:p>
        </p:txBody>
      </p:sp>
      <p:sp>
        <p:nvSpPr>
          <p:cNvPr id="59" name="編號"/>
          <p:cNvSpPr/>
          <p:nvPr/>
        </p:nvSpPr>
        <p:spPr>
          <a:xfrm>
            <a:off x="8903970" y="4652010"/>
            <a:ext cx="457200" cy="4572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9612630" y="4652010"/>
            <a:ext cx="457200" cy="4572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61" name="編號"/>
          <p:cNvSpPr/>
          <p:nvPr/>
        </p:nvSpPr>
        <p:spPr>
          <a:xfrm>
            <a:off x="10321290" y="4652010"/>
            <a:ext cx="457200" cy="4572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3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7" name="線條"/>
          <p:cNvSpPr/>
          <p:nvPr/>
        </p:nvSpPr>
        <p:spPr>
          <a:xfrm>
            <a:off x="9589770" y="569214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9" name="線條"/>
          <p:cNvSpPr/>
          <p:nvPr/>
        </p:nvSpPr>
        <p:spPr>
          <a:xfrm>
            <a:off x="10961370" y="569214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1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3" name="Text 71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250" dirty="0"/>
          </a:p>
        </p:txBody>
      </p:sp>
      <p:sp>
        <p:nvSpPr>
          <p:cNvPr id="74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8" name="Text 76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250" dirty="0"/>
          </a:p>
        </p:txBody>
      </p:sp>
      <p:sp>
        <p:nvSpPr>
          <p:cNvPr id="79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0" name="流程鏈"/>
          <p:cNvSpPr/>
          <p:nvPr/>
        </p:nvSpPr>
        <p:spPr>
          <a:xfrm>
            <a:off x="996376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1" name="流程鏈"/>
          <p:cNvSpPr/>
          <p:nvPr/>
        </p:nvSpPr>
        <p:spPr>
          <a:xfrm>
            <a:off x="11069269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2" name="Text 8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13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685800" y="2343150"/>
            <a:ext cx="426339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7175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8897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71850"/>
            <a:ext cx="366903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5488115" y="2343150"/>
            <a:ext cx="426339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85295" y="257175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3" name="線條"/>
          <p:cNvSpPr/>
          <p:nvPr/>
        </p:nvSpPr>
        <p:spPr>
          <a:xfrm>
            <a:off x="5785295" y="318897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85295" y="3371850"/>
            <a:ext cx="366903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5" name="標籤"/>
          <p:cNvSpPr/>
          <p:nvPr/>
        </p:nvSpPr>
        <p:spPr>
          <a:xfrm>
            <a:off x="8567865" y="2183130"/>
            <a:ext cx="932180" cy="3200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6" name="卡片"/>
          <p:cNvSpPr/>
          <p:nvPr/>
        </p:nvSpPr>
        <p:spPr>
          <a:xfrm>
            <a:off x="10290429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10290429" y="2343150"/>
            <a:ext cx="426339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10290429" y="2343150"/>
            <a:ext cx="4263390" cy="6629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58350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685800" y="6377940"/>
            <a:ext cx="9372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685800" y="6858000"/>
            <a:ext cx="937260" cy="3657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685800" y="7338060"/>
            <a:ext cx="9372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0" y="58350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13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685800" y="2914650"/>
            <a:ext cx="1190346" cy="4343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2219046" y="2914650"/>
            <a:ext cx="1190346" cy="43434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3752291" y="2914650"/>
            <a:ext cx="1190346" cy="43434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5285537" y="2914650"/>
            <a:ext cx="1190346" cy="434340"/>
          </a:xfrm>
          <a:prstGeom prst="rect">
            <a:avLst/>
          </a:prstGeom>
          <a:solidFill>
            <a:srgbClr val="FFFFFF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3" name="標籤"/>
          <p:cNvSpPr/>
          <p:nvPr/>
        </p:nvSpPr>
        <p:spPr>
          <a:xfrm>
            <a:off x="8076082" y="2960370"/>
            <a:ext cx="614680" cy="342900"/>
          </a:xfrm>
          <a:prstGeom prst="rect">
            <a:avLst/>
          </a:prstGeom>
          <a:solidFill>
            <a:srgbClr val="FFFFFF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8862212" y="2960370"/>
            <a:ext cx="614680" cy="34290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9648342" y="2960370"/>
            <a:ext cx="614680" cy="34290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39490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685800" y="4583430"/>
            <a:ext cx="33147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5292090"/>
            <a:ext cx="33147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000750"/>
            <a:ext cx="33147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709410"/>
            <a:ext cx="33147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5453825" y="39490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5499544" y="4594860"/>
            <a:ext cx="48006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50" dirty="0"/>
          </a:p>
        </p:txBody>
      </p:sp>
      <p:sp>
        <p:nvSpPr>
          <p:cNvPr id="27" name="編號"/>
          <p:cNvSpPr/>
          <p:nvPr/>
        </p:nvSpPr>
        <p:spPr>
          <a:xfrm>
            <a:off x="6208205" y="4594860"/>
            <a:ext cx="48006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916865" y="4594860"/>
            <a:ext cx="48006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7625524" y="4594860"/>
            <a:ext cx="480060" cy="4800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5533835" y="5646420"/>
            <a:ext cx="411480" cy="41148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5533835" y="6355080"/>
            <a:ext cx="411480" cy="41148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6" name="編號"/>
          <p:cNvSpPr/>
          <p:nvPr/>
        </p:nvSpPr>
        <p:spPr>
          <a:xfrm>
            <a:off x="5533835" y="7063740"/>
            <a:ext cx="411480" cy="41148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221849" y="39490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1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3" name="Text 41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13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411730" y="3040380"/>
            <a:ext cx="2948940" cy="2948940"/>
          </a:xfrm>
          <a:prstGeom prst="ellipse">
            <a:avLst/>
          </a:prstGeom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流程鏈"/>
          <p:cNvSpPr/>
          <p:nvPr/>
        </p:nvSpPr>
        <p:spPr>
          <a:xfrm>
            <a:off x="10033178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0" name="流程鏈"/>
          <p:cNvSpPr/>
          <p:nvPr/>
        </p:nvSpPr>
        <p:spPr>
          <a:xfrm>
            <a:off x="12179656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流程鏈"/>
          <p:cNvSpPr/>
          <p:nvPr/>
        </p:nvSpPr>
        <p:spPr>
          <a:xfrm>
            <a:off x="9187754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10488808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11789862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3090916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7" name="流程鏈"/>
          <p:cNvSpPr/>
          <p:nvPr/>
        </p:nvSpPr>
        <p:spPr>
          <a:xfrm>
            <a:off x="9513018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8" name="流程鏈"/>
          <p:cNvSpPr/>
          <p:nvPr/>
        </p:nvSpPr>
        <p:spPr>
          <a:xfrm>
            <a:off x="11139335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29" name="流程鏈"/>
          <p:cNvSpPr/>
          <p:nvPr/>
        </p:nvSpPr>
        <p:spPr>
          <a:xfrm>
            <a:off x="12765653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13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849785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1" name="Text 9"/>
          <p:cNvSpPr/>
          <p:nvPr/>
        </p:nvSpPr>
        <p:spPr>
          <a:xfrm>
            <a:off x="4244245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3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4244245" y="3086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5" name="處理"/>
          <p:cNvSpPr/>
          <p:nvPr/>
        </p:nvSpPr>
        <p:spPr>
          <a:xfrm>
            <a:off x="6408230" y="4229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7" name="Text 15"/>
          <p:cNvSpPr/>
          <p:nvPr/>
        </p:nvSpPr>
        <p:spPr>
          <a:xfrm>
            <a:off x="780269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780269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1" name="處理"/>
          <p:cNvSpPr/>
          <p:nvPr/>
        </p:nvSpPr>
        <p:spPr>
          <a:xfrm>
            <a:off x="9966674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ysDot"/>
            <a:tailEnd type="stealth" w="lg" len="lg"/>
          </a:ln>
        </p:spPr>
      </p:cxnSp>
      <p:sp>
        <p:nvSpPr>
          <p:cNvPr id="23" name="Text 21"/>
          <p:cNvSpPr/>
          <p:nvPr/>
        </p:nvSpPr>
        <p:spPr>
          <a:xfrm>
            <a:off x="11361134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11361134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7" name="處理"/>
          <p:cNvSpPr/>
          <p:nvPr/>
        </p:nvSpPr>
        <p:spPr>
          <a:xfrm>
            <a:off x="13525119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8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800" y="50349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1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1363956" y="645795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2605969" y="645795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4244245" y="50349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4244245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1" name="處理"/>
          <p:cNvSpPr/>
          <p:nvPr/>
        </p:nvSpPr>
        <p:spPr>
          <a:xfrm>
            <a:off x="6408230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2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802690" y="50349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7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9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1361134" y="503491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3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11361134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5" name="處理"/>
          <p:cNvSpPr/>
          <p:nvPr/>
        </p:nvSpPr>
        <p:spPr>
          <a:xfrm>
            <a:off x="13525119" y="57150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667512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59" name="Text 57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13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750" dirty="0"/>
          </a:p>
        </p:txBody>
      </p:sp>
      <p:sp>
        <p:nvSpPr>
          <p:cNvPr id="5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7" name="處理"/>
          <p:cNvSpPr/>
          <p:nvPr/>
        </p:nvSpPr>
        <p:spPr>
          <a:xfrm>
            <a:off x="3238405" y="2731770"/>
            <a:ext cx="18288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750" dirty="0"/>
          </a:p>
        </p:txBody>
      </p:sp>
      <p:sp>
        <p:nvSpPr>
          <p:cNvPr id="9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3E6E8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1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3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5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85800" y="482917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1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2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3E6E8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8126501" y="5497830"/>
            <a:ext cx="1828800" cy="77724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4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5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1" name="Text 29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2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5875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5" name="Text 33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13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4743450"/>
            <a:ext cx="9372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343150" y="38290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2343150" y="56578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4114800" y="4743450"/>
            <a:ext cx="937260" cy="5715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2" name="處理"/>
          <p:cNvSpPr/>
          <p:nvPr/>
        </p:nvSpPr>
        <p:spPr>
          <a:xfrm>
            <a:off x="5772150" y="32575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47434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62293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5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8" name="標籤"/>
          <p:cNvSpPr/>
          <p:nvPr/>
        </p:nvSpPr>
        <p:spPr>
          <a:xfrm>
            <a:off x="8186420" y="4034790"/>
            <a:ext cx="646430" cy="34290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9969500" y="4034790"/>
            <a:ext cx="646430" cy="3429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8186420" y="5680710"/>
            <a:ext cx="646430" cy="34290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9969500" y="5680710"/>
            <a:ext cx="646430" cy="34290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544300" y="2348865"/>
            <a:ext cx="125730" cy="12573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1" name="寬欄條"/>
          <p:cNvSpPr/>
          <p:nvPr/>
        </p:nvSpPr>
        <p:spPr>
          <a:xfrm>
            <a:off x="12687300" y="3257550"/>
            <a:ext cx="70866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3658850" y="3257550"/>
            <a:ext cx="70866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12778740" y="3737610"/>
            <a:ext cx="525780" cy="52578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650" dirty="0"/>
          </a:p>
        </p:txBody>
      </p:sp>
      <p:sp>
        <p:nvSpPr>
          <p:cNvPr id="45" name="編號"/>
          <p:cNvSpPr/>
          <p:nvPr/>
        </p:nvSpPr>
        <p:spPr>
          <a:xfrm>
            <a:off x="13750290" y="3737610"/>
            <a:ext cx="525780" cy="52578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12778740" y="4937760"/>
            <a:ext cx="525780" cy="52578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650" dirty="0"/>
          </a:p>
        </p:txBody>
      </p:sp>
      <p:sp>
        <p:nvSpPr>
          <p:cNvPr id="48" name="編號"/>
          <p:cNvSpPr/>
          <p:nvPr/>
        </p:nvSpPr>
        <p:spPr>
          <a:xfrm>
            <a:off x="13750290" y="4937760"/>
            <a:ext cx="525780" cy="52578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2778740" y="6137910"/>
            <a:ext cx="525780" cy="52578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650" dirty="0"/>
          </a:p>
        </p:txBody>
      </p:sp>
      <p:sp>
        <p:nvSpPr>
          <p:cNvPr id="51" name="編號"/>
          <p:cNvSpPr/>
          <p:nvPr/>
        </p:nvSpPr>
        <p:spPr>
          <a:xfrm>
            <a:off x="13750290" y="6137910"/>
            <a:ext cx="525780" cy="52578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13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750" dirty="0"/>
          </a:p>
        </p:txBody>
      </p:sp>
      <p:sp>
        <p:nvSpPr>
          <p:cNvPr id="5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614107" y="2388870"/>
            <a:ext cx="2766060" cy="2766060"/>
          </a:xfrm>
          <a:prstGeom prst="ellipse">
            <a:avLst/>
          </a:prstGeom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36780" y="2388870"/>
            <a:ext cx="2766060" cy="2766060"/>
          </a:xfrm>
          <a:prstGeom prst="ellipse">
            <a:avLst/>
          </a:prstGeom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900" dirty="0"/>
          </a:p>
        </p:txBody>
      </p:sp>
      <p:sp>
        <p:nvSpPr>
          <p:cNvPr id="12" name="Text 10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3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859453" y="2388870"/>
            <a:ext cx="2766060" cy="2766060"/>
          </a:xfrm>
          <a:prstGeom prst="ellipse">
            <a:avLst/>
          </a:prstGeom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4900" dirty="0"/>
          </a:p>
        </p:txBody>
      </p:sp>
      <p:sp>
        <p:nvSpPr>
          <p:cNvPr id="16" name="Text 14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7" name="線條"/>
          <p:cNvSpPr/>
          <p:nvPr/>
        </p:nvSpPr>
        <p:spPr>
          <a:xfrm>
            <a:off x="4951857" y="3771900"/>
            <a:ext cx="6858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9574530" y="3771900"/>
            <a:ext cx="6858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20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1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5" name="標籤"/>
          <p:cNvSpPr/>
          <p:nvPr/>
        </p:nvSpPr>
        <p:spPr>
          <a:xfrm>
            <a:off x="1682687" y="5715000"/>
            <a:ext cx="26289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682687" y="6343650"/>
            <a:ext cx="26289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682687" y="6972300"/>
            <a:ext cx="26289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5715000"/>
            <a:ext cx="26289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0928033" y="6343650"/>
            <a:ext cx="26289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6972300"/>
            <a:ext cx="2628900" cy="4800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13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685800" y="4914900"/>
            <a:ext cx="235298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6062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3004490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3564560" y="4914900"/>
            <a:ext cx="235298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64560" y="496062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750" dirty="0"/>
          </a:p>
        </p:txBody>
      </p:sp>
      <p:sp>
        <p:nvSpPr>
          <p:cNvPr id="12" name="線條"/>
          <p:cNvSpPr/>
          <p:nvPr/>
        </p:nvSpPr>
        <p:spPr>
          <a:xfrm>
            <a:off x="5883250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6443320" y="4914900"/>
            <a:ext cx="2352980" cy="10515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4" name="線條"/>
          <p:cNvSpPr/>
          <p:nvPr/>
        </p:nvSpPr>
        <p:spPr>
          <a:xfrm>
            <a:off x="8762009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9322079" y="4914900"/>
            <a:ext cx="235298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22079" y="496062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8" name="線條"/>
          <p:cNvSpPr/>
          <p:nvPr/>
        </p:nvSpPr>
        <p:spPr>
          <a:xfrm>
            <a:off x="11640769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12200839" y="4914900"/>
            <a:ext cx="235298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200839" y="496062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750" dirty="0"/>
          </a:p>
        </p:txBody>
      </p:sp>
      <p:sp>
        <p:nvSpPr>
          <p:cNvPr id="22" name="卡片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6443320" y="2286000"/>
            <a:ext cx="235298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43320" y="2331720"/>
            <a:ext cx="235298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5" name="卡片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3335960" y="3486150"/>
            <a:ext cx="1929443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335960" y="353187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750" dirty="0"/>
          </a:p>
        </p:txBody>
      </p:sp>
      <p:sp>
        <p:nvSpPr>
          <p:cNvPr id="28" name="卡片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9974216" y="3486150"/>
            <a:ext cx="1929443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974216" y="353187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750" dirty="0"/>
          </a:p>
        </p:txBody>
      </p:sp>
      <p:sp>
        <p:nvSpPr>
          <p:cNvPr id="31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ln w="15875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685800" y="233172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154430" y="233172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657350" y="2343150"/>
            <a:ext cx="1005738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685800" y="290322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編號"/>
          <p:cNvSpPr/>
          <p:nvPr/>
        </p:nvSpPr>
        <p:spPr>
          <a:xfrm>
            <a:off x="1154430" y="290322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39" name="標籤"/>
          <p:cNvSpPr/>
          <p:nvPr/>
        </p:nvSpPr>
        <p:spPr>
          <a:xfrm>
            <a:off x="1657350" y="2914650"/>
            <a:ext cx="1005738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2086539" y="233172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2555169" y="233172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42" name="標籤"/>
          <p:cNvSpPr/>
          <p:nvPr/>
        </p:nvSpPr>
        <p:spPr>
          <a:xfrm>
            <a:off x="13058089" y="2343150"/>
            <a:ext cx="1005738" cy="36576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2086539" y="290322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12555169" y="290322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5" name="標籤"/>
          <p:cNvSpPr/>
          <p:nvPr/>
        </p:nvSpPr>
        <p:spPr>
          <a:xfrm>
            <a:off x="13058089" y="2914650"/>
            <a:ext cx="1005738" cy="36576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6" name="卡片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685800" y="6343650"/>
            <a:ext cx="13868019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9" name="編號"/>
          <p:cNvSpPr/>
          <p:nvPr/>
        </p:nvSpPr>
        <p:spPr>
          <a:xfrm>
            <a:off x="1430658" y="726948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899288" y="726948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51" name="標籤"/>
          <p:cNvSpPr/>
          <p:nvPr/>
        </p:nvSpPr>
        <p:spPr>
          <a:xfrm>
            <a:off x="2402208" y="7280910"/>
            <a:ext cx="1005738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52" name="編號"/>
          <p:cNvSpPr/>
          <p:nvPr/>
        </p:nvSpPr>
        <p:spPr>
          <a:xfrm>
            <a:off x="4897663" y="726948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5366293" y="726948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54" name="標籤"/>
          <p:cNvSpPr/>
          <p:nvPr/>
        </p:nvSpPr>
        <p:spPr>
          <a:xfrm>
            <a:off x="5869213" y="7280910"/>
            <a:ext cx="1005738" cy="36576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5" name="編號"/>
          <p:cNvSpPr/>
          <p:nvPr/>
        </p:nvSpPr>
        <p:spPr>
          <a:xfrm>
            <a:off x="8598983" y="726948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400" dirty="0"/>
          </a:p>
        </p:txBody>
      </p:sp>
      <p:sp>
        <p:nvSpPr>
          <p:cNvPr id="56" name="標籤"/>
          <p:cNvSpPr/>
          <p:nvPr/>
        </p:nvSpPr>
        <p:spPr>
          <a:xfrm>
            <a:off x="9101903" y="7280910"/>
            <a:ext cx="1005738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11831672" y="726948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400" dirty="0"/>
          </a:p>
        </p:txBody>
      </p:sp>
      <p:sp>
        <p:nvSpPr>
          <p:cNvPr id="58" name="編號"/>
          <p:cNvSpPr/>
          <p:nvPr/>
        </p:nvSpPr>
        <p:spPr>
          <a:xfrm>
            <a:off x="12300302" y="7269480"/>
            <a:ext cx="388620" cy="3886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標籤"/>
          <p:cNvSpPr/>
          <p:nvPr/>
        </p:nvSpPr>
        <p:spPr>
          <a:xfrm>
            <a:off x="12803222" y="7280910"/>
            <a:ext cx="1005738" cy="36576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13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750" dirty="0"/>
          </a:p>
        </p:txBody>
      </p:sp>
      <p:sp>
        <p:nvSpPr>
          <p:cNvPr id="5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685800" y="4743450"/>
            <a:ext cx="1085850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2343150" y="37490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6" name="處理"/>
          <p:cNvSpPr/>
          <p:nvPr/>
        </p:nvSpPr>
        <p:spPr>
          <a:xfrm>
            <a:off x="2343150" y="58064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4057650" y="4743450"/>
            <a:ext cx="1085850" cy="6858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1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6000750" y="3017520"/>
            <a:ext cx="228600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6000750" y="4674870"/>
            <a:ext cx="228600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6" name="標籤"/>
          <p:cNvSpPr/>
          <p:nvPr/>
        </p:nvSpPr>
        <p:spPr>
          <a:xfrm>
            <a:off x="7500620" y="4514850"/>
            <a:ext cx="614680" cy="3200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7" name="標籤"/>
          <p:cNvSpPr/>
          <p:nvPr/>
        </p:nvSpPr>
        <p:spPr>
          <a:xfrm>
            <a:off x="6172200" y="5337810"/>
            <a:ext cx="773430" cy="32004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8" name="卡片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6000750" y="6332220"/>
            <a:ext cx="2286000" cy="8001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41" name="標籤"/>
          <p:cNvSpPr/>
          <p:nvPr/>
        </p:nvSpPr>
        <p:spPr>
          <a:xfrm>
            <a:off x="7500620" y="6172200"/>
            <a:ext cx="614680" cy="3200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2" name="標籤"/>
          <p:cNvSpPr/>
          <p:nvPr/>
        </p:nvSpPr>
        <p:spPr>
          <a:xfrm>
            <a:off x="6172200" y="6995160"/>
            <a:ext cx="773430" cy="32004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3" name="寬欄條"/>
          <p:cNvSpPr/>
          <p:nvPr/>
        </p:nvSpPr>
        <p:spPr>
          <a:xfrm>
            <a:off x="8858250" y="2571750"/>
            <a:ext cx="685800" cy="485775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9772650" y="2571750"/>
            <a:ext cx="685800" cy="485775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8926830" y="3154680"/>
            <a:ext cx="54864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750" dirty="0"/>
          </a:p>
        </p:txBody>
      </p:sp>
      <p:sp>
        <p:nvSpPr>
          <p:cNvPr id="47" name="編號"/>
          <p:cNvSpPr/>
          <p:nvPr/>
        </p:nvSpPr>
        <p:spPr>
          <a:xfrm>
            <a:off x="9841230" y="3154680"/>
            <a:ext cx="54864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8926830" y="4812030"/>
            <a:ext cx="54864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750" dirty="0"/>
          </a:p>
        </p:txBody>
      </p:sp>
      <p:sp>
        <p:nvSpPr>
          <p:cNvPr id="50" name="編號"/>
          <p:cNvSpPr/>
          <p:nvPr/>
        </p:nvSpPr>
        <p:spPr>
          <a:xfrm>
            <a:off x="9841230" y="4812030"/>
            <a:ext cx="54864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750" dirty="0"/>
          </a:p>
        </p:txBody>
      </p:sp>
      <p:sp>
        <p:nvSpPr>
          <p:cNvPr id="51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8926830" y="6469380"/>
            <a:ext cx="54864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750" dirty="0"/>
          </a:p>
        </p:txBody>
      </p:sp>
      <p:sp>
        <p:nvSpPr>
          <p:cNvPr id="53" name="編號"/>
          <p:cNvSpPr/>
          <p:nvPr/>
        </p:nvSpPr>
        <p:spPr>
          <a:xfrm>
            <a:off x="9841230" y="6469380"/>
            <a:ext cx="54864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8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60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3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5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8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80" name="Text 7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13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2026-10-09T02:33:48Z</dcterms:created>
  <dcterms:modified xsi:type="dcterms:W3CDTF">2026-10-09T02:33:48Z</dcterms:modified>
</cp:coreProperties>
</file>