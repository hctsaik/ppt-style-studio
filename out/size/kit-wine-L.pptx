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ect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ect">
            <a:avLst/>
          </a:prstGeom>
          <a:solidFill>
            <a:srgbClr val="FFFFFF"/>
          </a:solidFill>
          <a:ln w="27813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1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6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8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2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4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7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9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1" name="警示方塊"/>
          <p:cNvSpPr/>
          <p:nvPr/>
        </p:nvSpPr>
        <p:spPr>
          <a:xfrm>
            <a:off x="2497700" y="5337810"/>
            <a:ext cx="1371600" cy="502920"/>
          </a:xfrm>
          <a:prstGeom prst="rect">
            <a:avLst/>
          </a:prstGeom>
          <a:solidFill>
            <a:srgbClr val="FFFFFF"/>
          </a:solidFill>
          <a:ln w="23876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4246980" y="5337810"/>
            <a:ext cx="1371600" cy="502920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5" name="警示方塊"/>
          <p:cNvSpPr/>
          <p:nvPr/>
        </p:nvSpPr>
        <p:spPr>
          <a:xfrm>
            <a:off x="5996260" y="5337810"/>
            <a:ext cx="1371600" cy="502920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6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7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0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1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2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7A1F2B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5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7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75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829170" y="6160770"/>
            <a:ext cx="708660" cy="708660"/>
            <a:chOff x="2829170" y="6160770"/>
            <a:chExt cx="708660" cy="708660"/>
          </a:xfrm>
        </p:grpSpPr>
        <p:sp>
          <p:nvSpPr>
            <p:cNvPr id="89" name="大圓"/>
            <p:cNvSpPr/>
            <p:nvPr/>
          </p:nvSpPr>
          <p:spPr>
            <a:xfrm>
              <a:off x="282917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871690" y="6203290"/>
              <a:ext cx="623621" cy="623621"/>
            </a:xfrm>
            <a:prstGeom prst="ellipse">
              <a:avLst/>
            </a:prstGeom>
            <a:noFill/>
            <a:ln w="11938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4620969" y="6203290"/>
              <a:ext cx="623621" cy="623621"/>
            </a:xfrm>
            <a:prstGeom prst="ellipse">
              <a:avLst/>
            </a:prstGeom>
            <a:noFill/>
            <a:ln w="11938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6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8" name="編號"/>
            <p:cNvSpPr/>
            <p:nvPr/>
          </p:nvSpPr>
          <p:spPr>
            <a:xfrm>
              <a:off x="7756970" y="6320790"/>
              <a:ext cx="388620" cy="38862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237030" y="6320790"/>
              <a:ext cx="388620" cy="38862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25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8717090" y="6320790"/>
              <a:ext cx="388620" cy="3886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25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2" name="標籤"/>
          <p:cNvSpPr/>
          <p:nvPr/>
        </p:nvSpPr>
        <p:spPr>
          <a:xfrm>
            <a:off x="9677750" y="633222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3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4" name="標籤"/>
            <p:cNvSpPr/>
            <p:nvPr/>
          </p:nvSpPr>
          <p:spPr>
            <a:xfrm>
              <a:off x="11237749" y="6343650"/>
              <a:ext cx="646430" cy="34290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11975619" y="6343650"/>
              <a:ext cx="646430" cy="3429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7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1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3" name="群組框"/>
            <p:cNvSpPr/>
            <p:nvPr/>
          </p:nvSpPr>
          <p:spPr>
            <a:xfrm>
              <a:off x="2497700" y="7258050"/>
              <a:ext cx="1371600" cy="457200"/>
            </a:xfrm>
            <a:prstGeom prst="rect">
              <a:avLst/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6" name="淺灰面板"/>
          <p:cNvSpPr/>
          <p:nvPr/>
        </p:nvSpPr>
        <p:spPr>
          <a:xfrm>
            <a:off x="4246980" y="7189470"/>
            <a:ext cx="1371600" cy="52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5996260" y="7189470"/>
            <a:ext cx="1371600" cy="525780"/>
            <a:chOff x="5996260" y="7189470"/>
            <a:chExt cx="1371600" cy="525780"/>
          </a:xfrm>
        </p:grpSpPr>
        <p:sp>
          <p:nvSpPr>
            <p:cNvPr id="118" name="卡片"/>
            <p:cNvSpPr/>
            <p:nvPr/>
          </p:nvSpPr>
          <p:spPr>
            <a:xfrm>
              <a:off x="5996260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5996260" y="7189470"/>
              <a:ext cx="137160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7745540" y="7189470"/>
            <a:ext cx="1371600" cy="525780"/>
            <a:chOff x="7745540" y="71894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7745540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7745540" y="7189470"/>
              <a:ext cx="137160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949481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9494819" y="7189470"/>
              <a:ext cx="1371600" cy="1828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7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30" name="寬欄條"/>
            <p:cNvSpPr/>
            <p:nvPr/>
          </p:nvSpPr>
          <p:spPr>
            <a:xfrm>
              <a:off x="13221979" y="7189470"/>
              <a:ext cx="388620" cy="525780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3747759" y="7189470"/>
              <a:ext cx="388620" cy="525780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3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960120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15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902095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2176415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15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3118390" y="3337560"/>
              <a:ext cx="84582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3392710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15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8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9" name="處理"/>
            <p:cNvSpPr/>
            <p:nvPr/>
          </p:nvSpPr>
          <p:spPr>
            <a:xfrm>
              <a:off x="4215670" y="2903220"/>
              <a:ext cx="82296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6648260" y="2903220"/>
              <a:ext cx="84582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5392960" y="40690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0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1" name="處理"/>
            <p:cNvSpPr/>
            <p:nvPr/>
          </p:nvSpPr>
          <p:spPr>
            <a:xfrm>
              <a:off x="7745540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961834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10178129" y="3040380"/>
              <a:ext cx="84582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1" name="處理"/>
            <p:cNvSpPr/>
            <p:nvPr/>
          </p:nvSpPr>
          <p:spPr>
            <a:xfrm>
              <a:off x="11275409" y="3520440"/>
              <a:ext cx="9144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13845159" y="3520440"/>
              <a:ext cx="70866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2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37160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514600" y="675513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3072670" y="5772150"/>
              <a:ext cx="80010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3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4" name="處理"/>
            <p:cNvSpPr/>
            <p:nvPr/>
          </p:nvSpPr>
          <p:spPr>
            <a:xfrm>
              <a:off x="4215670" y="6229350"/>
              <a:ext cx="64008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5404390" y="570357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675513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6785420" y="6229350"/>
              <a:ext cx="70866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8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9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8984694" y="6080760"/>
              <a:ext cx="80010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9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0" name="卡片"/>
            <p:cNvSpPr/>
            <p:nvPr/>
          </p:nvSpPr>
          <p:spPr>
            <a:xfrm>
              <a:off x="1127540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11275409" y="5737860"/>
              <a:ext cx="134874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2617434" y="6480810"/>
              <a:ext cx="571500" cy="0"/>
            </a:xfrm>
            <a:prstGeom prst="line">
              <a:avLst/>
            </a:prstGeom>
            <a:noFill/>
            <a:ln w="15875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1" name="問題"/>
            <p:cNvSpPr/>
            <p:nvPr/>
          </p:nvSpPr>
          <p:spPr>
            <a:xfrm>
              <a:off x="10190226" y="2880360"/>
              <a:ext cx="1165860" cy="1325880"/>
            </a:xfrm>
            <a:prstGeom prst="rect">
              <a:avLst/>
            </a:prstGeom>
            <a:solidFill>
              <a:srgbClr val="FFFFFF"/>
            </a:solidFill>
            <a:ln w="23876">
              <a:solidFill>
                <a:srgbClr val="7A1F2B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11789093" y="2880360"/>
              <a:ext cx="1165860" cy="13258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3387959" y="2880360"/>
              <a:ext cx="1165860" cy="13258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9" name="方案"/>
            <p:cNvSpPr/>
            <p:nvPr/>
          </p:nvSpPr>
          <p:spPr>
            <a:xfrm>
              <a:off x="685800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3686302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0" name="卡片"/>
            <p:cNvSpPr/>
            <p:nvPr/>
          </p:nvSpPr>
          <p:spPr>
            <a:xfrm>
              <a:off x="5438013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438013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945884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8453755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8453755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100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101" name="PDCA Plan"/>
            <p:cNvSpPr/>
            <p:nvPr/>
          </p:nvSpPr>
          <p:spPr>
            <a:xfrm>
              <a:off x="10190226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12907899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10190226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11" name="Text 10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750" dirty="0"/>
          </a:p>
        </p:txBody>
      </p:sp>
      <p:sp>
        <p:nvSpPr>
          <p:cNvPr id="5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7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9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1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3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5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7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19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1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3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5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7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29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1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3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5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7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39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1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3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5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7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49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1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3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5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7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59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1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3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5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7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69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1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3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5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7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79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1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3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5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7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89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1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3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5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7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99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1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3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5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7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09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1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3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5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7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19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1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3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30480" cap="rnd">
            <a:solidFill>
              <a:srgbClr val="7A1F2B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5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85800" y="6269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小節"/>
          <p:cNvSpPr/>
          <p:nvPr/>
        </p:nvSpPr>
        <p:spPr>
          <a:xfrm>
            <a:off x="93726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8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30480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1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30734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4" name="卡片"/>
            <p:cNvSpPr/>
            <p:nvPr/>
          </p:nvSpPr>
          <p:spPr>
            <a:xfrm>
              <a:off x="5966460" y="6595110"/>
              <a:ext cx="2628900" cy="84582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色條"/>
            <p:cNvSpPr/>
            <p:nvPr/>
          </p:nvSpPr>
          <p:spPr>
            <a:xfrm>
              <a:off x="5966460" y="6595110"/>
              <a:ext cx="262890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2527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9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30480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3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24130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24130" cap="rnd">
              <a:solidFill>
                <a:srgbClr val="7A1F2B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24130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5" name="Text 15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ect">
            <a:avLst/>
          </a:prstGeom>
          <a:solidFill>
            <a:srgbClr val="F3E6E8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06490" y="2914650"/>
            <a:ext cx="617220" cy="617220"/>
          </a:xfrm>
          <a:prstGeom prst="rect">
            <a:avLst/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250" dirty="0"/>
          </a:p>
        </p:txBody>
      </p:sp>
      <p:sp>
        <p:nvSpPr>
          <p:cNvPr id="45" name="卡片"/>
          <p:cNvSpPr/>
          <p:nvPr/>
        </p:nvSpPr>
        <p:spPr>
          <a:xfrm>
            <a:off x="8858250" y="2960370"/>
            <a:ext cx="165735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8858250" y="2960370"/>
            <a:ext cx="165735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10744200" y="2960370"/>
            <a:ext cx="14859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44200" y="2960370"/>
            <a:ext cx="1485900" cy="2057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250" dirty="0"/>
          </a:p>
        </p:txBody>
      </p:sp>
      <p:sp>
        <p:nvSpPr>
          <p:cNvPr id="53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5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6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250" dirty="0"/>
          </a:p>
        </p:txBody>
      </p:sp>
      <p:sp>
        <p:nvSpPr>
          <p:cNvPr id="59" name="編號"/>
          <p:cNvSpPr/>
          <p:nvPr/>
        </p:nvSpPr>
        <p:spPr>
          <a:xfrm>
            <a:off x="8903970" y="4652010"/>
            <a:ext cx="457200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9612630" y="4652010"/>
            <a:ext cx="457200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61" name="編號"/>
          <p:cNvSpPr/>
          <p:nvPr/>
        </p:nvSpPr>
        <p:spPr>
          <a:xfrm>
            <a:off x="10321290" y="4652010"/>
            <a:ext cx="457200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3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7" name="線條"/>
          <p:cNvSpPr/>
          <p:nvPr/>
        </p:nvSpPr>
        <p:spPr>
          <a:xfrm>
            <a:off x="9589770" y="569214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9" name="線條"/>
          <p:cNvSpPr/>
          <p:nvPr/>
        </p:nvSpPr>
        <p:spPr>
          <a:xfrm>
            <a:off x="10961370" y="569214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1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3" name="Text 71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250" dirty="0"/>
          </a:p>
        </p:txBody>
      </p:sp>
      <p:sp>
        <p:nvSpPr>
          <p:cNvPr id="74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8" name="Text 76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250" dirty="0"/>
          </a:p>
        </p:txBody>
      </p:sp>
      <p:sp>
        <p:nvSpPr>
          <p:cNvPr id="79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0" name="流程鏈"/>
          <p:cNvSpPr/>
          <p:nvPr/>
        </p:nvSpPr>
        <p:spPr>
          <a:xfrm>
            <a:off x="996376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1" name="流程鏈"/>
          <p:cNvSpPr/>
          <p:nvPr/>
        </p:nvSpPr>
        <p:spPr>
          <a:xfrm>
            <a:off x="11069269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685800" y="2343150"/>
            <a:ext cx="426339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7175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8897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71850"/>
            <a:ext cx="366903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5488115" y="2343150"/>
            <a:ext cx="426339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85295" y="257175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3" name="線條"/>
          <p:cNvSpPr/>
          <p:nvPr/>
        </p:nvSpPr>
        <p:spPr>
          <a:xfrm>
            <a:off x="5785295" y="318897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85295" y="3371850"/>
            <a:ext cx="366903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5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6" name="卡片"/>
          <p:cNvSpPr/>
          <p:nvPr/>
        </p:nvSpPr>
        <p:spPr>
          <a:xfrm>
            <a:off x="10290429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10290429" y="2343150"/>
            <a:ext cx="426339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10290429" y="2343150"/>
            <a:ext cx="4263390" cy="6629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solidFill>
            <a:srgbClr val="FFFFFF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solidFill>
            <a:srgbClr val="FFFFFF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5499544" y="4594860"/>
            <a:ext cx="48006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6208205" y="4594860"/>
            <a:ext cx="48006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916865" y="4594860"/>
            <a:ext cx="48006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7625524" y="4594860"/>
            <a:ext cx="480060" cy="4800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5533835" y="5646420"/>
            <a:ext cx="411480" cy="4114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5533835" y="6355080"/>
            <a:ext cx="411480" cy="4114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5533835" y="7063740"/>
            <a:ext cx="411480" cy="4114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411730" y="3040380"/>
            <a:ext cx="2948940" cy="294894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流程鏈"/>
          <p:cNvSpPr/>
          <p:nvPr/>
        </p:nvSpPr>
        <p:spPr>
          <a:xfrm>
            <a:off x="10033178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2179656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9187754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10488808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1789862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3090916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9513018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11139335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2765653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3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4244245" y="3086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5" name="處理"/>
          <p:cNvSpPr/>
          <p:nvPr/>
        </p:nvSpPr>
        <p:spPr>
          <a:xfrm>
            <a:off x="6408230" y="4229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780269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1" name="處理"/>
          <p:cNvSpPr/>
          <p:nvPr/>
        </p:nvSpPr>
        <p:spPr>
          <a:xfrm>
            <a:off x="9966674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11361134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7" name="處理"/>
          <p:cNvSpPr/>
          <p:nvPr/>
        </p:nvSpPr>
        <p:spPr>
          <a:xfrm>
            <a:off x="13525119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1363956" y="645795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2605969" y="645795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4244245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1" name="處理"/>
          <p:cNvSpPr/>
          <p:nvPr/>
        </p:nvSpPr>
        <p:spPr>
          <a:xfrm>
            <a:off x="6408230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2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7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3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11361134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57150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667512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3E6E8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3E6E8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8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1" name="寬欄條"/>
          <p:cNvSpPr/>
          <p:nvPr/>
        </p:nvSpPr>
        <p:spPr>
          <a:xfrm>
            <a:off x="12687300" y="3257550"/>
            <a:ext cx="70866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3658850" y="3257550"/>
            <a:ext cx="70866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778740" y="37376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650" dirty="0"/>
          </a:p>
        </p:txBody>
      </p:sp>
      <p:sp>
        <p:nvSpPr>
          <p:cNvPr id="45" name="編號"/>
          <p:cNvSpPr/>
          <p:nvPr/>
        </p:nvSpPr>
        <p:spPr>
          <a:xfrm>
            <a:off x="13750290" y="37376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2778740" y="493776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650" dirty="0"/>
          </a:p>
        </p:txBody>
      </p:sp>
      <p:sp>
        <p:nvSpPr>
          <p:cNvPr id="48" name="編號"/>
          <p:cNvSpPr/>
          <p:nvPr/>
        </p:nvSpPr>
        <p:spPr>
          <a:xfrm>
            <a:off x="13750290" y="493776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2778740" y="61379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650" dirty="0"/>
          </a:p>
        </p:txBody>
      </p:sp>
      <p:sp>
        <p:nvSpPr>
          <p:cNvPr id="51" name="編號"/>
          <p:cNvSpPr/>
          <p:nvPr/>
        </p:nvSpPr>
        <p:spPr>
          <a:xfrm>
            <a:off x="13750290" y="61379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14107" y="2388870"/>
            <a:ext cx="2766060" cy="276606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36780" y="2388870"/>
            <a:ext cx="2766060" cy="276606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900" dirty="0"/>
          </a:p>
        </p:txBody>
      </p:sp>
      <p:sp>
        <p:nvSpPr>
          <p:cNvPr id="12" name="Text 10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3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859453" y="2388870"/>
            <a:ext cx="2766060" cy="276606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4900" dirty="0"/>
          </a:p>
        </p:txBody>
      </p:sp>
      <p:sp>
        <p:nvSpPr>
          <p:cNvPr id="16" name="Text 14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7" name="線條"/>
          <p:cNvSpPr/>
          <p:nvPr/>
        </p:nvSpPr>
        <p:spPr>
          <a:xfrm>
            <a:off x="4951857" y="3771900"/>
            <a:ext cx="6858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9574530" y="3771900"/>
            <a:ext cx="6858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0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1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5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685800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3004490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3564560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64560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750" dirty="0"/>
          </a:p>
        </p:txBody>
      </p:sp>
      <p:sp>
        <p:nvSpPr>
          <p:cNvPr id="12" name="線條"/>
          <p:cNvSpPr/>
          <p:nvPr/>
        </p:nvSpPr>
        <p:spPr>
          <a:xfrm>
            <a:off x="5883250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6443320" y="4914900"/>
            <a:ext cx="2352980" cy="10515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4" name="線條"/>
          <p:cNvSpPr/>
          <p:nvPr/>
        </p:nvSpPr>
        <p:spPr>
          <a:xfrm>
            <a:off x="8762009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9322079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22079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8" name="線條"/>
          <p:cNvSpPr/>
          <p:nvPr/>
        </p:nvSpPr>
        <p:spPr>
          <a:xfrm>
            <a:off x="11640769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12200839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200839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6443320" y="22860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43320" y="233172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5" name="卡片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3335960" y="3486150"/>
            <a:ext cx="1929443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335960" y="353187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750" dirty="0"/>
          </a:p>
        </p:txBody>
      </p:sp>
      <p:sp>
        <p:nvSpPr>
          <p:cNvPr id="28" name="卡片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9974216" y="3486150"/>
            <a:ext cx="1929443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974216" y="353187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750" dirty="0"/>
          </a:p>
        </p:txBody>
      </p:sp>
      <p:sp>
        <p:nvSpPr>
          <p:cNvPr id="31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685800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154430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685800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154430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2086539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555169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086539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555169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6" name="卡片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685800" y="6343650"/>
            <a:ext cx="13868019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9" name="編號"/>
          <p:cNvSpPr/>
          <p:nvPr/>
        </p:nvSpPr>
        <p:spPr>
          <a:xfrm>
            <a:off x="1430658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899288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1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4897663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5366293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54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5" name="編號"/>
          <p:cNvSpPr/>
          <p:nvPr/>
        </p:nvSpPr>
        <p:spPr>
          <a:xfrm>
            <a:off x="8598983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11831672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2300302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6000750" y="3017520"/>
            <a:ext cx="22860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6000750" y="4674870"/>
            <a:ext cx="22860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6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7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8" name="卡片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6000750" y="6332220"/>
            <a:ext cx="22860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41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2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3" name="寬欄條"/>
          <p:cNvSpPr/>
          <p:nvPr/>
        </p:nvSpPr>
        <p:spPr>
          <a:xfrm>
            <a:off x="8858250" y="2571750"/>
            <a:ext cx="685800" cy="485775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9772650" y="2571750"/>
            <a:ext cx="685800" cy="485775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8926830" y="31546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750" dirty="0"/>
          </a:p>
        </p:txBody>
      </p:sp>
      <p:sp>
        <p:nvSpPr>
          <p:cNvPr id="47" name="編號"/>
          <p:cNvSpPr/>
          <p:nvPr/>
        </p:nvSpPr>
        <p:spPr>
          <a:xfrm>
            <a:off x="9841230" y="31546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8926830" y="481203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9841230" y="481203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8926830" y="64693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750" dirty="0"/>
          </a:p>
        </p:txBody>
      </p:sp>
      <p:sp>
        <p:nvSpPr>
          <p:cNvPr id="53" name="編號"/>
          <p:cNvSpPr/>
          <p:nvPr/>
        </p:nvSpPr>
        <p:spPr>
          <a:xfrm>
            <a:off x="9841230" y="64693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8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3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5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8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2026-10-09T02:56:28Z</dcterms:created>
  <dcterms:modified xsi:type="dcterms:W3CDTF">2026-10-09T02:56:28Z</dcterms:modified>
</cp:coreProperties>
</file>