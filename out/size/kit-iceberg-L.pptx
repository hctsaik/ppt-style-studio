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2000" dirty="0"/>
          </a:p>
        </p:txBody>
      </p:sp>
      <p:sp>
        <p:nvSpPr>
          <p:cNvPr id="6" name="類別"/>
          <p:cNvSpPr/>
          <p:nvPr/>
        </p:nvSpPr>
        <p:spPr>
          <a:xfrm>
            <a:off x="685800" y="20631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7" name="流程方塊"/>
          <p:cNvSpPr/>
          <p:nvPr/>
        </p:nvSpPr>
        <p:spPr>
          <a:xfrm>
            <a:off x="2497700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234315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4246980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409243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5996260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E7E7E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584171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7745540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759099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9494819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7813">
            <a:solidFill>
              <a:srgbClr val="40404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934026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1244099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404040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108954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9" name="流程方塊"/>
          <p:cNvSpPr/>
          <p:nvPr/>
        </p:nvSpPr>
        <p:spPr>
          <a:xfrm>
            <a:off x="12993379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20" name="圖說"/>
          <p:cNvSpPr/>
          <p:nvPr/>
        </p:nvSpPr>
        <p:spPr>
          <a:xfrm>
            <a:off x="1283882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685800" y="27146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685800" y="29203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3" name="判斷菱形"/>
          <p:cNvSpPr/>
          <p:nvPr/>
        </p:nvSpPr>
        <p:spPr>
          <a:xfrm>
            <a:off x="2583425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234315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4332705" y="27774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409243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6081985" y="2777490"/>
            <a:ext cx="1200150" cy="594360"/>
          </a:xfrm>
          <a:prstGeom prst="diamond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584171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7831265" y="27774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4040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759099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9580544" y="2777490"/>
            <a:ext cx="1200150" cy="594360"/>
          </a:xfrm>
          <a:prstGeom prst="diamond">
            <a:avLst/>
          </a:prstGeom>
          <a:solidFill>
            <a:srgbClr val="404040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934026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3" name="判斷菱形"/>
          <p:cNvSpPr/>
          <p:nvPr/>
        </p:nvSpPr>
        <p:spPr>
          <a:xfrm>
            <a:off x="11329824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4" name="圖說"/>
          <p:cNvSpPr/>
          <p:nvPr/>
        </p:nvSpPr>
        <p:spPr>
          <a:xfrm>
            <a:off x="1108954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777490"/>
            <a:ext cx="1394460" cy="594360"/>
            <a:chOff x="12913369" y="2777490"/>
            <a:chExt cx="1394460" cy="594360"/>
          </a:xfrm>
        </p:grpSpPr>
        <p:sp>
          <p:nvSpPr>
            <p:cNvPr id="35" name="判斷菱形"/>
            <p:cNvSpPr/>
            <p:nvPr/>
          </p:nvSpPr>
          <p:spPr>
            <a:xfrm>
              <a:off x="12913369" y="27774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3622029" y="3074670"/>
              <a:ext cx="68580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3644889" y="28460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283882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685800" y="36290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685800" y="37547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1" name="開始／結束"/>
          <p:cNvSpPr/>
          <p:nvPr/>
        </p:nvSpPr>
        <p:spPr>
          <a:xfrm>
            <a:off x="249770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40404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234315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424698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409243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599626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584171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774554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759099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949481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9340269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1" name="開始／結束"/>
          <p:cNvSpPr/>
          <p:nvPr/>
        </p:nvSpPr>
        <p:spPr>
          <a:xfrm>
            <a:off x="1124409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2" name="圖說"/>
          <p:cNvSpPr/>
          <p:nvPr/>
        </p:nvSpPr>
        <p:spPr>
          <a:xfrm>
            <a:off x="11089549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685800" y="43834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685800" y="45205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2520560" y="4674870"/>
            <a:ext cx="132588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234315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7" name="線條"/>
          <p:cNvSpPr/>
          <p:nvPr/>
        </p:nvSpPr>
        <p:spPr>
          <a:xfrm>
            <a:off x="4269840" y="4674870"/>
            <a:ext cx="1325880" cy="0"/>
          </a:xfrm>
          <a:prstGeom prst="line">
            <a:avLst/>
          </a:prstGeom>
          <a:noFill/>
          <a:ln w="35687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409243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9" name="連接線"/>
          <p:cNvSpPr/>
          <p:nvPr/>
        </p:nvSpPr>
        <p:spPr>
          <a:xfrm>
            <a:off x="6019120" y="45034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584171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7768400" y="4674870"/>
            <a:ext cx="1325880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759099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3" name="線條"/>
          <p:cNvSpPr/>
          <p:nvPr/>
        </p:nvSpPr>
        <p:spPr>
          <a:xfrm>
            <a:off x="9517679" y="4674870"/>
            <a:ext cx="132588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934026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514850"/>
            <a:ext cx="800100" cy="320040"/>
            <a:chOff x="11518419" y="4514850"/>
            <a:chExt cx="800100" cy="320040"/>
          </a:xfrm>
        </p:grpSpPr>
        <p:sp>
          <p:nvSpPr>
            <p:cNvPr id="65" name="三角分隔"/>
            <p:cNvSpPr/>
            <p:nvPr/>
          </p:nvSpPr>
          <p:spPr>
            <a:xfrm>
              <a:off x="11518419" y="45491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12135639" y="45148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1108954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8" name="區塊箭頭"/>
          <p:cNvSpPr/>
          <p:nvPr/>
        </p:nvSpPr>
        <p:spPr>
          <a:xfrm>
            <a:off x="13050529" y="44462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283882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70" name="線條"/>
          <p:cNvSpPr/>
          <p:nvPr/>
        </p:nvSpPr>
        <p:spPr>
          <a:xfrm>
            <a:off x="685800" y="51606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685800" y="5320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2" name="警示方塊"/>
          <p:cNvSpPr/>
          <p:nvPr/>
        </p:nvSpPr>
        <p:spPr>
          <a:xfrm>
            <a:off x="2497700" y="5223510"/>
            <a:ext cx="1371600" cy="5029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23876">
            <a:solidFill>
              <a:srgbClr val="C0504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234315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4246980" y="5223510"/>
            <a:ext cx="1371600" cy="502920"/>
          </a:xfrm>
          <a:prstGeom prst="roundRect">
            <a:avLst>
              <a:gd name="adj" fmla="val 6818"/>
            </a:avLst>
          </a:prstGeom>
          <a:solidFill>
            <a:srgbClr val="F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409243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6" name="警示方塊"/>
          <p:cNvSpPr/>
          <p:nvPr/>
        </p:nvSpPr>
        <p:spPr>
          <a:xfrm>
            <a:off x="5996260" y="5223510"/>
            <a:ext cx="1371600" cy="502920"/>
          </a:xfrm>
          <a:prstGeom prst="roundRect">
            <a:avLst>
              <a:gd name="adj" fmla="val 6818"/>
            </a:avLst>
          </a:prstGeom>
          <a:solidFill>
            <a:srgbClr val="C0504D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7" name="圖說"/>
          <p:cNvSpPr/>
          <p:nvPr/>
        </p:nvSpPr>
        <p:spPr>
          <a:xfrm>
            <a:off x="584171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218481"/>
            <a:ext cx="595055" cy="512978"/>
            <a:chOff x="8133812" y="5218481"/>
            <a:chExt cx="595055" cy="512978"/>
          </a:xfrm>
        </p:grpSpPr>
        <p:sp>
          <p:nvSpPr>
            <p:cNvPr id="78" name="警告三角"/>
            <p:cNvSpPr/>
            <p:nvPr/>
          </p:nvSpPr>
          <p:spPr>
            <a:xfrm>
              <a:off x="8133812" y="52184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8133812" y="53723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759099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1" name="錯誤標記"/>
          <p:cNvSpPr/>
          <p:nvPr/>
        </p:nvSpPr>
        <p:spPr>
          <a:xfrm>
            <a:off x="9974422" y="5268773"/>
            <a:ext cx="412394" cy="412394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2" name="圖說"/>
          <p:cNvSpPr/>
          <p:nvPr/>
        </p:nvSpPr>
        <p:spPr>
          <a:xfrm>
            <a:off x="934026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149215"/>
            <a:ext cx="1445895" cy="577215"/>
            <a:chOff x="11244099" y="5149215"/>
            <a:chExt cx="1445895" cy="577215"/>
          </a:xfrm>
        </p:grpSpPr>
        <p:sp>
          <p:nvSpPr>
            <p:cNvPr id="83" name="流程方塊"/>
            <p:cNvSpPr/>
            <p:nvPr/>
          </p:nvSpPr>
          <p:spPr>
            <a:xfrm>
              <a:off x="11244099" y="5223510"/>
              <a:ext cx="1371600" cy="502920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12495684" y="5149215"/>
              <a:ext cx="194310" cy="194310"/>
            </a:xfrm>
            <a:prstGeom prst="ellipse">
              <a:avLst/>
            </a:prstGeom>
            <a:solidFill>
              <a:srgbClr val="C0504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1108954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6" name="連接線"/>
          <p:cNvSpPr/>
          <p:nvPr/>
        </p:nvSpPr>
        <p:spPr>
          <a:xfrm>
            <a:off x="13016239" y="52920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283882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8" name="線條"/>
          <p:cNvSpPr/>
          <p:nvPr/>
        </p:nvSpPr>
        <p:spPr>
          <a:xfrm>
            <a:off x="685800" y="5983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685800" y="62464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90" name="大圓"/>
          <p:cNvSpPr/>
          <p:nvPr/>
        </p:nvSpPr>
        <p:spPr>
          <a:xfrm>
            <a:off x="2829170" y="6046470"/>
            <a:ext cx="708660" cy="7086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34315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5977890"/>
            <a:ext cx="845820" cy="845820"/>
            <a:chOff x="4509870" y="5977890"/>
            <a:chExt cx="845820" cy="845820"/>
          </a:xfrm>
        </p:grpSpPr>
        <p:sp>
          <p:nvSpPr>
            <p:cNvPr id="92" name="外圈細環"/>
            <p:cNvSpPr/>
            <p:nvPr/>
          </p:nvSpPr>
          <p:spPr>
            <a:xfrm>
              <a:off x="4509870" y="59778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4578450" y="60464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409243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5" name="外框圓"/>
          <p:cNvSpPr/>
          <p:nvPr/>
        </p:nvSpPr>
        <p:spPr>
          <a:xfrm>
            <a:off x="6327730" y="6046470"/>
            <a:ext cx="708660" cy="7086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584171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206490"/>
            <a:ext cx="1348740" cy="388620"/>
            <a:chOff x="7756970" y="6206490"/>
            <a:chExt cx="1348740" cy="388620"/>
          </a:xfrm>
        </p:grpSpPr>
        <p:sp>
          <p:nvSpPr>
            <p:cNvPr id="97" name="編號"/>
            <p:cNvSpPr/>
            <p:nvPr/>
          </p:nvSpPr>
          <p:spPr>
            <a:xfrm>
              <a:off x="7756970" y="6206490"/>
              <a:ext cx="388620" cy="38862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8237030" y="6206490"/>
              <a:ext cx="388620" cy="38862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717090" y="6206490"/>
              <a:ext cx="388620" cy="388620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759099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101" name="標籤"/>
          <p:cNvSpPr/>
          <p:nvPr/>
        </p:nvSpPr>
        <p:spPr>
          <a:xfrm>
            <a:off x="9677750" y="6217920"/>
            <a:ext cx="1005738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2" name="圖說"/>
          <p:cNvSpPr/>
          <p:nvPr/>
        </p:nvSpPr>
        <p:spPr>
          <a:xfrm>
            <a:off x="934026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229350"/>
            <a:ext cx="1384300" cy="342900"/>
            <a:chOff x="11237749" y="6229350"/>
            <a:chExt cx="1384300" cy="342900"/>
          </a:xfrm>
        </p:grpSpPr>
        <p:sp>
          <p:nvSpPr>
            <p:cNvPr id="103" name="標籤"/>
            <p:cNvSpPr/>
            <p:nvPr/>
          </p:nvSpPr>
          <p:spPr>
            <a:xfrm>
              <a:off x="11237749" y="6229350"/>
              <a:ext cx="646430" cy="342900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11975619" y="6229350"/>
              <a:ext cx="646430" cy="342900"/>
            </a:xfrm>
            <a:prstGeom prst="rect">
              <a:avLst/>
            </a:prstGeom>
            <a:solidFill>
              <a:srgbClr val="DBDBDB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1108954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315075"/>
            <a:ext cx="857250" cy="171450"/>
            <a:chOff x="13250554" y="6315075"/>
            <a:chExt cx="857250" cy="171450"/>
          </a:xfrm>
        </p:grpSpPr>
        <p:sp>
          <p:nvSpPr>
            <p:cNvPr id="106" name="圓點"/>
            <p:cNvSpPr/>
            <p:nvPr/>
          </p:nvSpPr>
          <p:spPr>
            <a:xfrm>
              <a:off x="13250554" y="6315075"/>
              <a:ext cx="171450" cy="17145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3593454" y="6315075"/>
              <a:ext cx="171450" cy="171450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3936354" y="63150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283882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0" name="線條"/>
          <p:cNvSpPr/>
          <p:nvPr/>
        </p:nvSpPr>
        <p:spPr>
          <a:xfrm>
            <a:off x="685800" y="70123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685800" y="71837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040880"/>
            <a:ext cx="1371600" cy="560070"/>
            <a:chOff x="2497700" y="7040880"/>
            <a:chExt cx="1371600" cy="560070"/>
          </a:xfrm>
        </p:grpSpPr>
        <p:sp>
          <p:nvSpPr>
            <p:cNvPr id="112" name="群組框"/>
            <p:cNvSpPr/>
            <p:nvPr/>
          </p:nvSpPr>
          <p:spPr>
            <a:xfrm>
              <a:off x="2497700" y="7143750"/>
              <a:ext cx="1371600" cy="457200"/>
            </a:xfrm>
            <a:prstGeom prst="roundRect">
              <a:avLst>
                <a:gd name="adj" fmla="val 75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612000" y="7040880"/>
              <a:ext cx="708660" cy="20574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234315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5" name="淺灰面板"/>
          <p:cNvSpPr/>
          <p:nvPr/>
        </p:nvSpPr>
        <p:spPr>
          <a:xfrm>
            <a:off x="4246980" y="7075170"/>
            <a:ext cx="1371600" cy="525780"/>
          </a:xfrm>
          <a:prstGeom prst="roundRect">
            <a:avLst>
              <a:gd name="adj" fmla="val 6522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09243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7" name="卡片"/>
          <p:cNvSpPr/>
          <p:nvPr/>
        </p:nvSpPr>
        <p:spPr>
          <a:xfrm>
            <a:off x="5996260" y="7075170"/>
            <a:ext cx="13716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584171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9" name="卡片"/>
          <p:cNvSpPr/>
          <p:nvPr/>
        </p:nvSpPr>
        <p:spPr>
          <a:xfrm>
            <a:off x="7745540" y="7075170"/>
            <a:ext cx="13716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59099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075170"/>
            <a:ext cx="1371600" cy="525780"/>
            <a:chOff x="9494819" y="7075170"/>
            <a:chExt cx="1371600" cy="525780"/>
          </a:xfrm>
        </p:grpSpPr>
        <p:sp>
          <p:nvSpPr>
            <p:cNvPr id="121" name="卡片"/>
            <p:cNvSpPr/>
            <p:nvPr/>
          </p:nvSpPr>
          <p:spPr>
            <a:xfrm>
              <a:off x="9494819" y="7075170"/>
              <a:ext cx="1371600" cy="52578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9494819" y="70751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34290"/>
                  </a:lnTo>
                  <a:arcTo hR="34290" wR="34290" stAng="10800000" swAng="5400000"/>
                  <a:lnTo>
                    <a:pt x="1337310" y="0"/>
                  </a:lnTo>
                  <a:arcTo hR="34290" wR="3429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934026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075170"/>
            <a:ext cx="1371600" cy="525780"/>
            <a:chOff x="11244099" y="7075170"/>
            <a:chExt cx="1371600" cy="525780"/>
          </a:xfrm>
        </p:grpSpPr>
        <p:sp>
          <p:nvSpPr>
            <p:cNvPr id="124" name="卡片"/>
            <p:cNvSpPr/>
            <p:nvPr/>
          </p:nvSpPr>
          <p:spPr>
            <a:xfrm>
              <a:off x="11244099" y="70751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11244099" y="7075170"/>
              <a:ext cx="68580" cy="525780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108954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075170"/>
            <a:ext cx="914400" cy="525780"/>
            <a:chOff x="13221979" y="7075170"/>
            <a:chExt cx="914400" cy="525780"/>
          </a:xfrm>
        </p:grpSpPr>
        <p:sp>
          <p:nvSpPr>
            <p:cNvPr id="127" name="寬欄條"/>
            <p:cNvSpPr/>
            <p:nvPr/>
          </p:nvSpPr>
          <p:spPr>
            <a:xfrm>
              <a:off x="13221979" y="70751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3747759" y="70751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283882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0" name="線條"/>
          <p:cNvSpPr/>
          <p:nvPr/>
        </p:nvSpPr>
        <p:spPr>
          <a:xfrm>
            <a:off x="2171700" y="2125980"/>
            <a:ext cx="0" cy="56692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05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880110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9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4215670" y="2205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4409980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9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20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7745540" y="2205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7939850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1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2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11275409" y="2205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1469719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2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685800" y="50863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880110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3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4215670" y="50863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4409980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4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5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7745540" y="50863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7939850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80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11275409" y="50863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11469719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90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1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5875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2640294" y="6480810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27813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05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880110" y="21717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5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2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3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38013" y="2205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5632323" y="21717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6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10190226" y="2205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0384536" y="21717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2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2941"/>
              </a:avLst>
            </a:prstGeom>
            <a:solidFill>
              <a:srgbClr val="FFFFFF"/>
            </a:solidFill>
            <a:ln w="23876">
              <a:solidFill>
                <a:srgbClr val="C0504D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2941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2941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685800" y="50634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880110" y="50292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50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27813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34290"/>
                  </a:lnTo>
                  <a:arcTo hR="34290" wR="34290" stAng="10800000" swAng="5400000"/>
                  <a:lnTo>
                    <a:pt x="1328801" y="0"/>
                  </a:lnTo>
                  <a:arcTo hR="34290" wR="3429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592007" y="7520940"/>
              <a:ext cx="551180" cy="251460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5438013" y="50634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5632323" y="50292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80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1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5875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5875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5875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10190226" y="50634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10384536" y="50292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8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9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9" name="Text 10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精選 118 個 Material Symbols（Studio 共 521 個）：顏色、粗細跟著風格；每個都是可編輯圖案</a:t>
            </a:r>
            <a:endParaRPr lang="en-US" sz="2000" dirty="0"/>
          </a:p>
        </p:txBody>
      </p:sp>
      <p:sp>
        <p:nvSpPr>
          <p:cNvPr id="6" name="圖示 人員"/>
          <p:cNvSpPr/>
          <p:nvPr/>
        </p:nvSpPr>
        <p:spPr>
          <a:xfrm>
            <a:off x="84390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1265" y="168947"/>
                </a:moveTo>
                <a:cubicBezTo>
                  <a:pt x="141321" y="158991"/>
                  <a:pt x="136337" y="146418"/>
                  <a:pt x="136337" y="131228"/>
                </a:cubicBezTo>
                <a:cubicBezTo>
                  <a:pt x="136337" y="116037"/>
                  <a:pt x="141321" y="103602"/>
                  <a:pt x="151265" y="93909"/>
                </a:cubicBezTo>
                <a:cubicBezTo>
                  <a:pt x="160957" y="84216"/>
                  <a:pt x="173405" y="79370"/>
                  <a:pt x="188595" y="79370"/>
                </a:cubicBezTo>
                <a:cubicBezTo>
                  <a:pt x="203785" y="79370"/>
                  <a:pt x="216233" y="84216"/>
                  <a:pt x="225925" y="93909"/>
                </a:cubicBezTo>
                <a:cubicBezTo>
                  <a:pt x="235869" y="103602"/>
                  <a:pt x="240853" y="116037"/>
                  <a:pt x="240853" y="131228"/>
                </a:cubicBezTo>
                <a:cubicBezTo>
                  <a:pt x="240853" y="146418"/>
                  <a:pt x="235869" y="158991"/>
                  <a:pt x="225925" y="168947"/>
                </a:cubicBezTo>
                <a:cubicBezTo>
                  <a:pt x="216233" y="178639"/>
                  <a:pt x="203785" y="183486"/>
                  <a:pt x="188595" y="183486"/>
                </a:cubicBezTo>
                <a:cubicBezTo>
                  <a:pt x="173405" y="183486"/>
                  <a:pt x="160957" y="178639"/>
                  <a:pt x="151265" y="168947"/>
                </a:cubicBezTo>
                <a:close/>
                <a:moveTo>
                  <a:pt x="70729" y="285247"/>
                </a:moveTo>
                <a:lnTo>
                  <a:pt x="70729" y="273463"/>
                </a:lnTo>
                <a:cubicBezTo>
                  <a:pt x="70729" y="265085"/>
                  <a:pt x="72946" y="257747"/>
                  <a:pt x="77404" y="251460"/>
                </a:cubicBezTo>
                <a:cubicBezTo>
                  <a:pt x="81850" y="245174"/>
                  <a:pt x="87622" y="240327"/>
                  <a:pt x="94686" y="236921"/>
                </a:cubicBezTo>
                <a:cubicBezTo>
                  <a:pt x="111454" y="229583"/>
                  <a:pt x="127433" y="224085"/>
                  <a:pt x="142624" y="220416"/>
                </a:cubicBezTo>
                <a:cubicBezTo>
                  <a:pt x="158077" y="216759"/>
                  <a:pt x="173405" y="214918"/>
                  <a:pt x="188595" y="214918"/>
                </a:cubicBezTo>
                <a:cubicBezTo>
                  <a:pt x="203785" y="214918"/>
                  <a:pt x="218976" y="216759"/>
                  <a:pt x="234178" y="220416"/>
                </a:cubicBezTo>
                <a:cubicBezTo>
                  <a:pt x="249631" y="224348"/>
                  <a:pt x="265610" y="229846"/>
                  <a:pt x="282104" y="236921"/>
                </a:cubicBezTo>
                <a:cubicBezTo>
                  <a:pt x="289442" y="240327"/>
                  <a:pt x="295340" y="245174"/>
                  <a:pt x="299786" y="251460"/>
                </a:cubicBezTo>
                <a:cubicBezTo>
                  <a:pt x="304244" y="257747"/>
                  <a:pt x="306473" y="265085"/>
                  <a:pt x="306473" y="273463"/>
                </a:cubicBezTo>
                <a:lnTo>
                  <a:pt x="306473" y="285247"/>
                </a:lnTo>
                <a:cubicBezTo>
                  <a:pt x="306473" y="290231"/>
                  <a:pt x="304770" y="294551"/>
                  <a:pt x="301363" y="298220"/>
                </a:cubicBezTo>
                <a:cubicBezTo>
                  <a:pt x="297694" y="301626"/>
                  <a:pt x="293374" y="303329"/>
                  <a:pt x="288390" y="303329"/>
                </a:cubicBezTo>
                <a:lnTo>
                  <a:pt x="88800" y="303329"/>
                </a:lnTo>
                <a:cubicBezTo>
                  <a:pt x="83816" y="303329"/>
                  <a:pt x="79496" y="301626"/>
                  <a:pt x="75827" y="298220"/>
                </a:cubicBezTo>
                <a:cubicBezTo>
                  <a:pt x="72420" y="294551"/>
                  <a:pt x="70729" y="290231"/>
                  <a:pt x="70729" y="285247"/>
                </a:cubicBezTo>
                <a:close/>
                <a:moveTo>
                  <a:pt x="88400" y="285647"/>
                </a:moveTo>
                <a:lnTo>
                  <a:pt x="288790" y="285647"/>
                </a:lnTo>
                <a:lnTo>
                  <a:pt x="288790" y="273463"/>
                </a:lnTo>
                <a:cubicBezTo>
                  <a:pt x="288790" y="269531"/>
                  <a:pt x="287476" y="265610"/>
                  <a:pt x="284858" y="261678"/>
                </a:cubicBezTo>
                <a:cubicBezTo>
                  <a:pt x="282241" y="258009"/>
                  <a:pt x="278835" y="255129"/>
                  <a:pt x="274640" y="253037"/>
                </a:cubicBezTo>
                <a:cubicBezTo>
                  <a:pt x="259187" y="245436"/>
                  <a:pt x="244648" y="240201"/>
                  <a:pt x="231035" y="237321"/>
                </a:cubicBezTo>
                <a:cubicBezTo>
                  <a:pt x="217147" y="234178"/>
                  <a:pt x="202997" y="232600"/>
                  <a:pt x="188595" y="232600"/>
                </a:cubicBezTo>
                <a:cubicBezTo>
                  <a:pt x="174193" y="232600"/>
                  <a:pt x="160043" y="234178"/>
                  <a:pt x="146167" y="237321"/>
                </a:cubicBezTo>
                <a:cubicBezTo>
                  <a:pt x="132017" y="240201"/>
                  <a:pt x="117352" y="245436"/>
                  <a:pt x="102161" y="253037"/>
                </a:cubicBezTo>
                <a:cubicBezTo>
                  <a:pt x="98229" y="255129"/>
                  <a:pt x="94949" y="258009"/>
                  <a:pt x="92332" y="261678"/>
                </a:cubicBezTo>
                <a:cubicBezTo>
                  <a:pt x="89714" y="265610"/>
                  <a:pt x="88400" y="269531"/>
                  <a:pt x="88400" y="273463"/>
                </a:cubicBezTo>
                <a:lnTo>
                  <a:pt x="88400" y="285647"/>
                </a:lnTo>
                <a:close/>
                <a:moveTo>
                  <a:pt x="212952" y="155985"/>
                </a:moveTo>
                <a:cubicBezTo>
                  <a:pt x="219502" y="149436"/>
                  <a:pt x="222782" y="141183"/>
                  <a:pt x="222782" y="131228"/>
                </a:cubicBezTo>
                <a:cubicBezTo>
                  <a:pt x="222782" y="121535"/>
                  <a:pt x="219502" y="113420"/>
                  <a:pt x="212952" y="106871"/>
                </a:cubicBezTo>
                <a:cubicBezTo>
                  <a:pt x="206403" y="100321"/>
                  <a:pt x="198288" y="97052"/>
                  <a:pt x="188595" y="97052"/>
                </a:cubicBezTo>
                <a:cubicBezTo>
                  <a:pt x="178902" y="97052"/>
                  <a:pt x="170787" y="100321"/>
                  <a:pt x="164238" y="106871"/>
                </a:cubicBezTo>
                <a:cubicBezTo>
                  <a:pt x="157688" y="113420"/>
                  <a:pt x="154408" y="121535"/>
                  <a:pt x="154408" y="131228"/>
                </a:cubicBezTo>
                <a:cubicBezTo>
                  <a:pt x="154408" y="141183"/>
                  <a:pt x="157688" y="149436"/>
                  <a:pt x="164238" y="155985"/>
                </a:cubicBezTo>
                <a:cubicBezTo>
                  <a:pt x="170787" y="162535"/>
                  <a:pt x="178902" y="165804"/>
                  <a:pt x="188595" y="165804"/>
                </a:cubicBezTo>
                <a:cubicBezTo>
                  <a:pt x="198288" y="165804"/>
                  <a:pt x="206403" y="162535"/>
                  <a:pt x="212952" y="155985"/>
                </a:cubicBezTo>
                <a:close/>
                <a:moveTo>
                  <a:pt x="188595" y="131228"/>
                </a:moveTo>
                <a:close/>
                <a:moveTo>
                  <a:pt x="188595" y="28564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66294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950" dirty="0"/>
          </a:p>
        </p:txBody>
      </p:sp>
      <p:sp>
        <p:nvSpPr>
          <p:cNvPr id="8" name="圖示 團隊"/>
          <p:cNvSpPr/>
          <p:nvPr/>
        </p:nvSpPr>
        <p:spPr>
          <a:xfrm>
            <a:off x="153730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501" y="273463"/>
                </a:moveTo>
                <a:cubicBezTo>
                  <a:pt x="27501" y="265347"/>
                  <a:pt x="29729" y="258135"/>
                  <a:pt x="34187" y="251849"/>
                </a:cubicBezTo>
                <a:cubicBezTo>
                  <a:pt x="38371" y="245299"/>
                  <a:pt x="44268" y="240327"/>
                  <a:pt x="51869" y="236921"/>
                </a:cubicBezTo>
                <a:cubicBezTo>
                  <a:pt x="68889" y="229583"/>
                  <a:pt x="84479" y="224085"/>
                  <a:pt x="98618" y="220416"/>
                </a:cubicBezTo>
                <a:cubicBezTo>
                  <a:pt x="112505" y="216759"/>
                  <a:pt x="128085" y="214918"/>
                  <a:pt x="145378" y="214918"/>
                </a:cubicBezTo>
                <a:cubicBezTo>
                  <a:pt x="162923" y="214918"/>
                  <a:pt x="178639" y="216759"/>
                  <a:pt x="192527" y="220416"/>
                </a:cubicBezTo>
                <a:cubicBezTo>
                  <a:pt x="206403" y="224085"/>
                  <a:pt x="221856" y="229583"/>
                  <a:pt x="238887" y="236921"/>
                </a:cubicBezTo>
                <a:cubicBezTo>
                  <a:pt x="246488" y="240327"/>
                  <a:pt x="252512" y="245299"/>
                  <a:pt x="256958" y="251849"/>
                </a:cubicBezTo>
                <a:cubicBezTo>
                  <a:pt x="261153" y="258135"/>
                  <a:pt x="263244" y="265347"/>
                  <a:pt x="263244" y="273463"/>
                </a:cubicBezTo>
                <a:lnTo>
                  <a:pt x="263244" y="285247"/>
                </a:lnTo>
                <a:cubicBezTo>
                  <a:pt x="263244" y="289968"/>
                  <a:pt x="261541" y="294151"/>
                  <a:pt x="258135" y="297820"/>
                </a:cubicBezTo>
                <a:cubicBezTo>
                  <a:pt x="254729" y="301489"/>
                  <a:pt x="250408" y="303329"/>
                  <a:pt x="245174" y="303329"/>
                </a:cubicBezTo>
                <a:lnTo>
                  <a:pt x="45583" y="303329"/>
                </a:lnTo>
                <a:cubicBezTo>
                  <a:pt x="40599" y="303329"/>
                  <a:pt x="36405" y="301626"/>
                  <a:pt x="33010" y="298220"/>
                </a:cubicBezTo>
                <a:cubicBezTo>
                  <a:pt x="29341" y="294551"/>
                  <a:pt x="27501" y="290231"/>
                  <a:pt x="27501" y="285247"/>
                </a:cubicBezTo>
                <a:lnTo>
                  <a:pt x="27501" y="273463"/>
                </a:lnTo>
                <a:close/>
                <a:moveTo>
                  <a:pt x="331619" y="303329"/>
                </a:moveTo>
                <a:lnTo>
                  <a:pt x="285247" y="303329"/>
                </a:lnTo>
                <a:cubicBezTo>
                  <a:pt x="286036" y="300438"/>
                  <a:pt x="286950" y="297557"/>
                  <a:pt x="288002" y="294677"/>
                </a:cubicBezTo>
                <a:cubicBezTo>
                  <a:pt x="288790" y="291796"/>
                  <a:pt x="289179" y="288653"/>
                  <a:pt x="289179" y="285247"/>
                </a:cubicBezTo>
                <a:lnTo>
                  <a:pt x="289179" y="274251"/>
                </a:lnTo>
                <a:cubicBezTo>
                  <a:pt x="289179" y="260101"/>
                  <a:pt x="286161" y="248580"/>
                  <a:pt x="280138" y="239676"/>
                </a:cubicBezTo>
                <a:cubicBezTo>
                  <a:pt x="274114" y="230772"/>
                  <a:pt x="265347" y="223171"/>
                  <a:pt x="253815" y="216884"/>
                </a:cubicBezTo>
                <a:cubicBezTo>
                  <a:pt x="267702" y="218976"/>
                  <a:pt x="280927" y="221605"/>
                  <a:pt x="293500" y="224748"/>
                </a:cubicBezTo>
                <a:cubicBezTo>
                  <a:pt x="306073" y="227891"/>
                  <a:pt x="316554" y="231686"/>
                  <a:pt x="324932" y="236132"/>
                </a:cubicBezTo>
                <a:cubicBezTo>
                  <a:pt x="332533" y="240327"/>
                  <a:pt x="338557" y="245699"/>
                  <a:pt x="343003" y="252249"/>
                </a:cubicBezTo>
                <a:cubicBezTo>
                  <a:pt x="347461" y="258798"/>
                  <a:pt x="349689" y="266125"/>
                  <a:pt x="349689" y="274251"/>
                </a:cubicBezTo>
                <a:lnTo>
                  <a:pt x="349689" y="285247"/>
                </a:lnTo>
                <a:cubicBezTo>
                  <a:pt x="349689" y="290231"/>
                  <a:pt x="347849" y="294551"/>
                  <a:pt x="344192" y="298220"/>
                </a:cubicBezTo>
                <a:cubicBezTo>
                  <a:pt x="340785" y="301626"/>
                  <a:pt x="336591" y="303329"/>
                  <a:pt x="331619" y="303329"/>
                </a:cubicBezTo>
                <a:close/>
                <a:moveTo>
                  <a:pt x="108048" y="168947"/>
                </a:moveTo>
                <a:cubicBezTo>
                  <a:pt x="98355" y="158991"/>
                  <a:pt x="93509" y="146418"/>
                  <a:pt x="93509" y="131228"/>
                </a:cubicBezTo>
                <a:cubicBezTo>
                  <a:pt x="93509" y="116037"/>
                  <a:pt x="98355" y="103602"/>
                  <a:pt x="108048" y="93909"/>
                </a:cubicBezTo>
                <a:cubicBezTo>
                  <a:pt x="117740" y="84216"/>
                  <a:pt x="130313" y="79370"/>
                  <a:pt x="145767" y="79370"/>
                </a:cubicBezTo>
                <a:cubicBezTo>
                  <a:pt x="160957" y="79370"/>
                  <a:pt x="173405" y="84216"/>
                  <a:pt x="183097" y="93909"/>
                </a:cubicBezTo>
                <a:cubicBezTo>
                  <a:pt x="192790" y="103602"/>
                  <a:pt x="197636" y="116037"/>
                  <a:pt x="197636" y="131228"/>
                </a:cubicBezTo>
                <a:cubicBezTo>
                  <a:pt x="197636" y="146418"/>
                  <a:pt x="192790" y="158991"/>
                  <a:pt x="183097" y="168947"/>
                </a:cubicBezTo>
                <a:cubicBezTo>
                  <a:pt x="173405" y="178639"/>
                  <a:pt x="160957" y="183486"/>
                  <a:pt x="145767" y="183486"/>
                </a:cubicBezTo>
                <a:cubicBezTo>
                  <a:pt x="130313" y="183486"/>
                  <a:pt x="117740" y="178639"/>
                  <a:pt x="108048" y="168947"/>
                </a:cubicBezTo>
                <a:close/>
                <a:moveTo>
                  <a:pt x="254992" y="168947"/>
                </a:moveTo>
                <a:cubicBezTo>
                  <a:pt x="245299" y="178639"/>
                  <a:pt x="232863" y="183486"/>
                  <a:pt x="217673" y="183486"/>
                </a:cubicBezTo>
                <a:cubicBezTo>
                  <a:pt x="215833" y="183486"/>
                  <a:pt x="213867" y="183360"/>
                  <a:pt x="211775" y="183097"/>
                </a:cubicBezTo>
                <a:cubicBezTo>
                  <a:pt x="209946" y="182834"/>
                  <a:pt x="208106" y="182434"/>
                  <a:pt x="206277" y="181920"/>
                </a:cubicBezTo>
                <a:cubicBezTo>
                  <a:pt x="211775" y="175633"/>
                  <a:pt x="215970" y="168295"/>
                  <a:pt x="218850" y="159917"/>
                </a:cubicBezTo>
                <a:cubicBezTo>
                  <a:pt x="221731" y="151265"/>
                  <a:pt x="223171" y="141709"/>
                  <a:pt x="223171" y="131228"/>
                </a:cubicBezTo>
                <a:cubicBezTo>
                  <a:pt x="223171" y="121021"/>
                  <a:pt x="221731" y="111843"/>
                  <a:pt x="218850" y="103727"/>
                </a:cubicBezTo>
                <a:cubicBezTo>
                  <a:pt x="215707" y="95612"/>
                  <a:pt x="211512" y="88011"/>
                  <a:pt x="206277" y="80936"/>
                </a:cubicBezTo>
                <a:cubicBezTo>
                  <a:pt x="207843" y="80410"/>
                  <a:pt x="209683" y="80021"/>
                  <a:pt x="211775" y="79759"/>
                </a:cubicBezTo>
                <a:cubicBezTo>
                  <a:pt x="213867" y="79496"/>
                  <a:pt x="215833" y="79370"/>
                  <a:pt x="217673" y="79370"/>
                </a:cubicBezTo>
                <a:cubicBezTo>
                  <a:pt x="232863" y="79370"/>
                  <a:pt x="245299" y="84216"/>
                  <a:pt x="254992" y="93909"/>
                </a:cubicBezTo>
                <a:cubicBezTo>
                  <a:pt x="264685" y="103602"/>
                  <a:pt x="269531" y="116037"/>
                  <a:pt x="269531" y="131228"/>
                </a:cubicBezTo>
                <a:cubicBezTo>
                  <a:pt x="269531" y="146418"/>
                  <a:pt x="264685" y="158991"/>
                  <a:pt x="254992" y="168947"/>
                </a:cubicBezTo>
                <a:close/>
                <a:moveTo>
                  <a:pt x="45583" y="285647"/>
                </a:moveTo>
                <a:lnTo>
                  <a:pt x="245562" y="285647"/>
                </a:lnTo>
                <a:lnTo>
                  <a:pt x="245562" y="273463"/>
                </a:lnTo>
                <a:cubicBezTo>
                  <a:pt x="245562" y="269268"/>
                  <a:pt x="244385" y="265347"/>
                  <a:pt x="242030" y="261678"/>
                </a:cubicBezTo>
                <a:cubicBezTo>
                  <a:pt x="239676" y="258009"/>
                  <a:pt x="236270" y="255129"/>
                  <a:pt x="231812" y="253037"/>
                </a:cubicBezTo>
                <a:cubicBezTo>
                  <a:pt x="215318" y="245436"/>
                  <a:pt x="200779" y="240201"/>
                  <a:pt x="188206" y="237321"/>
                </a:cubicBezTo>
                <a:cubicBezTo>
                  <a:pt x="175633" y="234178"/>
                  <a:pt x="161357" y="232600"/>
                  <a:pt x="145378" y="232600"/>
                </a:cubicBezTo>
                <a:cubicBezTo>
                  <a:pt x="129662" y="232600"/>
                  <a:pt x="115512" y="234178"/>
                  <a:pt x="102939" y="237321"/>
                </a:cubicBezTo>
                <a:cubicBezTo>
                  <a:pt x="90366" y="240201"/>
                  <a:pt x="75827" y="245436"/>
                  <a:pt x="59333" y="253037"/>
                </a:cubicBezTo>
                <a:cubicBezTo>
                  <a:pt x="54875" y="255129"/>
                  <a:pt x="51469" y="258009"/>
                  <a:pt x="49115" y="261678"/>
                </a:cubicBezTo>
                <a:cubicBezTo>
                  <a:pt x="46760" y="265347"/>
                  <a:pt x="45583" y="269268"/>
                  <a:pt x="45583" y="273463"/>
                </a:cubicBezTo>
                <a:lnTo>
                  <a:pt x="45583" y="285647"/>
                </a:lnTo>
                <a:close/>
                <a:moveTo>
                  <a:pt x="170124" y="155985"/>
                </a:moveTo>
                <a:cubicBezTo>
                  <a:pt x="176674" y="149436"/>
                  <a:pt x="179954" y="141183"/>
                  <a:pt x="179954" y="131228"/>
                </a:cubicBezTo>
                <a:cubicBezTo>
                  <a:pt x="179954" y="121535"/>
                  <a:pt x="176674" y="113420"/>
                  <a:pt x="170124" y="106871"/>
                </a:cubicBezTo>
                <a:cubicBezTo>
                  <a:pt x="163575" y="100321"/>
                  <a:pt x="155334" y="97052"/>
                  <a:pt x="145378" y="97052"/>
                </a:cubicBezTo>
                <a:cubicBezTo>
                  <a:pt x="135686" y="97052"/>
                  <a:pt x="127559" y="100321"/>
                  <a:pt x="121021" y="106871"/>
                </a:cubicBezTo>
                <a:cubicBezTo>
                  <a:pt x="114471" y="113420"/>
                  <a:pt x="111191" y="121535"/>
                  <a:pt x="111191" y="131228"/>
                </a:cubicBezTo>
                <a:cubicBezTo>
                  <a:pt x="111191" y="141183"/>
                  <a:pt x="114471" y="149436"/>
                  <a:pt x="121021" y="155985"/>
                </a:cubicBezTo>
                <a:cubicBezTo>
                  <a:pt x="127559" y="162535"/>
                  <a:pt x="135686" y="165804"/>
                  <a:pt x="145378" y="165804"/>
                </a:cubicBezTo>
                <a:cubicBezTo>
                  <a:pt x="155334" y="165804"/>
                  <a:pt x="163575" y="162535"/>
                  <a:pt x="170124" y="155985"/>
                </a:cubicBezTo>
                <a:close/>
                <a:moveTo>
                  <a:pt x="145378" y="285647"/>
                </a:moveTo>
                <a:close/>
                <a:moveTo>
                  <a:pt x="145378" y="13122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35634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950" dirty="0"/>
          </a:p>
        </p:txBody>
      </p:sp>
      <p:sp>
        <p:nvSpPr>
          <p:cNvPr id="10" name="圖示 部門"/>
          <p:cNvSpPr/>
          <p:nvPr/>
        </p:nvSpPr>
        <p:spPr>
          <a:xfrm>
            <a:off x="223070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71" y="279749"/>
                </a:moveTo>
                <a:cubicBezTo>
                  <a:pt x="15591" y="279749"/>
                  <a:pt x="13099" y="278698"/>
                  <a:pt x="11007" y="276606"/>
                </a:cubicBezTo>
                <a:cubicBezTo>
                  <a:pt x="8904" y="274251"/>
                  <a:pt x="7864" y="271634"/>
                  <a:pt x="7864" y="268754"/>
                </a:cubicBezTo>
                <a:lnTo>
                  <a:pt x="7864" y="263244"/>
                </a:lnTo>
                <a:cubicBezTo>
                  <a:pt x="7864" y="253552"/>
                  <a:pt x="13099" y="245699"/>
                  <a:pt x="23580" y="239676"/>
                </a:cubicBezTo>
                <a:cubicBezTo>
                  <a:pt x="34050" y="233389"/>
                  <a:pt x="47537" y="230246"/>
                  <a:pt x="64042" y="230246"/>
                </a:cubicBezTo>
                <a:cubicBezTo>
                  <a:pt x="66923" y="230246"/>
                  <a:pt x="69803" y="230372"/>
                  <a:pt x="72683" y="230635"/>
                </a:cubicBezTo>
                <a:cubicBezTo>
                  <a:pt x="75312" y="230897"/>
                  <a:pt x="78055" y="231160"/>
                  <a:pt x="80936" y="231423"/>
                </a:cubicBezTo>
                <a:cubicBezTo>
                  <a:pt x="79370" y="235618"/>
                  <a:pt x="78055" y="239939"/>
                  <a:pt x="77015" y="244385"/>
                </a:cubicBezTo>
                <a:cubicBezTo>
                  <a:pt x="75964" y="248580"/>
                  <a:pt x="75438" y="252900"/>
                  <a:pt x="75438" y="257358"/>
                </a:cubicBezTo>
                <a:lnTo>
                  <a:pt x="75438" y="279749"/>
                </a:lnTo>
                <a:lnTo>
                  <a:pt x="18471" y="279749"/>
                </a:lnTo>
                <a:close/>
                <a:moveTo>
                  <a:pt x="113546" y="279749"/>
                </a:moveTo>
                <a:cubicBezTo>
                  <a:pt x="110139" y="279749"/>
                  <a:pt x="107396" y="278572"/>
                  <a:pt x="105305" y="276217"/>
                </a:cubicBezTo>
                <a:cubicBezTo>
                  <a:pt x="103201" y="274114"/>
                  <a:pt x="102161" y="271497"/>
                  <a:pt x="102161" y="268354"/>
                </a:cubicBezTo>
                <a:lnTo>
                  <a:pt x="102161" y="258135"/>
                </a:lnTo>
                <a:cubicBezTo>
                  <a:pt x="102161" y="250546"/>
                  <a:pt x="104253" y="243733"/>
                  <a:pt x="108448" y="237710"/>
                </a:cubicBezTo>
                <a:cubicBezTo>
                  <a:pt x="112631" y="231686"/>
                  <a:pt x="118529" y="226440"/>
                  <a:pt x="126119" y="221993"/>
                </a:cubicBezTo>
                <a:cubicBezTo>
                  <a:pt x="133982" y="217273"/>
                  <a:pt x="143149" y="213867"/>
                  <a:pt x="153631" y="211775"/>
                </a:cubicBezTo>
                <a:cubicBezTo>
                  <a:pt x="164363" y="209420"/>
                  <a:pt x="176022" y="208243"/>
                  <a:pt x="188595" y="208243"/>
                </a:cubicBezTo>
                <a:cubicBezTo>
                  <a:pt x="201431" y="208243"/>
                  <a:pt x="213089" y="209420"/>
                  <a:pt x="223559" y="211775"/>
                </a:cubicBezTo>
                <a:cubicBezTo>
                  <a:pt x="234304" y="213867"/>
                  <a:pt x="243470" y="217273"/>
                  <a:pt x="251071" y="221993"/>
                </a:cubicBezTo>
                <a:cubicBezTo>
                  <a:pt x="258924" y="226440"/>
                  <a:pt x="264947" y="231686"/>
                  <a:pt x="269142" y="237710"/>
                </a:cubicBezTo>
                <a:cubicBezTo>
                  <a:pt x="273074" y="243733"/>
                  <a:pt x="275040" y="250546"/>
                  <a:pt x="275040" y="258135"/>
                </a:cubicBezTo>
                <a:lnTo>
                  <a:pt x="275040" y="268354"/>
                </a:lnTo>
                <a:cubicBezTo>
                  <a:pt x="275040" y="271497"/>
                  <a:pt x="273989" y="274114"/>
                  <a:pt x="271897" y="276217"/>
                </a:cubicBezTo>
                <a:cubicBezTo>
                  <a:pt x="269531" y="278572"/>
                  <a:pt x="266788" y="279749"/>
                  <a:pt x="263644" y="279749"/>
                </a:cubicBezTo>
                <a:lnTo>
                  <a:pt x="113546" y="279749"/>
                </a:lnTo>
                <a:close/>
                <a:moveTo>
                  <a:pt x="301752" y="279749"/>
                </a:moveTo>
                <a:lnTo>
                  <a:pt x="301752" y="257358"/>
                </a:lnTo>
                <a:cubicBezTo>
                  <a:pt x="301752" y="252637"/>
                  <a:pt x="301363" y="248191"/>
                  <a:pt x="300575" y="243996"/>
                </a:cubicBezTo>
                <a:cubicBezTo>
                  <a:pt x="299523" y="239801"/>
                  <a:pt x="298083" y="235618"/>
                  <a:pt x="296254" y="231423"/>
                </a:cubicBezTo>
                <a:cubicBezTo>
                  <a:pt x="299397" y="231160"/>
                  <a:pt x="302404" y="230897"/>
                  <a:pt x="305284" y="230635"/>
                </a:cubicBezTo>
                <a:cubicBezTo>
                  <a:pt x="307913" y="230372"/>
                  <a:pt x="310530" y="230246"/>
                  <a:pt x="313148" y="230246"/>
                </a:cubicBezTo>
                <a:cubicBezTo>
                  <a:pt x="329916" y="230246"/>
                  <a:pt x="343529" y="233252"/>
                  <a:pt x="354010" y="239276"/>
                </a:cubicBezTo>
                <a:cubicBezTo>
                  <a:pt x="364228" y="245562"/>
                  <a:pt x="369338" y="253552"/>
                  <a:pt x="369338" y="263244"/>
                </a:cubicBezTo>
                <a:lnTo>
                  <a:pt x="369338" y="268754"/>
                </a:lnTo>
                <a:cubicBezTo>
                  <a:pt x="369338" y="271634"/>
                  <a:pt x="368286" y="274114"/>
                  <a:pt x="366194" y="276217"/>
                </a:cubicBezTo>
                <a:cubicBezTo>
                  <a:pt x="364091" y="278572"/>
                  <a:pt x="361599" y="279749"/>
                  <a:pt x="358719" y="279749"/>
                </a:cubicBezTo>
                <a:lnTo>
                  <a:pt x="301752" y="279749"/>
                </a:lnTo>
                <a:close/>
                <a:moveTo>
                  <a:pt x="119832" y="261678"/>
                </a:moveTo>
                <a:lnTo>
                  <a:pt x="257358" y="261678"/>
                </a:lnTo>
                <a:lnTo>
                  <a:pt x="257358" y="258135"/>
                </a:lnTo>
                <a:cubicBezTo>
                  <a:pt x="257621" y="248705"/>
                  <a:pt x="251460" y="240979"/>
                  <a:pt x="238887" y="234955"/>
                </a:cubicBezTo>
                <a:cubicBezTo>
                  <a:pt x="226051" y="228931"/>
                  <a:pt x="209283" y="225925"/>
                  <a:pt x="188595" y="225925"/>
                </a:cubicBezTo>
                <a:cubicBezTo>
                  <a:pt x="167907" y="225925"/>
                  <a:pt x="151139" y="228931"/>
                  <a:pt x="138303" y="234955"/>
                </a:cubicBezTo>
                <a:cubicBezTo>
                  <a:pt x="125730" y="240979"/>
                  <a:pt x="119569" y="248843"/>
                  <a:pt x="119832" y="258535"/>
                </a:cubicBezTo>
                <a:lnTo>
                  <a:pt x="119832" y="261678"/>
                </a:lnTo>
                <a:close/>
                <a:moveTo>
                  <a:pt x="64042" y="218062"/>
                </a:moveTo>
                <a:cubicBezTo>
                  <a:pt x="57493" y="218062"/>
                  <a:pt x="51869" y="215707"/>
                  <a:pt x="47149" y="210986"/>
                </a:cubicBezTo>
                <a:cubicBezTo>
                  <a:pt x="42440" y="206277"/>
                  <a:pt x="40074" y="200516"/>
                  <a:pt x="40074" y="193704"/>
                </a:cubicBezTo>
                <a:cubicBezTo>
                  <a:pt x="40074" y="187155"/>
                  <a:pt x="42440" y="181657"/>
                  <a:pt x="47149" y="177199"/>
                </a:cubicBezTo>
                <a:cubicBezTo>
                  <a:pt x="51869" y="172490"/>
                  <a:pt x="57493" y="170124"/>
                  <a:pt x="64042" y="170124"/>
                </a:cubicBezTo>
                <a:cubicBezTo>
                  <a:pt x="70592" y="170124"/>
                  <a:pt x="76227" y="172490"/>
                  <a:pt x="80936" y="177199"/>
                </a:cubicBezTo>
                <a:cubicBezTo>
                  <a:pt x="85656" y="181657"/>
                  <a:pt x="88011" y="187281"/>
                  <a:pt x="88011" y="194093"/>
                </a:cubicBezTo>
                <a:cubicBezTo>
                  <a:pt x="88011" y="200642"/>
                  <a:pt x="85656" y="206277"/>
                  <a:pt x="80936" y="210986"/>
                </a:cubicBezTo>
                <a:cubicBezTo>
                  <a:pt x="76490" y="215707"/>
                  <a:pt x="70855" y="218062"/>
                  <a:pt x="64042" y="218062"/>
                </a:cubicBezTo>
                <a:close/>
                <a:moveTo>
                  <a:pt x="313148" y="218062"/>
                </a:moveTo>
                <a:cubicBezTo>
                  <a:pt x="306598" y="218062"/>
                  <a:pt x="300963" y="215707"/>
                  <a:pt x="296254" y="210986"/>
                </a:cubicBezTo>
                <a:cubicBezTo>
                  <a:pt x="291534" y="206014"/>
                  <a:pt x="289179" y="200379"/>
                  <a:pt x="289179" y="194093"/>
                </a:cubicBezTo>
                <a:cubicBezTo>
                  <a:pt x="289179" y="187281"/>
                  <a:pt x="291534" y="181657"/>
                  <a:pt x="296254" y="177199"/>
                </a:cubicBezTo>
                <a:cubicBezTo>
                  <a:pt x="300963" y="172490"/>
                  <a:pt x="306598" y="170124"/>
                  <a:pt x="313148" y="170124"/>
                </a:cubicBezTo>
                <a:cubicBezTo>
                  <a:pt x="319960" y="170124"/>
                  <a:pt x="325721" y="172490"/>
                  <a:pt x="330430" y="177199"/>
                </a:cubicBezTo>
                <a:cubicBezTo>
                  <a:pt x="334888" y="181657"/>
                  <a:pt x="337116" y="187281"/>
                  <a:pt x="337116" y="194093"/>
                </a:cubicBezTo>
                <a:cubicBezTo>
                  <a:pt x="337116" y="200642"/>
                  <a:pt x="334888" y="206277"/>
                  <a:pt x="330430" y="210986"/>
                </a:cubicBezTo>
                <a:cubicBezTo>
                  <a:pt x="325721" y="215707"/>
                  <a:pt x="319960" y="218062"/>
                  <a:pt x="313148" y="218062"/>
                </a:cubicBezTo>
                <a:close/>
                <a:moveTo>
                  <a:pt x="188595" y="196459"/>
                </a:moveTo>
                <a:cubicBezTo>
                  <a:pt x="177336" y="196459"/>
                  <a:pt x="167770" y="192527"/>
                  <a:pt x="159917" y="184663"/>
                </a:cubicBezTo>
                <a:cubicBezTo>
                  <a:pt x="151790" y="176548"/>
                  <a:pt x="147733" y="166855"/>
                  <a:pt x="147733" y="155597"/>
                </a:cubicBezTo>
                <a:cubicBezTo>
                  <a:pt x="147733" y="144064"/>
                  <a:pt x="151665" y="134371"/>
                  <a:pt x="159517" y="126519"/>
                </a:cubicBezTo>
                <a:cubicBezTo>
                  <a:pt x="167644" y="118655"/>
                  <a:pt x="177336" y="114734"/>
                  <a:pt x="188595" y="114734"/>
                </a:cubicBezTo>
                <a:cubicBezTo>
                  <a:pt x="200116" y="114734"/>
                  <a:pt x="209809" y="118655"/>
                  <a:pt x="217673" y="126519"/>
                </a:cubicBezTo>
                <a:cubicBezTo>
                  <a:pt x="225525" y="134371"/>
                  <a:pt x="229457" y="144064"/>
                  <a:pt x="229457" y="155597"/>
                </a:cubicBezTo>
                <a:cubicBezTo>
                  <a:pt x="229457" y="166855"/>
                  <a:pt x="225525" y="176548"/>
                  <a:pt x="217673" y="184663"/>
                </a:cubicBezTo>
                <a:cubicBezTo>
                  <a:pt x="209809" y="192527"/>
                  <a:pt x="200116" y="196459"/>
                  <a:pt x="188595" y="196459"/>
                </a:cubicBezTo>
                <a:close/>
                <a:moveTo>
                  <a:pt x="188984" y="178777"/>
                </a:moveTo>
                <a:cubicBezTo>
                  <a:pt x="195270" y="178777"/>
                  <a:pt x="200642" y="176548"/>
                  <a:pt x="205100" y="172090"/>
                </a:cubicBezTo>
                <a:cubicBezTo>
                  <a:pt x="209283" y="167644"/>
                  <a:pt x="211386" y="162135"/>
                  <a:pt x="211386" y="155597"/>
                </a:cubicBezTo>
                <a:cubicBezTo>
                  <a:pt x="211386" y="149047"/>
                  <a:pt x="209283" y="143538"/>
                  <a:pt x="205100" y="139092"/>
                </a:cubicBezTo>
                <a:cubicBezTo>
                  <a:pt x="200642" y="134897"/>
                  <a:pt x="195144" y="132805"/>
                  <a:pt x="188595" y="132805"/>
                </a:cubicBezTo>
                <a:cubicBezTo>
                  <a:pt x="182309" y="132805"/>
                  <a:pt x="176936" y="134897"/>
                  <a:pt x="172490" y="139092"/>
                </a:cubicBezTo>
                <a:cubicBezTo>
                  <a:pt x="168032" y="143538"/>
                  <a:pt x="165804" y="149047"/>
                  <a:pt x="165804" y="155597"/>
                </a:cubicBezTo>
                <a:cubicBezTo>
                  <a:pt x="165804" y="161883"/>
                  <a:pt x="167907" y="167381"/>
                  <a:pt x="172090" y="172090"/>
                </a:cubicBezTo>
                <a:cubicBezTo>
                  <a:pt x="176548" y="176548"/>
                  <a:pt x="182183" y="178777"/>
                  <a:pt x="188984" y="178777"/>
                </a:cubicBezTo>
                <a:close/>
                <a:moveTo>
                  <a:pt x="188595" y="261678"/>
                </a:moveTo>
                <a:close/>
                <a:moveTo>
                  <a:pt x="188595" y="15559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04974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950" dirty="0"/>
          </a:p>
        </p:txBody>
      </p:sp>
      <p:sp>
        <p:nvSpPr>
          <p:cNvPr id="12" name="圖示 員工"/>
          <p:cNvSpPr/>
          <p:nvPr/>
        </p:nvSpPr>
        <p:spPr>
          <a:xfrm>
            <a:off x="292410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298" y="276217"/>
                </a:moveTo>
                <a:lnTo>
                  <a:pt x="183486" y="276217"/>
                </a:lnTo>
                <a:lnTo>
                  <a:pt x="183486" y="272674"/>
                </a:lnTo>
                <a:cubicBezTo>
                  <a:pt x="183486" y="268491"/>
                  <a:pt x="182434" y="264822"/>
                  <a:pt x="180343" y="261678"/>
                </a:cubicBezTo>
                <a:cubicBezTo>
                  <a:pt x="178251" y="258272"/>
                  <a:pt x="175496" y="255918"/>
                  <a:pt x="172090" y="254603"/>
                </a:cubicBezTo>
                <a:cubicBezTo>
                  <a:pt x="164763" y="251986"/>
                  <a:pt x="158603" y="250146"/>
                  <a:pt x="153631" y="249105"/>
                </a:cubicBezTo>
                <a:cubicBezTo>
                  <a:pt x="148910" y="248317"/>
                  <a:pt x="144327" y="247928"/>
                  <a:pt x="139880" y="247928"/>
                </a:cubicBezTo>
                <a:cubicBezTo>
                  <a:pt x="134897" y="247928"/>
                  <a:pt x="129662" y="248442"/>
                  <a:pt x="124164" y="249494"/>
                </a:cubicBezTo>
                <a:cubicBezTo>
                  <a:pt x="118655" y="250546"/>
                  <a:pt x="112631" y="252249"/>
                  <a:pt x="106082" y="254603"/>
                </a:cubicBezTo>
                <a:cubicBezTo>
                  <a:pt x="102676" y="255918"/>
                  <a:pt x="99932" y="258272"/>
                  <a:pt x="97829" y="261678"/>
                </a:cubicBezTo>
                <a:cubicBezTo>
                  <a:pt x="95475" y="264822"/>
                  <a:pt x="94298" y="268491"/>
                  <a:pt x="94298" y="272674"/>
                </a:cubicBezTo>
                <a:lnTo>
                  <a:pt x="94298" y="276217"/>
                </a:lnTo>
                <a:close/>
                <a:moveTo>
                  <a:pt x="230246" y="250671"/>
                </a:moveTo>
                <a:lnTo>
                  <a:pt x="280138" y="250671"/>
                </a:lnTo>
                <a:cubicBezTo>
                  <a:pt x="282504" y="250671"/>
                  <a:pt x="284333" y="249894"/>
                  <a:pt x="285647" y="248317"/>
                </a:cubicBezTo>
                <a:cubicBezTo>
                  <a:pt x="287213" y="246751"/>
                  <a:pt x="288002" y="244785"/>
                  <a:pt x="288002" y="242419"/>
                </a:cubicBezTo>
                <a:cubicBezTo>
                  <a:pt x="288002" y="240064"/>
                  <a:pt x="287213" y="238235"/>
                  <a:pt x="285647" y="236921"/>
                </a:cubicBezTo>
                <a:cubicBezTo>
                  <a:pt x="284333" y="235355"/>
                  <a:pt x="282504" y="234566"/>
                  <a:pt x="280138" y="234566"/>
                </a:cubicBezTo>
                <a:lnTo>
                  <a:pt x="230246" y="234566"/>
                </a:lnTo>
                <a:cubicBezTo>
                  <a:pt x="227891" y="234566"/>
                  <a:pt x="226051" y="235355"/>
                  <a:pt x="224748" y="236921"/>
                </a:cubicBezTo>
                <a:cubicBezTo>
                  <a:pt x="223171" y="238235"/>
                  <a:pt x="222382" y="240064"/>
                  <a:pt x="222382" y="242419"/>
                </a:cubicBezTo>
                <a:cubicBezTo>
                  <a:pt x="222382" y="244785"/>
                  <a:pt x="223171" y="246751"/>
                  <a:pt x="224748" y="248317"/>
                </a:cubicBezTo>
                <a:cubicBezTo>
                  <a:pt x="226051" y="249894"/>
                  <a:pt x="227891" y="250671"/>
                  <a:pt x="230246" y="250671"/>
                </a:cubicBezTo>
                <a:close/>
                <a:moveTo>
                  <a:pt x="153631" y="229069"/>
                </a:moveTo>
                <a:cubicBezTo>
                  <a:pt x="157288" y="225137"/>
                  <a:pt x="159128" y="220553"/>
                  <a:pt x="159128" y="215318"/>
                </a:cubicBezTo>
                <a:cubicBezTo>
                  <a:pt x="159128" y="209809"/>
                  <a:pt x="157288" y="205100"/>
                  <a:pt x="153631" y="201168"/>
                </a:cubicBezTo>
                <a:cubicBezTo>
                  <a:pt x="149962" y="197499"/>
                  <a:pt x="145378" y="195670"/>
                  <a:pt x="139880" y="195670"/>
                </a:cubicBezTo>
                <a:cubicBezTo>
                  <a:pt x="134371" y="195670"/>
                  <a:pt x="129788" y="197499"/>
                  <a:pt x="126119" y="201168"/>
                </a:cubicBezTo>
                <a:cubicBezTo>
                  <a:pt x="122198" y="205100"/>
                  <a:pt x="120232" y="209809"/>
                  <a:pt x="120232" y="215318"/>
                </a:cubicBezTo>
                <a:cubicBezTo>
                  <a:pt x="120232" y="220553"/>
                  <a:pt x="122198" y="225137"/>
                  <a:pt x="126119" y="229069"/>
                </a:cubicBezTo>
                <a:cubicBezTo>
                  <a:pt x="129788" y="232726"/>
                  <a:pt x="134371" y="234566"/>
                  <a:pt x="139880" y="234566"/>
                </a:cubicBezTo>
                <a:cubicBezTo>
                  <a:pt x="145378" y="234566"/>
                  <a:pt x="149962" y="232726"/>
                  <a:pt x="153631" y="229069"/>
                </a:cubicBezTo>
                <a:close/>
                <a:moveTo>
                  <a:pt x="230246" y="210209"/>
                </a:moveTo>
                <a:lnTo>
                  <a:pt x="280138" y="210209"/>
                </a:lnTo>
                <a:cubicBezTo>
                  <a:pt x="282504" y="210209"/>
                  <a:pt x="284333" y="209420"/>
                  <a:pt x="285647" y="207843"/>
                </a:cubicBezTo>
                <a:cubicBezTo>
                  <a:pt x="287213" y="206540"/>
                  <a:pt x="288002" y="204700"/>
                  <a:pt x="288002" y="202345"/>
                </a:cubicBezTo>
                <a:cubicBezTo>
                  <a:pt x="288002" y="199991"/>
                  <a:pt x="287213" y="198025"/>
                  <a:pt x="285647" y="196459"/>
                </a:cubicBezTo>
                <a:cubicBezTo>
                  <a:pt x="284333" y="195144"/>
                  <a:pt x="282504" y="194493"/>
                  <a:pt x="280138" y="194493"/>
                </a:cubicBezTo>
                <a:lnTo>
                  <a:pt x="230246" y="194493"/>
                </a:lnTo>
                <a:cubicBezTo>
                  <a:pt x="227891" y="194493"/>
                  <a:pt x="226051" y="195144"/>
                  <a:pt x="224748" y="196459"/>
                </a:cubicBezTo>
                <a:cubicBezTo>
                  <a:pt x="223171" y="198025"/>
                  <a:pt x="222382" y="199991"/>
                  <a:pt x="222382" y="202345"/>
                </a:cubicBezTo>
                <a:cubicBezTo>
                  <a:pt x="222382" y="204700"/>
                  <a:pt x="223171" y="206540"/>
                  <a:pt x="224748" y="207843"/>
                </a:cubicBezTo>
                <a:cubicBezTo>
                  <a:pt x="226051" y="209420"/>
                  <a:pt x="227891" y="210209"/>
                  <a:pt x="230246" y="210209"/>
                </a:cubicBezTo>
                <a:close/>
                <a:moveTo>
                  <a:pt x="62076" y="337905"/>
                </a:moveTo>
                <a:cubicBezTo>
                  <a:pt x="55790" y="337905"/>
                  <a:pt x="50418" y="335676"/>
                  <a:pt x="45971" y="331219"/>
                </a:cubicBezTo>
                <a:cubicBezTo>
                  <a:pt x="41514" y="326772"/>
                  <a:pt x="39296" y="321400"/>
                  <a:pt x="39296" y="315114"/>
                </a:cubicBezTo>
                <a:lnTo>
                  <a:pt x="39296" y="140658"/>
                </a:lnTo>
                <a:cubicBezTo>
                  <a:pt x="39296" y="134371"/>
                  <a:pt x="41514" y="128999"/>
                  <a:pt x="45971" y="124553"/>
                </a:cubicBezTo>
                <a:cubicBezTo>
                  <a:pt x="50418" y="120095"/>
                  <a:pt x="55790" y="117878"/>
                  <a:pt x="62076" y="117878"/>
                </a:cubicBezTo>
                <a:lnTo>
                  <a:pt x="157951" y="117878"/>
                </a:lnTo>
                <a:lnTo>
                  <a:pt x="157951" y="56967"/>
                </a:lnTo>
                <a:cubicBezTo>
                  <a:pt x="157951" y="52258"/>
                  <a:pt x="159780" y="48200"/>
                  <a:pt x="163449" y="44794"/>
                </a:cubicBezTo>
                <a:cubicBezTo>
                  <a:pt x="166855" y="41125"/>
                  <a:pt x="170913" y="39296"/>
                  <a:pt x="175633" y="39296"/>
                </a:cubicBezTo>
                <a:lnTo>
                  <a:pt x="201557" y="39296"/>
                </a:lnTo>
                <a:cubicBezTo>
                  <a:pt x="206277" y="39296"/>
                  <a:pt x="210472" y="41125"/>
                  <a:pt x="214130" y="44794"/>
                </a:cubicBezTo>
                <a:cubicBezTo>
                  <a:pt x="217536" y="48200"/>
                  <a:pt x="219239" y="52258"/>
                  <a:pt x="219239" y="56967"/>
                </a:cubicBezTo>
                <a:lnTo>
                  <a:pt x="219239" y="117878"/>
                </a:lnTo>
                <a:lnTo>
                  <a:pt x="315114" y="117878"/>
                </a:lnTo>
                <a:cubicBezTo>
                  <a:pt x="321400" y="117878"/>
                  <a:pt x="326772" y="120095"/>
                  <a:pt x="331219" y="124553"/>
                </a:cubicBezTo>
                <a:cubicBezTo>
                  <a:pt x="335676" y="128999"/>
                  <a:pt x="337905" y="134371"/>
                  <a:pt x="337905" y="140658"/>
                </a:cubicBezTo>
                <a:lnTo>
                  <a:pt x="337905" y="315114"/>
                </a:lnTo>
                <a:cubicBezTo>
                  <a:pt x="337905" y="321400"/>
                  <a:pt x="335676" y="326772"/>
                  <a:pt x="331219" y="331219"/>
                </a:cubicBezTo>
                <a:cubicBezTo>
                  <a:pt x="326772" y="335676"/>
                  <a:pt x="321400" y="337905"/>
                  <a:pt x="315114" y="337905"/>
                </a:cubicBezTo>
                <a:lnTo>
                  <a:pt x="62076" y="337905"/>
                </a:lnTo>
                <a:close/>
                <a:moveTo>
                  <a:pt x="62076" y="320223"/>
                </a:moveTo>
                <a:lnTo>
                  <a:pt x="315114" y="320223"/>
                </a:lnTo>
                <a:cubicBezTo>
                  <a:pt x="316680" y="320223"/>
                  <a:pt x="317857" y="319697"/>
                  <a:pt x="318646" y="318646"/>
                </a:cubicBezTo>
                <a:cubicBezTo>
                  <a:pt x="319697" y="317857"/>
                  <a:pt x="320223" y="316680"/>
                  <a:pt x="320223" y="315114"/>
                </a:cubicBezTo>
                <a:lnTo>
                  <a:pt x="320223" y="140658"/>
                </a:lnTo>
                <a:cubicBezTo>
                  <a:pt x="320223" y="139092"/>
                  <a:pt x="319697" y="137914"/>
                  <a:pt x="318646" y="137126"/>
                </a:cubicBezTo>
                <a:cubicBezTo>
                  <a:pt x="317857" y="136074"/>
                  <a:pt x="316680" y="135548"/>
                  <a:pt x="315114" y="135548"/>
                </a:cubicBezTo>
                <a:lnTo>
                  <a:pt x="219239" y="135548"/>
                </a:lnTo>
                <a:lnTo>
                  <a:pt x="219239" y="150487"/>
                </a:lnTo>
                <a:cubicBezTo>
                  <a:pt x="219239" y="155985"/>
                  <a:pt x="217536" y="160306"/>
                  <a:pt x="214130" y="163449"/>
                </a:cubicBezTo>
                <a:cubicBezTo>
                  <a:pt x="210472" y="166592"/>
                  <a:pt x="206277" y="168170"/>
                  <a:pt x="201557" y="168170"/>
                </a:cubicBezTo>
                <a:lnTo>
                  <a:pt x="175633" y="168170"/>
                </a:lnTo>
                <a:cubicBezTo>
                  <a:pt x="170913" y="168170"/>
                  <a:pt x="166855" y="166592"/>
                  <a:pt x="163449" y="163449"/>
                </a:cubicBezTo>
                <a:cubicBezTo>
                  <a:pt x="159780" y="160306"/>
                  <a:pt x="157951" y="155985"/>
                  <a:pt x="157951" y="150487"/>
                </a:cubicBezTo>
                <a:lnTo>
                  <a:pt x="157951" y="135548"/>
                </a:lnTo>
                <a:lnTo>
                  <a:pt x="62076" y="135548"/>
                </a:lnTo>
                <a:cubicBezTo>
                  <a:pt x="60510" y="135548"/>
                  <a:pt x="59333" y="136074"/>
                  <a:pt x="58544" y="137126"/>
                </a:cubicBezTo>
                <a:cubicBezTo>
                  <a:pt x="57493" y="137914"/>
                  <a:pt x="56967" y="139092"/>
                  <a:pt x="56967" y="140658"/>
                </a:cubicBezTo>
                <a:lnTo>
                  <a:pt x="56967" y="315114"/>
                </a:lnTo>
                <a:cubicBezTo>
                  <a:pt x="56967" y="316680"/>
                  <a:pt x="57493" y="317857"/>
                  <a:pt x="58544" y="318646"/>
                </a:cubicBezTo>
                <a:cubicBezTo>
                  <a:pt x="59333" y="319697"/>
                  <a:pt x="60510" y="320223"/>
                  <a:pt x="62076" y="320223"/>
                </a:cubicBezTo>
                <a:close/>
                <a:moveTo>
                  <a:pt x="175633" y="150487"/>
                </a:moveTo>
                <a:lnTo>
                  <a:pt x="201557" y="150487"/>
                </a:lnTo>
                <a:lnTo>
                  <a:pt x="201557" y="56967"/>
                </a:lnTo>
                <a:lnTo>
                  <a:pt x="175633" y="56967"/>
                </a:lnTo>
                <a:lnTo>
                  <a:pt x="175633" y="150487"/>
                </a:ln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74314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950" dirty="0"/>
          </a:p>
        </p:txBody>
      </p:sp>
      <p:sp>
        <p:nvSpPr>
          <p:cNvPr id="14" name="圖示 組織架構"/>
          <p:cNvSpPr/>
          <p:nvPr/>
        </p:nvSpPr>
        <p:spPr>
          <a:xfrm>
            <a:off x="361750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40853" y="308039"/>
                </a:moveTo>
                <a:lnTo>
                  <a:pt x="240853" y="277395"/>
                </a:lnTo>
                <a:lnTo>
                  <a:pt x="202345" y="277395"/>
                </a:lnTo>
                <a:cubicBezTo>
                  <a:pt x="196059" y="277395"/>
                  <a:pt x="190687" y="275166"/>
                  <a:pt x="186240" y="270708"/>
                </a:cubicBezTo>
                <a:cubicBezTo>
                  <a:pt x="181783" y="266262"/>
                  <a:pt x="179554" y="260890"/>
                  <a:pt x="179554" y="254603"/>
                </a:cubicBezTo>
                <a:lnTo>
                  <a:pt x="179554" y="117478"/>
                </a:lnTo>
                <a:lnTo>
                  <a:pt x="136737" y="117478"/>
                </a:lnTo>
                <a:lnTo>
                  <a:pt x="136737" y="149310"/>
                </a:lnTo>
                <a:cubicBezTo>
                  <a:pt x="136737" y="154282"/>
                  <a:pt x="134897" y="158603"/>
                  <a:pt x="131228" y="162272"/>
                </a:cubicBezTo>
                <a:cubicBezTo>
                  <a:pt x="127822" y="165678"/>
                  <a:pt x="123638" y="167381"/>
                  <a:pt x="118655" y="167381"/>
                </a:cubicBezTo>
                <a:lnTo>
                  <a:pt x="53435" y="167381"/>
                </a:lnTo>
                <a:cubicBezTo>
                  <a:pt x="48463" y="167381"/>
                  <a:pt x="44268" y="165678"/>
                  <a:pt x="40862" y="162272"/>
                </a:cubicBezTo>
                <a:cubicBezTo>
                  <a:pt x="37193" y="158603"/>
                  <a:pt x="35364" y="154282"/>
                  <a:pt x="35364" y="149310"/>
                </a:cubicBezTo>
                <a:lnTo>
                  <a:pt x="35364" y="69152"/>
                </a:lnTo>
                <a:cubicBezTo>
                  <a:pt x="35364" y="64179"/>
                  <a:pt x="37193" y="59985"/>
                  <a:pt x="40862" y="56579"/>
                </a:cubicBezTo>
                <a:cubicBezTo>
                  <a:pt x="44268" y="52909"/>
                  <a:pt x="48463" y="51081"/>
                  <a:pt x="53435" y="51081"/>
                </a:cubicBezTo>
                <a:lnTo>
                  <a:pt x="118655" y="51081"/>
                </a:lnTo>
                <a:cubicBezTo>
                  <a:pt x="123638" y="51081"/>
                  <a:pt x="127822" y="52909"/>
                  <a:pt x="131228" y="56579"/>
                </a:cubicBezTo>
                <a:cubicBezTo>
                  <a:pt x="134897" y="59985"/>
                  <a:pt x="136737" y="64179"/>
                  <a:pt x="136737" y="69152"/>
                </a:cubicBezTo>
                <a:lnTo>
                  <a:pt x="136737" y="99407"/>
                </a:lnTo>
                <a:lnTo>
                  <a:pt x="240853" y="99407"/>
                </a:lnTo>
                <a:lnTo>
                  <a:pt x="240853" y="69152"/>
                </a:lnTo>
                <a:cubicBezTo>
                  <a:pt x="240853" y="64179"/>
                  <a:pt x="242556" y="59985"/>
                  <a:pt x="245962" y="56579"/>
                </a:cubicBezTo>
                <a:cubicBezTo>
                  <a:pt x="249631" y="52909"/>
                  <a:pt x="253952" y="51081"/>
                  <a:pt x="258924" y="51081"/>
                </a:cubicBezTo>
                <a:lnTo>
                  <a:pt x="323755" y="51081"/>
                </a:lnTo>
                <a:cubicBezTo>
                  <a:pt x="328727" y="51081"/>
                  <a:pt x="332922" y="52909"/>
                  <a:pt x="336328" y="56579"/>
                </a:cubicBezTo>
                <a:cubicBezTo>
                  <a:pt x="339997" y="59985"/>
                  <a:pt x="341826" y="64179"/>
                  <a:pt x="341826" y="69152"/>
                </a:cubicBezTo>
                <a:lnTo>
                  <a:pt x="341826" y="149310"/>
                </a:lnTo>
                <a:cubicBezTo>
                  <a:pt x="341826" y="154282"/>
                  <a:pt x="339997" y="158603"/>
                  <a:pt x="336328" y="162272"/>
                </a:cubicBezTo>
                <a:cubicBezTo>
                  <a:pt x="332922" y="165678"/>
                  <a:pt x="328727" y="167381"/>
                  <a:pt x="323755" y="167381"/>
                </a:cubicBezTo>
                <a:lnTo>
                  <a:pt x="258924" y="167381"/>
                </a:lnTo>
                <a:cubicBezTo>
                  <a:pt x="253952" y="167381"/>
                  <a:pt x="249631" y="165678"/>
                  <a:pt x="245962" y="162272"/>
                </a:cubicBezTo>
                <a:cubicBezTo>
                  <a:pt x="242556" y="158603"/>
                  <a:pt x="240853" y="154282"/>
                  <a:pt x="240853" y="149310"/>
                </a:cubicBezTo>
                <a:lnTo>
                  <a:pt x="240853" y="117478"/>
                </a:lnTo>
                <a:lnTo>
                  <a:pt x="197636" y="117478"/>
                </a:lnTo>
                <a:lnTo>
                  <a:pt x="197636" y="254603"/>
                </a:lnTo>
                <a:cubicBezTo>
                  <a:pt x="197636" y="256181"/>
                  <a:pt x="198025" y="257358"/>
                  <a:pt x="198813" y="258135"/>
                </a:cubicBezTo>
                <a:cubicBezTo>
                  <a:pt x="199854" y="259187"/>
                  <a:pt x="201042" y="259712"/>
                  <a:pt x="202345" y="259712"/>
                </a:cubicBezTo>
                <a:lnTo>
                  <a:pt x="240853" y="259712"/>
                </a:lnTo>
                <a:lnTo>
                  <a:pt x="240853" y="227891"/>
                </a:lnTo>
                <a:cubicBezTo>
                  <a:pt x="240853" y="222908"/>
                  <a:pt x="242556" y="218587"/>
                  <a:pt x="245962" y="214918"/>
                </a:cubicBezTo>
                <a:cubicBezTo>
                  <a:pt x="249631" y="211249"/>
                  <a:pt x="253952" y="209420"/>
                  <a:pt x="258924" y="209420"/>
                </a:cubicBezTo>
                <a:lnTo>
                  <a:pt x="323755" y="209420"/>
                </a:lnTo>
                <a:cubicBezTo>
                  <a:pt x="328727" y="209420"/>
                  <a:pt x="332922" y="211249"/>
                  <a:pt x="336328" y="214918"/>
                </a:cubicBezTo>
                <a:cubicBezTo>
                  <a:pt x="339997" y="218587"/>
                  <a:pt x="341826" y="222908"/>
                  <a:pt x="341826" y="227891"/>
                </a:cubicBezTo>
                <a:lnTo>
                  <a:pt x="341826" y="308039"/>
                </a:lnTo>
                <a:cubicBezTo>
                  <a:pt x="341826" y="313011"/>
                  <a:pt x="339997" y="317205"/>
                  <a:pt x="336328" y="320612"/>
                </a:cubicBezTo>
                <a:cubicBezTo>
                  <a:pt x="332922" y="324281"/>
                  <a:pt x="328727" y="326109"/>
                  <a:pt x="323755" y="326109"/>
                </a:cubicBezTo>
                <a:lnTo>
                  <a:pt x="258924" y="326109"/>
                </a:lnTo>
                <a:cubicBezTo>
                  <a:pt x="253952" y="326109"/>
                  <a:pt x="249631" y="324281"/>
                  <a:pt x="245962" y="320612"/>
                </a:cubicBezTo>
                <a:cubicBezTo>
                  <a:pt x="242556" y="317205"/>
                  <a:pt x="240853" y="313011"/>
                  <a:pt x="240853" y="308039"/>
                </a:cubicBezTo>
                <a:close/>
                <a:moveTo>
                  <a:pt x="53047" y="68763"/>
                </a:moveTo>
                <a:lnTo>
                  <a:pt x="53047" y="149699"/>
                </a:lnTo>
                <a:lnTo>
                  <a:pt x="53047" y="68763"/>
                </a:lnTo>
                <a:close/>
                <a:moveTo>
                  <a:pt x="258535" y="227491"/>
                </a:moveTo>
                <a:lnTo>
                  <a:pt x="258535" y="308427"/>
                </a:lnTo>
                <a:lnTo>
                  <a:pt x="258535" y="227491"/>
                </a:lnTo>
                <a:close/>
                <a:moveTo>
                  <a:pt x="258535" y="68763"/>
                </a:moveTo>
                <a:lnTo>
                  <a:pt x="258535" y="149699"/>
                </a:lnTo>
                <a:lnTo>
                  <a:pt x="258535" y="68763"/>
                </a:lnTo>
                <a:close/>
                <a:moveTo>
                  <a:pt x="258535" y="149699"/>
                </a:moveTo>
                <a:lnTo>
                  <a:pt x="324143" y="149699"/>
                </a:lnTo>
                <a:lnTo>
                  <a:pt x="324143" y="68763"/>
                </a:lnTo>
                <a:lnTo>
                  <a:pt x="258535" y="68763"/>
                </a:lnTo>
                <a:lnTo>
                  <a:pt x="258535" y="149699"/>
                </a:lnTo>
                <a:close/>
                <a:moveTo>
                  <a:pt x="258535" y="308427"/>
                </a:moveTo>
                <a:lnTo>
                  <a:pt x="324143" y="308427"/>
                </a:lnTo>
                <a:lnTo>
                  <a:pt x="324143" y="227491"/>
                </a:lnTo>
                <a:lnTo>
                  <a:pt x="258535" y="227491"/>
                </a:lnTo>
                <a:lnTo>
                  <a:pt x="258535" y="308427"/>
                </a:lnTo>
                <a:close/>
                <a:moveTo>
                  <a:pt x="53047" y="149699"/>
                </a:moveTo>
                <a:lnTo>
                  <a:pt x="118655" y="149699"/>
                </a:lnTo>
                <a:lnTo>
                  <a:pt x="118655" y="68763"/>
                </a:lnTo>
                <a:lnTo>
                  <a:pt x="53047" y="68763"/>
                </a:lnTo>
                <a:lnTo>
                  <a:pt x="53047" y="14969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43654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950" dirty="0"/>
          </a:p>
        </p:txBody>
      </p:sp>
      <p:sp>
        <p:nvSpPr>
          <p:cNvPr id="16" name="圖示 工程師"/>
          <p:cNvSpPr/>
          <p:nvPr/>
        </p:nvSpPr>
        <p:spPr>
          <a:xfrm>
            <a:off x="431091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180" y="312359"/>
                </a:moveTo>
                <a:lnTo>
                  <a:pt x="23180" y="294677"/>
                </a:lnTo>
                <a:cubicBezTo>
                  <a:pt x="23180" y="286562"/>
                  <a:pt x="25146" y="279875"/>
                  <a:pt x="29078" y="274640"/>
                </a:cubicBezTo>
                <a:cubicBezTo>
                  <a:pt x="33010" y="269405"/>
                  <a:pt x="38508" y="265085"/>
                  <a:pt x="45583" y="261678"/>
                </a:cubicBezTo>
                <a:cubicBezTo>
                  <a:pt x="59196" y="255129"/>
                  <a:pt x="73872" y="249757"/>
                  <a:pt x="89588" y="245562"/>
                </a:cubicBezTo>
                <a:cubicBezTo>
                  <a:pt x="105305" y="241379"/>
                  <a:pt x="122061" y="239276"/>
                  <a:pt x="139880" y="239276"/>
                </a:cubicBezTo>
                <a:cubicBezTo>
                  <a:pt x="157951" y="239276"/>
                  <a:pt x="174845" y="241379"/>
                  <a:pt x="190561" y="245562"/>
                </a:cubicBezTo>
                <a:cubicBezTo>
                  <a:pt x="206277" y="249757"/>
                  <a:pt x="220942" y="255129"/>
                  <a:pt x="234566" y="261678"/>
                </a:cubicBezTo>
                <a:cubicBezTo>
                  <a:pt x="241642" y="265085"/>
                  <a:pt x="247139" y="269405"/>
                  <a:pt x="251071" y="274640"/>
                </a:cubicBezTo>
                <a:cubicBezTo>
                  <a:pt x="254992" y="279875"/>
                  <a:pt x="256958" y="286562"/>
                  <a:pt x="256958" y="294677"/>
                </a:cubicBezTo>
                <a:lnTo>
                  <a:pt x="256958" y="312359"/>
                </a:lnTo>
                <a:cubicBezTo>
                  <a:pt x="256958" y="315765"/>
                  <a:pt x="255781" y="318520"/>
                  <a:pt x="253426" y="320612"/>
                </a:cubicBezTo>
                <a:cubicBezTo>
                  <a:pt x="251334" y="322703"/>
                  <a:pt x="248705" y="323755"/>
                  <a:pt x="245562" y="323755"/>
                </a:cubicBezTo>
                <a:lnTo>
                  <a:pt x="34576" y="323755"/>
                </a:lnTo>
                <a:cubicBezTo>
                  <a:pt x="31433" y="323755"/>
                  <a:pt x="28678" y="322703"/>
                  <a:pt x="26323" y="320612"/>
                </a:cubicBezTo>
                <a:cubicBezTo>
                  <a:pt x="24232" y="318520"/>
                  <a:pt x="23180" y="315765"/>
                  <a:pt x="23180" y="312359"/>
                </a:cubicBezTo>
                <a:close/>
                <a:moveTo>
                  <a:pt x="41251" y="305684"/>
                </a:moveTo>
                <a:lnTo>
                  <a:pt x="238887" y="305684"/>
                </a:lnTo>
                <a:lnTo>
                  <a:pt x="238887" y="294677"/>
                </a:lnTo>
                <a:cubicBezTo>
                  <a:pt x="238887" y="290231"/>
                  <a:pt x="237710" y="286687"/>
                  <a:pt x="235355" y="284070"/>
                </a:cubicBezTo>
                <a:cubicBezTo>
                  <a:pt x="232726" y="281189"/>
                  <a:pt x="229583" y="278961"/>
                  <a:pt x="225925" y="277395"/>
                </a:cubicBezTo>
                <a:cubicBezTo>
                  <a:pt x="215181" y="272411"/>
                  <a:pt x="202745" y="267828"/>
                  <a:pt x="188595" y="263644"/>
                </a:cubicBezTo>
                <a:cubicBezTo>
                  <a:pt x="174456" y="259450"/>
                  <a:pt x="158214" y="257358"/>
                  <a:pt x="139880" y="257358"/>
                </a:cubicBezTo>
                <a:cubicBezTo>
                  <a:pt x="121798" y="257358"/>
                  <a:pt x="105693" y="259450"/>
                  <a:pt x="91543" y="263644"/>
                </a:cubicBezTo>
                <a:cubicBezTo>
                  <a:pt x="77404" y="267828"/>
                  <a:pt x="64957" y="272411"/>
                  <a:pt x="54224" y="277395"/>
                </a:cubicBezTo>
                <a:cubicBezTo>
                  <a:pt x="50555" y="278961"/>
                  <a:pt x="47412" y="281189"/>
                  <a:pt x="44794" y="284070"/>
                </a:cubicBezTo>
                <a:cubicBezTo>
                  <a:pt x="42440" y="286687"/>
                  <a:pt x="41251" y="290231"/>
                  <a:pt x="41251" y="294677"/>
                </a:cubicBezTo>
                <a:lnTo>
                  <a:pt x="41251" y="305684"/>
                </a:lnTo>
                <a:close/>
                <a:moveTo>
                  <a:pt x="102550" y="193316"/>
                </a:moveTo>
                <a:cubicBezTo>
                  <a:pt x="92857" y="183623"/>
                  <a:pt x="88011" y="170913"/>
                  <a:pt x="88011" y="155197"/>
                </a:cubicBezTo>
                <a:lnTo>
                  <a:pt x="84479" y="155197"/>
                </a:lnTo>
                <a:cubicBezTo>
                  <a:pt x="82376" y="155197"/>
                  <a:pt x="80673" y="154545"/>
                  <a:pt x="79370" y="153231"/>
                </a:cubicBezTo>
                <a:cubicBezTo>
                  <a:pt x="78055" y="151928"/>
                  <a:pt x="77404" y="150350"/>
                  <a:pt x="77404" y="148521"/>
                </a:cubicBezTo>
                <a:cubicBezTo>
                  <a:pt x="77404" y="146418"/>
                  <a:pt x="78055" y="144715"/>
                  <a:pt x="79370" y="143412"/>
                </a:cubicBezTo>
                <a:cubicBezTo>
                  <a:pt x="80673" y="142098"/>
                  <a:pt x="82376" y="141446"/>
                  <a:pt x="84479" y="141446"/>
                </a:cubicBezTo>
                <a:lnTo>
                  <a:pt x="88011" y="141446"/>
                </a:lnTo>
                <a:cubicBezTo>
                  <a:pt x="88011" y="132542"/>
                  <a:pt x="90103" y="124416"/>
                  <a:pt x="94298" y="117089"/>
                </a:cubicBezTo>
                <a:cubicBezTo>
                  <a:pt x="98229" y="110014"/>
                  <a:pt x="103727" y="103727"/>
                  <a:pt x="110802" y="98229"/>
                </a:cubicBezTo>
                <a:lnTo>
                  <a:pt x="110802" y="113157"/>
                </a:lnTo>
                <a:cubicBezTo>
                  <a:pt x="110802" y="114734"/>
                  <a:pt x="111454" y="116037"/>
                  <a:pt x="112768" y="117089"/>
                </a:cubicBezTo>
                <a:cubicBezTo>
                  <a:pt x="113809" y="118129"/>
                  <a:pt x="115123" y="118655"/>
                  <a:pt x="116689" y="118655"/>
                </a:cubicBezTo>
                <a:cubicBezTo>
                  <a:pt x="118266" y="118655"/>
                  <a:pt x="119569" y="118129"/>
                  <a:pt x="120621" y="117089"/>
                </a:cubicBezTo>
                <a:cubicBezTo>
                  <a:pt x="121409" y="116037"/>
                  <a:pt x="121798" y="114734"/>
                  <a:pt x="121798" y="113157"/>
                </a:cubicBezTo>
                <a:lnTo>
                  <a:pt x="121798" y="93120"/>
                </a:lnTo>
                <a:cubicBezTo>
                  <a:pt x="123901" y="92332"/>
                  <a:pt x="126782" y="91806"/>
                  <a:pt x="130451" y="91543"/>
                </a:cubicBezTo>
                <a:cubicBezTo>
                  <a:pt x="133845" y="91029"/>
                  <a:pt x="137126" y="90766"/>
                  <a:pt x="140269" y="90766"/>
                </a:cubicBezTo>
                <a:cubicBezTo>
                  <a:pt x="143412" y="90766"/>
                  <a:pt x="146818" y="91029"/>
                  <a:pt x="150487" y="91543"/>
                </a:cubicBezTo>
                <a:cubicBezTo>
                  <a:pt x="153894" y="91806"/>
                  <a:pt x="156637" y="92332"/>
                  <a:pt x="158740" y="93120"/>
                </a:cubicBezTo>
                <a:lnTo>
                  <a:pt x="158740" y="113157"/>
                </a:lnTo>
                <a:cubicBezTo>
                  <a:pt x="158740" y="114734"/>
                  <a:pt x="159254" y="116037"/>
                  <a:pt x="160306" y="117089"/>
                </a:cubicBezTo>
                <a:cubicBezTo>
                  <a:pt x="161094" y="118129"/>
                  <a:pt x="162397" y="118655"/>
                  <a:pt x="164238" y="118655"/>
                </a:cubicBezTo>
                <a:cubicBezTo>
                  <a:pt x="165541" y="118655"/>
                  <a:pt x="166855" y="118129"/>
                  <a:pt x="168170" y="117089"/>
                </a:cubicBezTo>
                <a:cubicBezTo>
                  <a:pt x="169210" y="116037"/>
                  <a:pt x="169736" y="114734"/>
                  <a:pt x="169736" y="113157"/>
                </a:cubicBezTo>
                <a:lnTo>
                  <a:pt x="169736" y="98229"/>
                </a:lnTo>
                <a:cubicBezTo>
                  <a:pt x="177074" y="103727"/>
                  <a:pt x="182571" y="110014"/>
                  <a:pt x="186240" y="117089"/>
                </a:cubicBezTo>
                <a:cubicBezTo>
                  <a:pt x="189909" y="124416"/>
                  <a:pt x="191864" y="132542"/>
                  <a:pt x="192127" y="141446"/>
                </a:cubicBezTo>
                <a:lnTo>
                  <a:pt x="195670" y="141446"/>
                </a:lnTo>
                <a:cubicBezTo>
                  <a:pt x="197762" y="141446"/>
                  <a:pt x="199465" y="142098"/>
                  <a:pt x="200779" y="143412"/>
                </a:cubicBezTo>
                <a:cubicBezTo>
                  <a:pt x="202082" y="144715"/>
                  <a:pt x="202745" y="146418"/>
                  <a:pt x="202745" y="148521"/>
                </a:cubicBezTo>
                <a:cubicBezTo>
                  <a:pt x="202745" y="150350"/>
                  <a:pt x="202082" y="151928"/>
                  <a:pt x="200779" y="153231"/>
                </a:cubicBezTo>
                <a:cubicBezTo>
                  <a:pt x="199465" y="154545"/>
                  <a:pt x="197762" y="155197"/>
                  <a:pt x="195670" y="155197"/>
                </a:cubicBezTo>
                <a:lnTo>
                  <a:pt x="192127" y="155197"/>
                </a:lnTo>
                <a:cubicBezTo>
                  <a:pt x="192127" y="170913"/>
                  <a:pt x="187281" y="183623"/>
                  <a:pt x="177599" y="193316"/>
                </a:cubicBezTo>
                <a:cubicBezTo>
                  <a:pt x="167907" y="203260"/>
                  <a:pt x="155334" y="208243"/>
                  <a:pt x="139880" y="208243"/>
                </a:cubicBezTo>
                <a:cubicBezTo>
                  <a:pt x="124678" y="208243"/>
                  <a:pt x="112243" y="203260"/>
                  <a:pt x="102550" y="193316"/>
                </a:cubicBezTo>
                <a:close/>
                <a:moveTo>
                  <a:pt x="165026" y="180743"/>
                </a:moveTo>
                <a:cubicBezTo>
                  <a:pt x="171313" y="174456"/>
                  <a:pt x="174456" y="166204"/>
                  <a:pt x="174456" y="155985"/>
                </a:cubicBezTo>
                <a:lnTo>
                  <a:pt x="105693" y="155985"/>
                </a:lnTo>
                <a:cubicBezTo>
                  <a:pt x="105693" y="166204"/>
                  <a:pt x="108836" y="174456"/>
                  <a:pt x="115123" y="180743"/>
                </a:cubicBezTo>
                <a:cubicBezTo>
                  <a:pt x="121147" y="187281"/>
                  <a:pt x="129399" y="190561"/>
                  <a:pt x="139880" y="190561"/>
                </a:cubicBezTo>
                <a:cubicBezTo>
                  <a:pt x="150613" y="190561"/>
                  <a:pt x="158991" y="187281"/>
                  <a:pt x="165026" y="180743"/>
                </a:cubicBezTo>
                <a:close/>
                <a:moveTo>
                  <a:pt x="258535" y="227491"/>
                </a:moveTo>
                <a:lnTo>
                  <a:pt x="258135" y="223171"/>
                </a:lnTo>
                <a:cubicBezTo>
                  <a:pt x="256306" y="222119"/>
                  <a:pt x="254215" y="220942"/>
                  <a:pt x="251849" y="219639"/>
                </a:cubicBezTo>
                <a:cubicBezTo>
                  <a:pt x="249757" y="218324"/>
                  <a:pt x="247928" y="216884"/>
                  <a:pt x="246351" y="215318"/>
                </a:cubicBezTo>
                <a:lnTo>
                  <a:pt x="241242" y="218062"/>
                </a:lnTo>
                <a:cubicBezTo>
                  <a:pt x="239939" y="218850"/>
                  <a:pt x="238498" y="219113"/>
                  <a:pt x="236921" y="218850"/>
                </a:cubicBezTo>
                <a:cubicBezTo>
                  <a:pt x="235355" y="218324"/>
                  <a:pt x="233915" y="217273"/>
                  <a:pt x="232600" y="215707"/>
                </a:cubicBezTo>
                <a:lnTo>
                  <a:pt x="232600" y="215318"/>
                </a:lnTo>
                <a:cubicBezTo>
                  <a:pt x="231286" y="213741"/>
                  <a:pt x="230897" y="212038"/>
                  <a:pt x="231423" y="210209"/>
                </a:cubicBezTo>
                <a:cubicBezTo>
                  <a:pt x="231686" y="208369"/>
                  <a:pt x="232600" y="206929"/>
                  <a:pt x="234178" y="205889"/>
                </a:cubicBezTo>
                <a:lnTo>
                  <a:pt x="238887" y="202745"/>
                </a:lnTo>
                <a:cubicBezTo>
                  <a:pt x="238361" y="201694"/>
                  <a:pt x="237973" y="200516"/>
                  <a:pt x="237710" y="199202"/>
                </a:cubicBezTo>
                <a:cubicBezTo>
                  <a:pt x="237710" y="198150"/>
                  <a:pt x="237710" y="197110"/>
                  <a:pt x="237710" y="196059"/>
                </a:cubicBezTo>
                <a:cubicBezTo>
                  <a:pt x="237710" y="195007"/>
                  <a:pt x="237710" y="193967"/>
                  <a:pt x="237710" y="192916"/>
                </a:cubicBezTo>
                <a:cubicBezTo>
                  <a:pt x="237973" y="192127"/>
                  <a:pt x="238361" y="191087"/>
                  <a:pt x="238887" y="189772"/>
                </a:cubicBezTo>
                <a:lnTo>
                  <a:pt x="234178" y="186240"/>
                </a:lnTo>
                <a:cubicBezTo>
                  <a:pt x="232600" y="185189"/>
                  <a:pt x="231686" y="183886"/>
                  <a:pt x="231423" y="182309"/>
                </a:cubicBezTo>
                <a:cubicBezTo>
                  <a:pt x="230897" y="180743"/>
                  <a:pt x="231286" y="179165"/>
                  <a:pt x="232600" y="177599"/>
                </a:cubicBezTo>
                <a:lnTo>
                  <a:pt x="232600" y="176411"/>
                </a:lnTo>
                <a:cubicBezTo>
                  <a:pt x="233915" y="175108"/>
                  <a:pt x="235355" y="174193"/>
                  <a:pt x="236921" y="173667"/>
                </a:cubicBezTo>
                <a:cubicBezTo>
                  <a:pt x="238498" y="173142"/>
                  <a:pt x="239939" y="173405"/>
                  <a:pt x="241242" y="174456"/>
                </a:cubicBezTo>
                <a:lnTo>
                  <a:pt x="246351" y="176811"/>
                </a:lnTo>
                <a:cubicBezTo>
                  <a:pt x="248191" y="175496"/>
                  <a:pt x="250146" y="174193"/>
                  <a:pt x="252249" y="172879"/>
                </a:cubicBezTo>
                <a:cubicBezTo>
                  <a:pt x="254340" y="171313"/>
                  <a:pt x="256306" y="170124"/>
                  <a:pt x="258135" y="169347"/>
                </a:cubicBezTo>
                <a:lnTo>
                  <a:pt x="258535" y="164626"/>
                </a:lnTo>
                <a:cubicBezTo>
                  <a:pt x="258798" y="162797"/>
                  <a:pt x="259575" y="161220"/>
                  <a:pt x="260890" y="159917"/>
                </a:cubicBezTo>
                <a:cubicBezTo>
                  <a:pt x="262204" y="158603"/>
                  <a:pt x="263770" y="157951"/>
                  <a:pt x="265610" y="157951"/>
                </a:cubicBezTo>
                <a:lnTo>
                  <a:pt x="265999" y="157951"/>
                </a:lnTo>
                <a:cubicBezTo>
                  <a:pt x="267828" y="157951"/>
                  <a:pt x="269405" y="158603"/>
                  <a:pt x="270708" y="159917"/>
                </a:cubicBezTo>
                <a:cubicBezTo>
                  <a:pt x="272023" y="161220"/>
                  <a:pt x="272811" y="162923"/>
                  <a:pt x="273074" y="165026"/>
                </a:cubicBezTo>
                <a:lnTo>
                  <a:pt x="273074" y="169347"/>
                </a:lnTo>
                <a:cubicBezTo>
                  <a:pt x="275166" y="170124"/>
                  <a:pt x="277258" y="171176"/>
                  <a:pt x="279361" y="172490"/>
                </a:cubicBezTo>
                <a:cubicBezTo>
                  <a:pt x="281452" y="174056"/>
                  <a:pt x="283418" y="175496"/>
                  <a:pt x="285247" y="176811"/>
                </a:cubicBezTo>
                <a:lnTo>
                  <a:pt x="289968" y="174456"/>
                </a:lnTo>
                <a:cubicBezTo>
                  <a:pt x="291534" y="173405"/>
                  <a:pt x="293111" y="173142"/>
                  <a:pt x="294677" y="173667"/>
                </a:cubicBezTo>
                <a:cubicBezTo>
                  <a:pt x="296254" y="174193"/>
                  <a:pt x="297557" y="175108"/>
                  <a:pt x="298609" y="176411"/>
                </a:cubicBezTo>
                <a:lnTo>
                  <a:pt x="298997" y="177199"/>
                </a:lnTo>
                <a:cubicBezTo>
                  <a:pt x="300049" y="178777"/>
                  <a:pt x="300438" y="180343"/>
                  <a:pt x="300186" y="181920"/>
                </a:cubicBezTo>
                <a:cubicBezTo>
                  <a:pt x="299660" y="183749"/>
                  <a:pt x="298734" y="185189"/>
                  <a:pt x="297431" y="186240"/>
                </a:cubicBezTo>
                <a:lnTo>
                  <a:pt x="292711" y="189772"/>
                </a:lnTo>
                <a:cubicBezTo>
                  <a:pt x="293237" y="191087"/>
                  <a:pt x="293500" y="192127"/>
                  <a:pt x="293500" y="192916"/>
                </a:cubicBezTo>
                <a:lnTo>
                  <a:pt x="293500" y="199202"/>
                </a:lnTo>
                <a:cubicBezTo>
                  <a:pt x="293500" y="200516"/>
                  <a:pt x="293237" y="201694"/>
                  <a:pt x="292711" y="202745"/>
                </a:cubicBezTo>
                <a:lnTo>
                  <a:pt x="297431" y="205889"/>
                </a:lnTo>
                <a:cubicBezTo>
                  <a:pt x="298734" y="206929"/>
                  <a:pt x="299660" y="208369"/>
                  <a:pt x="300186" y="210209"/>
                </a:cubicBezTo>
                <a:cubicBezTo>
                  <a:pt x="300438" y="211775"/>
                  <a:pt x="300049" y="213352"/>
                  <a:pt x="298997" y="214918"/>
                </a:cubicBezTo>
                <a:lnTo>
                  <a:pt x="298609" y="215707"/>
                </a:lnTo>
                <a:cubicBezTo>
                  <a:pt x="297557" y="217273"/>
                  <a:pt x="296254" y="218199"/>
                  <a:pt x="294677" y="218462"/>
                </a:cubicBezTo>
                <a:cubicBezTo>
                  <a:pt x="293111" y="218976"/>
                  <a:pt x="291534" y="218850"/>
                  <a:pt x="289968" y="218062"/>
                </a:cubicBezTo>
                <a:lnTo>
                  <a:pt x="285247" y="215318"/>
                </a:lnTo>
                <a:cubicBezTo>
                  <a:pt x="283681" y="216884"/>
                  <a:pt x="281715" y="218324"/>
                  <a:pt x="279361" y="219639"/>
                </a:cubicBezTo>
                <a:cubicBezTo>
                  <a:pt x="277258" y="220942"/>
                  <a:pt x="275166" y="222119"/>
                  <a:pt x="273074" y="223171"/>
                </a:cubicBezTo>
                <a:lnTo>
                  <a:pt x="273074" y="227891"/>
                </a:lnTo>
                <a:cubicBezTo>
                  <a:pt x="272811" y="229720"/>
                  <a:pt x="272023" y="231286"/>
                  <a:pt x="270708" y="232600"/>
                </a:cubicBezTo>
                <a:cubicBezTo>
                  <a:pt x="269405" y="233652"/>
                  <a:pt x="267828" y="234178"/>
                  <a:pt x="265999" y="234178"/>
                </a:cubicBezTo>
                <a:lnTo>
                  <a:pt x="265610" y="234178"/>
                </a:lnTo>
                <a:cubicBezTo>
                  <a:pt x="263770" y="234178"/>
                  <a:pt x="262204" y="233515"/>
                  <a:pt x="260890" y="232212"/>
                </a:cubicBezTo>
                <a:cubicBezTo>
                  <a:pt x="259575" y="230897"/>
                  <a:pt x="258798" y="229332"/>
                  <a:pt x="258535" y="227491"/>
                </a:cubicBezTo>
                <a:close/>
                <a:moveTo>
                  <a:pt x="276606" y="207066"/>
                </a:moveTo>
                <a:cubicBezTo>
                  <a:pt x="279486" y="204186"/>
                  <a:pt x="280927" y="200516"/>
                  <a:pt x="280927" y="196059"/>
                </a:cubicBezTo>
                <a:cubicBezTo>
                  <a:pt x="280927" y="191864"/>
                  <a:pt x="279486" y="188332"/>
                  <a:pt x="276606" y="185452"/>
                </a:cubicBezTo>
                <a:cubicBezTo>
                  <a:pt x="273726" y="182309"/>
                  <a:pt x="270057" y="180743"/>
                  <a:pt x="265610" y="180743"/>
                </a:cubicBezTo>
                <a:cubicBezTo>
                  <a:pt x="261416" y="180743"/>
                  <a:pt x="257872" y="182309"/>
                  <a:pt x="254992" y="185452"/>
                </a:cubicBezTo>
                <a:cubicBezTo>
                  <a:pt x="251849" y="188332"/>
                  <a:pt x="250283" y="191864"/>
                  <a:pt x="250283" y="196059"/>
                </a:cubicBezTo>
                <a:cubicBezTo>
                  <a:pt x="250283" y="200516"/>
                  <a:pt x="251849" y="204186"/>
                  <a:pt x="254992" y="207066"/>
                </a:cubicBezTo>
                <a:cubicBezTo>
                  <a:pt x="257872" y="209946"/>
                  <a:pt x="261416" y="211386"/>
                  <a:pt x="265610" y="211386"/>
                </a:cubicBezTo>
                <a:cubicBezTo>
                  <a:pt x="270057" y="211386"/>
                  <a:pt x="273726" y="209946"/>
                  <a:pt x="276606" y="207066"/>
                </a:cubicBezTo>
                <a:close/>
                <a:moveTo>
                  <a:pt x="299397" y="142624"/>
                </a:moveTo>
                <a:lnTo>
                  <a:pt x="297820" y="135160"/>
                </a:lnTo>
                <a:cubicBezTo>
                  <a:pt x="294940" y="134371"/>
                  <a:pt x="291934" y="132931"/>
                  <a:pt x="288790" y="130839"/>
                </a:cubicBezTo>
                <a:cubicBezTo>
                  <a:pt x="285647" y="128748"/>
                  <a:pt x="283155" y="126519"/>
                  <a:pt x="281327" y="124164"/>
                </a:cubicBezTo>
                <a:lnTo>
                  <a:pt x="271497" y="127696"/>
                </a:lnTo>
                <a:cubicBezTo>
                  <a:pt x="270194" y="128222"/>
                  <a:pt x="268754" y="128222"/>
                  <a:pt x="267176" y="127696"/>
                </a:cubicBezTo>
                <a:cubicBezTo>
                  <a:pt x="265862" y="127433"/>
                  <a:pt x="264685" y="126519"/>
                  <a:pt x="263644" y="124941"/>
                </a:cubicBezTo>
                <a:lnTo>
                  <a:pt x="262467" y="123764"/>
                </a:lnTo>
                <a:cubicBezTo>
                  <a:pt x="261678" y="122198"/>
                  <a:pt x="261541" y="120621"/>
                  <a:pt x="262067" y="119055"/>
                </a:cubicBezTo>
                <a:cubicBezTo>
                  <a:pt x="262330" y="117215"/>
                  <a:pt x="263119" y="115912"/>
                  <a:pt x="264422" y="115123"/>
                </a:cubicBezTo>
                <a:lnTo>
                  <a:pt x="271897" y="109225"/>
                </a:lnTo>
                <a:cubicBezTo>
                  <a:pt x="271371" y="107922"/>
                  <a:pt x="270971" y="106345"/>
                  <a:pt x="270708" y="104516"/>
                </a:cubicBezTo>
                <a:cubicBezTo>
                  <a:pt x="270194" y="102939"/>
                  <a:pt x="269931" y="101373"/>
                  <a:pt x="269931" y="99795"/>
                </a:cubicBezTo>
                <a:cubicBezTo>
                  <a:pt x="269931" y="97967"/>
                  <a:pt x="270194" y="96263"/>
                  <a:pt x="270708" y="94686"/>
                </a:cubicBezTo>
                <a:cubicBezTo>
                  <a:pt x="270971" y="92857"/>
                  <a:pt x="271371" y="91154"/>
                  <a:pt x="271897" y="89588"/>
                </a:cubicBezTo>
                <a:lnTo>
                  <a:pt x="264422" y="84079"/>
                </a:lnTo>
                <a:cubicBezTo>
                  <a:pt x="263119" y="83039"/>
                  <a:pt x="262330" y="81725"/>
                  <a:pt x="262067" y="80159"/>
                </a:cubicBezTo>
                <a:cubicBezTo>
                  <a:pt x="261541" y="78581"/>
                  <a:pt x="261678" y="77015"/>
                  <a:pt x="262467" y="75438"/>
                </a:cubicBezTo>
                <a:lnTo>
                  <a:pt x="263644" y="74261"/>
                </a:lnTo>
                <a:cubicBezTo>
                  <a:pt x="264685" y="72946"/>
                  <a:pt x="265862" y="72032"/>
                  <a:pt x="267176" y="71506"/>
                </a:cubicBezTo>
                <a:cubicBezTo>
                  <a:pt x="268754" y="70729"/>
                  <a:pt x="270194" y="70592"/>
                  <a:pt x="271497" y="71117"/>
                </a:cubicBezTo>
                <a:lnTo>
                  <a:pt x="281327" y="75049"/>
                </a:lnTo>
                <a:cubicBezTo>
                  <a:pt x="283155" y="72420"/>
                  <a:pt x="285647" y="70066"/>
                  <a:pt x="288790" y="67974"/>
                </a:cubicBezTo>
                <a:cubicBezTo>
                  <a:pt x="291934" y="65883"/>
                  <a:pt x="294940" y="64568"/>
                  <a:pt x="297820" y="64042"/>
                </a:cubicBezTo>
                <a:lnTo>
                  <a:pt x="299397" y="56579"/>
                </a:lnTo>
                <a:cubicBezTo>
                  <a:pt x="299660" y="55264"/>
                  <a:pt x="300438" y="54087"/>
                  <a:pt x="301752" y="53047"/>
                </a:cubicBezTo>
                <a:cubicBezTo>
                  <a:pt x="302804" y="52258"/>
                  <a:pt x="303981" y="51869"/>
                  <a:pt x="305284" y="51869"/>
                </a:cubicBezTo>
                <a:lnTo>
                  <a:pt x="308039" y="51869"/>
                </a:lnTo>
                <a:cubicBezTo>
                  <a:pt x="309616" y="51869"/>
                  <a:pt x="310919" y="52258"/>
                  <a:pt x="311970" y="53047"/>
                </a:cubicBezTo>
                <a:cubicBezTo>
                  <a:pt x="313011" y="54087"/>
                  <a:pt x="313799" y="55264"/>
                  <a:pt x="314325" y="56579"/>
                </a:cubicBezTo>
                <a:lnTo>
                  <a:pt x="315502" y="64042"/>
                </a:lnTo>
                <a:cubicBezTo>
                  <a:pt x="318383" y="64568"/>
                  <a:pt x="321400" y="65883"/>
                  <a:pt x="324543" y="67974"/>
                </a:cubicBezTo>
                <a:cubicBezTo>
                  <a:pt x="327950" y="70066"/>
                  <a:pt x="330567" y="72420"/>
                  <a:pt x="332396" y="75049"/>
                </a:cubicBezTo>
                <a:lnTo>
                  <a:pt x="341826" y="71117"/>
                </a:lnTo>
                <a:cubicBezTo>
                  <a:pt x="343140" y="70592"/>
                  <a:pt x="344580" y="70592"/>
                  <a:pt x="346146" y="71117"/>
                </a:cubicBezTo>
                <a:cubicBezTo>
                  <a:pt x="347461" y="71643"/>
                  <a:pt x="348638" y="72558"/>
                  <a:pt x="349689" y="73872"/>
                </a:cubicBezTo>
                <a:lnTo>
                  <a:pt x="350867" y="75438"/>
                </a:lnTo>
                <a:cubicBezTo>
                  <a:pt x="351655" y="77015"/>
                  <a:pt x="351918" y="78581"/>
                  <a:pt x="351655" y="80159"/>
                </a:cubicBezTo>
                <a:cubicBezTo>
                  <a:pt x="351130" y="81725"/>
                  <a:pt x="350215" y="83039"/>
                  <a:pt x="348901" y="84079"/>
                </a:cubicBezTo>
                <a:lnTo>
                  <a:pt x="341437" y="89588"/>
                </a:lnTo>
                <a:cubicBezTo>
                  <a:pt x="341963" y="91154"/>
                  <a:pt x="342351" y="92857"/>
                  <a:pt x="342614" y="94686"/>
                </a:cubicBezTo>
                <a:cubicBezTo>
                  <a:pt x="343140" y="96263"/>
                  <a:pt x="343403" y="97829"/>
                  <a:pt x="343403" y="99407"/>
                </a:cubicBezTo>
                <a:cubicBezTo>
                  <a:pt x="343403" y="101236"/>
                  <a:pt x="343140" y="102939"/>
                  <a:pt x="342614" y="104516"/>
                </a:cubicBezTo>
                <a:cubicBezTo>
                  <a:pt x="342351" y="106345"/>
                  <a:pt x="341963" y="107922"/>
                  <a:pt x="341437" y="109225"/>
                </a:cubicBezTo>
                <a:lnTo>
                  <a:pt x="348901" y="115123"/>
                </a:lnTo>
                <a:cubicBezTo>
                  <a:pt x="350215" y="115912"/>
                  <a:pt x="351130" y="117215"/>
                  <a:pt x="351655" y="119055"/>
                </a:cubicBezTo>
                <a:cubicBezTo>
                  <a:pt x="351918" y="120621"/>
                  <a:pt x="351655" y="122198"/>
                  <a:pt x="350867" y="123764"/>
                </a:cubicBezTo>
                <a:lnTo>
                  <a:pt x="349689" y="124941"/>
                </a:lnTo>
                <a:cubicBezTo>
                  <a:pt x="348638" y="126256"/>
                  <a:pt x="347461" y="127170"/>
                  <a:pt x="346146" y="127696"/>
                </a:cubicBezTo>
                <a:cubicBezTo>
                  <a:pt x="344580" y="128222"/>
                  <a:pt x="343140" y="128222"/>
                  <a:pt x="341826" y="127696"/>
                </a:cubicBezTo>
                <a:lnTo>
                  <a:pt x="332396" y="124164"/>
                </a:lnTo>
                <a:cubicBezTo>
                  <a:pt x="330567" y="126519"/>
                  <a:pt x="327950" y="128748"/>
                  <a:pt x="324543" y="130839"/>
                </a:cubicBezTo>
                <a:cubicBezTo>
                  <a:pt x="321400" y="132931"/>
                  <a:pt x="318383" y="134371"/>
                  <a:pt x="315502" y="135160"/>
                </a:cubicBezTo>
                <a:lnTo>
                  <a:pt x="314325" y="142624"/>
                </a:lnTo>
                <a:cubicBezTo>
                  <a:pt x="313799" y="143938"/>
                  <a:pt x="313011" y="145115"/>
                  <a:pt x="311970" y="146167"/>
                </a:cubicBezTo>
                <a:cubicBezTo>
                  <a:pt x="310919" y="146944"/>
                  <a:pt x="309616" y="147344"/>
                  <a:pt x="308039" y="147344"/>
                </a:cubicBezTo>
                <a:lnTo>
                  <a:pt x="305284" y="147344"/>
                </a:lnTo>
                <a:cubicBezTo>
                  <a:pt x="303981" y="147344"/>
                  <a:pt x="302804" y="146944"/>
                  <a:pt x="301752" y="146167"/>
                </a:cubicBezTo>
                <a:cubicBezTo>
                  <a:pt x="300438" y="145115"/>
                  <a:pt x="299660" y="143938"/>
                  <a:pt x="299397" y="142624"/>
                </a:cubicBezTo>
                <a:close/>
                <a:moveTo>
                  <a:pt x="322966" y="115912"/>
                </a:moveTo>
                <a:cubicBezTo>
                  <a:pt x="327424" y="111717"/>
                  <a:pt x="329653" y="106345"/>
                  <a:pt x="329653" y="99795"/>
                </a:cubicBezTo>
                <a:cubicBezTo>
                  <a:pt x="329653" y="92983"/>
                  <a:pt x="327424" y="87485"/>
                  <a:pt x="322966" y="83302"/>
                </a:cubicBezTo>
                <a:cubicBezTo>
                  <a:pt x="318783" y="78844"/>
                  <a:pt x="313411" y="76615"/>
                  <a:pt x="306861" y="76615"/>
                </a:cubicBezTo>
                <a:cubicBezTo>
                  <a:pt x="300049" y="76615"/>
                  <a:pt x="294551" y="78844"/>
                  <a:pt x="290356" y="83302"/>
                </a:cubicBezTo>
                <a:cubicBezTo>
                  <a:pt x="285910" y="87485"/>
                  <a:pt x="283681" y="92983"/>
                  <a:pt x="283681" y="99795"/>
                </a:cubicBezTo>
                <a:cubicBezTo>
                  <a:pt x="283681" y="106345"/>
                  <a:pt x="285910" y="111717"/>
                  <a:pt x="290356" y="115912"/>
                </a:cubicBezTo>
                <a:cubicBezTo>
                  <a:pt x="294551" y="120358"/>
                  <a:pt x="300049" y="122587"/>
                  <a:pt x="306861" y="122587"/>
                </a:cubicBezTo>
                <a:cubicBezTo>
                  <a:pt x="313411" y="122587"/>
                  <a:pt x="318783" y="120358"/>
                  <a:pt x="322966" y="115912"/>
                </a:cubicBezTo>
                <a:close/>
                <a:moveTo>
                  <a:pt x="139880" y="30568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12994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950" dirty="0"/>
          </a:p>
        </p:txBody>
      </p:sp>
      <p:sp>
        <p:nvSpPr>
          <p:cNvPr id="18" name="圖示 客服"/>
          <p:cNvSpPr/>
          <p:nvPr/>
        </p:nvSpPr>
        <p:spPr>
          <a:xfrm>
            <a:off x="500431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7806" y="322189"/>
                </a:moveTo>
                <a:cubicBezTo>
                  <a:pt x="185189" y="322189"/>
                  <a:pt x="183097" y="321263"/>
                  <a:pt x="181520" y="319434"/>
                </a:cubicBezTo>
                <a:cubicBezTo>
                  <a:pt x="179691" y="317857"/>
                  <a:pt x="178777" y="315765"/>
                  <a:pt x="178777" y="313148"/>
                </a:cubicBezTo>
                <a:cubicBezTo>
                  <a:pt x="178777" y="310530"/>
                  <a:pt x="179691" y="308427"/>
                  <a:pt x="181520" y="306861"/>
                </a:cubicBezTo>
                <a:cubicBezTo>
                  <a:pt x="183097" y="305284"/>
                  <a:pt x="185189" y="304507"/>
                  <a:pt x="187806" y="304507"/>
                </a:cubicBezTo>
                <a:lnTo>
                  <a:pt x="299397" y="304507"/>
                </a:lnTo>
                <a:cubicBezTo>
                  <a:pt x="300700" y="304507"/>
                  <a:pt x="301878" y="304107"/>
                  <a:pt x="302929" y="303329"/>
                </a:cubicBezTo>
                <a:cubicBezTo>
                  <a:pt x="303981" y="302278"/>
                  <a:pt x="304507" y="301100"/>
                  <a:pt x="304507" y="299786"/>
                </a:cubicBezTo>
                <a:lnTo>
                  <a:pt x="304507" y="184274"/>
                </a:lnTo>
                <a:cubicBezTo>
                  <a:pt x="304507" y="152842"/>
                  <a:pt x="293111" y="126519"/>
                  <a:pt x="270320" y="105305"/>
                </a:cubicBezTo>
                <a:cubicBezTo>
                  <a:pt x="247791" y="83816"/>
                  <a:pt x="220553" y="73083"/>
                  <a:pt x="188595" y="73083"/>
                </a:cubicBezTo>
                <a:cubicBezTo>
                  <a:pt x="156637" y="73083"/>
                  <a:pt x="129399" y="83816"/>
                  <a:pt x="106871" y="105305"/>
                </a:cubicBezTo>
                <a:cubicBezTo>
                  <a:pt x="84079" y="126519"/>
                  <a:pt x="72683" y="152842"/>
                  <a:pt x="72683" y="184274"/>
                </a:cubicBezTo>
                <a:lnTo>
                  <a:pt x="72683" y="270708"/>
                </a:lnTo>
                <a:cubicBezTo>
                  <a:pt x="72683" y="272548"/>
                  <a:pt x="72169" y="273989"/>
                  <a:pt x="71117" y="275040"/>
                </a:cubicBezTo>
                <a:cubicBezTo>
                  <a:pt x="70066" y="276343"/>
                  <a:pt x="68626" y="276995"/>
                  <a:pt x="66797" y="276995"/>
                </a:cubicBezTo>
                <a:cubicBezTo>
                  <a:pt x="59196" y="276995"/>
                  <a:pt x="52784" y="274377"/>
                  <a:pt x="47537" y="269142"/>
                </a:cubicBezTo>
                <a:cubicBezTo>
                  <a:pt x="42040" y="263907"/>
                  <a:pt x="39296" y="257484"/>
                  <a:pt x="39296" y="249894"/>
                </a:cubicBezTo>
                <a:lnTo>
                  <a:pt x="39296" y="219239"/>
                </a:lnTo>
                <a:cubicBezTo>
                  <a:pt x="39296" y="214267"/>
                  <a:pt x="40737" y="209546"/>
                  <a:pt x="43617" y="205100"/>
                </a:cubicBezTo>
                <a:cubicBezTo>
                  <a:pt x="46497" y="200905"/>
                  <a:pt x="50292" y="197499"/>
                  <a:pt x="55013" y="194882"/>
                </a:cubicBezTo>
                <a:lnTo>
                  <a:pt x="55790" y="174845"/>
                </a:lnTo>
                <a:cubicBezTo>
                  <a:pt x="57104" y="157814"/>
                  <a:pt x="61551" y="141972"/>
                  <a:pt x="69152" y="127307"/>
                </a:cubicBezTo>
                <a:cubicBezTo>
                  <a:pt x="76752" y="112894"/>
                  <a:pt x="86445" y="100195"/>
                  <a:pt x="98229" y="89188"/>
                </a:cubicBezTo>
                <a:cubicBezTo>
                  <a:pt x="110277" y="78456"/>
                  <a:pt x="124027" y="70066"/>
                  <a:pt x="139480" y="64042"/>
                </a:cubicBezTo>
                <a:cubicBezTo>
                  <a:pt x="154934" y="58019"/>
                  <a:pt x="171313" y="55013"/>
                  <a:pt x="188595" y="55013"/>
                </a:cubicBezTo>
                <a:cubicBezTo>
                  <a:pt x="205889" y="55013"/>
                  <a:pt x="222256" y="58019"/>
                  <a:pt x="237710" y="64042"/>
                </a:cubicBezTo>
                <a:cubicBezTo>
                  <a:pt x="253163" y="70066"/>
                  <a:pt x="266913" y="78456"/>
                  <a:pt x="278961" y="89188"/>
                </a:cubicBezTo>
                <a:cubicBezTo>
                  <a:pt x="290756" y="99932"/>
                  <a:pt x="300438" y="112631"/>
                  <a:pt x="308039" y="127307"/>
                </a:cubicBezTo>
                <a:cubicBezTo>
                  <a:pt x="315639" y="141709"/>
                  <a:pt x="320086" y="157551"/>
                  <a:pt x="321400" y="174845"/>
                </a:cubicBezTo>
                <a:lnTo>
                  <a:pt x="322189" y="194493"/>
                </a:lnTo>
                <a:cubicBezTo>
                  <a:pt x="326635" y="196585"/>
                  <a:pt x="330430" y="199602"/>
                  <a:pt x="333573" y="203523"/>
                </a:cubicBezTo>
                <a:cubicBezTo>
                  <a:pt x="336453" y="207717"/>
                  <a:pt x="337905" y="212175"/>
                  <a:pt x="337905" y="216884"/>
                </a:cubicBezTo>
                <a:lnTo>
                  <a:pt x="337905" y="252249"/>
                </a:lnTo>
                <a:cubicBezTo>
                  <a:pt x="337905" y="257221"/>
                  <a:pt x="336453" y="261678"/>
                  <a:pt x="333573" y="265610"/>
                </a:cubicBezTo>
                <a:cubicBezTo>
                  <a:pt x="330430" y="269531"/>
                  <a:pt x="326635" y="272548"/>
                  <a:pt x="322189" y="274640"/>
                </a:cubicBezTo>
                <a:lnTo>
                  <a:pt x="322189" y="299786"/>
                </a:lnTo>
                <a:cubicBezTo>
                  <a:pt x="322189" y="306073"/>
                  <a:pt x="319960" y="311307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lnTo>
                  <a:pt x="187806" y="322189"/>
                </a:lnTo>
                <a:close/>
                <a:moveTo>
                  <a:pt x="136737" y="210598"/>
                </a:moveTo>
                <a:cubicBezTo>
                  <a:pt x="134634" y="208506"/>
                  <a:pt x="133594" y="205889"/>
                  <a:pt x="133594" y="202745"/>
                </a:cubicBezTo>
                <a:cubicBezTo>
                  <a:pt x="133594" y="199602"/>
                  <a:pt x="134634" y="196973"/>
                  <a:pt x="136737" y="194882"/>
                </a:cubicBezTo>
                <a:cubicBezTo>
                  <a:pt x="138829" y="192790"/>
                  <a:pt x="141446" y="191738"/>
                  <a:pt x="144590" y="191738"/>
                </a:cubicBezTo>
                <a:cubicBezTo>
                  <a:pt x="147733" y="191738"/>
                  <a:pt x="150350" y="192916"/>
                  <a:pt x="152453" y="195270"/>
                </a:cubicBezTo>
                <a:cubicBezTo>
                  <a:pt x="154545" y="197373"/>
                  <a:pt x="155597" y="199854"/>
                  <a:pt x="155597" y="202745"/>
                </a:cubicBezTo>
                <a:cubicBezTo>
                  <a:pt x="155597" y="205889"/>
                  <a:pt x="154408" y="208506"/>
                  <a:pt x="152053" y="210598"/>
                </a:cubicBezTo>
                <a:cubicBezTo>
                  <a:pt x="149962" y="212427"/>
                  <a:pt x="147470" y="213352"/>
                  <a:pt x="144590" y="213352"/>
                </a:cubicBezTo>
                <a:cubicBezTo>
                  <a:pt x="141446" y="213352"/>
                  <a:pt x="138829" y="212427"/>
                  <a:pt x="136737" y="210598"/>
                </a:cubicBezTo>
                <a:close/>
                <a:moveTo>
                  <a:pt x="224748" y="210598"/>
                </a:moveTo>
                <a:cubicBezTo>
                  <a:pt x="222645" y="208506"/>
                  <a:pt x="221605" y="205889"/>
                  <a:pt x="221605" y="202745"/>
                </a:cubicBezTo>
                <a:cubicBezTo>
                  <a:pt x="221605" y="199602"/>
                  <a:pt x="222782" y="196973"/>
                  <a:pt x="225137" y="194882"/>
                </a:cubicBezTo>
                <a:cubicBezTo>
                  <a:pt x="227228" y="192790"/>
                  <a:pt x="229720" y="191738"/>
                  <a:pt x="232600" y="191738"/>
                </a:cubicBezTo>
                <a:cubicBezTo>
                  <a:pt x="235744" y="191738"/>
                  <a:pt x="238361" y="192916"/>
                  <a:pt x="240464" y="195270"/>
                </a:cubicBezTo>
                <a:cubicBezTo>
                  <a:pt x="242556" y="197373"/>
                  <a:pt x="243608" y="199854"/>
                  <a:pt x="243608" y="202745"/>
                </a:cubicBezTo>
                <a:cubicBezTo>
                  <a:pt x="243608" y="205889"/>
                  <a:pt x="242556" y="208506"/>
                  <a:pt x="240464" y="210598"/>
                </a:cubicBezTo>
                <a:cubicBezTo>
                  <a:pt x="238361" y="212427"/>
                  <a:pt x="235744" y="213352"/>
                  <a:pt x="232600" y="213352"/>
                </a:cubicBezTo>
                <a:cubicBezTo>
                  <a:pt x="229457" y="213352"/>
                  <a:pt x="226840" y="212427"/>
                  <a:pt x="224748" y="210598"/>
                </a:cubicBezTo>
                <a:close/>
                <a:moveTo>
                  <a:pt x="100195" y="191738"/>
                </a:moveTo>
                <a:cubicBezTo>
                  <a:pt x="98618" y="166066"/>
                  <a:pt x="106608" y="144064"/>
                  <a:pt x="124164" y="125730"/>
                </a:cubicBezTo>
                <a:cubicBezTo>
                  <a:pt x="141709" y="107659"/>
                  <a:pt x="163449" y="98618"/>
                  <a:pt x="189384" y="98618"/>
                </a:cubicBezTo>
                <a:cubicBezTo>
                  <a:pt x="210861" y="98618"/>
                  <a:pt x="229583" y="105430"/>
                  <a:pt x="245562" y="119055"/>
                </a:cubicBezTo>
                <a:cubicBezTo>
                  <a:pt x="261541" y="132668"/>
                  <a:pt x="271234" y="150087"/>
                  <a:pt x="274640" y="171313"/>
                </a:cubicBezTo>
                <a:cubicBezTo>
                  <a:pt x="252900" y="171050"/>
                  <a:pt x="232863" y="165026"/>
                  <a:pt x="214530" y="153231"/>
                </a:cubicBezTo>
                <a:cubicBezTo>
                  <a:pt x="196196" y="141446"/>
                  <a:pt x="182046" y="125856"/>
                  <a:pt x="172090" y="106482"/>
                </a:cubicBezTo>
                <a:cubicBezTo>
                  <a:pt x="167907" y="125856"/>
                  <a:pt x="159517" y="143149"/>
                  <a:pt x="146944" y="158340"/>
                </a:cubicBezTo>
                <a:cubicBezTo>
                  <a:pt x="134108" y="173267"/>
                  <a:pt x="118529" y="184400"/>
                  <a:pt x="100195" y="19173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82334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950" dirty="0"/>
          </a:p>
        </p:txBody>
      </p:sp>
      <p:sp>
        <p:nvSpPr>
          <p:cNvPr id="20" name="圖示 訓練"/>
          <p:cNvSpPr/>
          <p:nvPr/>
        </p:nvSpPr>
        <p:spPr>
          <a:xfrm>
            <a:off x="569771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5086" y="260890"/>
                </a:moveTo>
                <a:cubicBezTo>
                  <a:pt x="91417" y="258798"/>
                  <a:pt x="88537" y="256043"/>
                  <a:pt x="86445" y="252637"/>
                </a:cubicBezTo>
                <a:cubicBezTo>
                  <a:pt x="84342" y="248968"/>
                  <a:pt x="83302" y="245048"/>
                  <a:pt x="83302" y="240853"/>
                </a:cubicBezTo>
                <a:lnTo>
                  <a:pt x="83302" y="169347"/>
                </a:lnTo>
                <a:lnTo>
                  <a:pt x="50681" y="151265"/>
                </a:lnTo>
                <a:cubicBezTo>
                  <a:pt x="48852" y="149962"/>
                  <a:pt x="47412" y="148521"/>
                  <a:pt x="46360" y="146944"/>
                </a:cubicBezTo>
                <a:cubicBezTo>
                  <a:pt x="45320" y="145378"/>
                  <a:pt x="44794" y="143538"/>
                  <a:pt x="44794" y="141446"/>
                </a:cubicBezTo>
                <a:cubicBezTo>
                  <a:pt x="44794" y="139355"/>
                  <a:pt x="45320" y="137514"/>
                  <a:pt x="46360" y="135948"/>
                </a:cubicBezTo>
                <a:cubicBezTo>
                  <a:pt x="47412" y="134371"/>
                  <a:pt x="48852" y="132931"/>
                  <a:pt x="50681" y="131628"/>
                </a:cubicBezTo>
                <a:lnTo>
                  <a:pt x="177199" y="62076"/>
                </a:lnTo>
                <a:cubicBezTo>
                  <a:pt x="179040" y="61299"/>
                  <a:pt x="180868" y="60636"/>
                  <a:pt x="182697" y="60110"/>
                </a:cubicBezTo>
                <a:cubicBezTo>
                  <a:pt x="184537" y="59847"/>
                  <a:pt x="186366" y="59722"/>
                  <a:pt x="188206" y="59722"/>
                </a:cubicBezTo>
                <a:cubicBezTo>
                  <a:pt x="190298" y="59722"/>
                  <a:pt x="192264" y="59847"/>
                  <a:pt x="194093" y="60110"/>
                </a:cubicBezTo>
                <a:cubicBezTo>
                  <a:pt x="195933" y="60636"/>
                  <a:pt x="197636" y="61299"/>
                  <a:pt x="199202" y="62076"/>
                </a:cubicBezTo>
                <a:lnTo>
                  <a:pt x="339082" y="137914"/>
                </a:lnTo>
                <a:cubicBezTo>
                  <a:pt x="340911" y="139217"/>
                  <a:pt x="342351" y="140795"/>
                  <a:pt x="343403" y="142624"/>
                </a:cubicBezTo>
                <a:cubicBezTo>
                  <a:pt x="344443" y="144201"/>
                  <a:pt x="344969" y="146030"/>
                  <a:pt x="344969" y="148121"/>
                </a:cubicBezTo>
                <a:lnTo>
                  <a:pt x="344969" y="244785"/>
                </a:lnTo>
                <a:cubicBezTo>
                  <a:pt x="344969" y="247139"/>
                  <a:pt x="344192" y="249231"/>
                  <a:pt x="342614" y="251071"/>
                </a:cubicBezTo>
                <a:cubicBezTo>
                  <a:pt x="340785" y="252637"/>
                  <a:pt x="338682" y="253426"/>
                  <a:pt x="336328" y="253426"/>
                </a:cubicBezTo>
                <a:cubicBezTo>
                  <a:pt x="333710" y="253426"/>
                  <a:pt x="331481" y="252637"/>
                  <a:pt x="329653" y="251071"/>
                </a:cubicBezTo>
                <a:cubicBezTo>
                  <a:pt x="328075" y="249231"/>
                  <a:pt x="327287" y="247139"/>
                  <a:pt x="327287" y="244785"/>
                </a:cubicBezTo>
                <a:lnTo>
                  <a:pt x="327287" y="152053"/>
                </a:lnTo>
                <a:lnTo>
                  <a:pt x="293500" y="169347"/>
                </a:lnTo>
                <a:lnTo>
                  <a:pt x="293500" y="240853"/>
                </a:lnTo>
                <a:cubicBezTo>
                  <a:pt x="293500" y="245048"/>
                  <a:pt x="292448" y="248968"/>
                  <a:pt x="290356" y="252637"/>
                </a:cubicBezTo>
                <a:cubicBezTo>
                  <a:pt x="288002" y="256043"/>
                  <a:pt x="285121" y="258798"/>
                  <a:pt x="281715" y="260890"/>
                </a:cubicBezTo>
                <a:lnTo>
                  <a:pt x="199202" y="305684"/>
                </a:lnTo>
                <a:cubicBezTo>
                  <a:pt x="197636" y="306724"/>
                  <a:pt x="195933" y="307513"/>
                  <a:pt x="194093" y="308039"/>
                </a:cubicBezTo>
                <a:cubicBezTo>
                  <a:pt x="192264" y="308301"/>
                  <a:pt x="190298" y="308427"/>
                  <a:pt x="188206" y="308427"/>
                </a:cubicBezTo>
                <a:cubicBezTo>
                  <a:pt x="186366" y="308427"/>
                  <a:pt x="184537" y="308301"/>
                  <a:pt x="182697" y="308039"/>
                </a:cubicBezTo>
                <a:cubicBezTo>
                  <a:pt x="180868" y="307513"/>
                  <a:pt x="179040" y="306724"/>
                  <a:pt x="177199" y="305684"/>
                </a:cubicBezTo>
                <a:lnTo>
                  <a:pt x="95086" y="260890"/>
                </a:lnTo>
                <a:close/>
                <a:moveTo>
                  <a:pt x="186629" y="205489"/>
                </a:moveTo>
                <a:cubicBezTo>
                  <a:pt x="187155" y="206014"/>
                  <a:pt x="187681" y="206277"/>
                  <a:pt x="188206" y="206277"/>
                </a:cubicBezTo>
                <a:cubicBezTo>
                  <a:pt x="188984" y="206277"/>
                  <a:pt x="189647" y="206014"/>
                  <a:pt x="190172" y="205489"/>
                </a:cubicBezTo>
                <a:lnTo>
                  <a:pt x="307650" y="141446"/>
                </a:lnTo>
                <a:lnTo>
                  <a:pt x="190172" y="78193"/>
                </a:lnTo>
                <a:cubicBezTo>
                  <a:pt x="189647" y="77930"/>
                  <a:pt x="188984" y="77793"/>
                  <a:pt x="188206" y="77793"/>
                </a:cubicBezTo>
                <a:cubicBezTo>
                  <a:pt x="187681" y="77793"/>
                  <a:pt x="187155" y="77930"/>
                  <a:pt x="186629" y="78193"/>
                </a:cubicBezTo>
                <a:lnTo>
                  <a:pt x="69540" y="141446"/>
                </a:lnTo>
                <a:lnTo>
                  <a:pt x="186629" y="205489"/>
                </a:lnTo>
                <a:close/>
                <a:moveTo>
                  <a:pt x="186240" y="290756"/>
                </a:moveTo>
                <a:cubicBezTo>
                  <a:pt x="187029" y="291008"/>
                  <a:pt x="187681" y="291145"/>
                  <a:pt x="188206" y="291145"/>
                </a:cubicBezTo>
                <a:cubicBezTo>
                  <a:pt x="188984" y="291145"/>
                  <a:pt x="189647" y="291008"/>
                  <a:pt x="190172" y="290756"/>
                </a:cubicBezTo>
                <a:lnTo>
                  <a:pt x="273463" y="244785"/>
                </a:lnTo>
                <a:cubicBezTo>
                  <a:pt x="274251" y="244522"/>
                  <a:pt x="274777" y="243996"/>
                  <a:pt x="275040" y="243208"/>
                </a:cubicBezTo>
                <a:cubicBezTo>
                  <a:pt x="275292" y="242682"/>
                  <a:pt x="275429" y="241905"/>
                  <a:pt x="275429" y="240853"/>
                </a:cubicBezTo>
                <a:lnTo>
                  <a:pt x="275429" y="179954"/>
                </a:lnTo>
                <a:lnTo>
                  <a:pt x="199202" y="221205"/>
                </a:lnTo>
                <a:cubicBezTo>
                  <a:pt x="197636" y="221993"/>
                  <a:pt x="195933" y="222645"/>
                  <a:pt x="194093" y="223171"/>
                </a:cubicBezTo>
                <a:cubicBezTo>
                  <a:pt x="192264" y="223434"/>
                  <a:pt x="190298" y="223559"/>
                  <a:pt x="188206" y="223559"/>
                </a:cubicBezTo>
                <a:cubicBezTo>
                  <a:pt x="186366" y="223559"/>
                  <a:pt x="184537" y="223434"/>
                  <a:pt x="182697" y="223171"/>
                </a:cubicBezTo>
                <a:cubicBezTo>
                  <a:pt x="181131" y="222645"/>
                  <a:pt x="179428" y="221993"/>
                  <a:pt x="177599" y="221205"/>
                </a:cubicBezTo>
                <a:lnTo>
                  <a:pt x="100973" y="179554"/>
                </a:lnTo>
                <a:lnTo>
                  <a:pt x="100973" y="240853"/>
                </a:lnTo>
                <a:cubicBezTo>
                  <a:pt x="100973" y="241642"/>
                  <a:pt x="101236" y="242419"/>
                  <a:pt x="101761" y="243208"/>
                </a:cubicBezTo>
                <a:cubicBezTo>
                  <a:pt x="102024" y="243996"/>
                  <a:pt x="102550" y="244522"/>
                  <a:pt x="103339" y="244785"/>
                </a:cubicBezTo>
                <a:lnTo>
                  <a:pt x="186240" y="290756"/>
                </a:lnTo>
                <a:close/>
                <a:moveTo>
                  <a:pt x="188595" y="206277"/>
                </a:moveTo>
                <a:close/>
                <a:moveTo>
                  <a:pt x="188206" y="234566"/>
                </a:moveTo>
                <a:close/>
                <a:moveTo>
                  <a:pt x="188206" y="23456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551674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950" dirty="0"/>
          </a:p>
        </p:txBody>
      </p:sp>
      <p:sp>
        <p:nvSpPr>
          <p:cNvPr id="22" name="圖示 合作"/>
          <p:cNvSpPr/>
          <p:nvPr/>
        </p:nvSpPr>
        <p:spPr>
          <a:xfrm>
            <a:off x="639111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5452" y="319434"/>
                </a:moveTo>
                <a:cubicBezTo>
                  <a:pt x="187029" y="319434"/>
                  <a:pt x="188858" y="319046"/>
                  <a:pt x="190950" y="318257"/>
                </a:cubicBezTo>
                <a:cubicBezTo>
                  <a:pt x="193053" y="317468"/>
                  <a:pt x="194756" y="316417"/>
                  <a:pt x="196059" y="315114"/>
                </a:cubicBezTo>
                <a:lnTo>
                  <a:pt x="324543" y="186629"/>
                </a:lnTo>
                <a:cubicBezTo>
                  <a:pt x="328212" y="182960"/>
                  <a:pt x="330956" y="178902"/>
                  <a:pt x="332796" y="174456"/>
                </a:cubicBezTo>
                <a:cubicBezTo>
                  <a:pt x="334888" y="170261"/>
                  <a:pt x="335939" y="165678"/>
                  <a:pt x="335939" y="160694"/>
                </a:cubicBezTo>
                <a:cubicBezTo>
                  <a:pt x="335939" y="155985"/>
                  <a:pt x="334888" y="151265"/>
                  <a:pt x="332796" y="146555"/>
                </a:cubicBezTo>
                <a:cubicBezTo>
                  <a:pt x="330956" y="141835"/>
                  <a:pt x="328212" y="137651"/>
                  <a:pt x="324543" y="133982"/>
                </a:cubicBezTo>
                <a:lnTo>
                  <a:pt x="258535" y="67974"/>
                </a:lnTo>
                <a:cubicBezTo>
                  <a:pt x="254866" y="64305"/>
                  <a:pt x="250808" y="61551"/>
                  <a:pt x="246351" y="59722"/>
                </a:cubicBezTo>
                <a:cubicBezTo>
                  <a:pt x="241905" y="57893"/>
                  <a:pt x="237321" y="56967"/>
                  <a:pt x="232600" y="56967"/>
                </a:cubicBezTo>
                <a:cubicBezTo>
                  <a:pt x="227628" y="56967"/>
                  <a:pt x="223045" y="57893"/>
                  <a:pt x="218850" y="59722"/>
                </a:cubicBezTo>
                <a:cubicBezTo>
                  <a:pt x="214393" y="61551"/>
                  <a:pt x="210335" y="64305"/>
                  <a:pt x="206666" y="67974"/>
                </a:cubicBezTo>
                <a:lnTo>
                  <a:pt x="195670" y="78970"/>
                </a:lnTo>
                <a:lnTo>
                  <a:pt x="226703" y="110402"/>
                </a:lnTo>
                <a:cubicBezTo>
                  <a:pt x="229846" y="113546"/>
                  <a:pt x="232600" y="117352"/>
                  <a:pt x="234955" y="121798"/>
                </a:cubicBezTo>
                <a:cubicBezTo>
                  <a:pt x="237058" y="126256"/>
                  <a:pt x="238098" y="131102"/>
                  <a:pt x="238098" y="136337"/>
                </a:cubicBezTo>
                <a:cubicBezTo>
                  <a:pt x="238098" y="144978"/>
                  <a:pt x="234829" y="152579"/>
                  <a:pt x="228280" y="159128"/>
                </a:cubicBezTo>
                <a:cubicBezTo>
                  <a:pt x="221731" y="165678"/>
                  <a:pt x="214130" y="168947"/>
                  <a:pt x="205489" y="168947"/>
                </a:cubicBezTo>
                <a:cubicBezTo>
                  <a:pt x="199728" y="168947"/>
                  <a:pt x="194882" y="168170"/>
                  <a:pt x="190950" y="166592"/>
                </a:cubicBezTo>
                <a:cubicBezTo>
                  <a:pt x="187029" y="164763"/>
                  <a:pt x="183360" y="162272"/>
                  <a:pt x="179954" y="159128"/>
                </a:cubicBezTo>
                <a:lnTo>
                  <a:pt x="154408" y="133194"/>
                </a:lnTo>
                <a:cubicBezTo>
                  <a:pt x="153368" y="132405"/>
                  <a:pt x="152190" y="132017"/>
                  <a:pt x="150876" y="132017"/>
                </a:cubicBezTo>
                <a:cubicBezTo>
                  <a:pt x="149310" y="132017"/>
                  <a:pt x="148121" y="132405"/>
                  <a:pt x="147344" y="133194"/>
                </a:cubicBezTo>
                <a:lnTo>
                  <a:pt x="80547" y="199991"/>
                </a:lnTo>
                <a:cubicBezTo>
                  <a:pt x="79233" y="201294"/>
                  <a:pt x="78193" y="202997"/>
                  <a:pt x="77404" y="205100"/>
                </a:cubicBezTo>
                <a:cubicBezTo>
                  <a:pt x="76615" y="206929"/>
                  <a:pt x="76227" y="208769"/>
                  <a:pt x="76227" y="210598"/>
                </a:cubicBezTo>
                <a:cubicBezTo>
                  <a:pt x="76227" y="214530"/>
                  <a:pt x="77530" y="217673"/>
                  <a:pt x="80159" y="220028"/>
                </a:cubicBezTo>
                <a:cubicBezTo>
                  <a:pt x="82513" y="222382"/>
                  <a:pt x="85656" y="223559"/>
                  <a:pt x="89588" y="223559"/>
                </a:cubicBezTo>
                <a:cubicBezTo>
                  <a:pt x="91417" y="223559"/>
                  <a:pt x="93246" y="223171"/>
                  <a:pt x="95086" y="222382"/>
                </a:cubicBezTo>
                <a:cubicBezTo>
                  <a:pt x="97178" y="221342"/>
                  <a:pt x="98755" y="220290"/>
                  <a:pt x="99795" y="219239"/>
                </a:cubicBezTo>
                <a:lnTo>
                  <a:pt x="145767" y="173267"/>
                </a:lnTo>
                <a:cubicBezTo>
                  <a:pt x="147607" y="171439"/>
                  <a:pt x="149699" y="170524"/>
                  <a:pt x="152053" y="170524"/>
                </a:cubicBezTo>
                <a:cubicBezTo>
                  <a:pt x="154408" y="170261"/>
                  <a:pt x="156511" y="171176"/>
                  <a:pt x="158340" y="173267"/>
                </a:cubicBezTo>
                <a:cubicBezTo>
                  <a:pt x="160180" y="175108"/>
                  <a:pt x="161094" y="177199"/>
                  <a:pt x="161094" y="179554"/>
                </a:cubicBezTo>
                <a:cubicBezTo>
                  <a:pt x="161094" y="181657"/>
                  <a:pt x="160180" y="183749"/>
                  <a:pt x="158340" y="185840"/>
                </a:cubicBezTo>
                <a:lnTo>
                  <a:pt x="112768" y="231423"/>
                </a:lnTo>
                <a:cubicBezTo>
                  <a:pt x="111191" y="232989"/>
                  <a:pt x="110014" y="234692"/>
                  <a:pt x="109225" y="236532"/>
                </a:cubicBezTo>
                <a:cubicBezTo>
                  <a:pt x="108699" y="238361"/>
                  <a:pt x="108448" y="240327"/>
                  <a:pt x="108448" y="242419"/>
                </a:cubicBezTo>
                <a:cubicBezTo>
                  <a:pt x="108448" y="245825"/>
                  <a:pt x="109751" y="248843"/>
                  <a:pt x="112368" y="251460"/>
                </a:cubicBezTo>
                <a:cubicBezTo>
                  <a:pt x="114986" y="254077"/>
                  <a:pt x="118003" y="255392"/>
                  <a:pt x="121409" y="255392"/>
                </a:cubicBezTo>
                <a:cubicBezTo>
                  <a:pt x="123501" y="255392"/>
                  <a:pt x="125467" y="254992"/>
                  <a:pt x="127307" y="254215"/>
                </a:cubicBezTo>
                <a:cubicBezTo>
                  <a:pt x="129136" y="253426"/>
                  <a:pt x="130702" y="252374"/>
                  <a:pt x="132017" y="251071"/>
                </a:cubicBezTo>
                <a:lnTo>
                  <a:pt x="179554" y="203134"/>
                </a:lnTo>
                <a:cubicBezTo>
                  <a:pt x="181394" y="201557"/>
                  <a:pt x="183486" y="200779"/>
                  <a:pt x="185840" y="200779"/>
                </a:cubicBezTo>
                <a:cubicBezTo>
                  <a:pt x="188206" y="200516"/>
                  <a:pt x="190298" y="201294"/>
                  <a:pt x="192127" y="203134"/>
                </a:cubicBezTo>
                <a:cubicBezTo>
                  <a:pt x="194230" y="205226"/>
                  <a:pt x="195270" y="207329"/>
                  <a:pt x="195270" y="209420"/>
                </a:cubicBezTo>
                <a:cubicBezTo>
                  <a:pt x="195270" y="211775"/>
                  <a:pt x="194230" y="213867"/>
                  <a:pt x="192127" y="215707"/>
                </a:cubicBezTo>
                <a:lnTo>
                  <a:pt x="144590" y="263244"/>
                </a:lnTo>
                <a:cubicBezTo>
                  <a:pt x="143538" y="264559"/>
                  <a:pt x="142498" y="266262"/>
                  <a:pt x="141446" y="268354"/>
                </a:cubicBezTo>
                <a:cubicBezTo>
                  <a:pt x="140658" y="270445"/>
                  <a:pt x="140269" y="272411"/>
                  <a:pt x="140269" y="274251"/>
                </a:cubicBezTo>
                <a:cubicBezTo>
                  <a:pt x="140269" y="277920"/>
                  <a:pt x="141572" y="281064"/>
                  <a:pt x="144201" y="283681"/>
                </a:cubicBezTo>
                <a:cubicBezTo>
                  <a:pt x="146818" y="286299"/>
                  <a:pt x="149962" y="287613"/>
                  <a:pt x="153631" y="287613"/>
                </a:cubicBezTo>
                <a:cubicBezTo>
                  <a:pt x="155459" y="287613"/>
                  <a:pt x="157288" y="287213"/>
                  <a:pt x="159128" y="286424"/>
                </a:cubicBezTo>
                <a:cubicBezTo>
                  <a:pt x="160957" y="285647"/>
                  <a:pt x="162535" y="284596"/>
                  <a:pt x="163838" y="283281"/>
                </a:cubicBezTo>
                <a:lnTo>
                  <a:pt x="211775" y="235355"/>
                </a:lnTo>
                <a:cubicBezTo>
                  <a:pt x="213615" y="233515"/>
                  <a:pt x="215707" y="232600"/>
                  <a:pt x="218062" y="232600"/>
                </a:cubicBezTo>
                <a:cubicBezTo>
                  <a:pt x="220416" y="232600"/>
                  <a:pt x="222519" y="233515"/>
                  <a:pt x="224348" y="235355"/>
                </a:cubicBezTo>
                <a:cubicBezTo>
                  <a:pt x="226188" y="237184"/>
                  <a:pt x="227103" y="239276"/>
                  <a:pt x="227103" y="241642"/>
                </a:cubicBezTo>
                <a:cubicBezTo>
                  <a:pt x="227103" y="243996"/>
                  <a:pt x="226188" y="246088"/>
                  <a:pt x="224348" y="247928"/>
                </a:cubicBezTo>
                <a:lnTo>
                  <a:pt x="176411" y="295854"/>
                </a:lnTo>
                <a:cubicBezTo>
                  <a:pt x="175108" y="297169"/>
                  <a:pt x="174056" y="298872"/>
                  <a:pt x="173267" y="300963"/>
                </a:cubicBezTo>
                <a:cubicBezTo>
                  <a:pt x="172490" y="303066"/>
                  <a:pt x="172090" y="304895"/>
                  <a:pt x="172090" y="306473"/>
                </a:cubicBezTo>
                <a:cubicBezTo>
                  <a:pt x="172090" y="310656"/>
                  <a:pt x="173267" y="313936"/>
                  <a:pt x="175633" y="316291"/>
                </a:cubicBezTo>
                <a:cubicBezTo>
                  <a:pt x="178251" y="318383"/>
                  <a:pt x="181520" y="319434"/>
                  <a:pt x="185452" y="319434"/>
                </a:cubicBezTo>
                <a:close/>
                <a:moveTo>
                  <a:pt x="185452" y="337505"/>
                </a:moveTo>
                <a:cubicBezTo>
                  <a:pt x="177074" y="337505"/>
                  <a:pt x="169861" y="334499"/>
                  <a:pt x="163838" y="328475"/>
                </a:cubicBezTo>
                <a:cubicBezTo>
                  <a:pt x="157814" y="322189"/>
                  <a:pt x="154671" y="314451"/>
                  <a:pt x="154408" y="305284"/>
                </a:cubicBezTo>
                <a:cubicBezTo>
                  <a:pt x="145504" y="304770"/>
                  <a:pt x="138040" y="301752"/>
                  <a:pt x="132017" y="296254"/>
                </a:cubicBezTo>
                <a:cubicBezTo>
                  <a:pt x="125993" y="290493"/>
                  <a:pt x="122712" y="282893"/>
                  <a:pt x="122198" y="273463"/>
                </a:cubicBezTo>
                <a:cubicBezTo>
                  <a:pt x="113031" y="272674"/>
                  <a:pt x="105556" y="269405"/>
                  <a:pt x="99795" y="263644"/>
                </a:cubicBezTo>
                <a:cubicBezTo>
                  <a:pt x="94035" y="257872"/>
                  <a:pt x="90891" y="250408"/>
                  <a:pt x="90366" y="241242"/>
                </a:cubicBezTo>
                <a:cubicBezTo>
                  <a:pt x="81462" y="240716"/>
                  <a:pt x="73872" y="237710"/>
                  <a:pt x="67586" y="232212"/>
                </a:cubicBezTo>
                <a:cubicBezTo>
                  <a:pt x="61551" y="226440"/>
                  <a:pt x="58544" y="219113"/>
                  <a:pt x="58544" y="210209"/>
                </a:cubicBezTo>
                <a:cubicBezTo>
                  <a:pt x="58544" y="206277"/>
                  <a:pt x="59333" y="202220"/>
                  <a:pt x="60899" y="198025"/>
                </a:cubicBezTo>
                <a:cubicBezTo>
                  <a:pt x="62476" y="193830"/>
                  <a:pt x="64831" y="190172"/>
                  <a:pt x="67974" y="187029"/>
                </a:cubicBezTo>
                <a:lnTo>
                  <a:pt x="135160" y="120232"/>
                </a:lnTo>
                <a:cubicBezTo>
                  <a:pt x="139355" y="115774"/>
                  <a:pt x="144590" y="113546"/>
                  <a:pt x="150876" y="113546"/>
                </a:cubicBezTo>
                <a:cubicBezTo>
                  <a:pt x="157163" y="113546"/>
                  <a:pt x="162397" y="115774"/>
                  <a:pt x="166592" y="120232"/>
                </a:cubicBezTo>
                <a:lnTo>
                  <a:pt x="190950" y="144201"/>
                </a:lnTo>
                <a:cubicBezTo>
                  <a:pt x="192790" y="146293"/>
                  <a:pt x="195007" y="147858"/>
                  <a:pt x="197636" y="148910"/>
                </a:cubicBezTo>
                <a:cubicBezTo>
                  <a:pt x="200254" y="150224"/>
                  <a:pt x="202871" y="150876"/>
                  <a:pt x="205489" y="150876"/>
                </a:cubicBezTo>
                <a:cubicBezTo>
                  <a:pt x="209158" y="150876"/>
                  <a:pt x="212564" y="149310"/>
                  <a:pt x="215707" y="146167"/>
                </a:cubicBezTo>
                <a:cubicBezTo>
                  <a:pt x="218850" y="143275"/>
                  <a:pt x="220416" y="139880"/>
                  <a:pt x="220416" y="135948"/>
                </a:cubicBezTo>
                <a:cubicBezTo>
                  <a:pt x="220416" y="133845"/>
                  <a:pt x="219902" y="131754"/>
                  <a:pt x="218850" y="129662"/>
                </a:cubicBezTo>
                <a:cubicBezTo>
                  <a:pt x="217799" y="127559"/>
                  <a:pt x="216233" y="125467"/>
                  <a:pt x="214130" y="123375"/>
                </a:cubicBezTo>
                <a:lnTo>
                  <a:pt x="159128" y="67974"/>
                </a:lnTo>
                <a:cubicBezTo>
                  <a:pt x="155459" y="64305"/>
                  <a:pt x="151402" y="61551"/>
                  <a:pt x="146944" y="59722"/>
                </a:cubicBezTo>
                <a:cubicBezTo>
                  <a:pt x="142498" y="57893"/>
                  <a:pt x="137777" y="56967"/>
                  <a:pt x="132805" y="56967"/>
                </a:cubicBezTo>
                <a:cubicBezTo>
                  <a:pt x="128085" y="56967"/>
                  <a:pt x="123501" y="57893"/>
                  <a:pt x="119055" y="59722"/>
                </a:cubicBezTo>
                <a:cubicBezTo>
                  <a:pt x="114860" y="61551"/>
                  <a:pt x="110928" y="64305"/>
                  <a:pt x="107259" y="67974"/>
                </a:cubicBezTo>
                <a:lnTo>
                  <a:pt x="52647" y="122975"/>
                </a:lnTo>
                <a:cubicBezTo>
                  <a:pt x="46623" y="128748"/>
                  <a:pt x="43091" y="135686"/>
                  <a:pt x="42040" y="143801"/>
                </a:cubicBezTo>
                <a:cubicBezTo>
                  <a:pt x="40737" y="151928"/>
                  <a:pt x="41777" y="159780"/>
                  <a:pt x="45183" y="167381"/>
                </a:cubicBezTo>
                <a:cubicBezTo>
                  <a:pt x="46234" y="169473"/>
                  <a:pt x="46360" y="171701"/>
                  <a:pt x="45583" y="174056"/>
                </a:cubicBezTo>
                <a:cubicBezTo>
                  <a:pt x="44531" y="176411"/>
                  <a:pt x="42954" y="178114"/>
                  <a:pt x="40862" y="179165"/>
                </a:cubicBezTo>
                <a:cubicBezTo>
                  <a:pt x="38771" y="180217"/>
                  <a:pt x="36542" y="180343"/>
                  <a:pt x="34187" y="179554"/>
                </a:cubicBezTo>
                <a:cubicBezTo>
                  <a:pt x="31558" y="178514"/>
                  <a:pt x="29729" y="176936"/>
                  <a:pt x="28678" y="174845"/>
                </a:cubicBezTo>
                <a:cubicBezTo>
                  <a:pt x="23969" y="163575"/>
                  <a:pt x="22391" y="152190"/>
                  <a:pt x="23969" y="140658"/>
                </a:cubicBezTo>
                <a:cubicBezTo>
                  <a:pt x="25535" y="129136"/>
                  <a:pt x="30907" y="118918"/>
                  <a:pt x="40074" y="110014"/>
                </a:cubicBezTo>
                <a:lnTo>
                  <a:pt x="94298" y="55401"/>
                </a:lnTo>
                <a:cubicBezTo>
                  <a:pt x="99795" y="49903"/>
                  <a:pt x="105819" y="45834"/>
                  <a:pt x="112368" y="43217"/>
                </a:cubicBezTo>
                <a:cubicBezTo>
                  <a:pt x="119181" y="40599"/>
                  <a:pt x="126119" y="39296"/>
                  <a:pt x="133194" y="39296"/>
                </a:cubicBezTo>
                <a:cubicBezTo>
                  <a:pt x="140532" y="39296"/>
                  <a:pt x="147470" y="40599"/>
                  <a:pt x="154019" y="43217"/>
                </a:cubicBezTo>
                <a:cubicBezTo>
                  <a:pt x="160569" y="45834"/>
                  <a:pt x="166592" y="49903"/>
                  <a:pt x="172090" y="55401"/>
                </a:cubicBezTo>
                <a:lnTo>
                  <a:pt x="183097" y="66397"/>
                </a:lnTo>
                <a:lnTo>
                  <a:pt x="194093" y="55401"/>
                </a:lnTo>
                <a:cubicBezTo>
                  <a:pt x="199339" y="49903"/>
                  <a:pt x="205363" y="45834"/>
                  <a:pt x="212175" y="43217"/>
                </a:cubicBezTo>
                <a:cubicBezTo>
                  <a:pt x="218713" y="40599"/>
                  <a:pt x="225662" y="39296"/>
                  <a:pt x="232989" y="39296"/>
                </a:cubicBezTo>
                <a:cubicBezTo>
                  <a:pt x="240064" y="39296"/>
                  <a:pt x="246877" y="40599"/>
                  <a:pt x="253426" y="43217"/>
                </a:cubicBezTo>
                <a:cubicBezTo>
                  <a:pt x="259975" y="45834"/>
                  <a:pt x="265999" y="49903"/>
                  <a:pt x="271497" y="55401"/>
                </a:cubicBezTo>
                <a:lnTo>
                  <a:pt x="337116" y="121021"/>
                </a:lnTo>
                <a:cubicBezTo>
                  <a:pt x="342351" y="126256"/>
                  <a:pt x="346409" y="132405"/>
                  <a:pt x="349289" y="139480"/>
                </a:cubicBezTo>
                <a:cubicBezTo>
                  <a:pt x="352170" y="146555"/>
                  <a:pt x="353621" y="153631"/>
                  <a:pt x="353621" y="160694"/>
                </a:cubicBezTo>
                <a:cubicBezTo>
                  <a:pt x="353621" y="168032"/>
                  <a:pt x="352170" y="174970"/>
                  <a:pt x="349289" y="181520"/>
                </a:cubicBezTo>
                <a:cubicBezTo>
                  <a:pt x="346409" y="188069"/>
                  <a:pt x="342351" y="194093"/>
                  <a:pt x="337116" y="199602"/>
                </a:cubicBezTo>
                <a:lnTo>
                  <a:pt x="208632" y="327687"/>
                </a:lnTo>
                <a:cubicBezTo>
                  <a:pt x="205489" y="331093"/>
                  <a:pt x="201957" y="333573"/>
                  <a:pt x="198025" y="335150"/>
                </a:cubicBezTo>
                <a:cubicBezTo>
                  <a:pt x="193830" y="336716"/>
                  <a:pt x="189647" y="337505"/>
                  <a:pt x="185452" y="337505"/>
                </a:cubicBezTo>
                <a:close/>
                <a:moveTo>
                  <a:pt x="141446" y="13240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21014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950" dirty="0"/>
          </a:p>
        </p:txBody>
      </p:sp>
      <p:sp>
        <p:nvSpPr>
          <p:cNvPr id="24" name="圖示 思考"/>
          <p:cNvSpPr/>
          <p:nvPr/>
        </p:nvSpPr>
        <p:spPr>
          <a:xfrm>
            <a:off x="708451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7988" y="212952"/>
                </a:moveTo>
                <a:lnTo>
                  <a:pt x="178777" y="223171"/>
                </a:lnTo>
                <a:cubicBezTo>
                  <a:pt x="178777" y="224748"/>
                  <a:pt x="179291" y="226051"/>
                  <a:pt x="180343" y="227103"/>
                </a:cubicBezTo>
                <a:cubicBezTo>
                  <a:pt x="181394" y="227891"/>
                  <a:pt x="182697" y="228280"/>
                  <a:pt x="184274" y="228280"/>
                </a:cubicBezTo>
                <a:lnTo>
                  <a:pt x="192527" y="228280"/>
                </a:lnTo>
                <a:cubicBezTo>
                  <a:pt x="193830" y="228280"/>
                  <a:pt x="195007" y="227891"/>
                  <a:pt x="196059" y="227103"/>
                </a:cubicBezTo>
                <a:cubicBezTo>
                  <a:pt x="197110" y="226051"/>
                  <a:pt x="197762" y="224748"/>
                  <a:pt x="198025" y="223171"/>
                </a:cubicBezTo>
                <a:lnTo>
                  <a:pt x="198413" y="212952"/>
                </a:lnTo>
                <a:cubicBezTo>
                  <a:pt x="202345" y="212427"/>
                  <a:pt x="206014" y="211124"/>
                  <a:pt x="209420" y="209032"/>
                </a:cubicBezTo>
                <a:cubicBezTo>
                  <a:pt x="213089" y="207192"/>
                  <a:pt x="216096" y="204837"/>
                  <a:pt x="218462" y="201957"/>
                </a:cubicBezTo>
                <a:lnTo>
                  <a:pt x="227891" y="205489"/>
                </a:lnTo>
                <a:cubicBezTo>
                  <a:pt x="229194" y="206014"/>
                  <a:pt x="230509" y="206140"/>
                  <a:pt x="231812" y="205889"/>
                </a:cubicBezTo>
                <a:cubicBezTo>
                  <a:pt x="233126" y="205363"/>
                  <a:pt x="234178" y="204437"/>
                  <a:pt x="234955" y="203134"/>
                </a:cubicBezTo>
                <a:lnTo>
                  <a:pt x="238887" y="196459"/>
                </a:lnTo>
                <a:cubicBezTo>
                  <a:pt x="239676" y="195407"/>
                  <a:pt x="239939" y="194230"/>
                  <a:pt x="239676" y="192916"/>
                </a:cubicBezTo>
                <a:cubicBezTo>
                  <a:pt x="239413" y="191613"/>
                  <a:pt x="238761" y="190424"/>
                  <a:pt x="237710" y="189384"/>
                </a:cubicBezTo>
                <a:lnTo>
                  <a:pt x="231035" y="183886"/>
                </a:lnTo>
                <a:cubicBezTo>
                  <a:pt x="232600" y="179428"/>
                  <a:pt x="233389" y="174970"/>
                  <a:pt x="233389" y="170524"/>
                </a:cubicBezTo>
                <a:cubicBezTo>
                  <a:pt x="233389" y="166066"/>
                  <a:pt x="232600" y="161620"/>
                  <a:pt x="231035" y="157163"/>
                </a:cubicBezTo>
                <a:lnTo>
                  <a:pt x="237710" y="152053"/>
                </a:lnTo>
                <a:cubicBezTo>
                  <a:pt x="238761" y="151002"/>
                  <a:pt x="239413" y="149824"/>
                  <a:pt x="239676" y="148521"/>
                </a:cubicBezTo>
                <a:cubicBezTo>
                  <a:pt x="239939" y="147207"/>
                  <a:pt x="239676" y="145904"/>
                  <a:pt x="238887" y="144590"/>
                </a:cubicBezTo>
                <a:lnTo>
                  <a:pt x="234955" y="137914"/>
                </a:lnTo>
                <a:cubicBezTo>
                  <a:pt x="234178" y="136863"/>
                  <a:pt x="233126" y="136074"/>
                  <a:pt x="231812" y="135548"/>
                </a:cubicBezTo>
                <a:cubicBezTo>
                  <a:pt x="230509" y="135034"/>
                  <a:pt x="229194" y="135034"/>
                  <a:pt x="227891" y="135548"/>
                </a:cubicBezTo>
                <a:lnTo>
                  <a:pt x="218462" y="139092"/>
                </a:lnTo>
                <a:cubicBezTo>
                  <a:pt x="215833" y="136474"/>
                  <a:pt x="212827" y="134245"/>
                  <a:pt x="209420" y="132405"/>
                </a:cubicBezTo>
                <a:cubicBezTo>
                  <a:pt x="206014" y="130313"/>
                  <a:pt x="202345" y="128873"/>
                  <a:pt x="198413" y="128085"/>
                </a:cubicBezTo>
                <a:lnTo>
                  <a:pt x="198025" y="117878"/>
                </a:lnTo>
                <a:cubicBezTo>
                  <a:pt x="197762" y="116563"/>
                  <a:pt x="197110" y="115386"/>
                  <a:pt x="196059" y="114334"/>
                </a:cubicBezTo>
                <a:cubicBezTo>
                  <a:pt x="195007" y="113283"/>
                  <a:pt x="193830" y="112768"/>
                  <a:pt x="192527" y="112768"/>
                </a:cubicBezTo>
                <a:lnTo>
                  <a:pt x="184274" y="112768"/>
                </a:lnTo>
                <a:cubicBezTo>
                  <a:pt x="182697" y="112768"/>
                  <a:pt x="181394" y="113283"/>
                  <a:pt x="180343" y="114334"/>
                </a:cubicBezTo>
                <a:cubicBezTo>
                  <a:pt x="179291" y="115386"/>
                  <a:pt x="178777" y="116563"/>
                  <a:pt x="178777" y="117878"/>
                </a:cubicBezTo>
                <a:lnTo>
                  <a:pt x="177988" y="128085"/>
                </a:lnTo>
                <a:cubicBezTo>
                  <a:pt x="174319" y="128873"/>
                  <a:pt x="170787" y="130313"/>
                  <a:pt x="167381" y="132405"/>
                </a:cubicBezTo>
                <a:cubicBezTo>
                  <a:pt x="163712" y="134245"/>
                  <a:pt x="160569" y="136474"/>
                  <a:pt x="157951" y="139092"/>
                </a:cubicBezTo>
                <a:lnTo>
                  <a:pt x="148521" y="135548"/>
                </a:lnTo>
                <a:cubicBezTo>
                  <a:pt x="147207" y="135034"/>
                  <a:pt x="145904" y="135034"/>
                  <a:pt x="144590" y="135548"/>
                </a:cubicBezTo>
                <a:cubicBezTo>
                  <a:pt x="143275" y="136074"/>
                  <a:pt x="142235" y="136863"/>
                  <a:pt x="141446" y="137914"/>
                </a:cubicBezTo>
                <a:lnTo>
                  <a:pt x="137514" y="144590"/>
                </a:lnTo>
                <a:cubicBezTo>
                  <a:pt x="136989" y="145904"/>
                  <a:pt x="136863" y="147207"/>
                  <a:pt x="137126" y="148521"/>
                </a:cubicBezTo>
                <a:cubicBezTo>
                  <a:pt x="137126" y="149824"/>
                  <a:pt x="137777" y="151002"/>
                  <a:pt x="139092" y="152053"/>
                </a:cubicBezTo>
                <a:lnTo>
                  <a:pt x="145767" y="157163"/>
                </a:lnTo>
                <a:cubicBezTo>
                  <a:pt x="144201" y="161620"/>
                  <a:pt x="143412" y="166066"/>
                  <a:pt x="143412" y="170524"/>
                </a:cubicBezTo>
                <a:cubicBezTo>
                  <a:pt x="143412" y="175233"/>
                  <a:pt x="144201" y="179691"/>
                  <a:pt x="145767" y="183886"/>
                </a:cubicBezTo>
                <a:lnTo>
                  <a:pt x="139092" y="189384"/>
                </a:lnTo>
                <a:cubicBezTo>
                  <a:pt x="137777" y="190424"/>
                  <a:pt x="137126" y="191613"/>
                  <a:pt x="137126" y="192916"/>
                </a:cubicBezTo>
                <a:cubicBezTo>
                  <a:pt x="136863" y="194230"/>
                  <a:pt x="136989" y="195407"/>
                  <a:pt x="137514" y="196459"/>
                </a:cubicBezTo>
                <a:lnTo>
                  <a:pt x="141446" y="203134"/>
                </a:lnTo>
                <a:cubicBezTo>
                  <a:pt x="142235" y="204437"/>
                  <a:pt x="143275" y="205363"/>
                  <a:pt x="144590" y="205889"/>
                </a:cubicBezTo>
                <a:cubicBezTo>
                  <a:pt x="145904" y="206140"/>
                  <a:pt x="147207" y="206014"/>
                  <a:pt x="148521" y="205489"/>
                </a:cubicBezTo>
                <a:lnTo>
                  <a:pt x="157951" y="201957"/>
                </a:lnTo>
                <a:cubicBezTo>
                  <a:pt x="160569" y="204837"/>
                  <a:pt x="163575" y="207192"/>
                  <a:pt x="166981" y="209032"/>
                </a:cubicBezTo>
                <a:cubicBezTo>
                  <a:pt x="170387" y="211124"/>
                  <a:pt x="174056" y="212427"/>
                  <a:pt x="177988" y="212952"/>
                </a:cubicBezTo>
                <a:close/>
                <a:moveTo>
                  <a:pt x="167381" y="191350"/>
                </a:moveTo>
                <a:cubicBezTo>
                  <a:pt x="161883" y="185577"/>
                  <a:pt x="159128" y="178639"/>
                  <a:pt x="159128" y="170524"/>
                </a:cubicBezTo>
                <a:cubicBezTo>
                  <a:pt x="159128" y="162397"/>
                  <a:pt x="161883" y="155459"/>
                  <a:pt x="167381" y="149699"/>
                </a:cubicBezTo>
                <a:cubicBezTo>
                  <a:pt x="173142" y="144201"/>
                  <a:pt x="180080" y="141446"/>
                  <a:pt x="188206" y="141446"/>
                </a:cubicBezTo>
                <a:cubicBezTo>
                  <a:pt x="196322" y="141446"/>
                  <a:pt x="203260" y="144201"/>
                  <a:pt x="209032" y="149699"/>
                </a:cubicBezTo>
                <a:cubicBezTo>
                  <a:pt x="214793" y="155459"/>
                  <a:pt x="217673" y="162397"/>
                  <a:pt x="217673" y="170524"/>
                </a:cubicBezTo>
                <a:cubicBezTo>
                  <a:pt x="217673" y="178639"/>
                  <a:pt x="214793" y="185577"/>
                  <a:pt x="209032" y="191350"/>
                </a:cubicBezTo>
                <a:cubicBezTo>
                  <a:pt x="203260" y="197110"/>
                  <a:pt x="196322" y="199991"/>
                  <a:pt x="188206" y="199991"/>
                </a:cubicBezTo>
                <a:cubicBezTo>
                  <a:pt x="180080" y="199991"/>
                  <a:pt x="173142" y="197110"/>
                  <a:pt x="167381" y="191350"/>
                </a:cubicBezTo>
                <a:close/>
                <a:moveTo>
                  <a:pt x="102161" y="274640"/>
                </a:moveTo>
                <a:cubicBezTo>
                  <a:pt x="87222" y="261015"/>
                  <a:pt x="75701" y="245436"/>
                  <a:pt x="67586" y="227891"/>
                </a:cubicBezTo>
                <a:cubicBezTo>
                  <a:pt x="59196" y="210072"/>
                  <a:pt x="55013" y="191738"/>
                  <a:pt x="55013" y="172879"/>
                </a:cubicBezTo>
                <a:cubicBezTo>
                  <a:pt x="55013" y="135686"/>
                  <a:pt x="67974" y="104116"/>
                  <a:pt x="93909" y="78193"/>
                </a:cubicBezTo>
                <a:cubicBezTo>
                  <a:pt x="119832" y="52258"/>
                  <a:pt x="151402" y="39296"/>
                  <a:pt x="188595" y="39296"/>
                </a:cubicBezTo>
                <a:cubicBezTo>
                  <a:pt x="219239" y="39296"/>
                  <a:pt x="246488" y="48463"/>
                  <a:pt x="270320" y="66797"/>
                </a:cubicBezTo>
                <a:cubicBezTo>
                  <a:pt x="294414" y="84868"/>
                  <a:pt x="310130" y="108448"/>
                  <a:pt x="317468" y="137514"/>
                </a:cubicBezTo>
                <a:lnTo>
                  <a:pt x="336716" y="214130"/>
                </a:lnTo>
                <a:cubicBezTo>
                  <a:pt x="337505" y="217536"/>
                  <a:pt x="336854" y="220679"/>
                  <a:pt x="334762" y="223559"/>
                </a:cubicBezTo>
                <a:cubicBezTo>
                  <a:pt x="332396" y="226440"/>
                  <a:pt x="329390" y="227891"/>
                  <a:pt x="325721" y="227891"/>
                </a:cubicBezTo>
                <a:lnTo>
                  <a:pt x="290756" y="227891"/>
                </a:lnTo>
                <a:lnTo>
                  <a:pt x="290756" y="283681"/>
                </a:lnTo>
                <a:cubicBezTo>
                  <a:pt x="290756" y="289968"/>
                  <a:pt x="288527" y="295340"/>
                  <a:pt x="284070" y="299786"/>
                </a:cubicBezTo>
                <a:cubicBezTo>
                  <a:pt x="279624" y="304244"/>
                  <a:pt x="274251" y="306473"/>
                  <a:pt x="267965" y="306473"/>
                </a:cubicBezTo>
                <a:lnTo>
                  <a:pt x="227891" y="306473"/>
                </a:lnTo>
                <a:lnTo>
                  <a:pt x="227891" y="328864"/>
                </a:lnTo>
                <a:cubicBezTo>
                  <a:pt x="227891" y="331481"/>
                  <a:pt x="226966" y="333573"/>
                  <a:pt x="225137" y="335150"/>
                </a:cubicBezTo>
                <a:cubicBezTo>
                  <a:pt x="223559" y="336979"/>
                  <a:pt x="221468" y="337905"/>
                  <a:pt x="218850" y="337905"/>
                </a:cubicBezTo>
                <a:cubicBezTo>
                  <a:pt x="216233" y="337905"/>
                  <a:pt x="214130" y="336979"/>
                  <a:pt x="212564" y="335150"/>
                </a:cubicBezTo>
                <a:cubicBezTo>
                  <a:pt x="210986" y="333573"/>
                  <a:pt x="210209" y="331481"/>
                  <a:pt x="210209" y="328864"/>
                </a:cubicBezTo>
                <a:lnTo>
                  <a:pt x="210209" y="300186"/>
                </a:lnTo>
                <a:cubicBezTo>
                  <a:pt x="210209" y="296780"/>
                  <a:pt x="211249" y="294025"/>
                  <a:pt x="213352" y="291934"/>
                </a:cubicBezTo>
                <a:cubicBezTo>
                  <a:pt x="215444" y="289831"/>
                  <a:pt x="218062" y="288790"/>
                  <a:pt x="221205" y="288790"/>
                </a:cubicBezTo>
                <a:lnTo>
                  <a:pt x="267965" y="288790"/>
                </a:lnTo>
                <a:cubicBezTo>
                  <a:pt x="269531" y="288790"/>
                  <a:pt x="270708" y="288265"/>
                  <a:pt x="271497" y="287213"/>
                </a:cubicBezTo>
                <a:cubicBezTo>
                  <a:pt x="272548" y="286424"/>
                  <a:pt x="273074" y="285247"/>
                  <a:pt x="273074" y="283681"/>
                </a:cubicBezTo>
                <a:lnTo>
                  <a:pt x="273074" y="221205"/>
                </a:lnTo>
                <a:cubicBezTo>
                  <a:pt x="273074" y="218062"/>
                  <a:pt x="274114" y="215444"/>
                  <a:pt x="276217" y="213352"/>
                </a:cubicBezTo>
                <a:cubicBezTo>
                  <a:pt x="278309" y="211249"/>
                  <a:pt x="280927" y="210209"/>
                  <a:pt x="284070" y="210209"/>
                </a:cubicBezTo>
                <a:lnTo>
                  <a:pt x="317080" y="210209"/>
                </a:lnTo>
                <a:lnTo>
                  <a:pt x="300186" y="141835"/>
                </a:lnTo>
                <a:cubicBezTo>
                  <a:pt x="293900" y="116689"/>
                  <a:pt x="280401" y="96263"/>
                  <a:pt x="259712" y="80547"/>
                </a:cubicBezTo>
                <a:cubicBezTo>
                  <a:pt x="238761" y="64831"/>
                  <a:pt x="215055" y="56967"/>
                  <a:pt x="188595" y="56967"/>
                </a:cubicBezTo>
                <a:cubicBezTo>
                  <a:pt x="156374" y="56967"/>
                  <a:pt x="128999" y="68100"/>
                  <a:pt x="106482" y="90366"/>
                </a:cubicBezTo>
                <a:cubicBezTo>
                  <a:pt x="83953" y="112631"/>
                  <a:pt x="72683" y="139880"/>
                  <a:pt x="72683" y="172090"/>
                </a:cubicBezTo>
                <a:cubicBezTo>
                  <a:pt x="72683" y="188595"/>
                  <a:pt x="76090" y="204311"/>
                  <a:pt x="82902" y="219239"/>
                </a:cubicBezTo>
                <a:cubicBezTo>
                  <a:pt x="89714" y="234178"/>
                  <a:pt x="99270" y="247402"/>
                  <a:pt x="111591" y="258924"/>
                </a:cubicBezTo>
                <a:lnTo>
                  <a:pt x="119832" y="266788"/>
                </a:lnTo>
                <a:lnTo>
                  <a:pt x="119832" y="328864"/>
                </a:lnTo>
                <a:cubicBezTo>
                  <a:pt x="119832" y="331481"/>
                  <a:pt x="119055" y="333573"/>
                  <a:pt x="117478" y="335150"/>
                </a:cubicBezTo>
                <a:cubicBezTo>
                  <a:pt x="115649" y="336979"/>
                  <a:pt x="113546" y="337905"/>
                  <a:pt x="111191" y="337905"/>
                </a:cubicBezTo>
                <a:cubicBezTo>
                  <a:pt x="108574" y="337905"/>
                  <a:pt x="106345" y="336979"/>
                  <a:pt x="104516" y="335150"/>
                </a:cubicBezTo>
                <a:cubicBezTo>
                  <a:pt x="102939" y="333573"/>
                  <a:pt x="102161" y="331481"/>
                  <a:pt x="102161" y="328864"/>
                </a:cubicBezTo>
                <a:lnTo>
                  <a:pt x="102161" y="274640"/>
                </a:lnTo>
                <a:close/>
                <a:moveTo>
                  <a:pt x="194882" y="19763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6903549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950" dirty="0"/>
          </a:p>
        </p:txBody>
      </p:sp>
      <p:sp>
        <p:nvSpPr>
          <p:cNvPr id="26" name="圖示 工廠"/>
          <p:cNvSpPr/>
          <p:nvPr/>
        </p:nvSpPr>
        <p:spPr>
          <a:xfrm>
            <a:off x="777791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2076" y="337905"/>
                </a:moveTo>
                <a:cubicBezTo>
                  <a:pt x="55790" y="337905"/>
                  <a:pt x="50418" y="335676"/>
                  <a:pt x="45971" y="331219"/>
                </a:cubicBezTo>
                <a:cubicBezTo>
                  <a:pt x="41514" y="326772"/>
                  <a:pt x="39296" y="321400"/>
                  <a:pt x="39296" y="315114"/>
                </a:cubicBezTo>
                <a:lnTo>
                  <a:pt x="39296" y="177199"/>
                </a:lnTo>
                <a:cubicBezTo>
                  <a:pt x="39296" y="172490"/>
                  <a:pt x="40599" y="168170"/>
                  <a:pt x="43217" y="164238"/>
                </a:cubicBezTo>
                <a:cubicBezTo>
                  <a:pt x="45583" y="160306"/>
                  <a:pt x="48852" y="157551"/>
                  <a:pt x="53047" y="155985"/>
                </a:cubicBezTo>
                <a:lnTo>
                  <a:pt x="117878" y="128873"/>
                </a:lnTo>
                <a:cubicBezTo>
                  <a:pt x="121535" y="127307"/>
                  <a:pt x="125078" y="127559"/>
                  <a:pt x="128485" y="129662"/>
                </a:cubicBezTo>
                <a:cubicBezTo>
                  <a:pt x="131891" y="131754"/>
                  <a:pt x="133594" y="134771"/>
                  <a:pt x="133594" y="138692"/>
                </a:cubicBezTo>
                <a:lnTo>
                  <a:pt x="133594" y="153231"/>
                </a:lnTo>
                <a:lnTo>
                  <a:pt x="196847" y="127696"/>
                </a:lnTo>
                <a:cubicBezTo>
                  <a:pt x="200516" y="126119"/>
                  <a:pt x="204048" y="126519"/>
                  <a:pt x="207455" y="128873"/>
                </a:cubicBezTo>
                <a:cubicBezTo>
                  <a:pt x="210598" y="130965"/>
                  <a:pt x="212175" y="134108"/>
                  <a:pt x="212175" y="138303"/>
                </a:cubicBezTo>
                <a:lnTo>
                  <a:pt x="212175" y="165026"/>
                </a:lnTo>
                <a:lnTo>
                  <a:pt x="337905" y="165026"/>
                </a:lnTo>
                <a:lnTo>
                  <a:pt x="337905" y="315114"/>
                </a:lnTo>
                <a:cubicBezTo>
                  <a:pt x="337905" y="321400"/>
                  <a:pt x="335676" y="326772"/>
                  <a:pt x="331219" y="331219"/>
                </a:cubicBezTo>
                <a:cubicBezTo>
                  <a:pt x="326772" y="335676"/>
                  <a:pt x="321400" y="337905"/>
                  <a:pt x="315114" y="337905"/>
                </a:cubicBezTo>
                <a:lnTo>
                  <a:pt x="62076" y="337905"/>
                </a:lnTo>
                <a:close/>
                <a:moveTo>
                  <a:pt x="62076" y="320223"/>
                </a:moveTo>
                <a:lnTo>
                  <a:pt x="315114" y="320223"/>
                </a:lnTo>
                <a:cubicBezTo>
                  <a:pt x="316680" y="320223"/>
                  <a:pt x="317857" y="319697"/>
                  <a:pt x="318646" y="318646"/>
                </a:cubicBezTo>
                <a:cubicBezTo>
                  <a:pt x="319697" y="317857"/>
                  <a:pt x="320223" y="316680"/>
                  <a:pt x="320223" y="315114"/>
                </a:cubicBezTo>
                <a:lnTo>
                  <a:pt x="320223" y="183097"/>
                </a:lnTo>
                <a:lnTo>
                  <a:pt x="194493" y="183097"/>
                </a:lnTo>
                <a:lnTo>
                  <a:pt x="194493" y="147733"/>
                </a:lnTo>
                <a:lnTo>
                  <a:pt x="115912" y="179165"/>
                </a:lnTo>
                <a:lnTo>
                  <a:pt x="115912" y="148121"/>
                </a:lnTo>
                <a:lnTo>
                  <a:pt x="60110" y="172879"/>
                </a:lnTo>
                <a:cubicBezTo>
                  <a:pt x="59070" y="173405"/>
                  <a:pt x="58282" y="174056"/>
                  <a:pt x="57756" y="174845"/>
                </a:cubicBezTo>
                <a:cubicBezTo>
                  <a:pt x="57230" y="175633"/>
                  <a:pt x="56967" y="176548"/>
                  <a:pt x="56967" y="177599"/>
                </a:cubicBezTo>
                <a:lnTo>
                  <a:pt x="56967" y="315114"/>
                </a:lnTo>
                <a:cubicBezTo>
                  <a:pt x="56967" y="316680"/>
                  <a:pt x="57493" y="317857"/>
                  <a:pt x="58544" y="318646"/>
                </a:cubicBezTo>
                <a:cubicBezTo>
                  <a:pt x="59333" y="319697"/>
                  <a:pt x="60510" y="320223"/>
                  <a:pt x="62076" y="320223"/>
                </a:cubicBezTo>
                <a:close/>
                <a:moveTo>
                  <a:pt x="177599" y="279361"/>
                </a:moveTo>
                <a:lnTo>
                  <a:pt x="199602" y="279361"/>
                </a:lnTo>
                <a:lnTo>
                  <a:pt x="199602" y="223559"/>
                </a:lnTo>
                <a:lnTo>
                  <a:pt x="177599" y="223559"/>
                </a:lnTo>
                <a:lnTo>
                  <a:pt x="177599" y="279361"/>
                </a:lnTo>
                <a:close/>
                <a:moveTo>
                  <a:pt x="114734" y="279361"/>
                </a:moveTo>
                <a:lnTo>
                  <a:pt x="136737" y="279361"/>
                </a:lnTo>
                <a:lnTo>
                  <a:pt x="136737" y="223559"/>
                </a:lnTo>
                <a:lnTo>
                  <a:pt x="114734" y="223559"/>
                </a:lnTo>
                <a:lnTo>
                  <a:pt x="114734" y="279361"/>
                </a:lnTo>
                <a:close/>
                <a:moveTo>
                  <a:pt x="240464" y="279361"/>
                </a:moveTo>
                <a:lnTo>
                  <a:pt x="262467" y="279361"/>
                </a:lnTo>
                <a:lnTo>
                  <a:pt x="262467" y="223559"/>
                </a:lnTo>
                <a:lnTo>
                  <a:pt x="240464" y="223559"/>
                </a:lnTo>
                <a:lnTo>
                  <a:pt x="240464" y="279361"/>
                </a:lnTo>
                <a:close/>
                <a:moveTo>
                  <a:pt x="337905" y="165026"/>
                </a:moveTo>
                <a:lnTo>
                  <a:pt x="279749" y="165026"/>
                </a:lnTo>
                <a:lnTo>
                  <a:pt x="294677" y="53435"/>
                </a:lnTo>
                <a:cubicBezTo>
                  <a:pt x="294940" y="51081"/>
                  <a:pt x="295991" y="49115"/>
                  <a:pt x="297820" y="47537"/>
                </a:cubicBezTo>
                <a:cubicBezTo>
                  <a:pt x="299660" y="45971"/>
                  <a:pt x="301626" y="45183"/>
                  <a:pt x="303718" y="45183"/>
                </a:cubicBezTo>
                <a:lnTo>
                  <a:pt x="315502" y="45183"/>
                </a:lnTo>
                <a:cubicBezTo>
                  <a:pt x="317594" y="45183"/>
                  <a:pt x="319434" y="45971"/>
                  <a:pt x="321000" y="47537"/>
                </a:cubicBezTo>
                <a:cubicBezTo>
                  <a:pt x="322577" y="49115"/>
                  <a:pt x="323629" y="50944"/>
                  <a:pt x="324143" y="53047"/>
                </a:cubicBezTo>
                <a:lnTo>
                  <a:pt x="337905" y="165026"/>
                </a:lnTo>
                <a:close/>
                <a:moveTo>
                  <a:pt x="62076" y="320223"/>
                </a:moveTo>
                <a:lnTo>
                  <a:pt x="56967" y="320223"/>
                </a:lnTo>
                <a:lnTo>
                  <a:pt x="320223" y="320223"/>
                </a:lnTo>
                <a:lnTo>
                  <a:pt x="62076" y="32022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75969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950" dirty="0"/>
          </a:p>
        </p:txBody>
      </p:sp>
      <p:sp>
        <p:nvSpPr>
          <p:cNvPr id="28" name="圖示 晶圓"/>
          <p:cNvSpPr/>
          <p:nvPr/>
        </p:nvSpPr>
        <p:spPr>
          <a:xfrm>
            <a:off x="847131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839" y="334762"/>
                </a:moveTo>
                <a:cubicBezTo>
                  <a:pt x="60659" y="307021"/>
                  <a:pt x="20094" y="233321"/>
                  <a:pt x="34210" y="159197"/>
                </a:cubicBezTo>
                <a:cubicBezTo>
                  <a:pt x="48326" y="85062"/>
                  <a:pt x="113134" y="31433"/>
                  <a:pt x="188595" y="31433"/>
                </a:cubicBezTo>
                <a:cubicBezTo>
                  <a:pt x="264056" y="31433"/>
                  <a:pt x="328864" y="85062"/>
                  <a:pt x="342980" y="159197"/>
                </a:cubicBezTo>
                <a:cubicBezTo>
                  <a:pt x="357096" y="233321"/>
                  <a:pt x="316531" y="307021"/>
                  <a:pt x="246351" y="334762"/>
                </a:cubicBezTo>
                <a:close/>
                <a:moveTo>
                  <a:pt x="243288" y="319046"/>
                </a:moveTo>
                <a:cubicBezTo>
                  <a:pt x="305410" y="292997"/>
                  <a:pt x="340545" y="226748"/>
                  <a:pt x="327264" y="160706"/>
                </a:cubicBezTo>
                <a:cubicBezTo>
                  <a:pt x="313982" y="94663"/>
                  <a:pt x="255963" y="47149"/>
                  <a:pt x="188595" y="47149"/>
                </a:cubicBezTo>
                <a:cubicBezTo>
                  <a:pt x="121227" y="47149"/>
                  <a:pt x="63208" y="94663"/>
                  <a:pt x="49926" y="160706"/>
                </a:cubicBezTo>
                <a:cubicBezTo>
                  <a:pt x="36645" y="226748"/>
                  <a:pt x="71780" y="292997"/>
                  <a:pt x="133902" y="319046"/>
                </a:cubicBezTo>
                <a:close/>
                <a:moveTo>
                  <a:pt x="129662" y="121798"/>
                </a:moveTo>
                <a:lnTo>
                  <a:pt x="168947" y="121798"/>
                </a:lnTo>
                <a:cubicBezTo>
                  <a:pt x="173290" y="121798"/>
                  <a:pt x="176811" y="125319"/>
                  <a:pt x="176811" y="129662"/>
                </a:cubicBezTo>
                <a:lnTo>
                  <a:pt x="176811" y="168947"/>
                </a:lnTo>
                <a:cubicBezTo>
                  <a:pt x="176811" y="173290"/>
                  <a:pt x="173290" y="176811"/>
                  <a:pt x="168947" y="176811"/>
                </a:cubicBezTo>
                <a:lnTo>
                  <a:pt x="129662" y="176811"/>
                </a:lnTo>
                <a:cubicBezTo>
                  <a:pt x="125319" y="176811"/>
                  <a:pt x="121798" y="173290"/>
                  <a:pt x="121798" y="168947"/>
                </a:cubicBezTo>
                <a:lnTo>
                  <a:pt x="121798" y="129662"/>
                </a:lnTo>
                <a:cubicBezTo>
                  <a:pt x="121798" y="125319"/>
                  <a:pt x="125319" y="121798"/>
                  <a:pt x="129662" y="121798"/>
                </a:cubicBezTo>
                <a:close/>
                <a:moveTo>
                  <a:pt x="208243" y="121798"/>
                </a:moveTo>
                <a:lnTo>
                  <a:pt x="247528" y="121798"/>
                </a:lnTo>
                <a:cubicBezTo>
                  <a:pt x="251871" y="121798"/>
                  <a:pt x="255392" y="125319"/>
                  <a:pt x="255392" y="129662"/>
                </a:cubicBezTo>
                <a:lnTo>
                  <a:pt x="255392" y="168947"/>
                </a:lnTo>
                <a:cubicBezTo>
                  <a:pt x="255392" y="173290"/>
                  <a:pt x="251871" y="176811"/>
                  <a:pt x="247528" y="176811"/>
                </a:cubicBezTo>
                <a:lnTo>
                  <a:pt x="208243" y="176811"/>
                </a:lnTo>
                <a:cubicBezTo>
                  <a:pt x="203900" y="176811"/>
                  <a:pt x="200379" y="173290"/>
                  <a:pt x="200379" y="168947"/>
                </a:cubicBezTo>
                <a:lnTo>
                  <a:pt x="200379" y="129662"/>
                </a:lnTo>
                <a:cubicBezTo>
                  <a:pt x="200379" y="125319"/>
                  <a:pt x="203900" y="121798"/>
                  <a:pt x="208243" y="121798"/>
                </a:cubicBezTo>
                <a:close/>
                <a:moveTo>
                  <a:pt x="129662" y="200379"/>
                </a:moveTo>
                <a:lnTo>
                  <a:pt x="168947" y="200379"/>
                </a:lnTo>
                <a:cubicBezTo>
                  <a:pt x="173290" y="200379"/>
                  <a:pt x="176811" y="203900"/>
                  <a:pt x="176811" y="208243"/>
                </a:cubicBezTo>
                <a:lnTo>
                  <a:pt x="176811" y="247528"/>
                </a:lnTo>
                <a:cubicBezTo>
                  <a:pt x="176811" y="251871"/>
                  <a:pt x="173290" y="255392"/>
                  <a:pt x="168947" y="255392"/>
                </a:cubicBezTo>
                <a:lnTo>
                  <a:pt x="129662" y="255392"/>
                </a:lnTo>
                <a:cubicBezTo>
                  <a:pt x="125319" y="255392"/>
                  <a:pt x="121798" y="251871"/>
                  <a:pt x="121798" y="247528"/>
                </a:cubicBezTo>
                <a:lnTo>
                  <a:pt x="121798" y="208243"/>
                </a:lnTo>
                <a:cubicBezTo>
                  <a:pt x="121798" y="203900"/>
                  <a:pt x="125319" y="200379"/>
                  <a:pt x="129662" y="200379"/>
                </a:cubicBezTo>
                <a:close/>
                <a:moveTo>
                  <a:pt x="208243" y="200379"/>
                </a:moveTo>
                <a:lnTo>
                  <a:pt x="247528" y="200379"/>
                </a:lnTo>
                <a:cubicBezTo>
                  <a:pt x="251871" y="200379"/>
                  <a:pt x="255392" y="203900"/>
                  <a:pt x="255392" y="208243"/>
                </a:cubicBezTo>
                <a:lnTo>
                  <a:pt x="255392" y="247528"/>
                </a:lnTo>
                <a:cubicBezTo>
                  <a:pt x="255392" y="251871"/>
                  <a:pt x="251871" y="255392"/>
                  <a:pt x="247528" y="255392"/>
                </a:cubicBezTo>
                <a:lnTo>
                  <a:pt x="208243" y="255392"/>
                </a:lnTo>
                <a:cubicBezTo>
                  <a:pt x="203900" y="255392"/>
                  <a:pt x="200379" y="251871"/>
                  <a:pt x="200379" y="247528"/>
                </a:cubicBezTo>
                <a:lnTo>
                  <a:pt x="200379" y="208243"/>
                </a:lnTo>
                <a:cubicBezTo>
                  <a:pt x="200379" y="203900"/>
                  <a:pt x="203900" y="200379"/>
                  <a:pt x="208243" y="200379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2903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950" dirty="0"/>
          </a:p>
        </p:txBody>
      </p:sp>
      <p:sp>
        <p:nvSpPr>
          <p:cNvPr id="30" name="圖示 晶片"/>
          <p:cNvSpPr/>
          <p:nvPr/>
        </p:nvSpPr>
        <p:spPr>
          <a:xfrm>
            <a:off x="916471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4019" y="211775"/>
                </a:moveTo>
                <a:lnTo>
                  <a:pt x="154019" y="165804"/>
                </a:lnTo>
                <a:cubicBezTo>
                  <a:pt x="154019" y="162660"/>
                  <a:pt x="155197" y="159917"/>
                  <a:pt x="157551" y="157551"/>
                </a:cubicBezTo>
                <a:cubicBezTo>
                  <a:pt x="159654" y="155459"/>
                  <a:pt x="162272" y="154408"/>
                  <a:pt x="165415" y="154408"/>
                </a:cubicBezTo>
                <a:lnTo>
                  <a:pt x="211386" y="154408"/>
                </a:lnTo>
                <a:cubicBezTo>
                  <a:pt x="214530" y="154408"/>
                  <a:pt x="217273" y="155459"/>
                  <a:pt x="219639" y="157551"/>
                </a:cubicBezTo>
                <a:cubicBezTo>
                  <a:pt x="221731" y="159917"/>
                  <a:pt x="222782" y="162660"/>
                  <a:pt x="222782" y="165804"/>
                </a:cubicBezTo>
                <a:lnTo>
                  <a:pt x="222782" y="211775"/>
                </a:lnTo>
                <a:cubicBezTo>
                  <a:pt x="222782" y="214918"/>
                  <a:pt x="221731" y="217536"/>
                  <a:pt x="219639" y="219639"/>
                </a:cubicBezTo>
                <a:cubicBezTo>
                  <a:pt x="217273" y="221993"/>
                  <a:pt x="214530" y="223171"/>
                  <a:pt x="211386" y="223171"/>
                </a:cubicBezTo>
                <a:lnTo>
                  <a:pt x="165415" y="223171"/>
                </a:lnTo>
                <a:cubicBezTo>
                  <a:pt x="162272" y="223171"/>
                  <a:pt x="159654" y="221993"/>
                  <a:pt x="157551" y="219639"/>
                </a:cubicBezTo>
                <a:cubicBezTo>
                  <a:pt x="155197" y="217536"/>
                  <a:pt x="154019" y="214918"/>
                  <a:pt x="154019" y="211775"/>
                </a:cubicBezTo>
                <a:close/>
                <a:moveTo>
                  <a:pt x="172090" y="205100"/>
                </a:moveTo>
                <a:lnTo>
                  <a:pt x="205100" y="205100"/>
                </a:lnTo>
                <a:lnTo>
                  <a:pt x="205100" y="172090"/>
                </a:lnTo>
                <a:lnTo>
                  <a:pt x="172090" y="172090"/>
                </a:lnTo>
                <a:lnTo>
                  <a:pt x="172090" y="205100"/>
                </a:lnTo>
                <a:close/>
                <a:moveTo>
                  <a:pt x="145378" y="309616"/>
                </a:moveTo>
                <a:lnTo>
                  <a:pt x="145378" y="290756"/>
                </a:lnTo>
                <a:lnTo>
                  <a:pt x="109225" y="290756"/>
                </a:lnTo>
                <a:cubicBezTo>
                  <a:pt x="102939" y="290756"/>
                  <a:pt x="97566" y="288527"/>
                  <a:pt x="93120" y="284070"/>
                </a:cubicBezTo>
                <a:cubicBezTo>
                  <a:pt x="88663" y="279624"/>
                  <a:pt x="86445" y="274251"/>
                  <a:pt x="86445" y="267965"/>
                </a:cubicBezTo>
                <a:lnTo>
                  <a:pt x="86445" y="231812"/>
                </a:lnTo>
                <a:lnTo>
                  <a:pt x="67586" y="231812"/>
                </a:lnTo>
                <a:cubicBezTo>
                  <a:pt x="64957" y="231812"/>
                  <a:pt x="62865" y="230897"/>
                  <a:pt x="61299" y="229069"/>
                </a:cubicBezTo>
                <a:cubicBezTo>
                  <a:pt x="59459" y="227491"/>
                  <a:pt x="58544" y="225400"/>
                  <a:pt x="58544" y="222782"/>
                </a:cubicBezTo>
                <a:cubicBezTo>
                  <a:pt x="58544" y="220153"/>
                  <a:pt x="59459" y="218062"/>
                  <a:pt x="61299" y="216496"/>
                </a:cubicBezTo>
                <a:cubicBezTo>
                  <a:pt x="62865" y="214918"/>
                  <a:pt x="64957" y="214130"/>
                  <a:pt x="67586" y="214130"/>
                </a:cubicBezTo>
                <a:lnTo>
                  <a:pt x="86445" y="214130"/>
                </a:lnTo>
                <a:lnTo>
                  <a:pt x="86445" y="162272"/>
                </a:lnTo>
                <a:lnTo>
                  <a:pt x="67586" y="162272"/>
                </a:lnTo>
                <a:cubicBezTo>
                  <a:pt x="64957" y="162272"/>
                  <a:pt x="62865" y="161357"/>
                  <a:pt x="61299" y="159517"/>
                </a:cubicBezTo>
                <a:cubicBezTo>
                  <a:pt x="59459" y="157688"/>
                  <a:pt x="58544" y="155597"/>
                  <a:pt x="58544" y="153231"/>
                </a:cubicBezTo>
                <a:cubicBezTo>
                  <a:pt x="58544" y="150613"/>
                  <a:pt x="59459" y="148521"/>
                  <a:pt x="61299" y="146944"/>
                </a:cubicBezTo>
                <a:cubicBezTo>
                  <a:pt x="62865" y="145115"/>
                  <a:pt x="64957" y="144201"/>
                  <a:pt x="67586" y="144201"/>
                </a:cubicBezTo>
                <a:lnTo>
                  <a:pt x="86445" y="144201"/>
                </a:lnTo>
                <a:lnTo>
                  <a:pt x="86445" y="108048"/>
                </a:lnTo>
                <a:cubicBezTo>
                  <a:pt x="86445" y="101761"/>
                  <a:pt x="88663" y="96389"/>
                  <a:pt x="93120" y="91943"/>
                </a:cubicBezTo>
                <a:cubicBezTo>
                  <a:pt x="97566" y="87485"/>
                  <a:pt x="102939" y="85256"/>
                  <a:pt x="109225" y="85256"/>
                </a:cubicBezTo>
                <a:lnTo>
                  <a:pt x="145378" y="85256"/>
                </a:lnTo>
                <a:lnTo>
                  <a:pt x="145378" y="67586"/>
                </a:lnTo>
                <a:cubicBezTo>
                  <a:pt x="145378" y="64957"/>
                  <a:pt x="146293" y="62865"/>
                  <a:pt x="148121" y="61299"/>
                </a:cubicBezTo>
                <a:cubicBezTo>
                  <a:pt x="149699" y="59459"/>
                  <a:pt x="151790" y="58544"/>
                  <a:pt x="154408" y="58544"/>
                </a:cubicBezTo>
                <a:cubicBezTo>
                  <a:pt x="157037" y="58544"/>
                  <a:pt x="159128" y="59459"/>
                  <a:pt x="160694" y="61299"/>
                </a:cubicBezTo>
                <a:cubicBezTo>
                  <a:pt x="162272" y="62865"/>
                  <a:pt x="163060" y="64957"/>
                  <a:pt x="163060" y="67586"/>
                </a:cubicBezTo>
                <a:lnTo>
                  <a:pt x="163060" y="85256"/>
                </a:lnTo>
                <a:lnTo>
                  <a:pt x="214918" y="85256"/>
                </a:lnTo>
                <a:lnTo>
                  <a:pt x="214918" y="67586"/>
                </a:lnTo>
                <a:cubicBezTo>
                  <a:pt x="214918" y="64957"/>
                  <a:pt x="215833" y="62865"/>
                  <a:pt x="217673" y="61299"/>
                </a:cubicBezTo>
                <a:cubicBezTo>
                  <a:pt x="219502" y="59459"/>
                  <a:pt x="221605" y="58544"/>
                  <a:pt x="223959" y="58544"/>
                </a:cubicBezTo>
                <a:cubicBezTo>
                  <a:pt x="226577" y="58544"/>
                  <a:pt x="228669" y="59459"/>
                  <a:pt x="230246" y="61299"/>
                </a:cubicBezTo>
                <a:cubicBezTo>
                  <a:pt x="232075" y="62865"/>
                  <a:pt x="232989" y="64957"/>
                  <a:pt x="232989" y="67586"/>
                </a:cubicBezTo>
                <a:lnTo>
                  <a:pt x="232989" y="85256"/>
                </a:lnTo>
                <a:lnTo>
                  <a:pt x="269142" y="85256"/>
                </a:lnTo>
                <a:cubicBezTo>
                  <a:pt x="275429" y="85256"/>
                  <a:pt x="280801" y="87485"/>
                  <a:pt x="285247" y="91943"/>
                </a:cubicBezTo>
                <a:cubicBezTo>
                  <a:pt x="289705" y="96389"/>
                  <a:pt x="291934" y="101761"/>
                  <a:pt x="291934" y="108048"/>
                </a:cubicBezTo>
                <a:lnTo>
                  <a:pt x="291934" y="144201"/>
                </a:lnTo>
                <a:lnTo>
                  <a:pt x="309616" y="144201"/>
                </a:lnTo>
                <a:cubicBezTo>
                  <a:pt x="312233" y="144201"/>
                  <a:pt x="314325" y="145115"/>
                  <a:pt x="315902" y="146944"/>
                </a:cubicBezTo>
                <a:cubicBezTo>
                  <a:pt x="317731" y="148521"/>
                  <a:pt x="318646" y="150613"/>
                  <a:pt x="318646" y="153231"/>
                </a:cubicBezTo>
                <a:cubicBezTo>
                  <a:pt x="318646" y="155848"/>
                  <a:pt x="317731" y="157951"/>
                  <a:pt x="315902" y="159517"/>
                </a:cubicBezTo>
                <a:cubicBezTo>
                  <a:pt x="314325" y="161357"/>
                  <a:pt x="312233" y="162272"/>
                  <a:pt x="309616" y="162272"/>
                </a:cubicBezTo>
                <a:lnTo>
                  <a:pt x="291934" y="162272"/>
                </a:lnTo>
                <a:lnTo>
                  <a:pt x="291934" y="214130"/>
                </a:lnTo>
                <a:lnTo>
                  <a:pt x="309616" y="214130"/>
                </a:lnTo>
                <a:cubicBezTo>
                  <a:pt x="312233" y="214130"/>
                  <a:pt x="314325" y="214918"/>
                  <a:pt x="315902" y="216496"/>
                </a:cubicBezTo>
                <a:cubicBezTo>
                  <a:pt x="317731" y="218324"/>
                  <a:pt x="318646" y="220553"/>
                  <a:pt x="318646" y="223171"/>
                </a:cubicBezTo>
                <a:cubicBezTo>
                  <a:pt x="318646" y="225525"/>
                  <a:pt x="317731" y="227628"/>
                  <a:pt x="315902" y="229457"/>
                </a:cubicBezTo>
                <a:cubicBezTo>
                  <a:pt x="314325" y="231035"/>
                  <a:pt x="312233" y="231812"/>
                  <a:pt x="309616" y="231812"/>
                </a:cubicBezTo>
                <a:lnTo>
                  <a:pt x="291934" y="231812"/>
                </a:lnTo>
                <a:lnTo>
                  <a:pt x="291934" y="267965"/>
                </a:lnTo>
                <a:cubicBezTo>
                  <a:pt x="291934" y="274251"/>
                  <a:pt x="289705" y="279624"/>
                  <a:pt x="285247" y="284070"/>
                </a:cubicBezTo>
                <a:cubicBezTo>
                  <a:pt x="280801" y="288527"/>
                  <a:pt x="275429" y="290756"/>
                  <a:pt x="269142" y="290756"/>
                </a:cubicBezTo>
                <a:lnTo>
                  <a:pt x="232989" y="290756"/>
                </a:lnTo>
                <a:lnTo>
                  <a:pt x="232989" y="309616"/>
                </a:lnTo>
                <a:cubicBezTo>
                  <a:pt x="232989" y="312233"/>
                  <a:pt x="232075" y="314325"/>
                  <a:pt x="230246" y="315902"/>
                </a:cubicBezTo>
                <a:cubicBezTo>
                  <a:pt x="228669" y="317731"/>
                  <a:pt x="226577" y="318646"/>
                  <a:pt x="223959" y="318646"/>
                </a:cubicBezTo>
                <a:cubicBezTo>
                  <a:pt x="221342" y="318646"/>
                  <a:pt x="219239" y="317731"/>
                  <a:pt x="217673" y="315902"/>
                </a:cubicBezTo>
                <a:cubicBezTo>
                  <a:pt x="215833" y="314325"/>
                  <a:pt x="214918" y="312233"/>
                  <a:pt x="214918" y="309616"/>
                </a:cubicBezTo>
                <a:lnTo>
                  <a:pt x="214918" y="290756"/>
                </a:lnTo>
                <a:lnTo>
                  <a:pt x="163060" y="290756"/>
                </a:lnTo>
                <a:lnTo>
                  <a:pt x="163060" y="309616"/>
                </a:lnTo>
                <a:cubicBezTo>
                  <a:pt x="163060" y="312233"/>
                  <a:pt x="162272" y="314325"/>
                  <a:pt x="160694" y="315902"/>
                </a:cubicBezTo>
                <a:cubicBezTo>
                  <a:pt x="158866" y="317731"/>
                  <a:pt x="156774" y="318646"/>
                  <a:pt x="154408" y="318646"/>
                </a:cubicBezTo>
                <a:cubicBezTo>
                  <a:pt x="151790" y="318646"/>
                  <a:pt x="149562" y="317731"/>
                  <a:pt x="147733" y="315902"/>
                </a:cubicBezTo>
                <a:cubicBezTo>
                  <a:pt x="146167" y="314325"/>
                  <a:pt x="145378" y="312233"/>
                  <a:pt x="145378" y="309616"/>
                </a:cubicBezTo>
                <a:close/>
                <a:moveTo>
                  <a:pt x="269142" y="273074"/>
                </a:moveTo>
                <a:cubicBezTo>
                  <a:pt x="270445" y="273074"/>
                  <a:pt x="271634" y="272548"/>
                  <a:pt x="272674" y="271497"/>
                </a:cubicBezTo>
                <a:cubicBezTo>
                  <a:pt x="273463" y="270445"/>
                  <a:pt x="273851" y="269268"/>
                  <a:pt x="273851" y="267965"/>
                </a:cubicBezTo>
                <a:lnTo>
                  <a:pt x="273851" y="108048"/>
                </a:lnTo>
                <a:cubicBezTo>
                  <a:pt x="273851" y="106745"/>
                  <a:pt x="273463" y="105556"/>
                  <a:pt x="272674" y="104516"/>
                </a:cubicBezTo>
                <a:cubicBezTo>
                  <a:pt x="271634" y="103727"/>
                  <a:pt x="270445" y="103339"/>
                  <a:pt x="269142" y="103339"/>
                </a:cubicBezTo>
                <a:lnTo>
                  <a:pt x="109225" y="103339"/>
                </a:lnTo>
                <a:cubicBezTo>
                  <a:pt x="107922" y="103339"/>
                  <a:pt x="106745" y="103727"/>
                  <a:pt x="105693" y="104516"/>
                </a:cubicBezTo>
                <a:cubicBezTo>
                  <a:pt x="104642" y="105556"/>
                  <a:pt x="104116" y="106745"/>
                  <a:pt x="104116" y="108048"/>
                </a:cubicBezTo>
                <a:lnTo>
                  <a:pt x="104116" y="267965"/>
                </a:lnTo>
                <a:cubicBezTo>
                  <a:pt x="104116" y="269268"/>
                  <a:pt x="104642" y="270445"/>
                  <a:pt x="105693" y="271497"/>
                </a:cubicBezTo>
                <a:cubicBezTo>
                  <a:pt x="106745" y="272548"/>
                  <a:pt x="107922" y="273074"/>
                  <a:pt x="109225" y="273074"/>
                </a:cubicBezTo>
                <a:lnTo>
                  <a:pt x="269142" y="273074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898375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950" dirty="0"/>
          </a:p>
        </p:txBody>
      </p:sp>
      <p:sp>
        <p:nvSpPr>
          <p:cNvPr id="32" name="圖示 電路板"/>
          <p:cNvSpPr/>
          <p:nvPr/>
        </p:nvSpPr>
        <p:spPr>
          <a:xfrm>
            <a:off x="985811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6797" y="322189"/>
                </a:moveTo>
                <a:cubicBezTo>
                  <a:pt x="60510" y="322189"/>
                  <a:pt x="55138" y="319960"/>
                  <a:pt x="50681" y="315502"/>
                </a:cubicBezTo>
                <a:cubicBezTo>
                  <a:pt x="46234" y="311056"/>
                  <a:pt x="44006" y="305684"/>
                  <a:pt x="44006" y="299397"/>
                </a:cubicBezTo>
                <a:lnTo>
                  <a:pt x="44006" y="77793"/>
                </a:lnTo>
                <a:cubicBezTo>
                  <a:pt x="44006" y="71506"/>
                  <a:pt x="46234" y="66134"/>
                  <a:pt x="50681" y="61688"/>
                </a:cubicBezTo>
                <a:cubicBezTo>
                  <a:pt x="55138" y="57230"/>
                  <a:pt x="60510" y="55013"/>
                  <a:pt x="66797" y="55013"/>
                </a:cubicBezTo>
                <a:lnTo>
                  <a:pt x="288390" y="55013"/>
                </a:lnTo>
                <a:cubicBezTo>
                  <a:pt x="294677" y="55013"/>
                  <a:pt x="300049" y="57230"/>
                  <a:pt x="304507" y="61688"/>
                </a:cubicBezTo>
                <a:cubicBezTo>
                  <a:pt x="308953" y="66134"/>
                  <a:pt x="311182" y="71506"/>
                  <a:pt x="311182" y="77793"/>
                </a:cubicBezTo>
                <a:lnTo>
                  <a:pt x="311182" y="104516"/>
                </a:lnTo>
                <a:lnTo>
                  <a:pt x="324143" y="104516"/>
                </a:lnTo>
                <a:cubicBezTo>
                  <a:pt x="326772" y="104516"/>
                  <a:pt x="328990" y="105430"/>
                  <a:pt x="330830" y="107259"/>
                </a:cubicBezTo>
                <a:cubicBezTo>
                  <a:pt x="332396" y="108836"/>
                  <a:pt x="333185" y="110928"/>
                  <a:pt x="333185" y="113546"/>
                </a:cubicBezTo>
                <a:cubicBezTo>
                  <a:pt x="333185" y="116175"/>
                  <a:pt x="332396" y="118266"/>
                  <a:pt x="330830" y="119832"/>
                </a:cubicBezTo>
                <a:cubicBezTo>
                  <a:pt x="328990" y="121672"/>
                  <a:pt x="326772" y="122587"/>
                  <a:pt x="324143" y="122587"/>
                </a:cubicBezTo>
                <a:lnTo>
                  <a:pt x="311182" y="122587"/>
                </a:lnTo>
                <a:lnTo>
                  <a:pt x="311182" y="179554"/>
                </a:lnTo>
                <a:lnTo>
                  <a:pt x="324543" y="179554"/>
                </a:lnTo>
                <a:cubicBezTo>
                  <a:pt x="326898" y="179554"/>
                  <a:pt x="328990" y="180480"/>
                  <a:pt x="330830" y="182309"/>
                </a:cubicBezTo>
                <a:cubicBezTo>
                  <a:pt x="332396" y="183886"/>
                  <a:pt x="333185" y="185978"/>
                  <a:pt x="333185" y="188595"/>
                </a:cubicBezTo>
                <a:cubicBezTo>
                  <a:pt x="333185" y="191212"/>
                  <a:pt x="332396" y="193316"/>
                  <a:pt x="330830" y="194882"/>
                </a:cubicBezTo>
                <a:cubicBezTo>
                  <a:pt x="328990" y="196710"/>
                  <a:pt x="326772" y="197636"/>
                  <a:pt x="324143" y="197636"/>
                </a:cubicBezTo>
                <a:lnTo>
                  <a:pt x="311182" y="197636"/>
                </a:lnTo>
                <a:lnTo>
                  <a:pt x="311182" y="254603"/>
                </a:lnTo>
                <a:lnTo>
                  <a:pt x="324543" y="254603"/>
                </a:lnTo>
                <a:cubicBezTo>
                  <a:pt x="326898" y="254603"/>
                  <a:pt x="328990" y="255518"/>
                  <a:pt x="330830" y="257358"/>
                </a:cubicBezTo>
                <a:cubicBezTo>
                  <a:pt x="332396" y="259187"/>
                  <a:pt x="333185" y="261278"/>
                  <a:pt x="333185" y="263644"/>
                </a:cubicBezTo>
                <a:cubicBezTo>
                  <a:pt x="333185" y="266262"/>
                  <a:pt x="332396" y="268491"/>
                  <a:pt x="330830" y="270320"/>
                </a:cubicBezTo>
                <a:cubicBezTo>
                  <a:pt x="328990" y="271897"/>
                  <a:pt x="326772" y="272674"/>
                  <a:pt x="324143" y="272674"/>
                </a:cubicBezTo>
                <a:lnTo>
                  <a:pt x="311182" y="272674"/>
                </a:lnTo>
                <a:lnTo>
                  <a:pt x="311182" y="299397"/>
                </a:lnTo>
                <a:cubicBezTo>
                  <a:pt x="311182" y="305684"/>
                  <a:pt x="308953" y="311056"/>
                  <a:pt x="304507" y="315502"/>
                </a:cubicBezTo>
                <a:cubicBezTo>
                  <a:pt x="300049" y="319960"/>
                  <a:pt x="294677" y="322189"/>
                  <a:pt x="288390" y="322189"/>
                </a:cubicBezTo>
                <a:lnTo>
                  <a:pt x="66797" y="322189"/>
                </a:lnTo>
                <a:close/>
                <a:moveTo>
                  <a:pt x="66797" y="304507"/>
                </a:moveTo>
                <a:lnTo>
                  <a:pt x="288390" y="304507"/>
                </a:lnTo>
                <a:cubicBezTo>
                  <a:pt x="289705" y="304507"/>
                  <a:pt x="290882" y="303981"/>
                  <a:pt x="291934" y="302929"/>
                </a:cubicBezTo>
                <a:cubicBezTo>
                  <a:pt x="292974" y="301878"/>
                  <a:pt x="293500" y="300700"/>
                  <a:pt x="293500" y="299397"/>
                </a:cubicBezTo>
                <a:lnTo>
                  <a:pt x="293500" y="77793"/>
                </a:lnTo>
                <a:cubicBezTo>
                  <a:pt x="293500" y="76490"/>
                  <a:pt x="292974" y="75312"/>
                  <a:pt x="291934" y="74261"/>
                </a:cubicBezTo>
                <a:cubicBezTo>
                  <a:pt x="290882" y="73209"/>
                  <a:pt x="289705" y="72683"/>
                  <a:pt x="288390" y="72683"/>
                </a:cubicBezTo>
                <a:lnTo>
                  <a:pt x="66797" y="72683"/>
                </a:lnTo>
                <a:cubicBezTo>
                  <a:pt x="65482" y="72683"/>
                  <a:pt x="64305" y="73209"/>
                  <a:pt x="63254" y="74261"/>
                </a:cubicBezTo>
                <a:cubicBezTo>
                  <a:pt x="62213" y="75312"/>
                  <a:pt x="61688" y="76490"/>
                  <a:pt x="61688" y="77793"/>
                </a:cubicBezTo>
                <a:lnTo>
                  <a:pt x="61688" y="299397"/>
                </a:lnTo>
                <a:cubicBezTo>
                  <a:pt x="61688" y="300700"/>
                  <a:pt x="62213" y="301878"/>
                  <a:pt x="63254" y="302929"/>
                </a:cubicBezTo>
                <a:cubicBezTo>
                  <a:pt x="64305" y="303981"/>
                  <a:pt x="65482" y="304507"/>
                  <a:pt x="66797" y="304507"/>
                </a:cubicBezTo>
                <a:close/>
                <a:moveTo>
                  <a:pt x="104905" y="272674"/>
                </a:moveTo>
                <a:lnTo>
                  <a:pt x="168558" y="272674"/>
                </a:lnTo>
                <a:cubicBezTo>
                  <a:pt x="171701" y="272674"/>
                  <a:pt x="174319" y="271634"/>
                  <a:pt x="176411" y="269531"/>
                </a:cubicBezTo>
                <a:cubicBezTo>
                  <a:pt x="178777" y="267176"/>
                  <a:pt x="179954" y="264422"/>
                  <a:pt x="179954" y="261278"/>
                </a:cubicBezTo>
                <a:lnTo>
                  <a:pt x="179954" y="217273"/>
                </a:lnTo>
                <a:cubicBezTo>
                  <a:pt x="179954" y="213867"/>
                  <a:pt x="178777" y="211124"/>
                  <a:pt x="176411" y="209032"/>
                </a:cubicBezTo>
                <a:cubicBezTo>
                  <a:pt x="174319" y="206929"/>
                  <a:pt x="171701" y="205889"/>
                  <a:pt x="168558" y="205889"/>
                </a:cubicBezTo>
                <a:lnTo>
                  <a:pt x="104905" y="205889"/>
                </a:lnTo>
                <a:cubicBezTo>
                  <a:pt x="101761" y="205889"/>
                  <a:pt x="99018" y="206929"/>
                  <a:pt x="96652" y="209032"/>
                </a:cubicBezTo>
                <a:cubicBezTo>
                  <a:pt x="94560" y="211124"/>
                  <a:pt x="93509" y="213867"/>
                  <a:pt x="93509" y="217273"/>
                </a:cubicBezTo>
                <a:lnTo>
                  <a:pt x="93509" y="261278"/>
                </a:lnTo>
                <a:cubicBezTo>
                  <a:pt x="93509" y="264422"/>
                  <a:pt x="94560" y="267176"/>
                  <a:pt x="96652" y="269531"/>
                </a:cubicBezTo>
                <a:cubicBezTo>
                  <a:pt x="99018" y="271634"/>
                  <a:pt x="101761" y="272674"/>
                  <a:pt x="104905" y="272674"/>
                </a:cubicBezTo>
                <a:close/>
                <a:moveTo>
                  <a:pt x="207066" y="150876"/>
                </a:moveTo>
                <a:lnTo>
                  <a:pt x="250283" y="150876"/>
                </a:lnTo>
                <a:cubicBezTo>
                  <a:pt x="253426" y="150876"/>
                  <a:pt x="256043" y="149824"/>
                  <a:pt x="258135" y="147733"/>
                </a:cubicBezTo>
                <a:cubicBezTo>
                  <a:pt x="260501" y="145641"/>
                  <a:pt x="261678" y="143024"/>
                  <a:pt x="261678" y="139880"/>
                </a:cubicBezTo>
                <a:lnTo>
                  <a:pt x="261678" y="115912"/>
                </a:lnTo>
                <a:cubicBezTo>
                  <a:pt x="261678" y="112768"/>
                  <a:pt x="260501" y="110014"/>
                  <a:pt x="258135" y="107659"/>
                </a:cubicBezTo>
                <a:cubicBezTo>
                  <a:pt x="256043" y="105556"/>
                  <a:pt x="253426" y="104516"/>
                  <a:pt x="250283" y="104516"/>
                </a:cubicBezTo>
                <a:lnTo>
                  <a:pt x="207066" y="104516"/>
                </a:lnTo>
                <a:cubicBezTo>
                  <a:pt x="203923" y="104516"/>
                  <a:pt x="201168" y="105556"/>
                  <a:pt x="198813" y="107659"/>
                </a:cubicBezTo>
                <a:cubicBezTo>
                  <a:pt x="196710" y="110014"/>
                  <a:pt x="195670" y="112768"/>
                  <a:pt x="195670" y="115912"/>
                </a:cubicBezTo>
                <a:lnTo>
                  <a:pt x="195670" y="139880"/>
                </a:lnTo>
                <a:cubicBezTo>
                  <a:pt x="195670" y="143024"/>
                  <a:pt x="196710" y="145641"/>
                  <a:pt x="198813" y="147733"/>
                </a:cubicBezTo>
                <a:cubicBezTo>
                  <a:pt x="201168" y="149824"/>
                  <a:pt x="203923" y="150876"/>
                  <a:pt x="207066" y="150876"/>
                </a:cubicBezTo>
                <a:close/>
                <a:moveTo>
                  <a:pt x="104905" y="189772"/>
                </a:moveTo>
                <a:lnTo>
                  <a:pt x="168558" y="189772"/>
                </a:lnTo>
                <a:cubicBezTo>
                  <a:pt x="171701" y="189772"/>
                  <a:pt x="174319" y="188721"/>
                  <a:pt x="176411" y="186629"/>
                </a:cubicBezTo>
                <a:cubicBezTo>
                  <a:pt x="178777" y="184537"/>
                  <a:pt x="179954" y="181920"/>
                  <a:pt x="179954" y="178777"/>
                </a:cubicBezTo>
                <a:lnTo>
                  <a:pt x="179954" y="115912"/>
                </a:lnTo>
                <a:cubicBezTo>
                  <a:pt x="179954" y="112768"/>
                  <a:pt x="178777" y="110014"/>
                  <a:pt x="176411" y="107659"/>
                </a:cubicBezTo>
                <a:cubicBezTo>
                  <a:pt x="174319" y="105556"/>
                  <a:pt x="171701" y="104516"/>
                  <a:pt x="168558" y="104516"/>
                </a:cubicBezTo>
                <a:lnTo>
                  <a:pt x="104905" y="104516"/>
                </a:lnTo>
                <a:cubicBezTo>
                  <a:pt x="101761" y="104516"/>
                  <a:pt x="99018" y="105556"/>
                  <a:pt x="96652" y="107659"/>
                </a:cubicBezTo>
                <a:cubicBezTo>
                  <a:pt x="94560" y="110014"/>
                  <a:pt x="93509" y="112768"/>
                  <a:pt x="93509" y="115912"/>
                </a:cubicBezTo>
                <a:lnTo>
                  <a:pt x="93509" y="178777"/>
                </a:lnTo>
                <a:cubicBezTo>
                  <a:pt x="93509" y="181920"/>
                  <a:pt x="94560" y="184537"/>
                  <a:pt x="96652" y="186629"/>
                </a:cubicBezTo>
                <a:cubicBezTo>
                  <a:pt x="99018" y="188721"/>
                  <a:pt x="101761" y="189772"/>
                  <a:pt x="104905" y="189772"/>
                </a:cubicBezTo>
                <a:close/>
                <a:moveTo>
                  <a:pt x="207066" y="272674"/>
                </a:moveTo>
                <a:lnTo>
                  <a:pt x="250283" y="272674"/>
                </a:lnTo>
                <a:cubicBezTo>
                  <a:pt x="253426" y="272674"/>
                  <a:pt x="256043" y="271634"/>
                  <a:pt x="258135" y="269531"/>
                </a:cubicBezTo>
                <a:cubicBezTo>
                  <a:pt x="260501" y="267176"/>
                  <a:pt x="261678" y="264422"/>
                  <a:pt x="261678" y="261278"/>
                </a:cubicBezTo>
                <a:lnTo>
                  <a:pt x="261678" y="178377"/>
                </a:lnTo>
                <a:cubicBezTo>
                  <a:pt x="261678" y="175233"/>
                  <a:pt x="260501" y="172490"/>
                  <a:pt x="258135" y="170124"/>
                </a:cubicBezTo>
                <a:cubicBezTo>
                  <a:pt x="256043" y="168032"/>
                  <a:pt x="253426" y="166981"/>
                  <a:pt x="250283" y="166981"/>
                </a:cubicBezTo>
                <a:lnTo>
                  <a:pt x="207066" y="166981"/>
                </a:lnTo>
                <a:cubicBezTo>
                  <a:pt x="203923" y="166981"/>
                  <a:pt x="201168" y="168032"/>
                  <a:pt x="198813" y="170124"/>
                </a:cubicBezTo>
                <a:cubicBezTo>
                  <a:pt x="196710" y="172490"/>
                  <a:pt x="195670" y="175233"/>
                  <a:pt x="195670" y="178377"/>
                </a:cubicBezTo>
                <a:lnTo>
                  <a:pt x="195670" y="261278"/>
                </a:lnTo>
                <a:cubicBezTo>
                  <a:pt x="195670" y="264422"/>
                  <a:pt x="196710" y="267176"/>
                  <a:pt x="198813" y="269531"/>
                </a:cubicBezTo>
                <a:cubicBezTo>
                  <a:pt x="201168" y="271634"/>
                  <a:pt x="203923" y="272674"/>
                  <a:pt x="207066" y="272674"/>
                </a:cubicBezTo>
                <a:close/>
                <a:moveTo>
                  <a:pt x="61688" y="72683"/>
                </a:moveTo>
                <a:lnTo>
                  <a:pt x="61688" y="304507"/>
                </a:lnTo>
                <a:lnTo>
                  <a:pt x="61688" y="7268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967715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950" dirty="0"/>
          </a:p>
        </p:txBody>
      </p:sp>
      <p:sp>
        <p:nvSpPr>
          <p:cNvPr id="34" name="圖示 機台"/>
          <p:cNvSpPr/>
          <p:nvPr/>
        </p:nvSpPr>
        <p:spPr>
          <a:xfrm>
            <a:off x="1055151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4868" y="317857"/>
                </a:moveTo>
                <a:cubicBezTo>
                  <a:pt x="80936" y="317857"/>
                  <a:pt x="77530" y="316554"/>
                  <a:pt x="74649" y="313936"/>
                </a:cubicBezTo>
                <a:cubicBezTo>
                  <a:pt x="72032" y="311056"/>
                  <a:pt x="70729" y="307650"/>
                  <a:pt x="70729" y="303718"/>
                </a:cubicBezTo>
                <a:cubicBezTo>
                  <a:pt x="70729" y="299523"/>
                  <a:pt x="72032" y="296117"/>
                  <a:pt x="74649" y="293500"/>
                </a:cubicBezTo>
                <a:cubicBezTo>
                  <a:pt x="77530" y="290619"/>
                  <a:pt x="80936" y="289179"/>
                  <a:pt x="84868" y="289179"/>
                </a:cubicBezTo>
                <a:lnTo>
                  <a:pt x="119832" y="289179"/>
                </a:lnTo>
                <a:lnTo>
                  <a:pt x="78193" y="148910"/>
                </a:lnTo>
                <a:cubicBezTo>
                  <a:pt x="70329" y="145241"/>
                  <a:pt x="64179" y="140269"/>
                  <a:pt x="59722" y="133982"/>
                </a:cubicBezTo>
                <a:cubicBezTo>
                  <a:pt x="55264" y="127959"/>
                  <a:pt x="53047" y="119832"/>
                  <a:pt x="53047" y="109625"/>
                </a:cubicBezTo>
                <a:cubicBezTo>
                  <a:pt x="53047" y="98355"/>
                  <a:pt x="57104" y="88537"/>
                  <a:pt x="65220" y="80159"/>
                </a:cubicBezTo>
                <a:cubicBezTo>
                  <a:pt x="73609" y="71769"/>
                  <a:pt x="83553" y="67586"/>
                  <a:pt x="95086" y="67586"/>
                </a:cubicBezTo>
                <a:cubicBezTo>
                  <a:pt x="105819" y="67586"/>
                  <a:pt x="114860" y="70729"/>
                  <a:pt x="122198" y="77015"/>
                </a:cubicBezTo>
                <a:cubicBezTo>
                  <a:pt x="129262" y="83039"/>
                  <a:pt x="133982" y="91029"/>
                  <a:pt x="136337" y="100973"/>
                </a:cubicBezTo>
                <a:lnTo>
                  <a:pt x="195270" y="100973"/>
                </a:lnTo>
                <a:lnTo>
                  <a:pt x="195270" y="75827"/>
                </a:lnTo>
                <a:cubicBezTo>
                  <a:pt x="195270" y="73209"/>
                  <a:pt x="196196" y="71117"/>
                  <a:pt x="198025" y="69540"/>
                </a:cubicBezTo>
                <a:cubicBezTo>
                  <a:pt x="199854" y="67711"/>
                  <a:pt x="201957" y="66797"/>
                  <a:pt x="204311" y="66797"/>
                </a:cubicBezTo>
                <a:cubicBezTo>
                  <a:pt x="206666" y="66797"/>
                  <a:pt x="208632" y="67711"/>
                  <a:pt x="210209" y="69540"/>
                </a:cubicBezTo>
                <a:cubicBezTo>
                  <a:pt x="211775" y="71643"/>
                  <a:pt x="212564" y="73872"/>
                  <a:pt x="212564" y="76227"/>
                </a:cubicBezTo>
                <a:lnTo>
                  <a:pt x="212564" y="78581"/>
                </a:lnTo>
                <a:lnTo>
                  <a:pt x="242030" y="50292"/>
                </a:lnTo>
                <a:cubicBezTo>
                  <a:pt x="244122" y="48200"/>
                  <a:pt x="246614" y="46886"/>
                  <a:pt x="249494" y="46360"/>
                </a:cubicBezTo>
                <a:cubicBezTo>
                  <a:pt x="252637" y="45834"/>
                  <a:pt x="255655" y="46360"/>
                  <a:pt x="258535" y="47937"/>
                </a:cubicBezTo>
                <a:lnTo>
                  <a:pt x="319434" y="77015"/>
                </a:lnTo>
                <a:cubicBezTo>
                  <a:pt x="321526" y="78055"/>
                  <a:pt x="322966" y="79496"/>
                  <a:pt x="323755" y="81336"/>
                </a:cubicBezTo>
                <a:cubicBezTo>
                  <a:pt x="324806" y="83428"/>
                  <a:pt x="324806" y="85519"/>
                  <a:pt x="323755" y="87622"/>
                </a:cubicBezTo>
                <a:cubicBezTo>
                  <a:pt x="322440" y="89714"/>
                  <a:pt x="320874" y="91029"/>
                  <a:pt x="319046" y="91543"/>
                </a:cubicBezTo>
                <a:cubicBezTo>
                  <a:pt x="316942" y="91806"/>
                  <a:pt x="314851" y="91417"/>
                  <a:pt x="312759" y="90366"/>
                </a:cubicBezTo>
                <a:lnTo>
                  <a:pt x="251460" y="60899"/>
                </a:lnTo>
                <a:lnTo>
                  <a:pt x="213352" y="98618"/>
                </a:lnTo>
                <a:lnTo>
                  <a:pt x="213352" y="119832"/>
                </a:lnTo>
                <a:lnTo>
                  <a:pt x="251460" y="158340"/>
                </a:lnTo>
                <a:lnTo>
                  <a:pt x="312759" y="128485"/>
                </a:lnTo>
                <a:cubicBezTo>
                  <a:pt x="315114" y="127433"/>
                  <a:pt x="317205" y="127170"/>
                  <a:pt x="319046" y="127696"/>
                </a:cubicBezTo>
                <a:cubicBezTo>
                  <a:pt x="320874" y="128222"/>
                  <a:pt x="322440" y="129525"/>
                  <a:pt x="323755" y="131628"/>
                </a:cubicBezTo>
                <a:cubicBezTo>
                  <a:pt x="324543" y="133982"/>
                  <a:pt x="324543" y="136211"/>
                  <a:pt x="323755" y="138303"/>
                </a:cubicBezTo>
                <a:cubicBezTo>
                  <a:pt x="322966" y="140395"/>
                  <a:pt x="321526" y="141972"/>
                  <a:pt x="319434" y="143024"/>
                </a:cubicBezTo>
                <a:lnTo>
                  <a:pt x="259712" y="170913"/>
                </a:lnTo>
                <a:cubicBezTo>
                  <a:pt x="256569" y="172490"/>
                  <a:pt x="253426" y="173142"/>
                  <a:pt x="250283" y="172879"/>
                </a:cubicBezTo>
                <a:cubicBezTo>
                  <a:pt x="247402" y="172879"/>
                  <a:pt x="244648" y="171701"/>
                  <a:pt x="242030" y="169347"/>
                </a:cubicBezTo>
                <a:lnTo>
                  <a:pt x="212564" y="141446"/>
                </a:lnTo>
                <a:lnTo>
                  <a:pt x="212564" y="143412"/>
                </a:lnTo>
                <a:cubicBezTo>
                  <a:pt x="212564" y="146555"/>
                  <a:pt x="211775" y="148910"/>
                  <a:pt x="210209" y="150487"/>
                </a:cubicBezTo>
                <a:cubicBezTo>
                  <a:pt x="208632" y="152053"/>
                  <a:pt x="206666" y="152842"/>
                  <a:pt x="204311" y="152842"/>
                </a:cubicBezTo>
                <a:cubicBezTo>
                  <a:pt x="201957" y="152842"/>
                  <a:pt x="199854" y="152053"/>
                  <a:pt x="198025" y="150487"/>
                </a:cubicBezTo>
                <a:cubicBezTo>
                  <a:pt x="196196" y="148647"/>
                  <a:pt x="195270" y="146555"/>
                  <a:pt x="195270" y="144201"/>
                </a:cubicBezTo>
                <a:lnTo>
                  <a:pt x="195270" y="118655"/>
                </a:lnTo>
                <a:lnTo>
                  <a:pt x="135548" y="118655"/>
                </a:lnTo>
                <a:cubicBezTo>
                  <a:pt x="135548" y="122324"/>
                  <a:pt x="134508" y="125993"/>
                  <a:pt x="132405" y="129662"/>
                </a:cubicBezTo>
                <a:cubicBezTo>
                  <a:pt x="130576" y="133331"/>
                  <a:pt x="128347" y="136211"/>
                  <a:pt x="125730" y="138303"/>
                </a:cubicBezTo>
                <a:lnTo>
                  <a:pt x="204700" y="289179"/>
                </a:lnTo>
                <a:lnTo>
                  <a:pt x="252637" y="289179"/>
                </a:lnTo>
                <a:cubicBezTo>
                  <a:pt x="256832" y="289179"/>
                  <a:pt x="260238" y="290619"/>
                  <a:pt x="262856" y="293500"/>
                </a:cubicBezTo>
                <a:cubicBezTo>
                  <a:pt x="265736" y="296117"/>
                  <a:pt x="267176" y="299523"/>
                  <a:pt x="267176" y="303718"/>
                </a:cubicBezTo>
                <a:cubicBezTo>
                  <a:pt x="267176" y="307650"/>
                  <a:pt x="265736" y="311056"/>
                  <a:pt x="262856" y="313936"/>
                </a:cubicBezTo>
                <a:cubicBezTo>
                  <a:pt x="260238" y="316554"/>
                  <a:pt x="256832" y="317857"/>
                  <a:pt x="252637" y="317857"/>
                </a:cubicBezTo>
                <a:lnTo>
                  <a:pt x="84868" y="317857"/>
                </a:lnTo>
                <a:close/>
                <a:moveTo>
                  <a:pt x="112368" y="126907"/>
                </a:moveTo>
                <a:cubicBezTo>
                  <a:pt x="117089" y="122198"/>
                  <a:pt x="119443" y="116426"/>
                  <a:pt x="119443" y="109625"/>
                </a:cubicBezTo>
                <a:cubicBezTo>
                  <a:pt x="119443" y="102813"/>
                  <a:pt x="117089" y="97052"/>
                  <a:pt x="112368" y="92332"/>
                </a:cubicBezTo>
                <a:cubicBezTo>
                  <a:pt x="107659" y="87885"/>
                  <a:pt x="101898" y="85656"/>
                  <a:pt x="95086" y="85656"/>
                </a:cubicBezTo>
                <a:cubicBezTo>
                  <a:pt x="88274" y="85656"/>
                  <a:pt x="82513" y="87885"/>
                  <a:pt x="77793" y="92332"/>
                </a:cubicBezTo>
                <a:cubicBezTo>
                  <a:pt x="73083" y="97052"/>
                  <a:pt x="70729" y="102813"/>
                  <a:pt x="70729" y="109625"/>
                </a:cubicBezTo>
                <a:cubicBezTo>
                  <a:pt x="70729" y="116426"/>
                  <a:pt x="73083" y="122198"/>
                  <a:pt x="77793" y="126907"/>
                </a:cubicBezTo>
                <a:cubicBezTo>
                  <a:pt x="82513" y="131628"/>
                  <a:pt x="88274" y="133982"/>
                  <a:pt x="95086" y="133982"/>
                </a:cubicBezTo>
                <a:cubicBezTo>
                  <a:pt x="101898" y="133982"/>
                  <a:pt x="107659" y="131628"/>
                  <a:pt x="112368" y="126907"/>
                </a:cubicBezTo>
                <a:close/>
                <a:moveTo>
                  <a:pt x="139480" y="289179"/>
                </a:moveTo>
                <a:lnTo>
                  <a:pt x="184663" y="289179"/>
                </a:lnTo>
                <a:lnTo>
                  <a:pt x="110402" y="146555"/>
                </a:lnTo>
                <a:cubicBezTo>
                  <a:pt x="109099" y="147344"/>
                  <a:pt x="107133" y="148121"/>
                  <a:pt x="104516" y="148910"/>
                </a:cubicBezTo>
                <a:cubicBezTo>
                  <a:pt x="101636" y="149699"/>
                  <a:pt x="99270" y="150087"/>
                  <a:pt x="97441" y="150087"/>
                </a:cubicBezTo>
                <a:lnTo>
                  <a:pt x="139480" y="289179"/>
                </a:lnTo>
                <a:close/>
                <a:moveTo>
                  <a:pt x="184663" y="28917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037055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950" dirty="0"/>
          </a:p>
        </p:txBody>
      </p:sp>
      <p:sp>
        <p:nvSpPr>
          <p:cNvPr id="36" name="圖示 產線"/>
          <p:cNvSpPr/>
          <p:nvPr/>
        </p:nvSpPr>
        <p:spPr>
          <a:xfrm>
            <a:off x="1124492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8970" y="314325"/>
                </a:moveTo>
                <a:cubicBezTo>
                  <a:pt x="67974" y="314325"/>
                  <a:pt x="58670" y="310530"/>
                  <a:pt x="51081" y="302929"/>
                </a:cubicBezTo>
                <a:cubicBezTo>
                  <a:pt x="43480" y="295340"/>
                  <a:pt x="39685" y="286036"/>
                  <a:pt x="39685" y="275040"/>
                </a:cubicBezTo>
                <a:cubicBezTo>
                  <a:pt x="39685" y="264033"/>
                  <a:pt x="43480" y="254729"/>
                  <a:pt x="51081" y="247139"/>
                </a:cubicBezTo>
                <a:cubicBezTo>
                  <a:pt x="58670" y="239539"/>
                  <a:pt x="67974" y="235744"/>
                  <a:pt x="78970" y="235744"/>
                </a:cubicBezTo>
                <a:lnTo>
                  <a:pt x="298997" y="235744"/>
                </a:lnTo>
                <a:cubicBezTo>
                  <a:pt x="310004" y="235744"/>
                  <a:pt x="319297" y="239539"/>
                  <a:pt x="326898" y="247139"/>
                </a:cubicBezTo>
                <a:cubicBezTo>
                  <a:pt x="334499" y="254729"/>
                  <a:pt x="338294" y="264033"/>
                  <a:pt x="338294" y="275040"/>
                </a:cubicBezTo>
                <a:cubicBezTo>
                  <a:pt x="338294" y="286036"/>
                  <a:pt x="334499" y="295340"/>
                  <a:pt x="326898" y="302929"/>
                </a:cubicBezTo>
                <a:cubicBezTo>
                  <a:pt x="319297" y="310530"/>
                  <a:pt x="310004" y="314325"/>
                  <a:pt x="298997" y="314325"/>
                </a:cubicBezTo>
                <a:lnTo>
                  <a:pt x="78970" y="314325"/>
                </a:lnTo>
                <a:close/>
                <a:moveTo>
                  <a:pt x="78970" y="296643"/>
                </a:moveTo>
                <a:lnTo>
                  <a:pt x="298997" y="296643"/>
                </a:lnTo>
                <a:cubicBezTo>
                  <a:pt x="305021" y="296643"/>
                  <a:pt x="310130" y="294551"/>
                  <a:pt x="314325" y="290356"/>
                </a:cubicBezTo>
                <a:cubicBezTo>
                  <a:pt x="318257" y="286161"/>
                  <a:pt x="320223" y="281064"/>
                  <a:pt x="320223" y="275040"/>
                </a:cubicBezTo>
                <a:cubicBezTo>
                  <a:pt x="320223" y="269005"/>
                  <a:pt x="318257" y="263907"/>
                  <a:pt x="314325" y="259712"/>
                </a:cubicBezTo>
                <a:cubicBezTo>
                  <a:pt x="310130" y="255518"/>
                  <a:pt x="305021" y="253426"/>
                  <a:pt x="298997" y="253426"/>
                </a:cubicBezTo>
                <a:lnTo>
                  <a:pt x="78970" y="253426"/>
                </a:lnTo>
                <a:cubicBezTo>
                  <a:pt x="72683" y="253426"/>
                  <a:pt x="67586" y="255518"/>
                  <a:pt x="63654" y="259712"/>
                </a:cubicBezTo>
                <a:cubicBezTo>
                  <a:pt x="59459" y="263907"/>
                  <a:pt x="57367" y="269005"/>
                  <a:pt x="57367" y="275040"/>
                </a:cubicBezTo>
                <a:cubicBezTo>
                  <a:pt x="57367" y="281064"/>
                  <a:pt x="59459" y="286161"/>
                  <a:pt x="63654" y="290356"/>
                </a:cubicBezTo>
                <a:cubicBezTo>
                  <a:pt x="67586" y="294551"/>
                  <a:pt x="72683" y="296643"/>
                  <a:pt x="78970" y="296643"/>
                </a:cubicBezTo>
                <a:close/>
                <a:moveTo>
                  <a:pt x="168558" y="204311"/>
                </a:moveTo>
                <a:cubicBezTo>
                  <a:pt x="165415" y="204311"/>
                  <a:pt x="162660" y="203260"/>
                  <a:pt x="160306" y="201168"/>
                </a:cubicBezTo>
                <a:cubicBezTo>
                  <a:pt x="158214" y="199076"/>
                  <a:pt x="157163" y="196322"/>
                  <a:pt x="157163" y="192916"/>
                </a:cubicBezTo>
                <a:lnTo>
                  <a:pt x="157163" y="74261"/>
                </a:lnTo>
                <a:cubicBezTo>
                  <a:pt x="157163" y="70855"/>
                  <a:pt x="158214" y="68100"/>
                  <a:pt x="160306" y="66008"/>
                </a:cubicBezTo>
                <a:cubicBezTo>
                  <a:pt x="162660" y="63917"/>
                  <a:pt x="165415" y="62865"/>
                  <a:pt x="168558" y="62865"/>
                </a:cubicBezTo>
                <a:lnTo>
                  <a:pt x="287213" y="62865"/>
                </a:lnTo>
                <a:cubicBezTo>
                  <a:pt x="290356" y="62865"/>
                  <a:pt x="293111" y="63917"/>
                  <a:pt x="295466" y="66008"/>
                </a:cubicBezTo>
                <a:cubicBezTo>
                  <a:pt x="297557" y="68363"/>
                  <a:pt x="298609" y="71117"/>
                  <a:pt x="298609" y="74261"/>
                </a:cubicBezTo>
                <a:lnTo>
                  <a:pt x="298609" y="192916"/>
                </a:lnTo>
                <a:cubicBezTo>
                  <a:pt x="298609" y="196322"/>
                  <a:pt x="297557" y="199076"/>
                  <a:pt x="295466" y="201168"/>
                </a:cubicBezTo>
                <a:cubicBezTo>
                  <a:pt x="293111" y="203260"/>
                  <a:pt x="290356" y="204311"/>
                  <a:pt x="287213" y="204311"/>
                </a:cubicBezTo>
                <a:lnTo>
                  <a:pt x="168558" y="204311"/>
                </a:lnTo>
                <a:close/>
                <a:moveTo>
                  <a:pt x="174845" y="186629"/>
                </a:moveTo>
                <a:lnTo>
                  <a:pt x="280538" y="186629"/>
                </a:lnTo>
                <a:lnTo>
                  <a:pt x="280538" y="80547"/>
                </a:lnTo>
                <a:lnTo>
                  <a:pt x="174845" y="80547"/>
                </a:lnTo>
                <a:lnTo>
                  <a:pt x="174845" y="186629"/>
                </a:lnTo>
                <a:close/>
                <a:moveTo>
                  <a:pt x="47937" y="174056"/>
                </a:moveTo>
                <a:cubicBezTo>
                  <a:pt x="45583" y="174056"/>
                  <a:pt x="43480" y="173142"/>
                  <a:pt x="41651" y="171313"/>
                </a:cubicBezTo>
                <a:cubicBezTo>
                  <a:pt x="39811" y="169736"/>
                  <a:pt x="38896" y="167644"/>
                  <a:pt x="38896" y="165026"/>
                </a:cubicBezTo>
                <a:cubicBezTo>
                  <a:pt x="38896" y="162397"/>
                  <a:pt x="39811" y="160306"/>
                  <a:pt x="41651" y="158740"/>
                </a:cubicBezTo>
                <a:cubicBezTo>
                  <a:pt x="43217" y="156900"/>
                  <a:pt x="45320" y="155985"/>
                  <a:pt x="47937" y="155985"/>
                </a:cubicBezTo>
                <a:lnTo>
                  <a:pt x="122198" y="155985"/>
                </a:lnTo>
                <a:cubicBezTo>
                  <a:pt x="124816" y="155985"/>
                  <a:pt x="126907" y="156900"/>
                  <a:pt x="128485" y="158740"/>
                </a:cubicBezTo>
                <a:cubicBezTo>
                  <a:pt x="130313" y="160306"/>
                  <a:pt x="131228" y="162397"/>
                  <a:pt x="131228" y="165026"/>
                </a:cubicBezTo>
                <a:cubicBezTo>
                  <a:pt x="131228" y="167644"/>
                  <a:pt x="130313" y="169861"/>
                  <a:pt x="128485" y="171701"/>
                </a:cubicBezTo>
                <a:cubicBezTo>
                  <a:pt x="126907" y="173267"/>
                  <a:pt x="124816" y="174056"/>
                  <a:pt x="122198" y="174056"/>
                </a:cubicBezTo>
                <a:lnTo>
                  <a:pt x="47937" y="174056"/>
                </a:lnTo>
                <a:close/>
                <a:moveTo>
                  <a:pt x="205100" y="126907"/>
                </a:moveTo>
                <a:lnTo>
                  <a:pt x="250671" y="126907"/>
                </a:lnTo>
                <a:cubicBezTo>
                  <a:pt x="253289" y="126907"/>
                  <a:pt x="255392" y="125993"/>
                  <a:pt x="256958" y="124164"/>
                </a:cubicBezTo>
                <a:cubicBezTo>
                  <a:pt x="258798" y="122587"/>
                  <a:pt x="259712" y="120495"/>
                  <a:pt x="259712" y="117878"/>
                </a:cubicBezTo>
                <a:cubicBezTo>
                  <a:pt x="259712" y="115249"/>
                  <a:pt x="258798" y="113157"/>
                  <a:pt x="256958" y="111591"/>
                </a:cubicBezTo>
                <a:cubicBezTo>
                  <a:pt x="255392" y="109751"/>
                  <a:pt x="253289" y="108836"/>
                  <a:pt x="250671" y="108836"/>
                </a:cubicBezTo>
                <a:lnTo>
                  <a:pt x="205100" y="108836"/>
                </a:lnTo>
                <a:cubicBezTo>
                  <a:pt x="202482" y="108836"/>
                  <a:pt x="200379" y="109751"/>
                  <a:pt x="198813" y="111591"/>
                </a:cubicBezTo>
                <a:cubicBezTo>
                  <a:pt x="196973" y="113157"/>
                  <a:pt x="196059" y="115249"/>
                  <a:pt x="196059" y="117878"/>
                </a:cubicBezTo>
                <a:cubicBezTo>
                  <a:pt x="196059" y="120495"/>
                  <a:pt x="196973" y="122587"/>
                  <a:pt x="198813" y="124164"/>
                </a:cubicBezTo>
                <a:cubicBezTo>
                  <a:pt x="200379" y="125993"/>
                  <a:pt x="202482" y="126907"/>
                  <a:pt x="205100" y="126907"/>
                </a:cubicBezTo>
                <a:close/>
                <a:moveTo>
                  <a:pt x="80159" y="126907"/>
                </a:moveTo>
                <a:cubicBezTo>
                  <a:pt x="77530" y="126907"/>
                  <a:pt x="75312" y="125993"/>
                  <a:pt x="73472" y="124164"/>
                </a:cubicBezTo>
                <a:cubicBezTo>
                  <a:pt x="71906" y="122587"/>
                  <a:pt x="71117" y="120495"/>
                  <a:pt x="71117" y="117878"/>
                </a:cubicBezTo>
                <a:cubicBezTo>
                  <a:pt x="71117" y="115249"/>
                  <a:pt x="71906" y="113157"/>
                  <a:pt x="73472" y="111591"/>
                </a:cubicBezTo>
                <a:cubicBezTo>
                  <a:pt x="75312" y="109751"/>
                  <a:pt x="77404" y="108836"/>
                  <a:pt x="79759" y="108836"/>
                </a:cubicBezTo>
                <a:lnTo>
                  <a:pt x="124553" y="108836"/>
                </a:lnTo>
                <a:cubicBezTo>
                  <a:pt x="127170" y="108836"/>
                  <a:pt x="129399" y="109751"/>
                  <a:pt x="131228" y="111591"/>
                </a:cubicBezTo>
                <a:cubicBezTo>
                  <a:pt x="132805" y="113157"/>
                  <a:pt x="133594" y="115249"/>
                  <a:pt x="133594" y="117878"/>
                </a:cubicBezTo>
                <a:cubicBezTo>
                  <a:pt x="133594" y="120495"/>
                  <a:pt x="132805" y="122587"/>
                  <a:pt x="131228" y="124164"/>
                </a:cubicBezTo>
                <a:cubicBezTo>
                  <a:pt x="129399" y="125993"/>
                  <a:pt x="127170" y="126907"/>
                  <a:pt x="124553" y="126907"/>
                </a:cubicBezTo>
                <a:lnTo>
                  <a:pt x="80159" y="126907"/>
                </a:lnTo>
                <a:close/>
                <a:moveTo>
                  <a:pt x="174845" y="186629"/>
                </a:moveTo>
                <a:lnTo>
                  <a:pt x="174845" y="80547"/>
                </a:lnTo>
                <a:lnTo>
                  <a:pt x="174845" y="18662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1106395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950" dirty="0"/>
          </a:p>
        </p:txBody>
      </p:sp>
      <p:sp>
        <p:nvSpPr>
          <p:cNvPr id="38" name="圖示 維修"/>
          <p:cNvSpPr/>
          <p:nvPr/>
        </p:nvSpPr>
        <p:spPr>
          <a:xfrm>
            <a:off x="1193832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8692" y="229069"/>
                </a:moveTo>
                <a:cubicBezTo>
                  <a:pt x="114071" y="229069"/>
                  <a:pt x="93246" y="220416"/>
                  <a:pt x="76227" y="203134"/>
                </a:cubicBezTo>
                <a:cubicBezTo>
                  <a:pt x="58933" y="186103"/>
                  <a:pt x="50292" y="165415"/>
                  <a:pt x="50292" y="141058"/>
                </a:cubicBezTo>
                <a:cubicBezTo>
                  <a:pt x="50292" y="136600"/>
                  <a:pt x="50681" y="132405"/>
                  <a:pt x="51469" y="128485"/>
                </a:cubicBezTo>
                <a:cubicBezTo>
                  <a:pt x="51995" y="124553"/>
                  <a:pt x="53047" y="120495"/>
                  <a:pt x="54613" y="116300"/>
                </a:cubicBezTo>
                <a:cubicBezTo>
                  <a:pt x="55138" y="114471"/>
                  <a:pt x="56190" y="113031"/>
                  <a:pt x="57756" y="111980"/>
                </a:cubicBezTo>
                <a:cubicBezTo>
                  <a:pt x="59070" y="110928"/>
                  <a:pt x="60636" y="110139"/>
                  <a:pt x="62476" y="109625"/>
                </a:cubicBezTo>
                <a:cubicBezTo>
                  <a:pt x="64042" y="109099"/>
                  <a:pt x="65745" y="109099"/>
                  <a:pt x="67586" y="109625"/>
                </a:cubicBezTo>
                <a:cubicBezTo>
                  <a:pt x="69414" y="110139"/>
                  <a:pt x="70980" y="111065"/>
                  <a:pt x="72295" y="112368"/>
                </a:cubicBezTo>
                <a:lnTo>
                  <a:pt x="116689" y="156374"/>
                </a:lnTo>
                <a:lnTo>
                  <a:pt x="155985" y="118655"/>
                </a:lnTo>
                <a:lnTo>
                  <a:pt x="110802" y="73083"/>
                </a:lnTo>
                <a:cubicBezTo>
                  <a:pt x="109225" y="71769"/>
                  <a:pt x="108311" y="70203"/>
                  <a:pt x="108048" y="68363"/>
                </a:cubicBezTo>
                <a:cubicBezTo>
                  <a:pt x="107522" y="66534"/>
                  <a:pt x="107522" y="64831"/>
                  <a:pt x="108048" y="63254"/>
                </a:cubicBezTo>
                <a:cubicBezTo>
                  <a:pt x="108574" y="61425"/>
                  <a:pt x="109362" y="59985"/>
                  <a:pt x="110402" y="58933"/>
                </a:cubicBezTo>
                <a:cubicBezTo>
                  <a:pt x="111454" y="57630"/>
                  <a:pt x="112894" y="56579"/>
                  <a:pt x="114734" y="55790"/>
                </a:cubicBezTo>
                <a:cubicBezTo>
                  <a:pt x="118918" y="54224"/>
                  <a:pt x="122850" y="53047"/>
                  <a:pt x="126519" y="52258"/>
                </a:cubicBezTo>
                <a:cubicBezTo>
                  <a:pt x="130451" y="51469"/>
                  <a:pt x="134508" y="51081"/>
                  <a:pt x="138692" y="51081"/>
                </a:cubicBezTo>
                <a:cubicBezTo>
                  <a:pt x="163575" y="51081"/>
                  <a:pt x="184800" y="59847"/>
                  <a:pt x="202345" y="77404"/>
                </a:cubicBezTo>
                <a:cubicBezTo>
                  <a:pt x="219902" y="94686"/>
                  <a:pt x="228669" y="115774"/>
                  <a:pt x="228669" y="140658"/>
                </a:cubicBezTo>
                <a:cubicBezTo>
                  <a:pt x="228669" y="147733"/>
                  <a:pt x="227891" y="154282"/>
                  <a:pt x="226314" y="160306"/>
                </a:cubicBezTo>
                <a:cubicBezTo>
                  <a:pt x="225000" y="166592"/>
                  <a:pt x="223045" y="172753"/>
                  <a:pt x="220416" y="178777"/>
                </a:cubicBezTo>
                <a:lnTo>
                  <a:pt x="311570" y="269531"/>
                </a:lnTo>
                <a:cubicBezTo>
                  <a:pt x="317594" y="275554"/>
                  <a:pt x="320612" y="282893"/>
                  <a:pt x="320612" y="291534"/>
                </a:cubicBezTo>
                <a:cubicBezTo>
                  <a:pt x="320612" y="300186"/>
                  <a:pt x="317343" y="307513"/>
                  <a:pt x="310793" y="313536"/>
                </a:cubicBezTo>
                <a:cubicBezTo>
                  <a:pt x="304770" y="319046"/>
                  <a:pt x="297694" y="321789"/>
                  <a:pt x="289568" y="321789"/>
                </a:cubicBezTo>
                <a:cubicBezTo>
                  <a:pt x="281189" y="321789"/>
                  <a:pt x="273989" y="318783"/>
                  <a:pt x="267965" y="312759"/>
                </a:cubicBezTo>
                <a:lnTo>
                  <a:pt x="176411" y="220816"/>
                </a:lnTo>
                <a:cubicBezTo>
                  <a:pt x="170387" y="223171"/>
                  <a:pt x="164238" y="225137"/>
                  <a:pt x="157951" y="226703"/>
                </a:cubicBezTo>
                <a:cubicBezTo>
                  <a:pt x="151928" y="228280"/>
                  <a:pt x="145504" y="229069"/>
                  <a:pt x="138692" y="229069"/>
                </a:cubicBezTo>
                <a:close/>
                <a:moveTo>
                  <a:pt x="138692" y="210986"/>
                </a:moveTo>
                <a:cubicBezTo>
                  <a:pt x="145504" y="210986"/>
                  <a:pt x="152579" y="210072"/>
                  <a:pt x="159917" y="208243"/>
                </a:cubicBezTo>
                <a:cubicBezTo>
                  <a:pt x="166981" y="206140"/>
                  <a:pt x="173405" y="202997"/>
                  <a:pt x="179165" y="198813"/>
                </a:cubicBezTo>
                <a:lnTo>
                  <a:pt x="280927" y="300186"/>
                </a:lnTo>
                <a:cubicBezTo>
                  <a:pt x="283281" y="302804"/>
                  <a:pt x="286299" y="304107"/>
                  <a:pt x="289968" y="304107"/>
                </a:cubicBezTo>
                <a:cubicBezTo>
                  <a:pt x="293637" y="304107"/>
                  <a:pt x="296643" y="302929"/>
                  <a:pt x="298997" y="300575"/>
                </a:cubicBezTo>
                <a:cubicBezTo>
                  <a:pt x="301363" y="297957"/>
                  <a:pt x="302541" y="294814"/>
                  <a:pt x="302541" y="291145"/>
                </a:cubicBezTo>
                <a:cubicBezTo>
                  <a:pt x="302541" y="287739"/>
                  <a:pt x="301363" y="284721"/>
                  <a:pt x="298997" y="282104"/>
                </a:cubicBezTo>
                <a:lnTo>
                  <a:pt x="198413" y="181920"/>
                </a:lnTo>
                <a:cubicBezTo>
                  <a:pt x="202608" y="176148"/>
                  <a:pt x="205751" y="169610"/>
                  <a:pt x="207843" y="162272"/>
                </a:cubicBezTo>
                <a:cubicBezTo>
                  <a:pt x="209946" y="154934"/>
                  <a:pt x="210986" y="147733"/>
                  <a:pt x="210986" y="140658"/>
                </a:cubicBezTo>
                <a:cubicBezTo>
                  <a:pt x="210986" y="120495"/>
                  <a:pt x="203134" y="102939"/>
                  <a:pt x="187418" y="88011"/>
                </a:cubicBezTo>
                <a:cubicBezTo>
                  <a:pt x="171439" y="73346"/>
                  <a:pt x="152579" y="66923"/>
                  <a:pt x="130839" y="68763"/>
                </a:cubicBezTo>
                <a:lnTo>
                  <a:pt x="173267" y="111191"/>
                </a:lnTo>
                <a:cubicBezTo>
                  <a:pt x="175370" y="113546"/>
                  <a:pt x="176411" y="116300"/>
                  <a:pt x="176411" y="119443"/>
                </a:cubicBezTo>
                <a:cubicBezTo>
                  <a:pt x="176148" y="122587"/>
                  <a:pt x="174970" y="125204"/>
                  <a:pt x="172879" y="127307"/>
                </a:cubicBezTo>
                <a:lnTo>
                  <a:pt x="124553" y="173667"/>
                </a:lnTo>
                <a:cubicBezTo>
                  <a:pt x="122198" y="175759"/>
                  <a:pt x="119443" y="176811"/>
                  <a:pt x="116300" y="176811"/>
                </a:cubicBezTo>
                <a:cubicBezTo>
                  <a:pt x="113157" y="176811"/>
                  <a:pt x="110540" y="175759"/>
                  <a:pt x="108448" y="173667"/>
                </a:cubicBezTo>
                <a:lnTo>
                  <a:pt x="67586" y="132805"/>
                </a:lnTo>
                <a:cubicBezTo>
                  <a:pt x="66534" y="156900"/>
                  <a:pt x="73472" y="175896"/>
                  <a:pt x="88400" y="189772"/>
                </a:cubicBezTo>
                <a:cubicBezTo>
                  <a:pt x="103339" y="203923"/>
                  <a:pt x="120095" y="210986"/>
                  <a:pt x="138692" y="210986"/>
                </a:cubicBezTo>
                <a:close/>
                <a:moveTo>
                  <a:pt x="184274" y="18545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1175735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950" dirty="0"/>
          </a:p>
        </p:txBody>
      </p:sp>
      <p:sp>
        <p:nvSpPr>
          <p:cNvPr id="40" name="圖示 溫度"/>
          <p:cNvSpPr/>
          <p:nvPr/>
        </p:nvSpPr>
        <p:spPr>
          <a:xfrm>
            <a:off x="1263172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6666" y="151665"/>
                </a:moveTo>
                <a:cubicBezTo>
                  <a:pt x="204311" y="151665"/>
                  <a:pt x="202220" y="150876"/>
                  <a:pt x="200379" y="149310"/>
                </a:cubicBezTo>
                <a:cubicBezTo>
                  <a:pt x="198813" y="147470"/>
                  <a:pt x="198025" y="145241"/>
                  <a:pt x="198025" y="142624"/>
                </a:cubicBezTo>
                <a:cubicBezTo>
                  <a:pt x="198025" y="140269"/>
                  <a:pt x="198813" y="138177"/>
                  <a:pt x="200379" y="136337"/>
                </a:cubicBezTo>
                <a:cubicBezTo>
                  <a:pt x="202220" y="134771"/>
                  <a:pt x="204311" y="133982"/>
                  <a:pt x="206666" y="133982"/>
                </a:cubicBezTo>
                <a:lnTo>
                  <a:pt x="275040" y="133982"/>
                </a:lnTo>
                <a:cubicBezTo>
                  <a:pt x="277658" y="133982"/>
                  <a:pt x="279749" y="134771"/>
                  <a:pt x="281327" y="136337"/>
                </a:cubicBezTo>
                <a:cubicBezTo>
                  <a:pt x="283155" y="138177"/>
                  <a:pt x="284070" y="140395"/>
                  <a:pt x="284070" y="143024"/>
                </a:cubicBezTo>
                <a:cubicBezTo>
                  <a:pt x="284070" y="145378"/>
                  <a:pt x="283155" y="147470"/>
                  <a:pt x="281327" y="149310"/>
                </a:cubicBezTo>
                <a:cubicBezTo>
                  <a:pt x="279749" y="150876"/>
                  <a:pt x="277658" y="151665"/>
                  <a:pt x="275040" y="151665"/>
                </a:cubicBezTo>
                <a:lnTo>
                  <a:pt x="206666" y="151665"/>
                </a:lnTo>
                <a:close/>
                <a:moveTo>
                  <a:pt x="206666" y="102161"/>
                </a:moveTo>
                <a:cubicBezTo>
                  <a:pt x="204311" y="102161"/>
                  <a:pt x="202220" y="101236"/>
                  <a:pt x="200379" y="99407"/>
                </a:cubicBezTo>
                <a:cubicBezTo>
                  <a:pt x="198813" y="97829"/>
                  <a:pt x="198025" y="95738"/>
                  <a:pt x="198025" y="93120"/>
                </a:cubicBezTo>
                <a:cubicBezTo>
                  <a:pt x="198025" y="90503"/>
                  <a:pt x="198813" y="88400"/>
                  <a:pt x="200379" y="86834"/>
                </a:cubicBezTo>
                <a:cubicBezTo>
                  <a:pt x="202220" y="85256"/>
                  <a:pt x="204311" y="84479"/>
                  <a:pt x="206666" y="84479"/>
                </a:cubicBezTo>
                <a:lnTo>
                  <a:pt x="313536" y="84479"/>
                </a:lnTo>
                <a:cubicBezTo>
                  <a:pt x="316154" y="84479"/>
                  <a:pt x="318257" y="85256"/>
                  <a:pt x="319823" y="86834"/>
                </a:cubicBezTo>
                <a:cubicBezTo>
                  <a:pt x="321663" y="88663"/>
                  <a:pt x="322577" y="90891"/>
                  <a:pt x="322577" y="93509"/>
                </a:cubicBezTo>
                <a:cubicBezTo>
                  <a:pt x="322577" y="95875"/>
                  <a:pt x="321663" y="97967"/>
                  <a:pt x="319823" y="99795"/>
                </a:cubicBezTo>
                <a:cubicBezTo>
                  <a:pt x="318257" y="101373"/>
                  <a:pt x="316154" y="102161"/>
                  <a:pt x="313536" y="102161"/>
                </a:cubicBezTo>
                <a:lnTo>
                  <a:pt x="206666" y="102161"/>
                </a:lnTo>
                <a:close/>
                <a:moveTo>
                  <a:pt x="73472" y="302929"/>
                </a:moveTo>
                <a:cubicBezTo>
                  <a:pt x="60899" y="290093"/>
                  <a:pt x="54613" y="274514"/>
                  <a:pt x="54613" y="256181"/>
                </a:cubicBezTo>
                <a:cubicBezTo>
                  <a:pt x="54613" y="244385"/>
                  <a:pt x="57630" y="233389"/>
                  <a:pt x="63654" y="223171"/>
                </a:cubicBezTo>
                <a:cubicBezTo>
                  <a:pt x="69677" y="212689"/>
                  <a:pt x="78055" y="204311"/>
                  <a:pt x="88800" y="198025"/>
                </a:cubicBezTo>
                <a:lnTo>
                  <a:pt x="88800" y="86445"/>
                </a:lnTo>
                <a:cubicBezTo>
                  <a:pt x="88800" y="77530"/>
                  <a:pt x="91806" y="70066"/>
                  <a:pt x="97829" y="64042"/>
                </a:cubicBezTo>
                <a:cubicBezTo>
                  <a:pt x="103853" y="58019"/>
                  <a:pt x="111191" y="55013"/>
                  <a:pt x="119832" y="55013"/>
                </a:cubicBezTo>
                <a:cubicBezTo>
                  <a:pt x="128748" y="55013"/>
                  <a:pt x="136211" y="58019"/>
                  <a:pt x="142235" y="64042"/>
                </a:cubicBezTo>
                <a:cubicBezTo>
                  <a:pt x="148259" y="70066"/>
                  <a:pt x="151265" y="77530"/>
                  <a:pt x="151265" y="86445"/>
                </a:cubicBezTo>
                <a:lnTo>
                  <a:pt x="151265" y="198025"/>
                </a:lnTo>
                <a:cubicBezTo>
                  <a:pt x="162009" y="204311"/>
                  <a:pt x="170387" y="212689"/>
                  <a:pt x="176411" y="223171"/>
                </a:cubicBezTo>
                <a:cubicBezTo>
                  <a:pt x="182434" y="233389"/>
                  <a:pt x="185452" y="244385"/>
                  <a:pt x="185452" y="256181"/>
                </a:cubicBezTo>
                <a:cubicBezTo>
                  <a:pt x="185452" y="274514"/>
                  <a:pt x="179165" y="290093"/>
                  <a:pt x="166592" y="302929"/>
                </a:cubicBezTo>
                <a:cubicBezTo>
                  <a:pt x="153756" y="315502"/>
                  <a:pt x="138303" y="321789"/>
                  <a:pt x="120232" y="321789"/>
                </a:cubicBezTo>
                <a:cubicBezTo>
                  <a:pt x="101898" y="321789"/>
                  <a:pt x="86308" y="315502"/>
                  <a:pt x="73472" y="302929"/>
                </a:cubicBezTo>
                <a:close/>
                <a:moveTo>
                  <a:pt x="72295" y="256181"/>
                </a:moveTo>
                <a:lnTo>
                  <a:pt x="167770" y="256181"/>
                </a:lnTo>
                <a:cubicBezTo>
                  <a:pt x="167770" y="246488"/>
                  <a:pt x="165278" y="237573"/>
                  <a:pt x="160306" y="229457"/>
                </a:cubicBezTo>
                <a:cubicBezTo>
                  <a:pt x="155334" y="221342"/>
                  <a:pt x="148521" y="215055"/>
                  <a:pt x="139880" y="210598"/>
                </a:cubicBezTo>
                <a:lnTo>
                  <a:pt x="133594" y="207455"/>
                </a:lnTo>
                <a:lnTo>
                  <a:pt x="133594" y="86445"/>
                </a:lnTo>
                <a:cubicBezTo>
                  <a:pt x="133594" y="82513"/>
                  <a:pt x="132279" y="79233"/>
                  <a:pt x="129662" y="76615"/>
                </a:cubicBezTo>
                <a:cubicBezTo>
                  <a:pt x="127044" y="73998"/>
                  <a:pt x="123901" y="72683"/>
                  <a:pt x="120232" y="72683"/>
                </a:cubicBezTo>
                <a:cubicBezTo>
                  <a:pt x="116300" y="72683"/>
                  <a:pt x="113031" y="73998"/>
                  <a:pt x="110402" y="76615"/>
                </a:cubicBezTo>
                <a:cubicBezTo>
                  <a:pt x="107785" y="79233"/>
                  <a:pt x="106482" y="82513"/>
                  <a:pt x="106482" y="86445"/>
                </a:cubicBezTo>
                <a:lnTo>
                  <a:pt x="106482" y="207455"/>
                </a:lnTo>
                <a:lnTo>
                  <a:pt x="100195" y="210598"/>
                </a:lnTo>
                <a:cubicBezTo>
                  <a:pt x="91543" y="215055"/>
                  <a:pt x="84742" y="221342"/>
                  <a:pt x="79759" y="229457"/>
                </a:cubicBezTo>
                <a:cubicBezTo>
                  <a:pt x="74786" y="237835"/>
                  <a:pt x="72295" y="246751"/>
                  <a:pt x="72295" y="25618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1245075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950" dirty="0"/>
          </a:p>
        </p:txBody>
      </p:sp>
      <p:sp>
        <p:nvSpPr>
          <p:cNvPr id="42" name="圖示 用水"/>
          <p:cNvSpPr/>
          <p:nvPr/>
        </p:nvSpPr>
        <p:spPr>
          <a:xfrm>
            <a:off x="1332512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4516" y="303329"/>
                </a:moveTo>
                <a:cubicBezTo>
                  <a:pt x="81987" y="280012"/>
                  <a:pt x="70729" y="251197"/>
                  <a:pt x="70729" y="216884"/>
                </a:cubicBezTo>
                <a:cubicBezTo>
                  <a:pt x="70729" y="201431"/>
                  <a:pt x="74261" y="185840"/>
                  <a:pt x="81336" y="170124"/>
                </a:cubicBezTo>
                <a:cubicBezTo>
                  <a:pt x="88400" y="154671"/>
                  <a:pt x="97315" y="139743"/>
                  <a:pt x="108048" y="125341"/>
                </a:cubicBezTo>
                <a:cubicBezTo>
                  <a:pt x="118792" y="110928"/>
                  <a:pt x="130313" y="97566"/>
                  <a:pt x="142624" y="85256"/>
                </a:cubicBezTo>
                <a:cubicBezTo>
                  <a:pt x="154934" y="72683"/>
                  <a:pt x="166467" y="61551"/>
                  <a:pt x="177199" y="51869"/>
                </a:cubicBezTo>
                <a:cubicBezTo>
                  <a:pt x="178777" y="50555"/>
                  <a:pt x="180605" y="49503"/>
                  <a:pt x="182697" y="48726"/>
                </a:cubicBezTo>
                <a:cubicBezTo>
                  <a:pt x="184537" y="47937"/>
                  <a:pt x="186503" y="47537"/>
                  <a:pt x="188595" y="47537"/>
                </a:cubicBezTo>
                <a:cubicBezTo>
                  <a:pt x="190687" y="47537"/>
                  <a:pt x="192653" y="47937"/>
                  <a:pt x="194493" y="48726"/>
                </a:cubicBezTo>
                <a:cubicBezTo>
                  <a:pt x="196585" y="49503"/>
                  <a:pt x="198413" y="50555"/>
                  <a:pt x="199991" y="51869"/>
                </a:cubicBezTo>
                <a:cubicBezTo>
                  <a:pt x="210723" y="61551"/>
                  <a:pt x="222256" y="72683"/>
                  <a:pt x="234566" y="85256"/>
                </a:cubicBezTo>
                <a:cubicBezTo>
                  <a:pt x="246877" y="97566"/>
                  <a:pt x="258398" y="110928"/>
                  <a:pt x="269142" y="125341"/>
                </a:cubicBezTo>
                <a:cubicBezTo>
                  <a:pt x="279875" y="139743"/>
                  <a:pt x="288790" y="154671"/>
                  <a:pt x="295854" y="170124"/>
                </a:cubicBezTo>
                <a:cubicBezTo>
                  <a:pt x="302929" y="185840"/>
                  <a:pt x="306473" y="201431"/>
                  <a:pt x="306473" y="216884"/>
                </a:cubicBezTo>
                <a:cubicBezTo>
                  <a:pt x="306473" y="251197"/>
                  <a:pt x="295203" y="280012"/>
                  <a:pt x="272674" y="303329"/>
                </a:cubicBezTo>
                <a:cubicBezTo>
                  <a:pt x="250146" y="326372"/>
                  <a:pt x="222119" y="337905"/>
                  <a:pt x="188595" y="337905"/>
                </a:cubicBezTo>
                <a:cubicBezTo>
                  <a:pt x="154808" y="337905"/>
                  <a:pt x="126782" y="326372"/>
                  <a:pt x="104516" y="303329"/>
                </a:cubicBezTo>
                <a:close/>
                <a:moveTo>
                  <a:pt x="260101" y="290756"/>
                </a:moveTo>
                <a:cubicBezTo>
                  <a:pt x="279223" y="271108"/>
                  <a:pt x="288790" y="246488"/>
                  <a:pt x="288790" y="216884"/>
                </a:cubicBezTo>
                <a:cubicBezTo>
                  <a:pt x="288790" y="196710"/>
                  <a:pt x="280275" y="173667"/>
                  <a:pt x="263244" y="147733"/>
                </a:cubicBezTo>
                <a:cubicBezTo>
                  <a:pt x="246225" y="122061"/>
                  <a:pt x="221342" y="94686"/>
                  <a:pt x="188595" y="65620"/>
                </a:cubicBezTo>
                <a:cubicBezTo>
                  <a:pt x="155848" y="94686"/>
                  <a:pt x="130965" y="122061"/>
                  <a:pt x="113946" y="147733"/>
                </a:cubicBezTo>
                <a:cubicBezTo>
                  <a:pt x="96915" y="173667"/>
                  <a:pt x="88400" y="196710"/>
                  <a:pt x="88400" y="216884"/>
                </a:cubicBezTo>
                <a:cubicBezTo>
                  <a:pt x="88400" y="246488"/>
                  <a:pt x="97967" y="271108"/>
                  <a:pt x="117089" y="290756"/>
                </a:cubicBezTo>
                <a:cubicBezTo>
                  <a:pt x="135948" y="310393"/>
                  <a:pt x="159780" y="320223"/>
                  <a:pt x="188595" y="320223"/>
                </a:cubicBezTo>
                <a:cubicBezTo>
                  <a:pt x="217410" y="320223"/>
                  <a:pt x="241242" y="310393"/>
                  <a:pt x="260101" y="290756"/>
                </a:cubicBezTo>
                <a:close/>
                <a:moveTo>
                  <a:pt x="188595" y="189772"/>
                </a:moveTo>
                <a:close/>
                <a:moveTo>
                  <a:pt x="188984" y="293900"/>
                </a:moveTo>
                <a:cubicBezTo>
                  <a:pt x="192390" y="293900"/>
                  <a:pt x="195007" y="293237"/>
                  <a:pt x="196847" y="291934"/>
                </a:cubicBezTo>
                <a:cubicBezTo>
                  <a:pt x="198676" y="290882"/>
                  <a:pt x="199602" y="289179"/>
                  <a:pt x="199602" y="286824"/>
                </a:cubicBezTo>
                <a:cubicBezTo>
                  <a:pt x="199602" y="284470"/>
                  <a:pt x="198676" y="282630"/>
                  <a:pt x="196847" y="281327"/>
                </a:cubicBezTo>
                <a:cubicBezTo>
                  <a:pt x="195007" y="280012"/>
                  <a:pt x="192264" y="279361"/>
                  <a:pt x="188595" y="279361"/>
                </a:cubicBezTo>
                <a:cubicBezTo>
                  <a:pt x="177851" y="279624"/>
                  <a:pt x="166329" y="276080"/>
                  <a:pt x="154019" y="268754"/>
                </a:cubicBezTo>
                <a:cubicBezTo>
                  <a:pt x="141972" y="261678"/>
                  <a:pt x="134371" y="249368"/>
                  <a:pt x="131228" y="231812"/>
                </a:cubicBezTo>
                <a:cubicBezTo>
                  <a:pt x="130702" y="229457"/>
                  <a:pt x="129662" y="227628"/>
                  <a:pt x="128085" y="226314"/>
                </a:cubicBezTo>
                <a:cubicBezTo>
                  <a:pt x="126782" y="225000"/>
                  <a:pt x="125204" y="224348"/>
                  <a:pt x="123375" y="224348"/>
                </a:cubicBezTo>
                <a:cubicBezTo>
                  <a:pt x="121021" y="224348"/>
                  <a:pt x="119181" y="225262"/>
                  <a:pt x="117878" y="227103"/>
                </a:cubicBezTo>
                <a:cubicBezTo>
                  <a:pt x="116563" y="228931"/>
                  <a:pt x="116175" y="231035"/>
                  <a:pt x="116689" y="233389"/>
                </a:cubicBezTo>
                <a:cubicBezTo>
                  <a:pt x="120621" y="254866"/>
                  <a:pt x="130051" y="270320"/>
                  <a:pt x="144978" y="279749"/>
                </a:cubicBezTo>
                <a:cubicBezTo>
                  <a:pt x="159917" y="289442"/>
                  <a:pt x="174582" y="294151"/>
                  <a:pt x="188984" y="29390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314415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950" dirty="0"/>
          </a:p>
        </p:txBody>
      </p:sp>
      <p:sp>
        <p:nvSpPr>
          <p:cNvPr id="44" name="圖示 庫存"/>
          <p:cNvSpPr/>
          <p:nvPr/>
        </p:nvSpPr>
        <p:spPr>
          <a:xfrm>
            <a:off x="1401852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793" y="337905"/>
                </a:moveTo>
                <a:cubicBezTo>
                  <a:pt x="71506" y="337905"/>
                  <a:pt x="66134" y="335676"/>
                  <a:pt x="61688" y="331219"/>
                </a:cubicBezTo>
                <a:cubicBezTo>
                  <a:pt x="57230" y="326772"/>
                  <a:pt x="55013" y="321400"/>
                  <a:pt x="55013" y="315114"/>
                </a:cubicBezTo>
                <a:lnTo>
                  <a:pt x="55013" y="130051"/>
                </a:lnTo>
                <a:cubicBezTo>
                  <a:pt x="50555" y="128748"/>
                  <a:pt x="46886" y="125993"/>
                  <a:pt x="44006" y="121798"/>
                </a:cubicBezTo>
                <a:cubicBezTo>
                  <a:pt x="40862" y="117878"/>
                  <a:pt x="39296" y="113283"/>
                  <a:pt x="39296" y="108048"/>
                </a:cubicBezTo>
                <a:lnTo>
                  <a:pt x="39296" y="62076"/>
                </a:lnTo>
                <a:cubicBezTo>
                  <a:pt x="39296" y="55790"/>
                  <a:pt x="41514" y="50418"/>
                  <a:pt x="45971" y="45971"/>
                </a:cubicBezTo>
                <a:cubicBezTo>
                  <a:pt x="50418" y="41514"/>
                  <a:pt x="55790" y="39296"/>
                  <a:pt x="62076" y="39296"/>
                </a:cubicBezTo>
                <a:lnTo>
                  <a:pt x="315114" y="39296"/>
                </a:lnTo>
                <a:cubicBezTo>
                  <a:pt x="321400" y="39296"/>
                  <a:pt x="326772" y="41514"/>
                  <a:pt x="331219" y="45971"/>
                </a:cubicBezTo>
                <a:cubicBezTo>
                  <a:pt x="335676" y="50418"/>
                  <a:pt x="337905" y="55790"/>
                  <a:pt x="337905" y="62076"/>
                </a:cubicBezTo>
                <a:lnTo>
                  <a:pt x="337905" y="108048"/>
                </a:lnTo>
                <a:cubicBezTo>
                  <a:pt x="337905" y="113283"/>
                  <a:pt x="336453" y="117878"/>
                  <a:pt x="333573" y="121798"/>
                </a:cubicBezTo>
                <a:cubicBezTo>
                  <a:pt x="330430" y="125993"/>
                  <a:pt x="326635" y="128748"/>
                  <a:pt x="322189" y="130051"/>
                </a:cubicBezTo>
                <a:lnTo>
                  <a:pt x="322189" y="315114"/>
                </a:lnTo>
                <a:cubicBezTo>
                  <a:pt x="322189" y="321400"/>
                  <a:pt x="319960" y="326772"/>
                  <a:pt x="315502" y="331219"/>
                </a:cubicBezTo>
                <a:cubicBezTo>
                  <a:pt x="311056" y="335676"/>
                  <a:pt x="305684" y="337905"/>
                  <a:pt x="299397" y="337905"/>
                </a:cubicBezTo>
                <a:lnTo>
                  <a:pt x="77793" y="337905"/>
                </a:lnTo>
                <a:close/>
                <a:moveTo>
                  <a:pt x="72683" y="130839"/>
                </a:moveTo>
                <a:lnTo>
                  <a:pt x="72683" y="314325"/>
                </a:lnTo>
                <a:cubicBezTo>
                  <a:pt x="72683" y="316154"/>
                  <a:pt x="73346" y="317594"/>
                  <a:pt x="74649" y="318646"/>
                </a:cubicBezTo>
                <a:cubicBezTo>
                  <a:pt x="75701" y="319697"/>
                  <a:pt x="77141" y="320223"/>
                  <a:pt x="78970" y="320223"/>
                </a:cubicBezTo>
                <a:lnTo>
                  <a:pt x="299397" y="320223"/>
                </a:lnTo>
                <a:cubicBezTo>
                  <a:pt x="300963" y="320223"/>
                  <a:pt x="302141" y="319697"/>
                  <a:pt x="302929" y="318646"/>
                </a:cubicBezTo>
                <a:cubicBezTo>
                  <a:pt x="303981" y="317857"/>
                  <a:pt x="304507" y="316680"/>
                  <a:pt x="304507" y="315114"/>
                </a:cubicBezTo>
                <a:lnTo>
                  <a:pt x="304507" y="130839"/>
                </a:lnTo>
                <a:lnTo>
                  <a:pt x="72683" y="130839"/>
                </a:lnTo>
                <a:close/>
                <a:moveTo>
                  <a:pt x="62076" y="113157"/>
                </a:moveTo>
                <a:lnTo>
                  <a:pt x="315114" y="113157"/>
                </a:lnTo>
                <a:cubicBezTo>
                  <a:pt x="316680" y="113157"/>
                  <a:pt x="317857" y="112631"/>
                  <a:pt x="318646" y="111591"/>
                </a:cubicBezTo>
                <a:cubicBezTo>
                  <a:pt x="319697" y="110802"/>
                  <a:pt x="320223" y="109625"/>
                  <a:pt x="320223" y="108048"/>
                </a:cubicBezTo>
                <a:lnTo>
                  <a:pt x="320223" y="62076"/>
                </a:lnTo>
                <a:cubicBezTo>
                  <a:pt x="320223" y="60510"/>
                  <a:pt x="319697" y="59333"/>
                  <a:pt x="318646" y="58544"/>
                </a:cubicBezTo>
                <a:cubicBezTo>
                  <a:pt x="317857" y="57493"/>
                  <a:pt x="316680" y="56967"/>
                  <a:pt x="315114" y="56967"/>
                </a:cubicBezTo>
                <a:lnTo>
                  <a:pt x="62076" y="56967"/>
                </a:lnTo>
                <a:cubicBezTo>
                  <a:pt x="60510" y="56967"/>
                  <a:pt x="59333" y="57493"/>
                  <a:pt x="58544" y="58544"/>
                </a:cubicBezTo>
                <a:cubicBezTo>
                  <a:pt x="57493" y="59333"/>
                  <a:pt x="56967" y="60510"/>
                  <a:pt x="56967" y="62076"/>
                </a:cubicBezTo>
                <a:lnTo>
                  <a:pt x="56967" y="108048"/>
                </a:lnTo>
                <a:cubicBezTo>
                  <a:pt x="56967" y="109625"/>
                  <a:pt x="57493" y="110802"/>
                  <a:pt x="58544" y="111591"/>
                </a:cubicBezTo>
                <a:cubicBezTo>
                  <a:pt x="59333" y="112631"/>
                  <a:pt x="60510" y="113157"/>
                  <a:pt x="62076" y="113157"/>
                </a:cubicBezTo>
                <a:close/>
                <a:moveTo>
                  <a:pt x="152842" y="205489"/>
                </a:moveTo>
                <a:lnTo>
                  <a:pt x="224348" y="205489"/>
                </a:lnTo>
                <a:cubicBezTo>
                  <a:pt x="226703" y="205489"/>
                  <a:pt x="228669" y="204574"/>
                  <a:pt x="230246" y="202745"/>
                </a:cubicBezTo>
                <a:cubicBezTo>
                  <a:pt x="231812" y="201168"/>
                  <a:pt x="232600" y="199202"/>
                  <a:pt x="232600" y="196847"/>
                </a:cubicBezTo>
                <a:cubicBezTo>
                  <a:pt x="232600" y="194493"/>
                  <a:pt x="231812" y="192527"/>
                  <a:pt x="230246" y="190950"/>
                </a:cubicBezTo>
                <a:cubicBezTo>
                  <a:pt x="228669" y="189384"/>
                  <a:pt x="226703" y="188595"/>
                  <a:pt x="224348" y="188595"/>
                </a:cubicBezTo>
                <a:lnTo>
                  <a:pt x="152842" y="188595"/>
                </a:lnTo>
                <a:cubicBezTo>
                  <a:pt x="150487" y="188595"/>
                  <a:pt x="148521" y="189384"/>
                  <a:pt x="146944" y="190950"/>
                </a:cubicBezTo>
                <a:cubicBezTo>
                  <a:pt x="145378" y="192527"/>
                  <a:pt x="144590" y="194493"/>
                  <a:pt x="144590" y="196847"/>
                </a:cubicBezTo>
                <a:cubicBezTo>
                  <a:pt x="144590" y="199202"/>
                  <a:pt x="145378" y="201294"/>
                  <a:pt x="146944" y="203134"/>
                </a:cubicBezTo>
                <a:cubicBezTo>
                  <a:pt x="148521" y="204700"/>
                  <a:pt x="150487" y="205489"/>
                  <a:pt x="152842" y="205489"/>
                </a:cubicBezTo>
                <a:close/>
                <a:moveTo>
                  <a:pt x="188595" y="22552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383755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950" dirty="0"/>
          </a:p>
        </p:txBody>
      </p:sp>
      <p:sp>
        <p:nvSpPr>
          <p:cNvPr id="46" name="圖示 包裝"/>
          <p:cNvSpPr/>
          <p:nvPr/>
        </p:nvSpPr>
        <p:spPr>
          <a:xfrm>
            <a:off x="84390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554" y="315902"/>
                </a:moveTo>
                <a:lnTo>
                  <a:pt x="179554" y="193704"/>
                </a:lnTo>
                <a:lnTo>
                  <a:pt x="72683" y="132017"/>
                </a:lnTo>
                <a:lnTo>
                  <a:pt x="72683" y="251460"/>
                </a:lnTo>
                <a:cubicBezTo>
                  <a:pt x="72683" y="252249"/>
                  <a:pt x="72946" y="253037"/>
                  <a:pt x="73472" y="253815"/>
                </a:cubicBezTo>
                <a:cubicBezTo>
                  <a:pt x="73735" y="254340"/>
                  <a:pt x="74386" y="254866"/>
                  <a:pt x="75438" y="255392"/>
                </a:cubicBezTo>
                <a:lnTo>
                  <a:pt x="179554" y="315902"/>
                </a:lnTo>
                <a:close/>
                <a:moveTo>
                  <a:pt x="197636" y="315902"/>
                </a:moveTo>
                <a:lnTo>
                  <a:pt x="301752" y="255392"/>
                </a:lnTo>
                <a:cubicBezTo>
                  <a:pt x="302804" y="254866"/>
                  <a:pt x="303455" y="254340"/>
                  <a:pt x="303718" y="253815"/>
                </a:cubicBezTo>
                <a:cubicBezTo>
                  <a:pt x="304244" y="253037"/>
                  <a:pt x="304507" y="252249"/>
                  <a:pt x="304507" y="251460"/>
                </a:cubicBezTo>
                <a:lnTo>
                  <a:pt x="304507" y="131628"/>
                </a:lnTo>
                <a:lnTo>
                  <a:pt x="197636" y="193704"/>
                </a:lnTo>
                <a:lnTo>
                  <a:pt x="197636" y="315902"/>
                </a:lnTo>
                <a:close/>
                <a:moveTo>
                  <a:pt x="177199" y="335150"/>
                </a:moveTo>
                <a:lnTo>
                  <a:pt x="66397" y="271108"/>
                </a:lnTo>
                <a:cubicBezTo>
                  <a:pt x="62739" y="269005"/>
                  <a:pt x="59985" y="266125"/>
                  <a:pt x="58156" y="262467"/>
                </a:cubicBezTo>
                <a:cubicBezTo>
                  <a:pt x="56053" y="259061"/>
                  <a:pt x="55013" y="255392"/>
                  <a:pt x="55013" y="251460"/>
                </a:cubicBezTo>
                <a:lnTo>
                  <a:pt x="55013" y="125730"/>
                </a:lnTo>
                <a:cubicBezTo>
                  <a:pt x="55013" y="121798"/>
                  <a:pt x="56053" y="118129"/>
                  <a:pt x="58156" y="114734"/>
                </a:cubicBezTo>
                <a:cubicBezTo>
                  <a:pt x="59985" y="111065"/>
                  <a:pt x="62739" y="108185"/>
                  <a:pt x="66397" y="106082"/>
                </a:cubicBezTo>
                <a:lnTo>
                  <a:pt x="177199" y="42040"/>
                </a:lnTo>
                <a:cubicBezTo>
                  <a:pt x="180868" y="40211"/>
                  <a:pt x="184663" y="39296"/>
                  <a:pt x="188595" y="39296"/>
                </a:cubicBezTo>
                <a:cubicBezTo>
                  <a:pt x="192527" y="39296"/>
                  <a:pt x="196322" y="40211"/>
                  <a:pt x="199991" y="42040"/>
                </a:cubicBezTo>
                <a:lnTo>
                  <a:pt x="310793" y="106082"/>
                </a:lnTo>
                <a:cubicBezTo>
                  <a:pt x="314451" y="108185"/>
                  <a:pt x="317205" y="111065"/>
                  <a:pt x="319046" y="114734"/>
                </a:cubicBezTo>
                <a:cubicBezTo>
                  <a:pt x="321137" y="118129"/>
                  <a:pt x="322189" y="121798"/>
                  <a:pt x="322189" y="125730"/>
                </a:cubicBezTo>
                <a:lnTo>
                  <a:pt x="322189" y="251460"/>
                </a:lnTo>
                <a:cubicBezTo>
                  <a:pt x="322189" y="255392"/>
                  <a:pt x="321137" y="259061"/>
                  <a:pt x="319046" y="262467"/>
                </a:cubicBezTo>
                <a:cubicBezTo>
                  <a:pt x="317205" y="266125"/>
                  <a:pt x="314451" y="269005"/>
                  <a:pt x="310793" y="271108"/>
                </a:cubicBezTo>
                <a:lnTo>
                  <a:pt x="199991" y="335150"/>
                </a:lnTo>
                <a:cubicBezTo>
                  <a:pt x="196322" y="336979"/>
                  <a:pt x="192527" y="337905"/>
                  <a:pt x="188595" y="337905"/>
                </a:cubicBezTo>
                <a:cubicBezTo>
                  <a:pt x="184663" y="337905"/>
                  <a:pt x="180868" y="336979"/>
                  <a:pt x="177199" y="335150"/>
                </a:cubicBezTo>
                <a:close/>
                <a:moveTo>
                  <a:pt x="250283" y="142624"/>
                </a:moveTo>
                <a:lnTo>
                  <a:pt x="293900" y="117089"/>
                </a:lnTo>
                <a:lnTo>
                  <a:pt x="190950" y="57756"/>
                </a:lnTo>
                <a:cubicBezTo>
                  <a:pt x="190172" y="57230"/>
                  <a:pt x="189384" y="56967"/>
                  <a:pt x="188595" y="56967"/>
                </a:cubicBezTo>
                <a:cubicBezTo>
                  <a:pt x="187806" y="56967"/>
                  <a:pt x="187029" y="57230"/>
                  <a:pt x="186240" y="57756"/>
                </a:cubicBezTo>
                <a:lnTo>
                  <a:pt x="145378" y="81336"/>
                </a:lnTo>
                <a:lnTo>
                  <a:pt x="250283" y="142624"/>
                </a:lnTo>
                <a:close/>
                <a:moveTo>
                  <a:pt x="188595" y="178377"/>
                </a:moveTo>
                <a:lnTo>
                  <a:pt x="232600" y="152842"/>
                </a:lnTo>
                <a:lnTo>
                  <a:pt x="126907" y="91943"/>
                </a:lnTo>
                <a:lnTo>
                  <a:pt x="82902" y="117089"/>
                </a:lnTo>
                <a:lnTo>
                  <a:pt x="188595" y="17837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66294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950" dirty="0"/>
          </a:p>
        </p:txBody>
      </p:sp>
      <p:sp>
        <p:nvSpPr>
          <p:cNvPr id="48" name="圖示 模組"/>
          <p:cNvSpPr/>
          <p:nvPr/>
        </p:nvSpPr>
        <p:spPr>
          <a:xfrm>
            <a:off x="153730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554" y="315902"/>
                </a:moveTo>
                <a:lnTo>
                  <a:pt x="179554" y="193704"/>
                </a:lnTo>
                <a:lnTo>
                  <a:pt x="72683" y="132017"/>
                </a:lnTo>
                <a:lnTo>
                  <a:pt x="72683" y="251460"/>
                </a:lnTo>
                <a:cubicBezTo>
                  <a:pt x="72683" y="252249"/>
                  <a:pt x="72946" y="253037"/>
                  <a:pt x="73472" y="253815"/>
                </a:cubicBezTo>
                <a:cubicBezTo>
                  <a:pt x="73735" y="254340"/>
                  <a:pt x="74386" y="254866"/>
                  <a:pt x="75438" y="255392"/>
                </a:cubicBezTo>
                <a:lnTo>
                  <a:pt x="179554" y="315902"/>
                </a:lnTo>
                <a:close/>
                <a:moveTo>
                  <a:pt x="197636" y="315902"/>
                </a:moveTo>
                <a:lnTo>
                  <a:pt x="301752" y="255392"/>
                </a:lnTo>
                <a:cubicBezTo>
                  <a:pt x="302804" y="254866"/>
                  <a:pt x="303455" y="254340"/>
                  <a:pt x="303718" y="253815"/>
                </a:cubicBezTo>
                <a:cubicBezTo>
                  <a:pt x="304244" y="253037"/>
                  <a:pt x="304507" y="252249"/>
                  <a:pt x="304507" y="251460"/>
                </a:cubicBezTo>
                <a:lnTo>
                  <a:pt x="304507" y="131628"/>
                </a:lnTo>
                <a:lnTo>
                  <a:pt x="197636" y="193704"/>
                </a:lnTo>
                <a:lnTo>
                  <a:pt x="197636" y="315902"/>
                </a:lnTo>
                <a:close/>
                <a:moveTo>
                  <a:pt x="188595" y="178377"/>
                </a:moveTo>
                <a:lnTo>
                  <a:pt x="293900" y="117089"/>
                </a:lnTo>
                <a:lnTo>
                  <a:pt x="190950" y="57756"/>
                </a:lnTo>
                <a:cubicBezTo>
                  <a:pt x="190172" y="57230"/>
                  <a:pt x="189384" y="56967"/>
                  <a:pt x="188595" y="56967"/>
                </a:cubicBezTo>
                <a:cubicBezTo>
                  <a:pt x="187806" y="56967"/>
                  <a:pt x="187029" y="57230"/>
                  <a:pt x="186240" y="57756"/>
                </a:cubicBezTo>
                <a:lnTo>
                  <a:pt x="82902" y="117089"/>
                </a:lnTo>
                <a:lnTo>
                  <a:pt x="188595" y="178377"/>
                </a:lnTo>
                <a:close/>
                <a:moveTo>
                  <a:pt x="66397" y="271108"/>
                </a:moveTo>
                <a:cubicBezTo>
                  <a:pt x="62739" y="269005"/>
                  <a:pt x="59847" y="266125"/>
                  <a:pt x="57756" y="262467"/>
                </a:cubicBezTo>
                <a:cubicBezTo>
                  <a:pt x="55927" y="259061"/>
                  <a:pt x="55013" y="255392"/>
                  <a:pt x="55013" y="251460"/>
                </a:cubicBezTo>
                <a:lnTo>
                  <a:pt x="55013" y="125730"/>
                </a:lnTo>
                <a:cubicBezTo>
                  <a:pt x="55013" y="121798"/>
                  <a:pt x="55927" y="118129"/>
                  <a:pt x="57756" y="114734"/>
                </a:cubicBezTo>
                <a:cubicBezTo>
                  <a:pt x="59847" y="111065"/>
                  <a:pt x="62739" y="108185"/>
                  <a:pt x="66397" y="106082"/>
                </a:cubicBezTo>
                <a:lnTo>
                  <a:pt x="177199" y="42040"/>
                </a:lnTo>
                <a:cubicBezTo>
                  <a:pt x="180868" y="40211"/>
                  <a:pt x="184663" y="39296"/>
                  <a:pt x="188595" y="39296"/>
                </a:cubicBezTo>
                <a:cubicBezTo>
                  <a:pt x="192527" y="39296"/>
                  <a:pt x="196322" y="40211"/>
                  <a:pt x="199991" y="42040"/>
                </a:cubicBezTo>
                <a:lnTo>
                  <a:pt x="310793" y="106082"/>
                </a:lnTo>
                <a:cubicBezTo>
                  <a:pt x="314451" y="108185"/>
                  <a:pt x="317343" y="111065"/>
                  <a:pt x="319434" y="114734"/>
                </a:cubicBezTo>
                <a:cubicBezTo>
                  <a:pt x="321263" y="118129"/>
                  <a:pt x="322189" y="121798"/>
                  <a:pt x="322189" y="125730"/>
                </a:cubicBezTo>
                <a:lnTo>
                  <a:pt x="322189" y="251460"/>
                </a:lnTo>
                <a:cubicBezTo>
                  <a:pt x="322189" y="255392"/>
                  <a:pt x="321263" y="259061"/>
                  <a:pt x="319434" y="262467"/>
                </a:cubicBezTo>
                <a:cubicBezTo>
                  <a:pt x="317343" y="266125"/>
                  <a:pt x="314451" y="269005"/>
                  <a:pt x="310793" y="271108"/>
                </a:cubicBezTo>
                <a:lnTo>
                  <a:pt x="199991" y="335150"/>
                </a:lnTo>
                <a:cubicBezTo>
                  <a:pt x="196322" y="336979"/>
                  <a:pt x="192527" y="337905"/>
                  <a:pt x="188595" y="337905"/>
                </a:cubicBezTo>
                <a:cubicBezTo>
                  <a:pt x="184663" y="337905"/>
                  <a:pt x="180868" y="336979"/>
                  <a:pt x="177199" y="335150"/>
                </a:cubicBezTo>
                <a:lnTo>
                  <a:pt x="66397" y="271108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35634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950" dirty="0"/>
          </a:p>
        </p:txBody>
      </p:sp>
      <p:sp>
        <p:nvSpPr>
          <p:cNvPr id="50" name="圖示 已驗證"/>
          <p:cNvSpPr/>
          <p:nvPr/>
        </p:nvSpPr>
        <p:spPr>
          <a:xfrm>
            <a:off x="223070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701" y="210986"/>
                </a:moveTo>
                <a:lnTo>
                  <a:pt x="141835" y="179954"/>
                </a:lnTo>
                <a:cubicBezTo>
                  <a:pt x="140269" y="178114"/>
                  <a:pt x="138177" y="177199"/>
                  <a:pt x="135548" y="177199"/>
                </a:cubicBezTo>
                <a:cubicBezTo>
                  <a:pt x="132931" y="177199"/>
                  <a:pt x="130576" y="177988"/>
                  <a:pt x="128485" y="179554"/>
                </a:cubicBezTo>
                <a:cubicBezTo>
                  <a:pt x="126382" y="181657"/>
                  <a:pt x="125341" y="184012"/>
                  <a:pt x="125341" y="186629"/>
                </a:cubicBezTo>
                <a:cubicBezTo>
                  <a:pt x="125341" y="188984"/>
                  <a:pt x="126382" y="191212"/>
                  <a:pt x="128485" y="193316"/>
                </a:cubicBezTo>
                <a:lnTo>
                  <a:pt x="163838" y="228280"/>
                </a:lnTo>
                <a:cubicBezTo>
                  <a:pt x="166204" y="230635"/>
                  <a:pt x="168821" y="231812"/>
                  <a:pt x="171701" y="231812"/>
                </a:cubicBezTo>
                <a:cubicBezTo>
                  <a:pt x="174845" y="231812"/>
                  <a:pt x="177599" y="230635"/>
                  <a:pt x="179954" y="228280"/>
                </a:cubicBezTo>
                <a:lnTo>
                  <a:pt x="248705" y="159917"/>
                </a:lnTo>
                <a:cubicBezTo>
                  <a:pt x="250283" y="158077"/>
                  <a:pt x="251071" y="155848"/>
                  <a:pt x="251071" y="153231"/>
                </a:cubicBezTo>
                <a:cubicBezTo>
                  <a:pt x="251334" y="150613"/>
                  <a:pt x="250408" y="148384"/>
                  <a:pt x="248317" y="146555"/>
                </a:cubicBezTo>
                <a:cubicBezTo>
                  <a:pt x="246488" y="144978"/>
                  <a:pt x="244385" y="144327"/>
                  <a:pt x="242030" y="144590"/>
                </a:cubicBezTo>
                <a:cubicBezTo>
                  <a:pt x="239413" y="144590"/>
                  <a:pt x="237321" y="145378"/>
                  <a:pt x="235744" y="146944"/>
                </a:cubicBezTo>
                <a:lnTo>
                  <a:pt x="171701" y="210986"/>
                </a:lnTo>
                <a:close/>
                <a:moveTo>
                  <a:pt x="133982" y="334762"/>
                </a:moveTo>
                <a:lnTo>
                  <a:pt x="111191" y="295854"/>
                </a:lnTo>
                <a:lnTo>
                  <a:pt x="66008" y="286824"/>
                </a:lnTo>
                <a:cubicBezTo>
                  <a:pt x="63128" y="286299"/>
                  <a:pt x="60773" y="284721"/>
                  <a:pt x="58933" y="282104"/>
                </a:cubicBezTo>
                <a:cubicBezTo>
                  <a:pt x="57104" y="279486"/>
                  <a:pt x="56453" y="276869"/>
                  <a:pt x="56967" y="274251"/>
                </a:cubicBezTo>
                <a:lnTo>
                  <a:pt x="61688" y="229846"/>
                </a:lnTo>
                <a:lnTo>
                  <a:pt x="32610" y="196059"/>
                </a:lnTo>
                <a:cubicBezTo>
                  <a:pt x="30781" y="194230"/>
                  <a:pt x="29867" y="191738"/>
                  <a:pt x="29867" y="188595"/>
                </a:cubicBezTo>
                <a:cubicBezTo>
                  <a:pt x="29867" y="185452"/>
                  <a:pt x="30781" y="182960"/>
                  <a:pt x="32610" y="181131"/>
                </a:cubicBezTo>
                <a:lnTo>
                  <a:pt x="61688" y="147733"/>
                </a:lnTo>
                <a:lnTo>
                  <a:pt x="56967" y="103339"/>
                </a:lnTo>
                <a:cubicBezTo>
                  <a:pt x="56453" y="100458"/>
                  <a:pt x="57104" y="97829"/>
                  <a:pt x="58933" y="95475"/>
                </a:cubicBezTo>
                <a:cubicBezTo>
                  <a:pt x="60773" y="92857"/>
                  <a:pt x="63128" y="91280"/>
                  <a:pt x="66008" y="90766"/>
                </a:cubicBezTo>
                <a:lnTo>
                  <a:pt x="111191" y="81725"/>
                </a:lnTo>
                <a:lnTo>
                  <a:pt x="133982" y="42440"/>
                </a:lnTo>
                <a:cubicBezTo>
                  <a:pt x="135285" y="40074"/>
                  <a:pt x="137389" y="38371"/>
                  <a:pt x="140269" y="37330"/>
                </a:cubicBezTo>
                <a:cubicBezTo>
                  <a:pt x="142886" y="36279"/>
                  <a:pt x="145641" y="36405"/>
                  <a:pt x="148521" y="37719"/>
                </a:cubicBezTo>
                <a:lnTo>
                  <a:pt x="188595" y="55790"/>
                </a:lnTo>
                <a:lnTo>
                  <a:pt x="228669" y="37719"/>
                </a:lnTo>
                <a:cubicBezTo>
                  <a:pt x="231549" y="36405"/>
                  <a:pt x="234304" y="36279"/>
                  <a:pt x="236921" y="37330"/>
                </a:cubicBezTo>
                <a:cubicBezTo>
                  <a:pt x="239801" y="38108"/>
                  <a:pt x="241905" y="39811"/>
                  <a:pt x="243208" y="42440"/>
                </a:cubicBezTo>
                <a:lnTo>
                  <a:pt x="266388" y="81725"/>
                </a:lnTo>
                <a:lnTo>
                  <a:pt x="311182" y="90766"/>
                </a:lnTo>
                <a:cubicBezTo>
                  <a:pt x="314062" y="91280"/>
                  <a:pt x="316417" y="92857"/>
                  <a:pt x="318257" y="95475"/>
                </a:cubicBezTo>
                <a:cubicBezTo>
                  <a:pt x="320086" y="97829"/>
                  <a:pt x="320737" y="100458"/>
                  <a:pt x="320223" y="103339"/>
                </a:cubicBezTo>
                <a:lnTo>
                  <a:pt x="315502" y="147733"/>
                </a:lnTo>
                <a:lnTo>
                  <a:pt x="344580" y="181131"/>
                </a:lnTo>
                <a:cubicBezTo>
                  <a:pt x="346409" y="182960"/>
                  <a:pt x="347335" y="185452"/>
                  <a:pt x="347335" y="188595"/>
                </a:cubicBezTo>
                <a:cubicBezTo>
                  <a:pt x="347335" y="191738"/>
                  <a:pt x="346409" y="194230"/>
                  <a:pt x="344580" y="196059"/>
                </a:cubicBezTo>
                <a:lnTo>
                  <a:pt x="315502" y="229846"/>
                </a:lnTo>
                <a:lnTo>
                  <a:pt x="320223" y="274251"/>
                </a:lnTo>
                <a:cubicBezTo>
                  <a:pt x="320737" y="276869"/>
                  <a:pt x="320086" y="279486"/>
                  <a:pt x="318257" y="282104"/>
                </a:cubicBezTo>
                <a:cubicBezTo>
                  <a:pt x="316417" y="284721"/>
                  <a:pt x="314062" y="286299"/>
                  <a:pt x="311182" y="286824"/>
                </a:cubicBezTo>
                <a:lnTo>
                  <a:pt x="266388" y="295854"/>
                </a:lnTo>
                <a:lnTo>
                  <a:pt x="243208" y="334762"/>
                </a:lnTo>
                <a:cubicBezTo>
                  <a:pt x="241905" y="337379"/>
                  <a:pt x="239801" y="339208"/>
                  <a:pt x="236921" y="340260"/>
                </a:cubicBezTo>
                <a:cubicBezTo>
                  <a:pt x="234304" y="341048"/>
                  <a:pt x="231549" y="340785"/>
                  <a:pt x="228669" y="339471"/>
                </a:cubicBezTo>
                <a:lnTo>
                  <a:pt x="188595" y="321400"/>
                </a:lnTo>
                <a:lnTo>
                  <a:pt x="148521" y="339471"/>
                </a:lnTo>
                <a:cubicBezTo>
                  <a:pt x="145641" y="340785"/>
                  <a:pt x="142886" y="340911"/>
                  <a:pt x="140269" y="339860"/>
                </a:cubicBezTo>
                <a:cubicBezTo>
                  <a:pt x="137389" y="338819"/>
                  <a:pt x="135285" y="337116"/>
                  <a:pt x="133982" y="334762"/>
                </a:cubicBezTo>
                <a:close/>
                <a:moveTo>
                  <a:pt x="147344" y="320223"/>
                </a:moveTo>
                <a:lnTo>
                  <a:pt x="188595" y="302929"/>
                </a:lnTo>
                <a:lnTo>
                  <a:pt x="231035" y="320223"/>
                </a:lnTo>
                <a:lnTo>
                  <a:pt x="256181" y="281327"/>
                </a:lnTo>
                <a:lnTo>
                  <a:pt x="301363" y="270320"/>
                </a:lnTo>
                <a:lnTo>
                  <a:pt x="297043" y="223959"/>
                </a:lnTo>
                <a:lnTo>
                  <a:pt x="328075" y="188595"/>
                </a:lnTo>
                <a:lnTo>
                  <a:pt x="297043" y="152842"/>
                </a:lnTo>
                <a:lnTo>
                  <a:pt x="301363" y="106482"/>
                </a:lnTo>
                <a:lnTo>
                  <a:pt x="256181" y="95875"/>
                </a:lnTo>
                <a:lnTo>
                  <a:pt x="230246" y="56967"/>
                </a:lnTo>
                <a:lnTo>
                  <a:pt x="188595" y="74261"/>
                </a:lnTo>
                <a:lnTo>
                  <a:pt x="146167" y="56967"/>
                </a:lnTo>
                <a:lnTo>
                  <a:pt x="121021" y="95875"/>
                </a:lnTo>
                <a:lnTo>
                  <a:pt x="75827" y="106482"/>
                </a:lnTo>
                <a:lnTo>
                  <a:pt x="80159" y="152842"/>
                </a:lnTo>
                <a:lnTo>
                  <a:pt x="49115" y="188595"/>
                </a:lnTo>
                <a:lnTo>
                  <a:pt x="80159" y="223959"/>
                </a:lnTo>
                <a:lnTo>
                  <a:pt x="75827" y="270708"/>
                </a:lnTo>
                <a:lnTo>
                  <a:pt x="121021" y="281327"/>
                </a:lnTo>
                <a:lnTo>
                  <a:pt x="147344" y="320223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204974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950" dirty="0"/>
          </a:p>
        </p:txBody>
      </p:sp>
      <p:sp>
        <p:nvSpPr>
          <p:cNvPr id="52" name="圖示 達成"/>
          <p:cNvSpPr/>
          <p:nvPr/>
        </p:nvSpPr>
        <p:spPr>
          <a:xfrm>
            <a:off x="292410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7905"/>
                </a:moveTo>
                <a:cubicBezTo>
                  <a:pt x="167644" y="337905"/>
                  <a:pt x="148121" y="334099"/>
                  <a:pt x="130051" y="326509"/>
                </a:cubicBezTo>
                <a:cubicBezTo>
                  <a:pt x="111717" y="318908"/>
                  <a:pt x="95875" y="308301"/>
                  <a:pt x="82513" y="294677"/>
                </a:cubicBezTo>
                <a:cubicBezTo>
                  <a:pt x="68889" y="281327"/>
                  <a:pt x="58282" y="265473"/>
                  <a:pt x="50681" y="247139"/>
                </a:cubicBezTo>
                <a:cubicBezTo>
                  <a:pt x="43091" y="229069"/>
                  <a:pt x="39296" y="209546"/>
                  <a:pt x="39296" y="188595"/>
                </a:cubicBezTo>
                <a:cubicBezTo>
                  <a:pt x="39296" y="167907"/>
                  <a:pt x="43091" y="148384"/>
                  <a:pt x="50681" y="130051"/>
                </a:cubicBezTo>
                <a:cubicBezTo>
                  <a:pt x="58282" y="111980"/>
                  <a:pt x="68889" y="96126"/>
                  <a:pt x="82513" y="82513"/>
                </a:cubicBezTo>
                <a:cubicBezTo>
                  <a:pt x="95875" y="69152"/>
                  <a:pt x="111717" y="58544"/>
                  <a:pt x="130051" y="50681"/>
                </a:cubicBezTo>
                <a:cubicBezTo>
                  <a:pt x="148121" y="43091"/>
                  <a:pt x="167644" y="39296"/>
                  <a:pt x="188595" y="39296"/>
                </a:cubicBezTo>
                <a:cubicBezTo>
                  <a:pt x="204048" y="39296"/>
                  <a:pt x="218976" y="41651"/>
                  <a:pt x="233389" y="46360"/>
                </a:cubicBezTo>
                <a:cubicBezTo>
                  <a:pt x="247791" y="50818"/>
                  <a:pt x="261416" y="57493"/>
                  <a:pt x="274251" y="66397"/>
                </a:cubicBezTo>
                <a:cubicBezTo>
                  <a:pt x="276606" y="67711"/>
                  <a:pt x="277920" y="69540"/>
                  <a:pt x="278183" y="71906"/>
                </a:cubicBezTo>
                <a:cubicBezTo>
                  <a:pt x="278698" y="74524"/>
                  <a:pt x="278183" y="76752"/>
                  <a:pt x="276606" y="78581"/>
                </a:cubicBezTo>
                <a:cubicBezTo>
                  <a:pt x="275040" y="80673"/>
                  <a:pt x="273074" y="81850"/>
                  <a:pt x="270708" y="82113"/>
                </a:cubicBezTo>
                <a:cubicBezTo>
                  <a:pt x="268354" y="82113"/>
                  <a:pt x="265999" y="81336"/>
                  <a:pt x="263644" y="79759"/>
                </a:cubicBezTo>
                <a:cubicBezTo>
                  <a:pt x="252637" y="72420"/>
                  <a:pt x="240716" y="66797"/>
                  <a:pt x="227891" y="62865"/>
                </a:cubicBezTo>
                <a:cubicBezTo>
                  <a:pt x="215318" y="58933"/>
                  <a:pt x="202220" y="56967"/>
                  <a:pt x="188595" y="56967"/>
                </a:cubicBezTo>
                <a:cubicBezTo>
                  <a:pt x="151402" y="56967"/>
                  <a:pt x="120232" y="69677"/>
                  <a:pt x="95086" y="95086"/>
                </a:cubicBezTo>
                <a:cubicBezTo>
                  <a:pt x="69677" y="120232"/>
                  <a:pt x="56967" y="151402"/>
                  <a:pt x="56967" y="188595"/>
                </a:cubicBezTo>
                <a:cubicBezTo>
                  <a:pt x="56967" y="225788"/>
                  <a:pt x="69677" y="256958"/>
                  <a:pt x="95086" y="282104"/>
                </a:cubicBezTo>
                <a:cubicBezTo>
                  <a:pt x="120232" y="307513"/>
                  <a:pt x="151402" y="320223"/>
                  <a:pt x="188595" y="320223"/>
                </a:cubicBezTo>
                <a:cubicBezTo>
                  <a:pt x="225788" y="320223"/>
                  <a:pt x="256958" y="307513"/>
                  <a:pt x="282104" y="282104"/>
                </a:cubicBezTo>
                <a:cubicBezTo>
                  <a:pt x="307513" y="256958"/>
                  <a:pt x="320223" y="225788"/>
                  <a:pt x="320223" y="188595"/>
                </a:cubicBezTo>
                <a:cubicBezTo>
                  <a:pt x="320223" y="183360"/>
                  <a:pt x="319960" y="178377"/>
                  <a:pt x="319434" y="173667"/>
                </a:cubicBezTo>
                <a:cubicBezTo>
                  <a:pt x="318908" y="168684"/>
                  <a:pt x="318120" y="163838"/>
                  <a:pt x="317080" y="159128"/>
                </a:cubicBezTo>
                <a:cubicBezTo>
                  <a:pt x="316554" y="156511"/>
                  <a:pt x="316942" y="154145"/>
                  <a:pt x="318257" y="152053"/>
                </a:cubicBezTo>
                <a:cubicBezTo>
                  <a:pt x="319297" y="149699"/>
                  <a:pt x="321000" y="148384"/>
                  <a:pt x="323366" y="148121"/>
                </a:cubicBezTo>
                <a:cubicBezTo>
                  <a:pt x="325984" y="147607"/>
                  <a:pt x="328338" y="148121"/>
                  <a:pt x="330430" y="149699"/>
                </a:cubicBezTo>
                <a:cubicBezTo>
                  <a:pt x="332796" y="151528"/>
                  <a:pt x="334236" y="153756"/>
                  <a:pt x="334762" y="156374"/>
                </a:cubicBezTo>
                <a:cubicBezTo>
                  <a:pt x="335802" y="161357"/>
                  <a:pt x="336591" y="166592"/>
                  <a:pt x="337116" y="172090"/>
                </a:cubicBezTo>
                <a:cubicBezTo>
                  <a:pt x="337642" y="177336"/>
                  <a:pt x="337905" y="182834"/>
                  <a:pt x="337905" y="188595"/>
                </a:cubicBezTo>
                <a:cubicBezTo>
                  <a:pt x="337905" y="209546"/>
                  <a:pt x="334099" y="229069"/>
                  <a:pt x="326509" y="247139"/>
                </a:cubicBezTo>
                <a:cubicBezTo>
                  <a:pt x="318646" y="265473"/>
                  <a:pt x="308039" y="281327"/>
                  <a:pt x="294677" y="294677"/>
                </a:cubicBezTo>
                <a:cubicBezTo>
                  <a:pt x="281064" y="308301"/>
                  <a:pt x="265210" y="318908"/>
                  <a:pt x="247139" y="326509"/>
                </a:cubicBezTo>
                <a:cubicBezTo>
                  <a:pt x="228806" y="334099"/>
                  <a:pt x="209283" y="337905"/>
                  <a:pt x="188595" y="337905"/>
                </a:cubicBezTo>
                <a:close/>
                <a:moveTo>
                  <a:pt x="165415" y="227891"/>
                </a:moveTo>
                <a:lnTo>
                  <a:pt x="317857" y="75438"/>
                </a:lnTo>
                <a:cubicBezTo>
                  <a:pt x="319697" y="73609"/>
                  <a:pt x="321926" y="72683"/>
                  <a:pt x="324543" y="72683"/>
                </a:cubicBezTo>
                <a:cubicBezTo>
                  <a:pt x="327161" y="72683"/>
                  <a:pt x="329390" y="73609"/>
                  <a:pt x="331219" y="75438"/>
                </a:cubicBezTo>
                <a:cubicBezTo>
                  <a:pt x="333310" y="77267"/>
                  <a:pt x="334362" y="79496"/>
                  <a:pt x="334362" y="82113"/>
                </a:cubicBezTo>
                <a:cubicBezTo>
                  <a:pt x="334362" y="84742"/>
                  <a:pt x="333310" y="87097"/>
                  <a:pt x="331219" y="89188"/>
                </a:cubicBezTo>
                <a:lnTo>
                  <a:pt x="173267" y="246751"/>
                </a:lnTo>
                <a:cubicBezTo>
                  <a:pt x="171176" y="249105"/>
                  <a:pt x="168558" y="250283"/>
                  <a:pt x="165415" y="250283"/>
                </a:cubicBezTo>
                <a:cubicBezTo>
                  <a:pt x="162272" y="250283"/>
                  <a:pt x="159654" y="249105"/>
                  <a:pt x="157551" y="246751"/>
                </a:cubicBezTo>
                <a:lnTo>
                  <a:pt x="111980" y="201168"/>
                </a:lnTo>
                <a:cubicBezTo>
                  <a:pt x="110402" y="199602"/>
                  <a:pt x="109625" y="197373"/>
                  <a:pt x="109625" y="194493"/>
                </a:cubicBezTo>
                <a:cubicBezTo>
                  <a:pt x="109625" y="191864"/>
                  <a:pt x="110540" y="189647"/>
                  <a:pt x="112368" y="187806"/>
                </a:cubicBezTo>
                <a:cubicBezTo>
                  <a:pt x="114209" y="185978"/>
                  <a:pt x="116426" y="185063"/>
                  <a:pt x="119055" y="185063"/>
                </a:cubicBezTo>
                <a:cubicBezTo>
                  <a:pt x="121672" y="185063"/>
                  <a:pt x="123901" y="185978"/>
                  <a:pt x="125730" y="187806"/>
                </a:cubicBezTo>
                <a:lnTo>
                  <a:pt x="165415" y="22789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74314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950" dirty="0"/>
          </a:p>
        </p:txBody>
      </p:sp>
      <p:sp>
        <p:nvSpPr>
          <p:cNvPr id="54" name="圖示 查核"/>
          <p:cNvSpPr/>
          <p:nvPr/>
        </p:nvSpPr>
        <p:spPr>
          <a:xfrm>
            <a:off x="361750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9722" y="322189"/>
                </a:moveTo>
                <a:cubicBezTo>
                  <a:pt x="53435" y="322189"/>
                  <a:pt x="48063" y="319960"/>
                  <a:pt x="43617" y="315502"/>
                </a:cubicBezTo>
                <a:cubicBezTo>
                  <a:pt x="39159" y="311056"/>
                  <a:pt x="36930" y="305684"/>
                  <a:pt x="36930" y="299397"/>
                </a:cubicBezTo>
                <a:lnTo>
                  <a:pt x="36930" y="77793"/>
                </a:lnTo>
                <a:cubicBezTo>
                  <a:pt x="36930" y="71506"/>
                  <a:pt x="39159" y="66134"/>
                  <a:pt x="43617" y="61688"/>
                </a:cubicBezTo>
                <a:cubicBezTo>
                  <a:pt x="48063" y="57230"/>
                  <a:pt x="53435" y="55013"/>
                  <a:pt x="59722" y="55013"/>
                </a:cubicBezTo>
                <a:lnTo>
                  <a:pt x="317468" y="55013"/>
                </a:lnTo>
                <a:cubicBezTo>
                  <a:pt x="323755" y="55013"/>
                  <a:pt x="329127" y="57230"/>
                  <a:pt x="333573" y="61688"/>
                </a:cubicBezTo>
                <a:cubicBezTo>
                  <a:pt x="338031" y="66134"/>
                  <a:pt x="340260" y="71506"/>
                  <a:pt x="340260" y="77793"/>
                </a:cubicBezTo>
                <a:lnTo>
                  <a:pt x="340260" y="299397"/>
                </a:lnTo>
                <a:cubicBezTo>
                  <a:pt x="340260" y="305684"/>
                  <a:pt x="338031" y="311056"/>
                  <a:pt x="333573" y="315502"/>
                </a:cubicBezTo>
                <a:cubicBezTo>
                  <a:pt x="329127" y="319960"/>
                  <a:pt x="323755" y="322189"/>
                  <a:pt x="317468" y="322189"/>
                </a:cubicBezTo>
                <a:lnTo>
                  <a:pt x="59722" y="322189"/>
                </a:lnTo>
                <a:close/>
                <a:moveTo>
                  <a:pt x="59722" y="304507"/>
                </a:moveTo>
                <a:lnTo>
                  <a:pt x="317468" y="304507"/>
                </a:lnTo>
                <a:cubicBezTo>
                  <a:pt x="318783" y="304507"/>
                  <a:pt x="319823" y="303981"/>
                  <a:pt x="320612" y="302929"/>
                </a:cubicBezTo>
                <a:cubicBezTo>
                  <a:pt x="321663" y="301878"/>
                  <a:pt x="322189" y="300700"/>
                  <a:pt x="322189" y="299397"/>
                </a:cubicBezTo>
                <a:lnTo>
                  <a:pt x="322189" y="77793"/>
                </a:lnTo>
                <a:cubicBezTo>
                  <a:pt x="322189" y="76490"/>
                  <a:pt x="321663" y="75312"/>
                  <a:pt x="320612" y="74261"/>
                </a:cubicBezTo>
                <a:cubicBezTo>
                  <a:pt x="319823" y="73209"/>
                  <a:pt x="318783" y="72683"/>
                  <a:pt x="317468" y="72683"/>
                </a:cubicBezTo>
                <a:lnTo>
                  <a:pt x="59722" y="72683"/>
                </a:lnTo>
                <a:cubicBezTo>
                  <a:pt x="58407" y="72683"/>
                  <a:pt x="57367" y="73209"/>
                  <a:pt x="56579" y="74261"/>
                </a:cubicBezTo>
                <a:cubicBezTo>
                  <a:pt x="55527" y="75312"/>
                  <a:pt x="55013" y="76490"/>
                  <a:pt x="55013" y="77793"/>
                </a:cubicBezTo>
                <a:lnTo>
                  <a:pt x="55013" y="299397"/>
                </a:lnTo>
                <a:cubicBezTo>
                  <a:pt x="55013" y="300700"/>
                  <a:pt x="55527" y="301878"/>
                  <a:pt x="56579" y="302929"/>
                </a:cubicBezTo>
                <a:cubicBezTo>
                  <a:pt x="57367" y="303981"/>
                  <a:pt x="58407" y="304507"/>
                  <a:pt x="59722" y="304507"/>
                </a:cubicBezTo>
                <a:close/>
                <a:moveTo>
                  <a:pt x="141446" y="263244"/>
                </a:moveTo>
                <a:cubicBezTo>
                  <a:pt x="144852" y="263244"/>
                  <a:pt x="147607" y="262067"/>
                  <a:pt x="149699" y="259712"/>
                </a:cubicBezTo>
                <a:cubicBezTo>
                  <a:pt x="152053" y="257621"/>
                  <a:pt x="153231" y="254866"/>
                  <a:pt x="153231" y="251460"/>
                </a:cubicBezTo>
                <a:cubicBezTo>
                  <a:pt x="153231" y="248054"/>
                  <a:pt x="152053" y="245299"/>
                  <a:pt x="149699" y="243208"/>
                </a:cubicBezTo>
                <a:cubicBezTo>
                  <a:pt x="147607" y="240853"/>
                  <a:pt x="144852" y="239676"/>
                  <a:pt x="141446" y="239676"/>
                </a:cubicBezTo>
                <a:lnTo>
                  <a:pt x="94298" y="239676"/>
                </a:lnTo>
                <a:cubicBezTo>
                  <a:pt x="90891" y="239676"/>
                  <a:pt x="88137" y="240853"/>
                  <a:pt x="86045" y="243208"/>
                </a:cubicBezTo>
                <a:cubicBezTo>
                  <a:pt x="83690" y="245299"/>
                  <a:pt x="82513" y="248054"/>
                  <a:pt x="82513" y="251460"/>
                </a:cubicBezTo>
                <a:cubicBezTo>
                  <a:pt x="82513" y="254866"/>
                  <a:pt x="83690" y="257621"/>
                  <a:pt x="86045" y="259712"/>
                </a:cubicBezTo>
                <a:cubicBezTo>
                  <a:pt x="88137" y="262067"/>
                  <a:pt x="90891" y="263244"/>
                  <a:pt x="94298" y="263244"/>
                </a:cubicBezTo>
                <a:lnTo>
                  <a:pt x="141446" y="263244"/>
                </a:lnTo>
                <a:close/>
                <a:moveTo>
                  <a:pt x="228669" y="196847"/>
                </a:moveTo>
                <a:lnTo>
                  <a:pt x="214530" y="182697"/>
                </a:lnTo>
                <a:cubicBezTo>
                  <a:pt x="212175" y="180343"/>
                  <a:pt x="209420" y="179291"/>
                  <a:pt x="206277" y="179554"/>
                </a:cubicBezTo>
                <a:cubicBezTo>
                  <a:pt x="203134" y="179554"/>
                  <a:pt x="200379" y="180743"/>
                  <a:pt x="198025" y="183097"/>
                </a:cubicBezTo>
                <a:cubicBezTo>
                  <a:pt x="195933" y="185452"/>
                  <a:pt x="194882" y="188206"/>
                  <a:pt x="194882" y="191350"/>
                </a:cubicBezTo>
                <a:cubicBezTo>
                  <a:pt x="194619" y="194493"/>
                  <a:pt x="195670" y="197236"/>
                  <a:pt x="198025" y="199602"/>
                </a:cubicBezTo>
                <a:lnTo>
                  <a:pt x="220816" y="222382"/>
                </a:lnTo>
                <a:cubicBezTo>
                  <a:pt x="222908" y="224485"/>
                  <a:pt x="225525" y="225525"/>
                  <a:pt x="228669" y="225525"/>
                </a:cubicBezTo>
                <a:cubicBezTo>
                  <a:pt x="231812" y="225525"/>
                  <a:pt x="234429" y="224485"/>
                  <a:pt x="236532" y="222382"/>
                </a:cubicBezTo>
                <a:lnTo>
                  <a:pt x="292711" y="166204"/>
                </a:lnTo>
                <a:cubicBezTo>
                  <a:pt x="295077" y="163838"/>
                  <a:pt x="296254" y="161094"/>
                  <a:pt x="296254" y="157951"/>
                </a:cubicBezTo>
                <a:cubicBezTo>
                  <a:pt x="296254" y="154808"/>
                  <a:pt x="295077" y="152053"/>
                  <a:pt x="292711" y="149699"/>
                </a:cubicBezTo>
                <a:cubicBezTo>
                  <a:pt x="290093" y="147344"/>
                  <a:pt x="287213" y="146167"/>
                  <a:pt x="284070" y="146167"/>
                </a:cubicBezTo>
                <a:cubicBezTo>
                  <a:pt x="280927" y="146167"/>
                  <a:pt x="278183" y="147344"/>
                  <a:pt x="275817" y="149699"/>
                </a:cubicBezTo>
                <a:lnTo>
                  <a:pt x="228669" y="196847"/>
                </a:lnTo>
                <a:close/>
                <a:moveTo>
                  <a:pt x="141446" y="200379"/>
                </a:moveTo>
                <a:cubicBezTo>
                  <a:pt x="144852" y="200379"/>
                  <a:pt x="147607" y="199202"/>
                  <a:pt x="149699" y="196847"/>
                </a:cubicBezTo>
                <a:cubicBezTo>
                  <a:pt x="152053" y="194756"/>
                  <a:pt x="153231" y="192001"/>
                  <a:pt x="153231" y="188595"/>
                </a:cubicBezTo>
                <a:cubicBezTo>
                  <a:pt x="153231" y="185189"/>
                  <a:pt x="152053" y="182434"/>
                  <a:pt x="149699" y="180343"/>
                </a:cubicBezTo>
                <a:cubicBezTo>
                  <a:pt x="147607" y="177988"/>
                  <a:pt x="144852" y="176811"/>
                  <a:pt x="141446" y="176811"/>
                </a:cubicBezTo>
                <a:lnTo>
                  <a:pt x="94298" y="176811"/>
                </a:lnTo>
                <a:cubicBezTo>
                  <a:pt x="90891" y="176811"/>
                  <a:pt x="88137" y="177988"/>
                  <a:pt x="86045" y="180343"/>
                </a:cubicBezTo>
                <a:cubicBezTo>
                  <a:pt x="83690" y="182434"/>
                  <a:pt x="82513" y="185189"/>
                  <a:pt x="82513" y="188595"/>
                </a:cubicBezTo>
                <a:cubicBezTo>
                  <a:pt x="82513" y="192001"/>
                  <a:pt x="83690" y="194756"/>
                  <a:pt x="86045" y="196847"/>
                </a:cubicBezTo>
                <a:cubicBezTo>
                  <a:pt x="88137" y="199202"/>
                  <a:pt x="90891" y="200379"/>
                  <a:pt x="94298" y="200379"/>
                </a:cubicBezTo>
                <a:lnTo>
                  <a:pt x="141446" y="200379"/>
                </a:lnTo>
                <a:close/>
                <a:moveTo>
                  <a:pt x="141446" y="137514"/>
                </a:moveTo>
                <a:cubicBezTo>
                  <a:pt x="144852" y="137514"/>
                  <a:pt x="147607" y="136337"/>
                  <a:pt x="149699" y="133982"/>
                </a:cubicBezTo>
                <a:cubicBezTo>
                  <a:pt x="152053" y="131891"/>
                  <a:pt x="153231" y="129136"/>
                  <a:pt x="153231" y="125730"/>
                </a:cubicBezTo>
                <a:cubicBezTo>
                  <a:pt x="153231" y="122324"/>
                  <a:pt x="152053" y="119569"/>
                  <a:pt x="149699" y="117478"/>
                </a:cubicBezTo>
                <a:cubicBezTo>
                  <a:pt x="147607" y="115123"/>
                  <a:pt x="144852" y="113946"/>
                  <a:pt x="141446" y="113946"/>
                </a:cubicBezTo>
                <a:lnTo>
                  <a:pt x="94298" y="113946"/>
                </a:lnTo>
                <a:cubicBezTo>
                  <a:pt x="90891" y="113946"/>
                  <a:pt x="88137" y="115123"/>
                  <a:pt x="86045" y="117478"/>
                </a:cubicBezTo>
                <a:cubicBezTo>
                  <a:pt x="83690" y="119569"/>
                  <a:pt x="82513" y="122324"/>
                  <a:pt x="82513" y="125730"/>
                </a:cubicBezTo>
                <a:cubicBezTo>
                  <a:pt x="82513" y="129136"/>
                  <a:pt x="83690" y="131891"/>
                  <a:pt x="86045" y="133982"/>
                </a:cubicBezTo>
                <a:cubicBezTo>
                  <a:pt x="88137" y="136337"/>
                  <a:pt x="90891" y="137514"/>
                  <a:pt x="94298" y="137514"/>
                </a:cubicBezTo>
                <a:lnTo>
                  <a:pt x="141446" y="137514"/>
                </a:lnTo>
                <a:close/>
                <a:moveTo>
                  <a:pt x="55013" y="304507"/>
                </a:moveTo>
                <a:lnTo>
                  <a:pt x="55013" y="72683"/>
                </a:lnTo>
                <a:lnTo>
                  <a:pt x="55013" y="30450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343654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950" dirty="0"/>
          </a:p>
        </p:txBody>
      </p:sp>
      <p:sp>
        <p:nvSpPr>
          <p:cNvPr id="56" name="圖示 檢核表"/>
          <p:cNvSpPr/>
          <p:nvPr/>
        </p:nvSpPr>
        <p:spPr>
          <a:xfrm>
            <a:off x="431091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9188" y="260890"/>
                </a:moveTo>
                <a:lnTo>
                  <a:pt x="152453" y="197636"/>
                </a:lnTo>
                <a:cubicBezTo>
                  <a:pt x="154282" y="196059"/>
                  <a:pt x="156374" y="195270"/>
                  <a:pt x="158740" y="195270"/>
                </a:cubicBezTo>
                <a:cubicBezTo>
                  <a:pt x="161094" y="195270"/>
                  <a:pt x="163186" y="196196"/>
                  <a:pt x="165026" y="198025"/>
                </a:cubicBezTo>
                <a:cubicBezTo>
                  <a:pt x="166855" y="199602"/>
                  <a:pt x="167770" y="201694"/>
                  <a:pt x="167770" y="204311"/>
                </a:cubicBezTo>
                <a:cubicBezTo>
                  <a:pt x="167770" y="206666"/>
                  <a:pt x="166855" y="208769"/>
                  <a:pt x="165026" y="210598"/>
                </a:cubicBezTo>
                <a:lnTo>
                  <a:pt x="97441" y="278183"/>
                </a:lnTo>
                <a:cubicBezTo>
                  <a:pt x="95086" y="280275"/>
                  <a:pt x="92469" y="281327"/>
                  <a:pt x="89588" y="281327"/>
                </a:cubicBezTo>
                <a:cubicBezTo>
                  <a:pt x="86445" y="281327"/>
                  <a:pt x="83816" y="280275"/>
                  <a:pt x="81725" y="278183"/>
                </a:cubicBezTo>
                <a:lnTo>
                  <a:pt x="45583" y="242030"/>
                </a:lnTo>
                <a:cubicBezTo>
                  <a:pt x="43743" y="240201"/>
                  <a:pt x="42828" y="238098"/>
                  <a:pt x="42828" y="235744"/>
                </a:cubicBezTo>
                <a:cubicBezTo>
                  <a:pt x="42828" y="233389"/>
                  <a:pt x="43743" y="231286"/>
                  <a:pt x="45583" y="229457"/>
                </a:cubicBezTo>
                <a:cubicBezTo>
                  <a:pt x="47412" y="227628"/>
                  <a:pt x="49503" y="226840"/>
                  <a:pt x="51869" y="227103"/>
                </a:cubicBezTo>
                <a:cubicBezTo>
                  <a:pt x="54224" y="227103"/>
                  <a:pt x="56316" y="227891"/>
                  <a:pt x="58156" y="229457"/>
                </a:cubicBezTo>
                <a:lnTo>
                  <a:pt x="89188" y="260890"/>
                </a:lnTo>
                <a:close/>
                <a:moveTo>
                  <a:pt x="89188" y="141058"/>
                </a:moveTo>
                <a:lnTo>
                  <a:pt x="152453" y="77793"/>
                </a:lnTo>
                <a:cubicBezTo>
                  <a:pt x="154282" y="76227"/>
                  <a:pt x="156374" y="75438"/>
                  <a:pt x="158740" y="75438"/>
                </a:cubicBezTo>
                <a:cubicBezTo>
                  <a:pt x="161094" y="75438"/>
                  <a:pt x="163186" y="76352"/>
                  <a:pt x="165026" y="78193"/>
                </a:cubicBezTo>
                <a:cubicBezTo>
                  <a:pt x="166855" y="80021"/>
                  <a:pt x="167770" y="82113"/>
                  <a:pt x="167770" y="84479"/>
                </a:cubicBezTo>
                <a:cubicBezTo>
                  <a:pt x="167770" y="86834"/>
                  <a:pt x="166855" y="88925"/>
                  <a:pt x="165026" y="90766"/>
                </a:cubicBezTo>
                <a:lnTo>
                  <a:pt x="97441" y="158340"/>
                </a:lnTo>
                <a:cubicBezTo>
                  <a:pt x="95086" y="160694"/>
                  <a:pt x="92469" y="161883"/>
                  <a:pt x="89588" y="161883"/>
                </a:cubicBezTo>
                <a:cubicBezTo>
                  <a:pt x="86445" y="161883"/>
                  <a:pt x="83816" y="160694"/>
                  <a:pt x="81725" y="158340"/>
                </a:cubicBezTo>
                <a:lnTo>
                  <a:pt x="45583" y="122198"/>
                </a:lnTo>
                <a:cubicBezTo>
                  <a:pt x="43743" y="120358"/>
                  <a:pt x="42828" y="118266"/>
                  <a:pt x="42828" y="115912"/>
                </a:cubicBezTo>
                <a:cubicBezTo>
                  <a:pt x="42828" y="113546"/>
                  <a:pt x="43743" y="111591"/>
                  <a:pt x="45583" y="110014"/>
                </a:cubicBezTo>
                <a:cubicBezTo>
                  <a:pt x="47412" y="108185"/>
                  <a:pt x="49503" y="107259"/>
                  <a:pt x="51869" y="107259"/>
                </a:cubicBezTo>
                <a:cubicBezTo>
                  <a:pt x="54224" y="107259"/>
                  <a:pt x="56316" y="108185"/>
                  <a:pt x="58156" y="110014"/>
                </a:cubicBezTo>
                <a:lnTo>
                  <a:pt x="89188" y="141058"/>
                </a:lnTo>
                <a:close/>
                <a:moveTo>
                  <a:pt x="213352" y="257358"/>
                </a:moveTo>
                <a:cubicBezTo>
                  <a:pt x="210723" y="257358"/>
                  <a:pt x="208632" y="256432"/>
                  <a:pt x="207066" y="254603"/>
                </a:cubicBezTo>
                <a:cubicBezTo>
                  <a:pt x="205226" y="253037"/>
                  <a:pt x="204311" y="250934"/>
                  <a:pt x="204311" y="248317"/>
                </a:cubicBezTo>
                <a:cubicBezTo>
                  <a:pt x="204311" y="245699"/>
                  <a:pt x="205226" y="243608"/>
                  <a:pt x="207066" y="242030"/>
                </a:cubicBezTo>
                <a:cubicBezTo>
                  <a:pt x="208632" y="240464"/>
                  <a:pt x="210723" y="239676"/>
                  <a:pt x="213352" y="239676"/>
                </a:cubicBezTo>
                <a:lnTo>
                  <a:pt x="329253" y="239676"/>
                </a:lnTo>
                <a:cubicBezTo>
                  <a:pt x="331619" y="239676"/>
                  <a:pt x="333710" y="240464"/>
                  <a:pt x="335539" y="242030"/>
                </a:cubicBezTo>
                <a:cubicBezTo>
                  <a:pt x="337116" y="243859"/>
                  <a:pt x="337905" y="245962"/>
                  <a:pt x="337905" y="248317"/>
                </a:cubicBezTo>
                <a:cubicBezTo>
                  <a:pt x="337905" y="250934"/>
                  <a:pt x="337116" y="253163"/>
                  <a:pt x="335539" y="254992"/>
                </a:cubicBezTo>
                <a:cubicBezTo>
                  <a:pt x="333710" y="256569"/>
                  <a:pt x="331619" y="257358"/>
                  <a:pt x="329253" y="257358"/>
                </a:cubicBezTo>
                <a:lnTo>
                  <a:pt x="213352" y="257358"/>
                </a:lnTo>
                <a:close/>
                <a:moveTo>
                  <a:pt x="213352" y="137514"/>
                </a:moveTo>
                <a:cubicBezTo>
                  <a:pt x="210723" y="137514"/>
                  <a:pt x="208632" y="136737"/>
                  <a:pt x="207066" y="135160"/>
                </a:cubicBezTo>
                <a:cubicBezTo>
                  <a:pt x="205226" y="133331"/>
                  <a:pt x="204311" y="131228"/>
                  <a:pt x="204311" y="128873"/>
                </a:cubicBezTo>
                <a:cubicBezTo>
                  <a:pt x="204311" y="126256"/>
                  <a:pt x="205226" y="124027"/>
                  <a:pt x="207066" y="122198"/>
                </a:cubicBezTo>
                <a:cubicBezTo>
                  <a:pt x="208632" y="120621"/>
                  <a:pt x="210723" y="119832"/>
                  <a:pt x="213352" y="119832"/>
                </a:cubicBezTo>
                <a:lnTo>
                  <a:pt x="329253" y="119832"/>
                </a:lnTo>
                <a:cubicBezTo>
                  <a:pt x="331619" y="119832"/>
                  <a:pt x="333710" y="120758"/>
                  <a:pt x="335539" y="122587"/>
                </a:cubicBezTo>
                <a:cubicBezTo>
                  <a:pt x="337116" y="124164"/>
                  <a:pt x="337905" y="126256"/>
                  <a:pt x="337905" y="128873"/>
                </a:cubicBezTo>
                <a:cubicBezTo>
                  <a:pt x="337905" y="131491"/>
                  <a:pt x="337116" y="133594"/>
                  <a:pt x="335539" y="135160"/>
                </a:cubicBezTo>
                <a:cubicBezTo>
                  <a:pt x="333710" y="136737"/>
                  <a:pt x="331619" y="137514"/>
                  <a:pt x="329253" y="137514"/>
                </a:cubicBezTo>
                <a:lnTo>
                  <a:pt x="213352" y="13751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12994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950" dirty="0"/>
          </a:p>
        </p:txBody>
      </p:sp>
      <p:sp>
        <p:nvSpPr>
          <p:cNvPr id="58" name="圖示 檢測"/>
          <p:cNvSpPr/>
          <p:nvPr/>
        </p:nvSpPr>
        <p:spPr>
          <a:xfrm>
            <a:off x="500431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5100" y="205100"/>
                </a:moveTo>
                <a:cubicBezTo>
                  <a:pt x="213215" y="196973"/>
                  <a:pt x="217273" y="187029"/>
                  <a:pt x="217273" y="175233"/>
                </a:cubicBezTo>
                <a:cubicBezTo>
                  <a:pt x="217273" y="163449"/>
                  <a:pt x="213215" y="153493"/>
                  <a:pt x="205100" y="145378"/>
                </a:cubicBezTo>
                <a:cubicBezTo>
                  <a:pt x="196973" y="137251"/>
                  <a:pt x="187029" y="133194"/>
                  <a:pt x="175233" y="133194"/>
                </a:cubicBezTo>
                <a:cubicBezTo>
                  <a:pt x="163449" y="133194"/>
                  <a:pt x="153493" y="137251"/>
                  <a:pt x="145378" y="145378"/>
                </a:cubicBezTo>
                <a:cubicBezTo>
                  <a:pt x="137251" y="153493"/>
                  <a:pt x="133194" y="163449"/>
                  <a:pt x="133194" y="175233"/>
                </a:cubicBezTo>
                <a:cubicBezTo>
                  <a:pt x="133194" y="187029"/>
                  <a:pt x="137251" y="196973"/>
                  <a:pt x="145378" y="205100"/>
                </a:cubicBezTo>
                <a:cubicBezTo>
                  <a:pt x="153493" y="213215"/>
                  <a:pt x="163449" y="217273"/>
                  <a:pt x="175233" y="217273"/>
                </a:cubicBezTo>
                <a:cubicBezTo>
                  <a:pt x="187029" y="217273"/>
                  <a:pt x="196973" y="213215"/>
                  <a:pt x="205100" y="205100"/>
                </a:cubicBezTo>
                <a:close/>
                <a:moveTo>
                  <a:pt x="175633" y="235355"/>
                </a:moveTo>
                <a:cubicBezTo>
                  <a:pt x="158866" y="235355"/>
                  <a:pt x="144590" y="229457"/>
                  <a:pt x="132805" y="217673"/>
                </a:cubicBezTo>
                <a:cubicBezTo>
                  <a:pt x="121021" y="205889"/>
                  <a:pt x="115123" y="191738"/>
                  <a:pt x="115123" y="175233"/>
                </a:cubicBezTo>
                <a:cubicBezTo>
                  <a:pt x="115123" y="158740"/>
                  <a:pt x="121021" y="144590"/>
                  <a:pt x="132805" y="132805"/>
                </a:cubicBezTo>
                <a:cubicBezTo>
                  <a:pt x="144590" y="121021"/>
                  <a:pt x="158740" y="115123"/>
                  <a:pt x="175233" y="115123"/>
                </a:cubicBezTo>
                <a:cubicBezTo>
                  <a:pt x="191738" y="115123"/>
                  <a:pt x="205889" y="121021"/>
                  <a:pt x="217673" y="132805"/>
                </a:cubicBezTo>
                <a:cubicBezTo>
                  <a:pt x="229457" y="144590"/>
                  <a:pt x="235355" y="158866"/>
                  <a:pt x="235355" y="175633"/>
                </a:cubicBezTo>
                <a:cubicBezTo>
                  <a:pt x="235355" y="181394"/>
                  <a:pt x="234304" y="187281"/>
                  <a:pt x="232212" y="193316"/>
                </a:cubicBezTo>
                <a:cubicBezTo>
                  <a:pt x="230109" y="199339"/>
                  <a:pt x="227103" y="205100"/>
                  <a:pt x="223171" y="210598"/>
                </a:cubicBezTo>
                <a:lnTo>
                  <a:pt x="259324" y="246751"/>
                </a:lnTo>
                <a:cubicBezTo>
                  <a:pt x="261153" y="248580"/>
                  <a:pt x="262067" y="250671"/>
                  <a:pt x="262067" y="253037"/>
                </a:cubicBezTo>
                <a:cubicBezTo>
                  <a:pt x="261804" y="255392"/>
                  <a:pt x="260764" y="257484"/>
                  <a:pt x="258924" y="259324"/>
                </a:cubicBezTo>
                <a:cubicBezTo>
                  <a:pt x="257095" y="261153"/>
                  <a:pt x="254992" y="262067"/>
                  <a:pt x="252637" y="262067"/>
                </a:cubicBezTo>
                <a:cubicBezTo>
                  <a:pt x="250283" y="262067"/>
                  <a:pt x="248191" y="261153"/>
                  <a:pt x="246351" y="259324"/>
                </a:cubicBezTo>
                <a:lnTo>
                  <a:pt x="210598" y="223559"/>
                </a:lnTo>
                <a:cubicBezTo>
                  <a:pt x="205100" y="227228"/>
                  <a:pt x="199339" y="230109"/>
                  <a:pt x="193316" y="232212"/>
                </a:cubicBezTo>
                <a:cubicBezTo>
                  <a:pt x="187281" y="234304"/>
                  <a:pt x="181394" y="235355"/>
                  <a:pt x="175633" y="235355"/>
                </a:cubicBezTo>
                <a:close/>
                <a:moveTo>
                  <a:pt x="77793" y="322189"/>
                </a:moveTo>
                <a:cubicBezTo>
                  <a:pt x="71506" y="322189"/>
                  <a:pt x="66134" y="319960"/>
                  <a:pt x="61688" y="315502"/>
                </a:cubicBezTo>
                <a:cubicBezTo>
                  <a:pt x="57230" y="311056"/>
                  <a:pt x="55013" y="305684"/>
                  <a:pt x="55013" y="299397"/>
                </a:cubicBezTo>
                <a:lnTo>
                  <a:pt x="55013" y="246751"/>
                </a:lnTo>
                <a:cubicBezTo>
                  <a:pt x="55013" y="244385"/>
                  <a:pt x="55927" y="242293"/>
                  <a:pt x="57756" y="240464"/>
                </a:cubicBezTo>
                <a:cubicBezTo>
                  <a:pt x="59333" y="238887"/>
                  <a:pt x="61425" y="238098"/>
                  <a:pt x="64042" y="238098"/>
                </a:cubicBezTo>
                <a:cubicBezTo>
                  <a:pt x="66660" y="238098"/>
                  <a:pt x="68763" y="238887"/>
                  <a:pt x="70329" y="240464"/>
                </a:cubicBezTo>
                <a:cubicBezTo>
                  <a:pt x="71906" y="242293"/>
                  <a:pt x="72683" y="244385"/>
                  <a:pt x="72683" y="246751"/>
                </a:cubicBezTo>
                <a:lnTo>
                  <a:pt x="72683" y="299397"/>
                </a:lnTo>
                <a:cubicBezTo>
                  <a:pt x="72683" y="300700"/>
                  <a:pt x="73209" y="301878"/>
                  <a:pt x="74261" y="302929"/>
                </a:cubicBezTo>
                <a:cubicBezTo>
                  <a:pt x="75312" y="303981"/>
                  <a:pt x="76490" y="304507"/>
                  <a:pt x="77793" y="304507"/>
                </a:cubicBezTo>
                <a:lnTo>
                  <a:pt x="130451" y="304507"/>
                </a:lnTo>
                <a:cubicBezTo>
                  <a:pt x="132805" y="304507"/>
                  <a:pt x="134897" y="305284"/>
                  <a:pt x="136737" y="306861"/>
                </a:cubicBezTo>
                <a:cubicBezTo>
                  <a:pt x="138303" y="308690"/>
                  <a:pt x="139092" y="310793"/>
                  <a:pt x="139092" y="313148"/>
                </a:cubicBezTo>
                <a:cubicBezTo>
                  <a:pt x="139092" y="315765"/>
                  <a:pt x="138303" y="317994"/>
                  <a:pt x="136737" y="319823"/>
                </a:cubicBezTo>
                <a:cubicBezTo>
                  <a:pt x="134897" y="321400"/>
                  <a:pt x="132805" y="322189"/>
                  <a:pt x="130451" y="322189"/>
                </a:cubicBezTo>
                <a:lnTo>
                  <a:pt x="77793" y="322189"/>
                </a:lnTo>
                <a:close/>
                <a:moveTo>
                  <a:pt x="299397" y="322189"/>
                </a:moveTo>
                <a:lnTo>
                  <a:pt x="246751" y="322189"/>
                </a:lnTo>
                <a:cubicBezTo>
                  <a:pt x="244385" y="322189"/>
                  <a:pt x="242293" y="321263"/>
                  <a:pt x="240464" y="319434"/>
                </a:cubicBezTo>
                <a:cubicBezTo>
                  <a:pt x="238887" y="317857"/>
                  <a:pt x="238098" y="315765"/>
                  <a:pt x="238098" y="313148"/>
                </a:cubicBezTo>
                <a:cubicBezTo>
                  <a:pt x="238098" y="310530"/>
                  <a:pt x="238887" y="308427"/>
                  <a:pt x="240464" y="306861"/>
                </a:cubicBezTo>
                <a:cubicBezTo>
                  <a:pt x="242293" y="305284"/>
                  <a:pt x="244385" y="304507"/>
                  <a:pt x="246751" y="304507"/>
                </a:cubicBezTo>
                <a:lnTo>
                  <a:pt x="299397" y="304507"/>
                </a:lnTo>
                <a:cubicBezTo>
                  <a:pt x="300700" y="304507"/>
                  <a:pt x="301878" y="303981"/>
                  <a:pt x="302929" y="302929"/>
                </a:cubicBezTo>
                <a:cubicBezTo>
                  <a:pt x="303981" y="301878"/>
                  <a:pt x="304507" y="300700"/>
                  <a:pt x="304507" y="299397"/>
                </a:cubicBezTo>
                <a:lnTo>
                  <a:pt x="304507" y="246751"/>
                </a:lnTo>
                <a:cubicBezTo>
                  <a:pt x="304507" y="244385"/>
                  <a:pt x="305284" y="242293"/>
                  <a:pt x="306861" y="240464"/>
                </a:cubicBezTo>
                <a:cubicBezTo>
                  <a:pt x="308690" y="238887"/>
                  <a:pt x="310793" y="238098"/>
                  <a:pt x="313148" y="238098"/>
                </a:cubicBezTo>
                <a:cubicBezTo>
                  <a:pt x="315765" y="238098"/>
                  <a:pt x="317994" y="238887"/>
                  <a:pt x="319823" y="240464"/>
                </a:cubicBezTo>
                <a:cubicBezTo>
                  <a:pt x="321400" y="242293"/>
                  <a:pt x="322189" y="244385"/>
                  <a:pt x="322189" y="246751"/>
                </a:cubicBezTo>
                <a:lnTo>
                  <a:pt x="322189" y="299397"/>
                </a:lnTo>
                <a:cubicBezTo>
                  <a:pt x="322189" y="305684"/>
                  <a:pt x="319960" y="311056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close/>
                <a:moveTo>
                  <a:pt x="55013" y="130451"/>
                </a:move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130451" y="55013"/>
                </a:lnTo>
                <a:cubicBezTo>
                  <a:pt x="132805" y="55013"/>
                  <a:pt x="134897" y="55927"/>
                  <a:pt x="136737" y="57756"/>
                </a:cubicBezTo>
                <a:cubicBezTo>
                  <a:pt x="138303" y="59333"/>
                  <a:pt x="139092" y="61425"/>
                  <a:pt x="139092" y="64042"/>
                </a:cubicBezTo>
                <a:cubicBezTo>
                  <a:pt x="139092" y="66660"/>
                  <a:pt x="138303" y="68763"/>
                  <a:pt x="136737" y="70329"/>
                </a:cubicBezTo>
                <a:cubicBezTo>
                  <a:pt x="134897" y="71906"/>
                  <a:pt x="132805" y="72683"/>
                  <a:pt x="130451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130451"/>
                </a:lnTo>
                <a:cubicBezTo>
                  <a:pt x="72683" y="132805"/>
                  <a:pt x="71906" y="134897"/>
                  <a:pt x="70329" y="136737"/>
                </a:cubicBezTo>
                <a:cubicBezTo>
                  <a:pt x="68500" y="138303"/>
                  <a:pt x="66397" y="139092"/>
                  <a:pt x="64042" y="139092"/>
                </a:cubicBezTo>
                <a:cubicBezTo>
                  <a:pt x="61425" y="139092"/>
                  <a:pt x="59196" y="138303"/>
                  <a:pt x="57367" y="136737"/>
                </a:cubicBezTo>
                <a:cubicBezTo>
                  <a:pt x="55790" y="134897"/>
                  <a:pt x="55013" y="132805"/>
                  <a:pt x="55013" y="130451"/>
                </a:cubicBezTo>
                <a:close/>
                <a:moveTo>
                  <a:pt x="304507" y="130451"/>
                </a:move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246751" y="72683"/>
                </a:lnTo>
                <a:cubicBezTo>
                  <a:pt x="244385" y="72683"/>
                  <a:pt x="242293" y="71906"/>
                  <a:pt x="240464" y="70329"/>
                </a:cubicBezTo>
                <a:cubicBezTo>
                  <a:pt x="238887" y="68500"/>
                  <a:pt x="238098" y="66397"/>
                  <a:pt x="238098" y="64042"/>
                </a:cubicBezTo>
                <a:cubicBezTo>
                  <a:pt x="238098" y="61425"/>
                  <a:pt x="238887" y="59196"/>
                  <a:pt x="240464" y="57367"/>
                </a:cubicBezTo>
                <a:cubicBezTo>
                  <a:pt x="242293" y="55790"/>
                  <a:pt x="244385" y="55013"/>
                  <a:pt x="246751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130451"/>
                </a:lnTo>
                <a:cubicBezTo>
                  <a:pt x="322189" y="132805"/>
                  <a:pt x="321263" y="134897"/>
                  <a:pt x="319434" y="136737"/>
                </a:cubicBezTo>
                <a:cubicBezTo>
                  <a:pt x="317857" y="138303"/>
                  <a:pt x="315765" y="139092"/>
                  <a:pt x="313148" y="139092"/>
                </a:cubicBezTo>
                <a:cubicBezTo>
                  <a:pt x="310530" y="139092"/>
                  <a:pt x="308427" y="138303"/>
                  <a:pt x="306861" y="136737"/>
                </a:cubicBezTo>
                <a:cubicBezTo>
                  <a:pt x="305284" y="134897"/>
                  <a:pt x="304507" y="132805"/>
                  <a:pt x="304507" y="13045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82334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950" dirty="0"/>
          </a:p>
        </p:txBody>
      </p:sp>
      <p:sp>
        <p:nvSpPr>
          <p:cNvPr id="60" name="圖示 顯微分析"/>
          <p:cNvSpPr/>
          <p:nvPr/>
        </p:nvSpPr>
        <p:spPr>
          <a:xfrm>
            <a:off x="569771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308427"/>
                </a:moveTo>
                <a:lnTo>
                  <a:pt x="166204" y="262067"/>
                </a:lnTo>
                <a:lnTo>
                  <a:pt x="158340" y="262067"/>
                </a:lnTo>
                <a:cubicBezTo>
                  <a:pt x="137914" y="262067"/>
                  <a:pt x="120621" y="255129"/>
                  <a:pt x="106482" y="241242"/>
                </a:cubicBezTo>
                <a:cubicBezTo>
                  <a:pt x="92594" y="227103"/>
                  <a:pt x="85656" y="209809"/>
                  <a:pt x="85656" y="189384"/>
                </a:cubicBezTo>
                <a:cubicBezTo>
                  <a:pt x="85656" y="174193"/>
                  <a:pt x="89977" y="160306"/>
                  <a:pt x="98618" y="147733"/>
                </a:cubicBezTo>
                <a:cubicBezTo>
                  <a:pt x="107522" y="135423"/>
                  <a:pt x="119181" y="126644"/>
                  <a:pt x="133594" y="121409"/>
                </a:cubicBezTo>
                <a:cubicBezTo>
                  <a:pt x="134108" y="110402"/>
                  <a:pt x="138692" y="101636"/>
                  <a:pt x="147344" y="95086"/>
                </a:cubicBezTo>
                <a:cubicBezTo>
                  <a:pt x="155985" y="88537"/>
                  <a:pt x="165678" y="86445"/>
                  <a:pt x="176411" y="88800"/>
                </a:cubicBezTo>
                <a:lnTo>
                  <a:pt x="170913" y="73872"/>
                </a:lnTo>
                <a:cubicBezTo>
                  <a:pt x="169610" y="70980"/>
                  <a:pt x="169610" y="68237"/>
                  <a:pt x="170913" y="65620"/>
                </a:cubicBezTo>
                <a:cubicBezTo>
                  <a:pt x="172490" y="62739"/>
                  <a:pt x="174708" y="60773"/>
                  <a:pt x="177599" y="59722"/>
                </a:cubicBezTo>
                <a:lnTo>
                  <a:pt x="182697" y="57367"/>
                </a:lnTo>
                <a:lnTo>
                  <a:pt x="181520" y="53435"/>
                </a:lnTo>
                <a:cubicBezTo>
                  <a:pt x="180480" y="50555"/>
                  <a:pt x="180480" y="47675"/>
                  <a:pt x="181520" y="44794"/>
                </a:cubicBezTo>
                <a:cubicBezTo>
                  <a:pt x="182834" y="41914"/>
                  <a:pt x="184926" y="39948"/>
                  <a:pt x="187806" y="38896"/>
                </a:cubicBezTo>
                <a:cubicBezTo>
                  <a:pt x="190687" y="37845"/>
                  <a:pt x="193567" y="37845"/>
                  <a:pt x="196459" y="38896"/>
                </a:cubicBezTo>
                <a:cubicBezTo>
                  <a:pt x="199339" y="40211"/>
                  <a:pt x="201294" y="42302"/>
                  <a:pt x="202345" y="45183"/>
                </a:cubicBezTo>
                <a:lnTo>
                  <a:pt x="203923" y="49903"/>
                </a:lnTo>
                <a:lnTo>
                  <a:pt x="208243" y="48326"/>
                </a:lnTo>
                <a:cubicBezTo>
                  <a:pt x="211124" y="47274"/>
                  <a:pt x="214004" y="47412"/>
                  <a:pt x="216884" y="48726"/>
                </a:cubicBezTo>
                <a:cubicBezTo>
                  <a:pt x="219502" y="50029"/>
                  <a:pt x="221468" y="51995"/>
                  <a:pt x="222782" y="54613"/>
                </a:cubicBezTo>
                <a:lnTo>
                  <a:pt x="256958" y="144590"/>
                </a:lnTo>
                <a:cubicBezTo>
                  <a:pt x="258272" y="147470"/>
                  <a:pt x="258135" y="150350"/>
                  <a:pt x="256569" y="153231"/>
                </a:cubicBezTo>
                <a:cubicBezTo>
                  <a:pt x="255255" y="155848"/>
                  <a:pt x="253163" y="157814"/>
                  <a:pt x="250283" y="159128"/>
                </a:cubicBezTo>
                <a:lnTo>
                  <a:pt x="245174" y="161094"/>
                </a:lnTo>
                <a:lnTo>
                  <a:pt x="246751" y="165415"/>
                </a:lnTo>
                <a:cubicBezTo>
                  <a:pt x="247791" y="168295"/>
                  <a:pt x="247791" y="171050"/>
                  <a:pt x="246751" y="173667"/>
                </a:cubicBezTo>
                <a:cubicBezTo>
                  <a:pt x="245436" y="176548"/>
                  <a:pt x="243208" y="178514"/>
                  <a:pt x="240064" y="179554"/>
                </a:cubicBezTo>
                <a:cubicBezTo>
                  <a:pt x="237184" y="180605"/>
                  <a:pt x="234429" y="180480"/>
                  <a:pt x="231812" y="179165"/>
                </a:cubicBezTo>
                <a:cubicBezTo>
                  <a:pt x="229194" y="177851"/>
                  <a:pt x="227228" y="175759"/>
                  <a:pt x="225925" y="172879"/>
                </a:cubicBezTo>
                <a:lnTo>
                  <a:pt x="224348" y="168558"/>
                </a:lnTo>
                <a:lnTo>
                  <a:pt x="218850" y="170524"/>
                </a:lnTo>
                <a:cubicBezTo>
                  <a:pt x="215970" y="171827"/>
                  <a:pt x="213089" y="171827"/>
                  <a:pt x="210209" y="170524"/>
                </a:cubicBezTo>
                <a:cubicBezTo>
                  <a:pt x="207329" y="169210"/>
                  <a:pt x="205363" y="166981"/>
                  <a:pt x="204311" y="163838"/>
                </a:cubicBezTo>
                <a:lnTo>
                  <a:pt x="198025" y="146944"/>
                </a:lnTo>
                <a:cubicBezTo>
                  <a:pt x="194356" y="151402"/>
                  <a:pt x="190035" y="154808"/>
                  <a:pt x="185063" y="157163"/>
                </a:cubicBezTo>
                <a:cubicBezTo>
                  <a:pt x="179817" y="159517"/>
                  <a:pt x="174193" y="160569"/>
                  <a:pt x="168170" y="160306"/>
                </a:cubicBezTo>
                <a:cubicBezTo>
                  <a:pt x="161094" y="160306"/>
                  <a:pt x="154808" y="158340"/>
                  <a:pt x="149310" y="154408"/>
                </a:cubicBezTo>
                <a:cubicBezTo>
                  <a:pt x="143538" y="150224"/>
                  <a:pt x="139092" y="144978"/>
                  <a:pt x="135948" y="138692"/>
                </a:cubicBezTo>
                <a:cubicBezTo>
                  <a:pt x="125993" y="143149"/>
                  <a:pt x="118129" y="149962"/>
                  <a:pt x="112368" y="159128"/>
                </a:cubicBezTo>
                <a:cubicBezTo>
                  <a:pt x="106345" y="168295"/>
                  <a:pt x="103339" y="178377"/>
                  <a:pt x="103339" y="189384"/>
                </a:cubicBezTo>
                <a:cubicBezTo>
                  <a:pt x="103339" y="204837"/>
                  <a:pt x="108699" y="217799"/>
                  <a:pt x="119443" y="228280"/>
                </a:cubicBezTo>
                <a:cubicBezTo>
                  <a:pt x="129925" y="239013"/>
                  <a:pt x="142886" y="244385"/>
                  <a:pt x="158340" y="244385"/>
                </a:cubicBezTo>
                <a:lnTo>
                  <a:pt x="278961" y="244385"/>
                </a:lnTo>
                <a:cubicBezTo>
                  <a:pt x="281327" y="244385"/>
                  <a:pt x="283418" y="245174"/>
                  <a:pt x="285247" y="246751"/>
                </a:cubicBezTo>
                <a:cubicBezTo>
                  <a:pt x="286824" y="248580"/>
                  <a:pt x="287613" y="250808"/>
                  <a:pt x="287613" y="253426"/>
                </a:cubicBezTo>
                <a:cubicBezTo>
                  <a:pt x="287613" y="255781"/>
                  <a:pt x="286824" y="257872"/>
                  <a:pt x="285247" y="259712"/>
                </a:cubicBezTo>
                <a:cubicBezTo>
                  <a:pt x="283418" y="261278"/>
                  <a:pt x="281327" y="262067"/>
                  <a:pt x="278961" y="262067"/>
                </a:cubicBezTo>
                <a:lnTo>
                  <a:pt x="193704" y="262067"/>
                </a:lnTo>
                <a:lnTo>
                  <a:pt x="193704" y="308427"/>
                </a:lnTo>
                <a:lnTo>
                  <a:pt x="282893" y="308427"/>
                </a:lnTo>
                <a:cubicBezTo>
                  <a:pt x="285247" y="308427"/>
                  <a:pt x="287350" y="309216"/>
                  <a:pt x="289179" y="310793"/>
                </a:cubicBezTo>
                <a:cubicBezTo>
                  <a:pt x="290756" y="312622"/>
                  <a:pt x="291534" y="314851"/>
                  <a:pt x="291534" y="317468"/>
                </a:cubicBezTo>
                <a:cubicBezTo>
                  <a:pt x="291534" y="319823"/>
                  <a:pt x="290756" y="321926"/>
                  <a:pt x="289179" y="323755"/>
                </a:cubicBezTo>
                <a:cubicBezTo>
                  <a:pt x="287350" y="325332"/>
                  <a:pt x="285247" y="326109"/>
                  <a:pt x="282893" y="326109"/>
                </a:cubicBezTo>
                <a:lnTo>
                  <a:pt x="94298" y="326109"/>
                </a:lnTo>
                <a:cubicBezTo>
                  <a:pt x="91943" y="326109"/>
                  <a:pt x="89840" y="325195"/>
                  <a:pt x="88011" y="323366"/>
                </a:cubicBezTo>
                <a:cubicBezTo>
                  <a:pt x="86445" y="321789"/>
                  <a:pt x="85656" y="319697"/>
                  <a:pt x="85656" y="317080"/>
                </a:cubicBezTo>
                <a:cubicBezTo>
                  <a:pt x="85656" y="314451"/>
                  <a:pt x="86445" y="312359"/>
                  <a:pt x="88011" y="310793"/>
                </a:cubicBezTo>
                <a:cubicBezTo>
                  <a:pt x="89840" y="309216"/>
                  <a:pt x="91943" y="308427"/>
                  <a:pt x="94298" y="308427"/>
                </a:cubicBezTo>
                <a:lnTo>
                  <a:pt x="166204" y="308427"/>
                </a:lnTo>
                <a:close/>
                <a:moveTo>
                  <a:pt x="218462" y="154408"/>
                </a:moveTo>
                <a:lnTo>
                  <a:pt x="240464" y="146167"/>
                </a:lnTo>
                <a:lnTo>
                  <a:pt x="209420" y="63654"/>
                </a:lnTo>
                <a:lnTo>
                  <a:pt x="187029" y="71506"/>
                </a:lnTo>
                <a:lnTo>
                  <a:pt x="218462" y="154408"/>
                </a:lnTo>
                <a:close/>
                <a:moveTo>
                  <a:pt x="184274" y="138692"/>
                </a:moveTo>
                <a:cubicBezTo>
                  <a:pt x="188206" y="135034"/>
                  <a:pt x="190172" y="130313"/>
                  <a:pt x="190172" y="124553"/>
                </a:cubicBezTo>
                <a:cubicBezTo>
                  <a:pt x="190172" y="118792"/>
                  <a:pt x="188206" y="113809"/>
                  <a:pt x="184274" y="109625"/>
                </a:cubicBezTo>
                <a:cubicBezTo>
                  <a:pt x="180343" y="105693"/>
                  <a:pt x="175496" y="103727"/>
                  <a:pt x="169736" y="103727"/>
                </a:cubicBezTo>
                <a:cubicBezTo>
                  <a:pt x="163975" y="103727"/>
                  <a:pt x="159128" y="105693"/>
                  <a:pt x="155197" y="109625"/>
                </a:cubicBezTo>
                <a:cubicBezTo>
                  <a:pt x="151265" y="113546"/>
                  <a:pt x="149310" y="118392"/>
                  <a:pt x="149310" y="124164"/>
                </a:cubicBezTo>
                <a:cubicBezTo>
                  <a:pt x="149310" y="129925"/>
                  <a:pt x="151265" y="134771"/>
                  <a:pt x="155197" y="138692"/>
                </a:cubicBezTo>
                <a:cubicBezTo>
                  <a:pt x="159128" y="142624"/>
                  <a:pt x="163975" y="144590"/>
                  <a:pt x="169736" y="144590"/>
                </a:cubicBezTo>
                <a:cubicBezTo>
                  <a:pt x="175496" y="144590"/>
                  <a:pt x="180343" y="142624"/>
                  <a:pt x="184274" y="138692"/>
                </a:cubicBezTo>
                <a:close/>
                <a:moveTo>
                  <a:pt x="218462" y="154408"/>
                </a:moveTo>
                <a:close/>
                <a:moveTo>
                  <a:pt x="169736" y="123764"/>
                </a:moveTo>
                <a:close/>
                <a:moveTo>
                  <a:pt x="170124" y="12376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551674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950" dirty="0"/>
          </a:p>
        </p:txBody>
      </p:sp>
      <p:sp>
        <p:nvSpPr>
          <p:cNvPr id="62" name="圖示 實驗"/>
          <p:cNvSpPr/>
          <p:nvPr/>
        </p:nvSpPr>
        <p:spPr>
          <a:xfrm>
            <a:off x="639111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22189"/>
                </a:moveTo>
                <a:cubicBezTo>
                  <a:pt x="62339" y="322189"/>
                  <a:pt x="56453" y="318383"/>
                  <a:pt x="53047" y="310793"/>
                </a:cubicBezTo>
                <a:cubicBezTo>
                  <a:pt x="49378" y="302929"/>
                  <a:pt x="50418" y="295854"/>
                  <a:pt x="56190" y="289568"/>
                </a:cubicBezTo>
                <a:lnTo>
                  <a:pt x="152842" y="178377"/>
                </a:lnTo>
                <a:lnTo>
                  <a:pt x="152842" y="72683"/>
                </a:lnTo>
                <a:lnTo>
                  <a:pt x="130451" y="72683"/>
                </a:lnTo>
                <a:cubicBezTo>
                  <a:pt x="128085" y="72683"/>
                  <a:pt x="125993" y="71906"/>
                  <a:pt x="124164" y="70329"/>
                </a:cubicBezTo>
                <a:cubicBezTo>
                  <a:pt x="122587" y="68500"/>
                  <a:pt x="121798" y="66397"/>
                  <a:pt x="121798" y="64042"/>
                </a:cubicBezTo>
                <a:cubicBezTo>
                  <a:pt x="121798" y="61425"/>
                  <a:pt x="122587" y="59196"/>
                  <a:pt x="124164" y="57367"/>
                </a:cubicBezTo>
                <a:cubicBezTo>
                  <a:pt x="125993" y="55790"/>
                  <a:pt x="128085" y="55013"/>
                  <a:pt x="130451" y="55013"/>
                </a:cubicBezTo>
                <a:lnTo>
                  <a:pt x="246751" y="55013"/>
                </a:lnTo>
                <a:cubicBezTo>
                  <a:pt x="249105" y="55013"/>
                  <a:pt x="251197" y="55927"/>
                  <a:pt x="253037" y="57756"/>
                </a:cubicBezTo>
                <a:cubicBezTo>
                  <a:pt x="254603" y="59333"/>
                  <a:pt x="255392" y="61425"/>
                  <a:pt x="255392" y="64042"/>
                </a:cubicBezTo>
                <a:cubicBezTo>
                  <a:pt x="255392" y="66660"/>
                  <a:pt x="254603" y="68763"/>
                  <a:pt x="253037" y="70329"/>
                </a:cubicBezTo>
                <a:cubicBezTo>
                  <a:pt x="251197" y="71906"/>
                  <a:pt x="249105" y="72683"/>
                  <a:pt x="246751" y="72683"/>
                </a:cubicBezTo>
                <a:lnTo>
                  <a:pt x="224348" y="72683"/>
                </a:lnTo>
                <a:lnTo>
                  <a:pt x="224348" y="178377"/>
                </a:lnTo>
                <a:lnTo>
                  <a:pt x="321000" y="289568"/>
                </a:lnTo>
                <a:cubicBezTo>
                  <a:pt x="326772" y="295854"/>
                  <a:pt x="327812" y="302929"/>
                  <a:pt x="324143" y="310793"/>
                </a:cubicBezTo>
                <a:cubicBezTo>
                  <a:pt x="320737" y="318383"/>
                  <a:pt x="314851" y="322189"/>
                  <a:pt x="306473" y="322189"/>
                </a:cubicBezTo>
                <a:lnTo>
                  <a:pt x="70729" y="322189"/>
                </a:lnTo>
                <a:close/>
                <a:moveTo>
                  <a:pt x="67186" y="304507"/>
                </a:moveTo>
                <a:lnTo>
                  <a:pt x="310004" y="304507"/>
                </a:lnTo>
                <a:lnTo>
                  <a:pt x="206666" y="185063"/>
                </a:lnTo>
                <a:lnTo>
                  <a:pt x="206666" y="72683"/>
                </a:lnTo>
                <a:lnTo>
                  <a:pt x="170524" y="72683"/>
                </a:lnTo>
                <a:lnTo>
                  <a:pt x="170524" y="185063"/>
                </a:lnTo>
                <a:lnTo>
                  <a:pt x="67186" y="304507"/>
                </a:lnTo>
                <a:close/>
                <a:moveTo>
                  <a:pt x="187806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621014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950" dirty="0"/>
          </a:p>
        </p:txBody>
      </p:sp>
      <p:sp>
        <p:nvSpPr>
          <p:cNvPr id="64" name="圖示 問題追蹤"/>
          <p:cNvSpPr/>
          <p:nvPr/>
        </p:nvSpPr>
        <p:spPr>
          <a:xfrm>
            <a:off x="708451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2189"/>
                </a:moveTo>
                <a:cubicBezTo>
                  <a:pt x="172879" y="322189"/>
                  <a:pt x="158340" y="318383"/>
                  <a:pt x="144978" y="310793"/>
                </a:cubicBezTo>
                <a:cubicBezTo>
                  <a:pt x="131628" y="303455"/>
                  <a:pt x="121672" y="292848"/>
                  <a:pt x="115123" y="278961"/>
                </a:cubicBezTo>
                <a:lnTo>
                  <a:pt x="79759" y="278961"/>
                </a:lnTo>
                <a:cubicBezTo>
                  <a:pt x="77141" y="278961"/>
                  <a:pt x="75049" y="278046"/>
                  <a:pt x="73472" y="276217"/>
                </a:cubicBezTo>
                <a:cubicBezTo>
                  <a:pt x="71643" y="274640"/>
                  <a:pt x="70729" y="272548"/>
                  <a:pt x="70729" y="269931"/>
                </a:cubicBezTo>
                <a:cubicBezTo>
                  <a:pt x="70729" y="267302"/>
                  <a:pt x="71643" y="265210"/>
                  <a:pt x="73472" y="263644"/>
                </a:cubicBezTo>
                <a:cubicBezTo>
                  <a:pt x="75049" y="262067"/>
                  <a:pt x="77141" y="261278"/>
                  <a:pt x="79759" y="261278"/>
                </a:cubicBezTo>
                <a:lnTo>
                  <a:pt x="107259" y="261278"/>
                </a:lnTo>
                <a:cubicBezTo>
                  <a:pt x="104905" y="253689"/>
                  <a:pt x="103727" y="245962"/>
                  <a:pt x="103727" y="238098"/>
                </a:cubicBezTo>
                <a:cubicBezTo>
                  <a:pt x="103727" y="230246"/>
                  <a:pt x="103727" y="222382"/>
                  <a:pt x="103727" y="214530"/>
                </a:cubicBezTo>
                <a:lnTo>
                  <a:pt x="79370" y="214530"/>
                </a:lnTo>
                <a:cubicBezTo>
                  <a:pt x="76752" y="214530"/>
                  <a:pt x="74649" y="213615"/>
                  <a:pt x="73083" y="211775"/>
                </a:cubicBezTo>
                <a:cubicBezTo>
                  <a:pt x="71243" y="209946"/>
                  <a:pt x="70329" y="207843"/>
                  <a:pt x="70329" y="205489"/>
                </a:cubicBezTo>
                <a:cubicBezTo>
                  <a:pt x="70329" y="202871"/>
                  <a:pt x="71243" y="200779"/>
                  <a:pt x="73083" y="199202"/>
                </a:cubicBezTo>
                <a:cubicBezTo>
                  <a:pt x="74649" y="197373"/>
                  <a:pt x="76752" y="196459"/>
                  <a:pt x="79370" y="196459"/>
                </a:cubicBezTo>
                <a:lnTo>
                  <a:pt x="103727" y="196459"/>
                </a:lnTo>
                <a:cubicBezTo>
                  <a:pt x="103727" y="188069"/>
                  <a:pt x="103727" y="179817"/>
                  <a:pt x="103727" y="171701"/>
                </a:cubicBezTo>
                <a:cubicBezTo>
                  <a:pt x="103727" y="163323"/>
                  <a:pt x="105042" y="155197"/>
                  <a:pt x="107659" y="147344"/>
                </a:cubicBezTo>
                <a:lnTo>
                  <a:pt x="79759" y="147344"/>
                </a:lnTo>
                <a:cubicBezTo>
                  <a:pt x="77141" y="147344"/>
                  <a:pt x="75049" y="146555"/>
                  <a:pt x="73472" y="144978"/>
                </a:cubicBezTo>
                <a:cubicBezTo>
                  <a:pt x="71643" y="143149"/>
                  <a:pt x="70729" y="141058"/>
                  <a:pt x="70729" y="138692"/>
                </a:cubicBezTo>
                <a:cubicBezTo>
                  <a:pt x="70729" y="136074"/>
                  <a:pt x="71643" y="133845"/>
                  <a:pt x="73472" y="132017"/>
                </a:cubicBezTo>
                <a:cubicBezTo>
                  <a:pt x="75049" y="130451"/>
                  <a:pt x="77141" y="129662"/>
                  <a:pt x="79759" y="129662"/>
                </a:cubicBezTo>
                <a:lnTo>
                  <a:pt x="115912" y="129662"/>
                </a:lnTo>
                <a:cubicBezTo>
                  <a:pt x="119832" y="122324"/>
                  <a:pt x="124941" y="115912"/>
                  <a:pt x="131228" y="110402"/>
                </a:cubicBezTo>
                <a:cubicBezTo>
                  <a:pt x="137251" y="104905"/>
                  <a:pt x="144064" y="100458"/>
                  <a:pt x="151665" y="97052"/>
                </a:cubicBezTo>
                <a:lnTo>
                  <a:pt x="127307" y="72683"/>
                </a:lnTo>
                <a:cubicBezTo>
                  <a:pt x="125730" y="71117"/>
                  <a:pt x="124941" y="69277"/>
                  <a:pt x="124941" y="67186"/>
                </a:cubicBezTo>
                <a:cubicBezTo>
                  <a:pt x="124941" y="64831"/>
                  <a:pt x="125730" y="62865"/>
                  <a:pt x="127307" y="61299"/>
                </a:cubicBezTo>
                <a:cubicBezTo>
                  <a:pt x="128873" y="59722"/>
                  <a:pt x="130839" y="58933"/>
                  <a:pt x="133194" y="58933"/>
                </a:cubicBezTo>
                <a:cubicBezTo>
                  <a:pt x="135285" y="58933"/>
                  <a:pt x="137126" y="59722"/>
                  <a:pt x="138692" y="61299"/>
                </a:cubicBezTo>
                <a:lnTo>
                  <a:pt x="168947" y="91154"/>
                </a:lnTo>
                <a:cubicBezTo>
                  <a:pt x="175496" y="88800"/>
                  <a:pt x="182183" y="87622"/>
                  <a:pt x="188984" y="87622"/>
                </a:cubicBezTo>
                <a:cubicBezTo>
                  <a:pt x="195796" y="87622"/>
                  <a:pt x="202608" y="88800"/>
                  <a:pt x="209420" y="91154"/>
                </a:cubicBezTo>
                <a:lnTo>
                  <a:pt x="239676" y="61299"/>
                </a:lnTo>
                <a:cubicBezTo>
                  <a:pt x="241242" y="59722"/>
                  <a:pt x="243082" y="58933"/>
                  <a:pt x="245174" y="58933"/>
                </a:cubicBezTo>
                <a:cubicBezTo>
                  <a:pt x="247528" y="58933"/>
                  <a:pt x="249631" y="59722"/>
                  <a:pt x="251460" y="61299"/>
                </a:cubicBezTo>
                <a:cubicBezTo>
                  <a:pt x="252774" y="62865"/>
                  <a:pt x="253426" y="64694"/>
                  <a:pt x="253426" y="66797"/>
                </a:cubicBezTo>
                <a:cubicBezTo>
                  <a:pt x="253426" y="69152"/>
                  <a:pt x="252637" y="71117"/>
                  <a:pt x="251071" y="72683"/>
                </a:cubicBezTo>
                <a:lnTo>
                  <a:pt x="227103" y="97052"/>
                </a:lnTo>
                <a:cubicBezTo>
                  <a:pt x="234692" y="100458"/>
                  <a:pt x="241379" y="104905"/>
                  <a:pt x="247139" y="110402"/>
                </a:cubicBezTo>
                <a:cubicBezTo>
                  <a:pt x="252900" y="116175"/>
                  <a:pt x="257872" y="122587"/>
                  <a:pt x="262067" y="129662"/>
                </a:cubicBezTo>
                <a:lnTo>
                  <a:pt x="297820" y="129662"/>
                </a:lnTo>
                <a:cubicBezTo>
                  <a:pt x="300438" y="129662"/>
                  <a:pt x="302541" y="130576"/>
                  <a:pt x="304107" y="132405"/>
                </a:cubicBezTo>
                <a:cubicBezTo>
                  <a:pt x="305947" y="133982"/>
                  <a:pt x="306861" y="136074"/>
                  <a:pt x="306861" y="138692"/>
                </a:cubicBezTo>
                <a:cubicBezTo>
                  <a:pt x="306861" y="141321"/>
                  <a:pt x="305947" y="143412"/>
                  <a:pt x="304107" y="144978"/>
                </a:cubicBezTo>
                <a:cubicBezTo>
                  <a:pt x="302541" y="146555"/>
                  <a:pt x="300438" y="147344"/>
                  <a:pt x="297820" y="147344"/>
                </a:cubicBezTo>
                <a:lnTo>
                  <a:pt x="269531" y="147344"/>
                </a:lnTo>
                <a:cubicBezTo>
                  <a:pt x="272411" y="155197"/>
                  <a:pt x="273726" y="163323"/>
                  <a:pt x="273463" y="171701"/>
                </a:cubicBezTo>
                <a:cubicBezTo>
                  <a:pt x="273463" y="180080"/>
                  <a:pt x="273463" y="188332"/>
                  <a:pt x="273463" y="196459"/>
                </a:cubicBezTo>
                <a:lnTo>
                  <a:pt x="297820" y="196459"/>
                </a:lnTo>
                <a:cubicBezTo>
                  <a:pt x="300438" y="196459"/>
                  <a:pt x="302541" y="197373"/>
                  <a:pt x="304107" y="199202"/>
                </a:cubicBezTo>
                <a:cubicBezTo>
                  <a:pt x="305947" y="200779"/>
                  <a:pt x="306861" y="202871"/>
                  <a:pt x="306861" y="205489"/>
                </a:cubicBezTo>
                <a:cubicBezTo>
                  <a:pt x="306861" y="208106"/>
                  <a:pt x="305947" y="210209"/>
                  <a:pt x="304107" y="211775"/>
                </a:cubicBezTo>
                <a:cubicBezTo>
                  <a:pt x="302541" y="213615"/>
                  <a:pt x="300438" y="214530"/>
                  <a:pt x="297820" y="214530"/>
                </a:cubicBezTo>
                <a:lnTo>
                  <a:pt x="273463" y="214530"/>
                </a:lnTo>
                <a:cubicBezTo>
                  <a:pt x="273463" y="222382"/>
                  <a:pt x="273463" y="230246"/>
                  <a:pt x="273463" y="238098"/>
                </a:cubicBezTo>
                <a:cubicBezTo>
                  <a:pt x="273463" y="245962"/>
                  <a:pt x="272285" y="253689"/>
                  <a:pt x="269931" y="261278"/>
                </a:cubicBezTo>
                <a:lnTo>
                  <a:pt x="297820" y="261278"/>
                </a:lnTo>
                <a:cubicBezTo>
                  <a:pt x="300438" y="261278"/>
                  <a:pt x="302541" y="262067"/>
                  <a:pt x="304107" y="263644"/>
                </a:cubicBezTo>
                <a:cubicBezTo>
                  <a:pt x="305947" y="265473"/>
                  <a:pt x="306861" y="267702"/>
                  <a:pt x="306861" y="270320"/>
                </a:cubicBezTo>
                <a:cubicBezTo>
                  <a:pt x="306861" y="272674"/>
                  <a:pt x="305947" y="274777"/>
                  <a:pt x="304107" y="276606"/>
                </a:cubicBezTo>
                <a:cubicBezTo>
                  <a:pt x="302541" y="278183"/>
                  <a:pt x="300438" y="278961"/>
                  <a:pt x="297820" y="278961"/>
                </a:cubicBezTo>
                <a:lnTo>
                  <a:pt x="262467" y="278961"/>
                </a:lnTo>
                <a:cubicBezTo>
                  <a:pt x="255918" y="293111"/>
                  <a:pt x="245962" y="303844"/>
                  <a:pt x="232600" y="311182"/>
                </a:cubicBezTo>
                <a:cubicBezTo>
                  <a:pt x="218976" y="318520"/>
                  <a:pt x="204311" y="322189"/>
                  <a:pt x="188595" y="322189"/>
                </a:cubicBezTo>
                <a:close/>
                <a:moveTo>
                  <a:pt x="188595" y="304507"/>
                </a:moveTo>
                <a:cubicBezTo>
                  <a:pt x="206929" y="304507"/>
                  <a:pt x="222645" y="297957"/>
                  <a:pt x="235744" y="284858"/>
                </a:cubicBezTo>
                <a:cubicBezTo>
                  <a:pt x="248843" y="272023"/>
                  <a:pt x="255392" y="256306"/>
                  <a:pt x="255392" y="237710"/>
                </a:cubicBezTo>
                <a:lnTo>
                  <a:pt x="255392" y="172879"/>
                </a:lnTo>
                <a:cubicBezTo>
                  <a:pt x="255392" y="154282"/>
                  <a:pt x="248843" y="138566"/>
                  <a:pt x="235744" y="125730"/>
                </a:cubicBezTo>
                <a:cubicBezTo>
                  <a:pt x="222645" y="112631"/>
                  <a:pt x="206929" y="106082"/>
                  <a:pt x="188595" y="106082"/>
                </a:cubicBezTo>
                <a:cubicBezTo>
                  <a:pt x="170261" y="106082"/>
                  <a:pt x="154545" y="112631"/>
                  <a:pt x="141446" y="125730"/>
                </a:cubicBezTo>
                <a:cubicBezTo>
                  <a:pt x="128347" y="138566"/>
                  <a:pt x="121798" y="154282"/>
                  <a:pt x="121798" y="172879"/>
                </a:cubicBezTo>
                <a:lnTo>
                  <a:pt x="121798" y="237710"/>
                </a:lnTo>
                <a:cubicBezTo>
                  <a:pt x="121798" y="256306"/>
                  <a:pt x="128347" y="272023"/>
                  <a:pt x="141446" y="284858"/>
                </a:cubicBezTo>
                <a:cubicBezTo>
                  <a:pt x="154545" y="297957"/>
                  <a:pt x="170261" y="304507"/>
                  <a:pt x="188595" y="304507"/>
                </a:cubicBezTo>
                <a:close/>
                <a:moveTo>
                  <a:pt x="168558" y="247528"/>
                </a:moveTo>
                <a:lnTo>
                  <a:pt x="208632" y="247528"/>
                </a:lnTo>
                <a:cubicBezTo>
                  <a:pt x="211249" y="247528"/>
                  <a:pt x="213352" y="246614"/>
                  <a:pt x="214918" y="244785"/>
                </a:cubicBezTo>
                <a:cubicBezTo>
                  <a:pt x="216759" y="243208"/>
                  <a:pt x="217673" y="241116"/>
                  <a:pt x="217673" y="238498"/>
                </a:cubicBezTo>
                <a:cubicBezTo>
                  <a:pt x="217673" y="235869"/>
                  <a:pt x="216759" y="233778"/>
                  <a:pt x="214918" y="232212"/>
                </a:cubicBezTo>
                <a:cubicBezTo>
                  <a:pt x="213352" y="230635"/>
                  <a:pt x="211249" y="229846"/>
                  <a:pt x="208632" y="229846"/>
                </a:cubicBezTo>
                <a:lnTo>
                  <a:pt x="168558" y="229846"/>
                </a:lnTo>
                <a:cubicBezTo>
                  <a:pt x="165941" y="229846"/>
                  <a:pt x="163838" y="230635"/>
                  <a:pt x="162272" y="232212"/>
                </a:cubicBezTo>
                <a:cubicBezTo>
                  <a:pt x="160431" y="234041"/>
                  <a:pt x="159517" y="236270"/>
                  <a:pt x="159517" y="238887"/>
                </a:cubicBezTo>
                <a:cubicBezTo>
                  <a:pt x="159517" y="241242"/>
                  <a:pt x="160431" y="243345"/>
                  <a:pt x="162272" y="245174"/>
                </a:cubicBezTo>
                <a:cubicBezTo>
                  <a:pt x="163838" y="246751"/>
                  <a:pt x="165941" y="247528"/>
                  <a:pt x="168558" y="247528"/>
                </a:cubicBezTo>
                <a:close/>
                <a:moveTo>
                  <a:pt x="168558" y="180743"/>
                </a:moveTo>
                <a:lnTo>
                  <a:pt x="208632" y="180743"/>
                </a:lnTo>
                <a:cubicBezTo>
                  <a:pt x="211249" y="180743"/>
                  <a:pt x="213352" y="179954"/>
                  <a:pt x="214918" y="178377"/>
                </a:cubicBezTo>
                <a:cubicBezTo>
                  <a:pt x="216759" y="176548"/>
                  <a:pt x="217673" y="174456"/>
                  <a:pt x="217673" y="172090"/>
                </a:cubicBezTo>
                <a:cubicBezTo>
                  <a:pt x="217673" y="169473"/>
                  <a:pt x="216759" y="167244"/>
                  <a:pt x="214918" y="165415"/>
                </a:cubicBezTo>
                <a:cubicBezTo>
                  <a:pt x="213352" y="163838"/>
                  <a:pt x="211249" y="163060"/>
                  <a:pt x="208632" y="163060"/>
                </a:cubicBezTo>
                <a:lnTo>
                  <a:pt x="168558" y="163060"/>
                </a:lnTo>
                <a:cubicBezTo>
                  <a:pt x="165941" y="163060"/>
                  <a:pt x="163838" y="163975"/>
                  <a:pt x="162272" y="165804"/>
                </a:cubicBezTo>
                <a:cubicBezTo>
                  <a:pt x="160431" y="167381"/>
                  <a:pt x="159517" y="169473"/>
                  <a:pt x="159517" y="172090"/>
                </a:cubicBezTo>
                <a:cubicBezTo>
                  <a:pt x="159517" y="174708"/>
                  <a:pt x="160431" y="176811"/>
                  <a:pt x="162272" y="178377"/>
                </a:cubicBezTo>
                <a:cubicBezTo>
                  <a:pt x="163838" y="179954"/>
                  <a:pt x="165941" y="180743"/>
                  <a:pt x="168558" y="180743"/>
                </a:cubicBezTo>
                <a:close/>
                <a:moveTo>
                  <a:pt x="188595" y="20548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903549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950" dirty="0"/>
          </a:p>
        </p:txBody>
      </p:sp>
      <p:sp>
        <p:nvSpPr>
          <p:cNvPr id="66" name="圖示 成果"/>
          <p:cNvSpPr/>
          <p:nvPr/>
        </p:nvSpPr>
        <p:spPr>
          <a:xfrm>
            <a:off x="777791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554" y="304507"/>
                </a:moveTo>
                <a:lnTo>
                  <a:pt x="179554" y="243608"/>
                </a:lnTo>
                <a:cubicBezTo>
                  <a:pt x="164889" y="241767"/>
                  <a:pt x="152053" y="236007"/>
                  <a:pt x="141058" y="226314"/>
                </a:cubicBezTo>
                <a:cubicBezTo>
                  <a:pt x="130051" y="216358"/>
                  <a:pt x="122850" y="204311"/>
                  <a:pt x="119443" y="190172"/>
                </a:cubicBezTo>
                <a:cubicBezTo>
                  <a:pt x="101636" y="188069"/>
                  <a:pt x="86445" y="180868"/>
                  <a:pt x="73872" y="168558"/>
                </a:cubicBezTo>
                <a:cubicBezTo>
                  <a:pt x="61299" y="156248"/>
                  <a:pt x="55013" y="141183"/>
                  <a:pt x="55013" y="123375"/>
                </a:cubicBezTo>
                <a:lnTo>
                  <a:pt x="55013" y="111191"/>
                </a:lnTo>
                <a:cubicBezTo>
                  <a:pt x="55013" y="105167"/>
                  <a:pt x="57230" y="99932"/>
                  <a:pt x="61688" y="95475"/>
                </a:cubicBezTo>
                <a:cubicBezTo>
                  <a:pt x="66134" y="91029"/>
                  <a:pt x="71506" y="88800"/>
                  <a:pt x="77793" y="88800"/>
                </a:cubicBezTo>
                <a:lnTo>
                  <a:pt x="116300" y="88800"/>
                </a:lnTo>
                <a:lnTo>
                  <a:pt x="116300" y="77793"/>
                </a:lnTo>
                <a:cubicBezTo>
                  <a:pt x="116300" y="71506"/>
                  <a:pt x="118529" y="66134"/>
                  <a:pt x="122975" y="61688"/>
                </a:cubicBezTo>
                <a:cubicBezTo>
                  <a:pt x="127433" y="57230"/>
                  <a:pt x="132805" y="55013"/>
                  <a:pt x="139092" y="55013"/>
                </a:cubicBezTo>
                <a:lnTo>
                  <a:pt x="238098" y="55013"/>
                </a:lnTo>
                <a:cubicBezTo>
                  <a:pt x="244385" y="55013"/>
                  <a:pt x="249757" y="57230"/>
                  <a:pt x="254215" y="61688"/>
                </a:cubicBezTo>
                <a:cubicBezTo>
                  <a:pt x="258661" y="66134"/>
                  <a:pt x="260890" y="71506"/>
                  <a:pt x="260890" y="77793"/>
                </a:cubicBezTo>
                <a:lnTo>
                  <a:pt x="260890" y="88800"/>
                </a:lnTo>
                <a:lnTo>
                  <a:pt x="299397" y="88800"/>
                </a:lnTo>
                <a:cubicBezTo>
                  <a:pt x="305684" y="88800"/>
                  <a:pt x="311056" y="91029"/>
                  <a:pt x="315502" y="95475"/>
                </a:cubicBezTo>
                <a:cubicBezTo>
                  <a:pt x="319960" y="99932"/>
                  <a:pt x="322189" y="105167"/>
                  <a:pt x="322189" y="111191"/>
                </a:cubicBezTo>
                <a:lnTo>
                  <a:pt x="322189" y="123375"/>
                </a:lnTo>
                <a:cubicBezTo>
                  <a:pt x="322189" y="141183"/>
                  <a:pt x="315902" y="156248"/>
                  <a:pt x="303329" y="168558"/>
                </a:cubicBezTo>
                <a:cubicBezTo>
                  <a:pt x="290756" y="180868"/>
                  <a:pt x="275554" y="188069"/>
                  <a:pt x="257747" y="190172"/>
                </a:cubicBezTo>
                <a:cubicBezTo>
                  <a:pt x="254340" y="204311"/>
                  <a:pt x="247139" y="216233"/>
                  <a:pt x="236132" y="225925"/>
                </a:cubicBezTo>
                <a:cubicBezTo>
                  <a:pt x="225137" y="235869"/>
                  <a:pt x="212301" y="241767"/>
                  <a:pt x="197636" y="243608"/>
                </a:cubicBezTo>
                <a:lnTo>
                  <a:pt x="197636" y="304507"/>
                </a:lnTo>
                <a:lnTo>
                  <a:pt x="242419" y="304507"/>
                </a:lnTo>
                <a:cubicBezTo>
                  <a:pt x="244785" y="304507"/>
                  <a:pt x="246877" y="305284"/>
                  <a:pt x="248705" y="306861"/>
                </a:cubicBezTo>
                <a:cubicBezTo>
                  <a:pt x="250283" y="308690"/>
                  <a:pt x="251071" y="310793"/>
                  <a:pt x="251071" y="313148"/>
                </a:cubicBezTo>
                <a:cubicBezTo>
                  <a:pt x="251071" y="315765"/>
                  <a:pt x="250283" y="317994"/>
                  <a:pt x="248705" y="319823"/>
                </a:cubicBezTo>
                <a:cubicBezTo>
                  <a:pt x="246877" y="321400"/>
                  <a:pt x="244785" y="322189"/>
                  <a:pt x="242419" y="322189"/>
                </a:cubicBezTo>
                <a:lnTo>
                  <a:pt x="134771" y="322189"/>
                </a:lnTo>
                <a:cubicBezTo>
                  <a:pt x="132405" y="322189"/>
                  <a:pt x="130313" y="321263"/>
                  <a:pt x="128485" y="319434"/>
                </a:cubicBezTo>
                <a:cubicBezTo>
                  <a:pt x="126907" y="317857"/>
                  <a:pt x="126119" y="315765"/>
                  <a:pt x="126119" y="313148"/>
                </a:cubicBezTo>
                <a:cubicBezTo>
                  <a:pt x="126119" y="310530"/>
                  <a:pt x="126907" y="308427"/>
                  <a:pt x="128485" y="306861"/>
                </a:cubicBezTo>
                <a:cubicBezTo>
                  <a:pt x="130313" y="305284"/>
                  <a:pt x="132405" y="304507"/>
                  <a:pt x="134771" y="304507"/>
                </a:cubicBezTo>
                <a:lnTo>
                  <a:pt x="179554" y="304507"/>
                </a:lnTo>
                <a:close/>
                <a:moveTo>
                  <a:pt x="116300" y="171313"/>
                </a:moveTo>
                <a:lnTo>
                  <a:pt x="116300" y="106482"/>
                </a:lnTo>
                <a:lnTo>
                  <a:pt x="77793" y="106482"/>
                </a:lnTo>
                <a:cubicBezTo>
                  <a:pt x="76227" y="106482"/>
                  <a:pt x="75049" y="106996"/>
                  <a:pt x="74261" y="108048"/>
                </a:cubicBezTo>
                <a:cubicBezTo>
                  <a:pt x="73209" y="108836"/>
                  <a:pt x="72683" y="109888"/>
                  <a:pt x="72683" y="111191"/>
                </a:cubicBezTo>
                <a:lnTo>
                  <a:pt x="72683" y="123375"/>
                </a:lnTo>
                <a:cubicBezTo>
                  <a:pt x="72683" y="135686"/>
                  <a:pt x="76878" y="146293"/>
                  <a:pt x="85256" y="155197"/>
                </a:cubicBezTo>
                <a:cubicBezTo>
                  <a:pt x="93646" y="164101"/>
                  <a:pt x="103990" y="169473"/>
                  <a:pt x="116300" y="171313"/>
                </a:cubicBezTo>
                <a:close/>
                <a:moveTo>
                  <a:pt x="227103" y="210598"/>
                </a:moveTo>
                <a:cubicBezTo>
                  <a:pt x="237573" y="199854"/>
                  <a:pt x="242819" y="187029"/>
                  <a:pt x="242819" y="172090"/>
                </a:cubicBezTo>
                <a:lnTo>
                  <a:pt x="242819" y="77793"/>
                </a:lnTo>
                <a:cubicBezTo>
                  <a:pt x="242819" y="76227"/>
                  <a:pt x="242293" y="75049"/>
                  <a:pt x="241242" y="74261"/>
                </a:cubicBezTo>
                <a:cubicBezTo>
                  <a:pt x="240464" y="73209"/>
                  <a:pt x="239413" y="72683"/>
                  <a:pt x="238098" y="72683"/>
                </a:cubicBezTo>
                <a:lnTo>
                  <a:pt x="139092" y="72683"/>
                </a:lnTo>
                <a:cubicBezTo>
                  <a:pt x="137777" y="72683"/>
                  <a:pt x="136737" y="73209"/>
                  <a:pt x="135948" y="74261"/>
                </a:cubicBezTo>
                <a:cubicBezTo>
                  <a:pt x="134897" y="75049"/>
                  <a:pt x="134371" y="76227"/>
                  <a:pt x="134371" y="77793"/>
                </a:cubicBezTo>
                <a:lnTo>
                  <a:pt x="134371" y="172090"/>
                </a:lnTo>
                <a:cubicBezTo>
                  <a:pt x="134371" y="187029"/>
                  <a:pt x="139617" y="199854"/>
                  <a:pt x="150087" y="210598"/>
                </a:cubicBezTo>
                <a:cubicBezTo>
                  <a:pt x="160832" y="221079"/>
                  <a:pt x="173667" y="226314"/>
                  <a:pt x="188595" y="226314"/>
                </a:cubicBezTo>
                <a:cubicBezTo>
                  <a:pt x="203785" y="226314"/>
                  <a:pt x="216621" y="221079"/>
                  <a:pt x="227103" y="210598"/>
                </a:cubicBezTo>
                <a:close/>
                <a:moveTo>
                  <a:pt x="260890" y="171313"/>
                </a:moveTo>
                <a:cubicBezTo>
                  <a:pt x="273200" y="169473"/>
                  <a:pt x="283544" y="164101"/>
                  <a:pt x="291934" y="155197"/>
                </a:cubicBezTo>
                <a:cubicBezTo>
                  <a:pt x="300312" y="146293"/>
                  <a:pt x="304507" y="135686"/>
                  <a:pt x="304507" y="123375"/>
                </a:cubicBezTo>
                <a:lnTo>
                  <a:pt x="304507" y="111191"/>
                </a:lnTo>
                <a:cubicBezTo>
                  <a:pt x="304507" y="109888"/>
                  <a:pt x="303981" y="108836"/>
                  <a:pt x="302929" y="108048"/>
                </a:cubicBezTo>
                <a:cubicBezTo>
                  <a:pt x="302141" y="106996"/>
                  <a:pt x="300963" y="106482"/>
                  <a:pt x="299397" y="106482"/>
                </a:cubicBezTo>
                <a:lnTo>
                  <a:pt x="260890" y="106482"/>
                </a:lnTo>
                <a:lnTo>
                  <a:pt x="260890" y="171313"/>
                </a:lnTo>
                <a:close/>
                <a:moveTo>
                  <a:pt x="188595" y="14931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75969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950" dirty="0"/>
          </a:p>
        </p:txBody>
      </p:sp>
      <p:sp>
        <p:nvSpPr>
          <p:cNvPr id="68" name="圖示 重點"/>
          <p:cNvSpPr/>
          <p:nvPr/>
        </p:nvSpPr>
        <p:spPr>
          <a:xfrm>
            <a:off x="847131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051" y="276606"/>
                </a:moveTo>
                <a:lnTo>
                  <a:pt x="188595" y="241242"/>
                </a:lnTo>
                <a:lnTo>
                  <a:pt x="247139" y="276995"/>
                </a:lnTo>
                <a:lnTo>
                  <a:pt x="231423" y="210598"/>
                </a:lnTo>
                <a:lnTo>
                  <a:pt x="282893" y="165804"/>
                </a:lnTo>
                <a:lnTo>
                  <a:pt x="215318" y="159917"/>
                </a:lnTo>
                <a:lnTo>
                  <a:pt x="188595" y="97441"/>
                </a:lnTo>
                <a:lnTo>
                  <a:pt x="161883" y="159517"/>
                </a:lnTo>
                <a:lnTo>
                  <a:pt x="94298" y="165415"/>
                </a:lnTo>
                <a:lnTo>
                  <a:pt x="145767" y="210209"/>
                </a:lnTo>
                <a:lnTo>
                  <a:pt x="130051" y="276606"/>
                </a:lnTo>
                <a:close/>
                <a:moveTo>
                  <a:pt x="188595" y="262467"/>
                </a:moveTo>
                <a:lnTo>
                  <a:pt x="121798" y="302541"/>
                </a:lnTo>
                <a:cubicBezTo>
                  <a:pt x="119969" y="303581"/>
                  <a:pt x="118266" y="303981"/>
                  <a:pt x="116689" y="303718"/>
                </a:cubicBezTo>
                <a:cubicBezTo>
                  <a:pt x="114860" y="303718"/>
                  <a:pt x="113157" y="303192"/>
                  <a:pt x="111591" y="302141"/>
                </a:cubicBezTo>
                <a:cubicBezTo>
                  <a:pt x="110277" y="301100"/>
                  <a:pt x="109225" y="299786"/>
                  <a:pt x="108448" y="298220"/>
                </a:cubicBezTo>
                <a:cubicBezTo>
                  <a:pt x="107922" y="296643"/>
                  <a:pt x="107922" y="294814"/>
                  <a:pt x="108448" y="292711"/>
                </a:cubicBezTo>
                <a:lnTo>
                  <a:pt x="125730" y="216884"/>
                </a:lnTo>
                <a:lnTo>
                  <a:pt x="67186" y="165415"/>
                </a:lnTo>
                <a:cubicBezTo>
                  <a:pt x="65357" y="164101"/>
                  <a:pt x="64305" y="162535"/>
                  <a:pt x="64042" y="160694"/>
                </a:cubicBezTo>
                <a:cubicBezTo>
                  <a:pt x="63517" y="159128"/>
                  <a:pt x="63517" y="157551"/>
                  <a:pt x="64042" y="155985"/>
                </a:cubicBezTo>
                <a:cubicBezTo>
                  <a:pt x="64568" y="154145"/>
                  <a:pt x="65482" y="152705"/>
                  <a:pt x="66797" y="151665"/>
                </a:cubicBezTo>
                <a:cubicBezTo>
                  <a:pt x="68363" y="150613"/>
                  <a:pt x="70066" y="149962"/>
                  <a:pt x="71906" y="149699"/>
                </a:cubicBezTo>
                <a:lnTo>
                  <a:pt x="149699" y="143024"/>
                </a:lnTo>
                <a:lnTo>
                  <a:pt x="180343" y="71117"/>
                </a:lnTo>
                <a:cubicBezTo>
                  <a:pt x="181131" y="69277"/>
                  <a:pt x="182309" y="67974"/>
                  <a:pt x="183886" y="67186"/>
                </a:cubicBezTo>
                <a:cubicBezTo>
                  <a:pt x="185452" y="66134"/>
                  <a:pt x="187029" y="65620"/>
                  <a:pt x="188595" y="65620"/>
                </a:cubicBezTo>
                <a:cubicBezTo>
                  <a:pt x="190172" y="65620"/>
                  <a:pt x="191738" y="66134"/>
                  <a:pt x="193316" y="67186"/>
                </a:cubicBezTo>
                <a:cubicBezTo>
                  <a:pt x="194882" y="67974"/>
                  <a:pt x="196059" y="69277"/>
                  <a:pt x="196847" y="71117"/>
                </a:cubicBezTo>
                <a:lnTo>
                  <a:pt x="227491" y="143024"/>
                </a:lnTo>
                <a:lnTo>
                  <a:pt x="305284" y="149699"/>
                </a:lnTo>
                <a:cubicBezTo>
                  <a:pt x="307124" y="149962"/>
                  <a:pt x="308827" y="150613"/>
                  <a:pt x="310393" y="151665"/>
                </a:cubicBezTo>
                <a:cubicBezTo>
                  <a:pt x="311708" y="152705"/>
                  <a:pt x="312622" y="154145"/>
                  <a:pt x="313148" y="155985"/>
                </a:cubicBezTo>
                <a:cubicBezTo>
                  <a:pt x="313673" y="157551"/>
                  <a:pt x="313673" y="159128"/>
                  <a:pt x="313148" y="160694"/>
                </a:cubicBezTo>
                <a:cubicBezTo>
                  <a:pt x="312885" y="162535"/>
                  <a:pt x="311833" y="164101"/>
                  <a:pt x="310004" y="165415"/>
                </a:cubicBezTo>
                <a:lnTo>
                  <a:pt x="251460" y="216884"/>
                </a:lnTo>
                <a:lnTo>
                  <a:pt x="269142" y="292711"/>
                </a:lnTo>
                <a:cubicBezTo>
                  <a:pt x="269405" y="294814"/>
                  <a:pt x="269268" y="296643"/>
                  <a:pt x="268754" y="298220"/>
                </a:cubicBezTo>
                <a:cubicBezTo>
                  <a:pt x="267965" y="299786"/>
                  <a:pt x="266913" y="301100"/>
                  <a:pt x="265610" y="302141"/>
                </a:cubicBezTo>
                <a:cubicBezTo>
                  <a:pt x="264033" y="303192"/>
                  <a:pt x="262330" y="303718"/>
                  <a:pt x="260501" y="303718"/>
                </a:cubicBezTo>
                <a:cubicBezTo>
                  <a:pt x="258924" y="303981"/>
                  <a:pt x="257221" y="303581"/>
                  <a:pt x="255392" y="302541"/>
                </a:cubicBezTo>
                <a:lnTo>
                  <a:pt x="188595" y="262467"/>
                </a:lnTo>
                <a:close/>
                <a:moveTo>
                  <a:pt x="188595" y="19095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903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950" dirty="0"/>
          </a:p>
        </p:txBody>
      </p:sp>
      <p:sp>
        <p:nvSpPr>
          <p:cNvPr id="70" name="圖示 資料庫"/>
          <p:cNvSpPr/>
          <p:nvPr/>
        </p:nvSpPr>
        <p:spPr>
          <a:xfrm>
            <a:off x="916471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2189"/>
                </a:moveTo>
                <a:cubicBezTo>
                  <a:pt x="150350" y="322189"/>
                  <a:pt x="118529" y="316817"/>
                  <a:pt x="93120" y="306073"/>
                </a:cubicBezTo>
                <a:cubicBezTo>
                  <a:pt x="67711" y="295340"/>
                  <a:pt x="55013" y="281841"/>
                  <a:pt x="55013" y="265610"/>
                </a:cubicBezTo>
                <a:lnTo>
                  <a:pt x="55013" y="110014"/>
                </a:lnTo>
                <a:cubicBezTo>
                  <a:pt x="55013" y="94823"/>
                  <a:pt x="68100" y="81850"/>
                  <a:pt x="94298" y="71117"/>
                </a:cubicBezTo>
                <a:cubicBezTo>
                  <a:pt x="120232" y="60373"/>
                  <a:pt x="151665" y="55013"/>
                  <a:pt x="188595" y="55013"/>
                </a:cubicBezTo>
                <a:cubicBezTo>
                  <a:pt x="225525" y="55013"/>
                  <a:pt x="256958" y="60373"/>
                  <a:pt x="282893" y="71117"/>
                </a:cubicBezTo>
                <a:cubicBezTo>
                  <a:pt x="309090" y="81850"/>
                  <a:pt x="322189" y="94823"/>
                  <a:pt x="322189" y="110014"/>
                </a:cubicBezTo>
                <a:lnTo>
                  <a:pt x="322189" y="265610"/>
                </a:lnTo>
                <a:cubicBezTo>
                  <a:pt x="322189" y="281841"/>
                  <a:pt x="309479" y="295340"/>
                  <a:pt x="284070" y="306073"/>
                </a:cubicBezTo>
                <a:cubicBezTo>
                  <a:pt x="258661" y="316817"/>
                  <a:pt x="226840" y="322189"/>
                  <a:pt x="188595" y="322189"/>
                </a:cubicBezTo>
                <a:close/>
                <a:moveTo>
                  <a:pt x="188595" y="138303"/>
                </a:moveTo>
                <a:cubicBezTo>
                  <a:pt x="210861" y="138303"/>
                  <a:pt x="233652" y="134897"/>
                  <a:pt x="256958" y="128085"/>
                </a:cubicBezTo>
                <a:cubicBezTo>
                  <a:pt x="280538" y="121535"/>
                  <a:pt x="295466" y="114071"/>
                  <a:pt x="301752" y="105693"/>
                </a:cubicBezTo>
                <a:cubicBezTo>
                  <a:pt x="295203" y="97315"/>
                  <a:pt x="280275" y="89714"/>
                  <a:pt x="256958" y="82902"/>
                </a:cubicBezTo>
                <a:cubicBezTo>
                  <a:pt x="233652" y="76090"/>
                  <a:pt x="210861" y="72683"/>
                  <a:pt x="188595" y="72683"/>
                </a:cubicBezTo>
                <a:cubicBezTo>
                  <a:pt x="165804" y="72683"/>
                  <a:pt x="142886" y="75964"/>
                  <a:pt x="119832" y="82513"/>
                </a:cubicBezTo>
                <a:cubicBezTo>
                  <a:pt x="96526" y="89063"/>
                  <a:pt x="81462" y="96652"/>
                  <a:pt x="74649" y="105305"/>
                </a:cubicBezTo>
                <a:cubicBezTo>
                  <a:pt x="81462" y="113946"/>
                  <a:pt x="96263" y="121672"/>
                  <a:pt x="119055" y="128485"/>
                </a:cubicBezTo>
                <a:cubicBezTo>
                  <a:pt x="141835" y="135034"/>
                  <a:pt x="165026" y="138303"/>
                  <a:pt x="188595" y="138303"/>
                </a:cubicBezTo>
                <a:close/>
                <a:moveTo>
                  <a:pt x="188206" y="221205"/>
                </a:moveTo>
                <a:cubicBezTo>
                  <a:pt x="199202" y="221205"/>
                  <a:pt x="210209" y="220553"/>
                  <a:pt x="221205" y="219239"/>
                </a:cubicBezTo>
                <a:cubicBezTo>
                  <a:pt x="231949" y="218199"/>
                  <a:pt x="242293" y="216496"/>
                  <a:pt x="252249" y="214130"/>
                </a:cubicBezTo>
                <a:cubicBezTo>
                  <a:pt x="262204" y="211775"/>
                  <a:pt x="271634" y="209032"/>
                  <a:pt x="280538" y="205889"/>
                </a:cubicBezTo>
                <a:cubicBezTo>
                  <a:pt x="289442" y="202482"/>
                  <a:pt x="297431" y="198676"/>
                  <a:pt x="304507" y="194493"/>
                </a:cubicBezTo>
                <a:lnTo>
                  <a:pt x="304507" y="128485"/>
                </a:lnTo>
                <a:cubicBezTo>
                  <a:pt x="297169" y="132668"/>
                  <a:pt x="289053" y="136474"/>
                  <a:pt x="280138" y="139880"/>
                </a:cubicBezTo>
                <a:cubicBezTo>
                  <a:pt x="271234" y="143275"/>
                  <a:pt x="261804" y="146167"/>
                  <a:pt x="251849" y="148521"/>
                </a:cubicBezTo>
                <a:cubicBezTo>
                  <a:pt x="241905" y="150876"/>
                  <a:pt x="231549" y="152579"/>
                  <a:pt x="220816" y="153631"/>
                </a:cubicBezTo>
                <a:cubicBezTo>
                  <a:pt x="210072" y="154934"/>
                  <a:pt x="199202" y="155597"/>
                  <a:pt x="188206" y="155597"/>
                </a:cubicBezTo>
                <a:cubicBezTo>
                  <a:pt x="177199" y="155597"/>
                  <a:pt x="166204" y="154934"/>
                  <a:pt x="155197" y="153631"/>
                </a:cubicBezTo>
                <a:cubicBezTo>
                  <a:pt x="144201" y="152316"/>
                  <a:pt x="133720" y="150487"/>
                  <a:pt x="123764" y="148121"/>
                </a:cubicBezTo>
                <a:cubicBezTo>
                  <a:pt x="114071" y="146030"/>
                  <a:pt x="104779" y="143275"/>
                  <a:pt x="95875" y="139880"/>
                </a:cubicBezTo>
                <a:cubicBezTo>
                  <a:pt x="87222" y="136474"/>
                  <a:pt x="79496" y="132668"/>
                  <a:pt x="72683" y="128485"/>
                </a:cubicBezTo>
                <a:lnTo>
                  <a:pt x="72683" y="194493"/>
                </a:lnTo>
                <a:cubicBezTo>
                  <a:pt x="79496" y="198676"/>
                  <a:pt x="87222" y="202345"/>
                  <a:pt x="95875" y="205489"/>
                </a:cubicBezTo>
                <a:cubicBezTo>
                  <a:pt x="104516" y="208895"/>
                  <a:pt x="113809" y="211775"/>
                  <a:pt x="123764" y="214130"/>
                </a:cubicBezTo>
                <a:cubicBezTo>
                  <a:pt x="133720" y="216496"/>
                  <a:pt x="144064" y="218199"/>
                  <a:pt x="154808" y="219239"/>
                </a:cubicBezTo>
                <a:cubicBezTo>
                  <a:pt x="165804" y="220553"/>
                  <a:pt x="176936" y="221205"/>
                  <a:pt x="188206" y="221205"/>
                </a:cubicBezTo>
                <a:close/>
                <a:moveTo>
                  <a:pt x="188595" y="304507"/>
                </a:moveTo>
                <a:cubicBezTo>
                  <a:pt x="201694" y="304507"/>
                  <a:pt x="214793" y="303455"/>
                  <a:pt x="227891" y="301363"/>
                </a:cubicBezTo>
                <a:cubicBezTo>
                  <a:pt x="240716" y="299523"/>
                  <a:pt x="252512" y="296906"/>
                  <a:pt x="263244" y="293500"/>
                </a:cubicBezTo>
                <a:cubicBezTo>
                  <a:pt x="273726" y="290093"/>
                  <a:pt x="282630" y="286161"/>
                  <a:pt x="289968" y="281715"/>
                </a:cubicBezTo>
                <a:cubicBezTo>
                  <a:pt x="297294" y="277520"/>
                  <a:pt x="302141" y="272937"/>
                  <a:pt x="304507" y="267965"/>
                </a:cubicBezTo>
                <a:lnTo>
                  <a:pt x="304507" y="212564"/>
                </a:lnTo>
                <a:cubicBezTo>
                  <a:pt x="297431" y="216759"/>
                  <a:pt x="289442" y="220416"/>
                  <a:pt x="280538" y="223559"/>
                </a:cubicBezTo>
                <a:cubicBezTo>
                  <a:pt x="271634" y="226966"/>
                  <a:pt x="262204" y="229846"/>
                  <a:pt x="252249" y="232212"/>
                </a:cubicBezTo>
                <a:cubicBezTo>
                  <a:pt x="242293" y="234304"/>
                  <a:pt x="231949" y="236007"/>
                  <a:pt x="221205" y="237321"/>
                </a:cubicBezTo>
                <a:cubicBezTo>
                  <a:pt x="210472" y="238361"/>
                  <a:pt x="199465" y="238887"/>
                  <a:pt x="188206" y="238887"/>
                </a:cubicBezTo>
                <a:cubicBezTo>
                  <a:pt x="176936" y="238887"/>
                  <a:pt x="165804" y="238361"/>
                  <a:pt x="154808" y="237321"/>
                </a:cubicBezTo>
                <a:cubicBezTo>
                  <a:pt x="144064" y="236007"/>
                  <a:pt x="133720" y="234304"/>
                  <a:pt x="123764" y="232212"/>
                </a:cubicBezTo>
                <a:cubicBezTo>
                  <a:pt x="113809" y="229846"/>
                  <a:pt x="104516" y="226966"/>
                  <a:pt x="95875" y="223559"/>
                </a:cubicBezTo>
                <a:cubicBezTo>
                  <a:pt x="87222" y="220416"/>
                  <a:pt x="79496" y="216759"/>
                  <a:pt x="72683" y="212564"/>
                </a:cubicBezTo>
                <a:lnTo>
                  <a:pt x="72683" y="268354"/>
                </a:lnTo>
                <a:cubicBezTo>
                  <a:pt x="74786" y="273074"/>
                  <a:pt x="79496" y="277658"/>
                  <a:pt x="86834" y="282104"/>
                </a:cubicBezTo>
                <a:cubicBezTo>
                  <a:pt x="94172" y="286299"/>
                  <a:pt x="103076" y="290093"/>
                  <a:pt x="113546" y="293500"/>
                </a:cubicBezTo>
                <a:cubicBezTo>
                  <a:pt x="124290" y="296906"/>
                  <a:pt x="136211" y="299523"/>
                  <a:pt x="149310" y="301363"/>
                </a:cubicBezTo>
                <a:cubicBezTo>
                  <a:pt x="162135" y="303455"/>
                  <a:pt x="175233" y="304507"/>
                  <a:pt x="188595" y="30450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898375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sp>
        <p:nvSpPr>
          <p:cNvPr id="72" name="圖示 伺服器"/>
          <p:cNvSpPr/>
          <p:nvPr/>
        </p:nvSpPr>
        <p:spPr>
          <a:xfrm>
            <a:off x="985811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3946" y="104116"/>
                </a:moveTo>
                <a:cubicBezTo>
                  <a:pt x="109488" y="104116"/>
                  <a:pt x="105556" y="105693"/>
                  <a:pt x="102161" y="108836"/>
                </a:cubicBezTo>
                <a:cubicBezTo>
                  <a:pt x="99018" y="112243"/>
                  <a:pt x="97441" y="116175"/>
                  <a:pt x="97441" y="120621"/>
                </a:cubicBezTo>
                <a:cubicBezTo>
                  <a:pt x="97441" y="125341"/>
                  <a:pt x="99018" y="129399"/>
                  <a:pt x="102161" y="132805"/>
                </a:cubicBezTo>
                <a:cubicBezTo>
                  <a:pt x="105556" y="135948"/>
                  <a:pt x="109625" y="137514"/>
                  <a:pt x="114334" y="137514"/>
                </a:cubicBezTo>
                <a:cubicBezTo>
                  <a:pt x="118792" y="137514"/>
                  <a:pt x="122712" y="135811"/>
                  <a:pt x="126119" y="132405"/>
                </a:cubicBezTo>
                <a:cubicBezTo>
                  <a:pt x="129262" y="129262"/>
                  <a:pt x="130839" y="125341"/>
                  <a:pt x="130839" y="120621"/>
                </a:cubicBezTo>
                <a:cubicBezTo>
                  <a:pt x="130839" y="115912"/>
                  <a:pt x="129262" y="111980"/>
                  <a:pt x="126119" y="108836"/>
                </a:cubicBezTo>
                <a:cubicBezTo>
                  <a:pt x="122712" y="105693"/>
                  <a:pt x="118655" y="104116"/>
                  <a:pt x="113946" y="104116"/>
                </a:cubicBezTo>
                <a:close/>
                <a:moveTo>
                  <a:pt x="113946" y="255392"/>
                </a:moveTo>
                <a:cubicBezTo>
                  <a:pt x="109488" y="255392"/>
                  <a:pt x="105556" y="257095"/>
                  <a:pt x="102161" y="260501"/>
                </a:cubicBezTo>
                <a:cubicBezTo>
                  <a:pt x="99018" y="263644"/>
                  <a:pt x="97441" y="267565"/>
                  <a:pt x="97441" y="272285"/>
                </a:cubicBezTo>
                <a:cubicBezTo>
                  <a:pt x="97441" y="276995"/>
                  <a:pt x="99018" y="280927"/>
                  <a:pt x="102161" y="284070"/>
                </a:cubicBezTo>
                <a:cubicBezTo>
                  <a:pt x="105556" y="287213"/>
                  <a:pt x="109625" y="288790"/>
                  <a:pt x="114334" y="288790"/>
                </a:cubicBezTo>
                <a:cubicBezTo>
                  <a:pt x="118792" y="288790"/>
                  <a:pt x="122712" y="287213"/>
                  <a:pt x="126119" y="284070"/>
                </a:cubicBezTo>
                <a:cubicBezTo>
                  <a:pt x="129262" y="280927"/>
                  <a:pt x="130839" y="276995"/>
                  <a:pt x="130839" y="272285"/>
                </a:cubicBezTo>
                <a:cubicBezTo>
                  <a:pt x="130839" y="267565"/>
                  <a:pt x="129262" y="263507"/>
                  <a:pt x="126119" y="260101"/>
                </a:cubicBezTo>
                <a:cubicBezTo>
                  <a:pt x="122712" y="256958"/>
                  <a:pt x="118655" y="255392"/>
                  <a:pt x="113946" y="255392"/>
                </a:cubicBezTo>
                <a:close/>
                <a:moveTo>
                  <a:pt x="67186" y="60110"/>
                </a:moveTo>
                <a:lnTo>
                  <a:pt x="310004" y="60110"/>
                </a:lnTo>
                <a:cubicBezTo>
                  <a:pt x="313673" y="60110"/>
                  <a:pt x="316554" y="61299"/>
                  <a:pt x="318646" y="63654"/>
                </a:cubicBezTo>
                <a:cubicBezTo>
                  <a:pt x="321000" y="65745"/>
                  <a:pt x="322189" y="68763"/>
                  <a:pt x="322189" y="72683"/>
                </a:cubicBezTo>
                <a:lnTo>
                  <a:pt x="322189" y="166204"/>
                </a:lnTo>
                <a:cubicBezTo>
                  <a:pt x="322189" y="170650"/>
                  <a:pt x="321000" y="174319"/>
                  <a:pt x="318646" y="177199"/>
                </a:cubicBezTo>
                <a:cubicBezTo>
                  <a:pt x="316554" y="180080"/>
                  <a:pt x="313673" y="181520"/>
                  <a:pt x="310004" y="181520"/>
                </a:cubicBezTo>
                <a:lnTo>
                  <a:pt x="67186" y="181520"/>
                </a:lnTo>
                <a:cubicBezTo>
                  <a:pt x="63779" y="181520"/>
                  <a:pt x="60899" y="180080"/>
                  <a:pt x="58544" y="177199"/>
                </a:cubicBezTo>
                <a:cubicBezTo>
                  <a:pt x="56190" y="174582"/>
                  <a:pt x="55013" y="170913"/>
                  <a:pt x="55013" y="166204"/>
                </a:cubicBezTo>
                <a:lnTo>
                  <a:pt x="55013" y="72683"/>
                </a:lnTo>
                <a:cubicBezTo>
                  <a:pt x="55013" y="68763"/>
                  <a:pt x="56190" y="65745"/>
                  <a:pt x="58544" y="63654"/>
                </a:cubicBezTo>
                <a:cubicBezTo>
                  <a:pt x="60899" y="61299"/>
                  <a:pt x="63779" y="60110"/>
                  <a:pt x="67186" y="60110"/>
                </a:cubicBezTo>
                <a:close/>
                <a:moveTo>
                  <a:pt x="72683" y="77793"/>
                </a:moveTo>
                <a:lnTo>
                  <a:pt x="72683" y="163838"/>
                </a:lnTo>
                <a:lnTo>
                  <a:pt x="304507" y="163838"/>
                </a:lnTo>
                <a:lnTo>
                  <a:pt x="304507" y="77793"/>
                </a:lnTo>
                <a:lnTo>
                  <a:pt x="72683" y="77793"/>
                </a:lnTo>
                <a:close/>
                <a:moveTo>
                  <a:pt x="67186" y="211386"/>
                </a:moveTo>
                <a:lnTo>
                  <a:pt x="308039" y="211386"/>
                </a:lnTo>
                <a:cubicBezTo>
                  <a:pt x="311970" y="211386"/>
                  <a:pt x="315239" y="212827"/>
                  <a:pt x="317857" y="215707"/>
                </a:cubicBezTo>
                <a:cubicBezTo>
                  <a:pt x="320737" y="218850"/>
                  <a:pt x="322189" y="222256"/>
                  <a:pt x="322189" y="225925"/>
                </a:cubicBezTo>
                <a:lnTo>
                  <a:pt x="322189" y="317857"/>
                </a:lnTo>
                <a:cubicBezTo>
                  <a:pt x="322189" y="322577"/>
                  <a:pt x="320737" y="326372"/>
                  <a:pt x="317857" y="329253"/>
                </a:cubicBezTo>
                <a:cubicBezTo>
                  <a:pt x="315239" y="331870"/>
                  <a:pt x="311970" y="333185"/>
                  <a:pt x="308039" y="333185"/>
                </a:cubicBezTo>
                <a:lnTo>
                  <a:pt x="69152" y="333185"/>
                </a:lnTo>
                <a:cubicBezTo>
                  <a:pt x="64957" y="333185"/>
                  <a:pt x="61551" y="331870"/>
                  <a:pt x="58933" y="329253"/>
                </a:cubicBezTo>
                <a:cubicBezTo>
                  <a:pt x="56316" y="326372"/>
                  <a:pt x="55013" y="322577"/>
                  <a:pt x="55013" y="317857"/>
                </a:cubicBezTo>
                <a:lnTo>
                  <a:pt x="55013" y="225925"/>
                </a:lnTo>
                <a:cubicBezTo>
                  <a:pt x="55013" y="222256"/>
                  <a:pt x="56053" y="218850"/>
                  <a:pt x="58156" y="215707"/>
                </a:cubicBezTo>
                <a:cubicBezTo>
                  <a:pt x="60510" y="212827"/>
                  <a:pt x="63517" y="211386"/>
                  <a:pt x="67186" y="211386"/>
                </a:cubicBezTo>
                <a:close/>
                <a:moveTo>
                  <a:pt x="72683" y="229069"/>
                </a:moveTo>
                <a:lnTo>
                  <a:pt x="72683" y="315114"/>
                </a:lnTo>
                <a:lnTo>
                  <a:pt x="304507" y="315114"/>
                </a:lnTo>
                <a:lnTo>
                  <a:pt x="304507" y="229069"/>
                </a:lnTo>
                <a:lnTo>
                  <a:pt x="72683" y="229069"/>
                </a:lnTo>
                <a:close/>
                <a:moveTo>
                  <a:pt x="72683" y="77793"/>
                </a:moveTo>
                <a:lnTo>
                  <a:pt x="72683" y="163838"/>
                </a:lnTo>
                <a:lnTo>
                  <a:pt x="72683" y="77793"/>
                </a:lnTo>
                <a:close/>
                <a:moveTo>
                  <a:pt x="72683" y="229069"/>
                </a:moveTo>
                <a:lnTo>
                  <a:pt x="72683" y="315114"/>
                </a:lnTo>
                <a:lnTo>
                  <a:pt x="72683" y="22906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967715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950" dirty="0"/>
          </a:p>
        </p:txBody>
      </p:sp>
      <p:sp>
        <p:nvSpPr>
          <p:cNvPr id="74" name="圖示 雲端"/>
          <p:cNvSpPr/>
          <p:nvPr/>
        </p:nvSpPr>
        <p:spPr>
          <a:xfrm>
            <a:off x="1055151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9407" y="306473"/>
                </a:moveTo>
                <a:cubicBezTo>
                  <a:pt x="78456" y="306473"/>
                  <a:pt x="60510" y="299135"/>
                  <a:pt x="45583" y="284470"/>
                </a:cubicBezTo>
                <a:cubicBezTo>
                  <a:pt x="30907" y="269531"/>
                  <a:pt x="23580" y="251460"/>
                  <a:pt x="23580" y="230246"/>
                </a:cubicBezTo>
                <a:cubicBezTo>
                  <a:pt x="23580" y="211124"/>
                  <a:pt x="29992" y="194230"/>
                  <a:pt x="42828" y="179554"/>
                </a:cubicBezTo>
                <a:cubicBezTo>
                  <a:pt x="55664" y="164889"/>
                  <a:pt x="71769" y="156637"/>
                  <a:pt x="91154" y="154808"/>
                </a:cubicBezTo>
                <a:cubicBezTo>
                  <a:pt x="95086" y="130451"/>
                  <a:pt x="106345" y="110402"/>
                  <a:pt x="124941" y="94686"/>
                </a:cubicBezTo>
                <a:cubicBezTo>
                  <a:pt x="143275" y="78970"/>
                  <a:pt x="164763" y="71117"/>
                  <a:pt x="189384" y="71117"/>
                </a:cubicBezTo>
                <a:cubicBezTo>
                  <a:pt x="216621" y="71117"/>
                  <a:pt x="239801" y="80936"/>
                  <a:pt x="258924" y="100584"/>
                </a:cubicBezTo>
                <a:cubicBezTo>
                  <a:pt x="277783" y="120495"/>
                  <a:pt x="287213" y="144327"/>
                  <a:pt x="287213" y="172090"/>
                </a:cubicBezTo>
                <a:lnTo>
                  <a:pt x="287213" y="187029"/>
                </a:lnTo>
                <a:lnTo>
                  <a:pt x="291934" y="187029"/>
                </a:lnTo>
                <a:cubicBezTo>
                  <a:pt x="309216" y="186503"/>
                  <a:pt x="323755" y="192001"/>
                  <a:pt x="335539" y="203523"/>
                </a:cubicBezTo>
                <a:cubicBezTo>
                  <a:pt x="347586" y="214793"/>
                  <a:pt x="353621" y="229194"/>
                  <a:pt x="353621" y="246751"/>
                </a:cubicBezTo>
                <a:cubicBezTo>
                  <a:pt x="353621" y="262981"/>
                  <a:pt x="347723" y="276995"/>
                  <a:pt x="335939" y="288790"/>
                </a:cubicBezTo>
                <a:cubicBezTo>
                  <a:pt x="324143" y="300575"/>
                  <a:pt x="310130" y="306473"/>
                  <a:pt x="293900" y="306473"/>
                </a:cubicBezTo>
                <a:lnTo>
                  <a:pt x="99407" y="306473"/>
                </a:lnTo>
                <a:close/>
                <a:moveTo>
                  <a:pt x="99407" y="288790"/>
                </a:moveTo>
                <a:lnTo>
                  <a:pt x="293900" y="288790"/>
                </a:lnTo>
                <a:cubicBezTo>
                  <a:pt x="305421" y="288790"/>
                  <a:pt x="315239" y="284596"/>
                  <a:pt x="323366" y="276217"/>
                </a:cubicBezTo>
                <a:cubicBezTo>
                  <a:pt x="331744" y="268091"/>
                  <a:pt x="335939" y="258272"/>
                  <a:pt x="335939" y="246751"/>
                </a:cubicBezTo>
                <a:cubicBezTo>
                  <a:pt x="335939" y="235218"/>
                  <a:pt x="331744" y="225400"/>
                  <a:pt x="323366" y="217273"/>
                </a:cubicBezTo>
                <a:cubicBezTo>
                  <a:pt x="315239" y="209158"/>
                  <a:pt x="305421" y="205100"/>
                  <a:pt x="293900" y="205100"/>
                </a:cubicBezTo>
                <a:lnTo>
                  <a:pt x="269531" y="205100"/>
                </a:lnTo>
                <a:lnTo>
                  <a:pt x="269531" y="172090"/>
                </a:lnTo>
                <a:cubicBezTo>
                  <a:pt x="269531" y="149047"/>
                  <a:pt x="261541" y="129399"/>
                  <a:pt x="245562" y="113157"/>
                </a:cubicBezTo>
                <a:cubicBezTo>
                  <a:pt x="229846" y="96915"/>
                  <a:pt x="210598" y="88800"/>
                  <a:pt x="187806" y="88800"/>
                </a:cubicBezTo>
                <a:cubicBezTo>
                  <a:pt x="165278" y="88800"/>
                  <a:pt x="146030" y="96915"/>
                  <a:pt x="130051" y="113157"/>
                </a:cubicBezTo>
                <a:cubicBezTo>
                  <a:pt x="114071" y="129399"/>
                  <a:pt x="106082" y="149047"/>
                  <a:pt x="106082" y="172090"/>
                </a:cubicBezTo>
                <a:lnTo>
                  <a:pt x="98618" y="172090"/>
                </a:lnTo>
                <a:cubicBezTo>
                  <a:pt x="82639" y="172090"/>
                  <a:pt x="69152" y="177725"/>
                  <a:pt x="58156" y="188984"/>
                </a:cubicBezTo>
                <a:cubicBezTo>
                  <a:pt x="46886" y="200254"/>
                  <a:pt x="41251" y="214130"/>
                  <a:pt x="41251" y="230635"/>
                </a:cubicBezTo>
                <a:cubicBezTo>
                  <a:pt x="41251" y="246614"/>
                  <a:pt x="47023" y="260238"/>
                  <a:pt x="58544" y="271497"/>
                </a:cubicBezTo>
                <a:cubicBezTo>
                  <a:pt x="69803" y="283018"/>
                  <a:pt x="83428" y="288790"/>
                  <a:pt x="99407" y="28879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037055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950" dirty="0"/>
          </a:p>
        </p:txBody>
      </p:sp>
      <p:sp>
        <p:nvSpPr>
          <p:cNvPr id="76" name="圖示 電腦"/>
          <p:cNvSpPr/>
          <p:nvPr/>
        </p:nvSpPr>
        <p:spPr>
          <a:xfrm>
            <a:off x="1124492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4" y="317857"/>
                </a:moveTo>
                <a:cubicBezTo>
                  <a:pt x="28026" y="317857"/>
                  <a:pt x="25935" y="317080"/>
                  <a:pt x="24357" y="315502"/>
                </a:cubicBezTo>
                <a:cubicBezTo>
                  <a:pt x="22529" y="313673"/>
                  <a:pt x="21614" y="311445"/>
                  <a:pt x="21614" y="308827"/>
                </a:cubicBezTo>
                <a:cubicBezTo>
                  <a:pt x="21614" y="306473"/>
                  <a:pt x="22529" y="304369"/>
                  <a:pt x="24357" y="302541"/>
                </a:cubicBezTo>
                <a:cubicBezTo>
                  <a:pt x="25935" y="300963"/>
                  <a:pt x="28026" y="300186"/>
                  <a:pt x="30644" y="300186"/>
                </a:cubicBezTo>
                <a:lnTo>
                  <a:pt x="346546" y="300186"/>
                </a:lnTo>
                <a:cubicBezTo>
                  <a:pt x="349164" y="300186"/>
                  <a:pt x="351255" y="300963"/>
                  <a:pt x="352833" y="302541"/>
                </a:cubicBezTo>
                <a:cubicBezTo>
                  <a:pt x="354661" y="304369"/>
                  <a:pt x="355576" y="306598"/>
                  <a:pt x="355576" y="309216"/>
                </a:cubicBezTo>
                <a:cubicBezTo>
                  <a:pt x="355576" y="311570"/>
                  <a:pt x="354661" y="313673"/>
                  <a:pt x="352833" y="315502"/>
                </a:cubicBezTo>
                <a:cubicBezTo>
                  <a:pt x="351255" y="317080"/>
                  <a:pt x="349164" y="317857"/>
                  <a:pt x="346546" y="317857"/>
                </a:cubicBezTo>
                <a:lnTo>
                  <a:pt x="30644" y="317857"/>
                </a:lnTo>
                <a:close/>
                <a:moveTo>
                  <a:pt x="62076" y="278572"/>
                </a:moveTo>
                <a:cubicBezTo>
                  <a:pt x="55790" y="278572"/>
                  <a:pt x="50418" y="276343"/>
                  <a:pt x="45971" y="271897"/>
                </a:cubicBezTo>
                <a:cubicBezTo>
                  <a:pt x="41514" y="267439"/>
                  <a:pt x="39296" y="262204"/>
                  <a:pt x="39296" y="256181"/>
                </a:cubicBezTo>
                <a:lnTo>
                  <a:pt x="39296" y="81336"/>
                </a:lnTo>
                <a:cubicBezTo>
                  <a:pt x="39296" y="75049"/>
                  <a:pt x="41514" y="69677"/>
                  <a:pt x="45971" y="65220"/>
                </a:cubicBezTo>
                <a:cubicBezTo>
                  <a:pt x="50418" y="60773"/>
                  <a:pt x="55790" y="58544"/>
                  <a:pt x="62076" y="58544"/>
                </a:cubicBezTo>
                <a:lnTo>
                  <a:pt x="315114" y="58544"/>
                </a:lnTo>
                <a:cubicBezTo>
                  <a:pt x="321400" y="58544"/>
                  <a:pt x="326772" y="60773"/>
                  <a:pt x="331219" y="65220"/>
                </a:cubicBezTo>
                <a:cubicBezTo>
                  <a:pt x="335676" y="69677"/>
                  <a:pt x="337905" y="75049"/>
                  <a:pt x="337905" y="81336"/>
                </a:cubicBezTo>
                <a:lnTo>
                  <a:pt x="337905" y="256181"/>
                </a:lnTo>
                <a:cubicBezTo>
                  <a:pt x="337905" y="262204"/>
                  <a:pt x="335676" y="267439"/>
                  <a:pt x="331219" y="271897"/>
                </a:cubicBezTo>
                <a:cubicBezTo>
                  <a:pt x="326772" y="276343"/>
                  <a:pt x="321400" y="278572"/>
                  <a:pt x="315114" y="278572"/>
                </a:cubicBezTo>
                <a:lnTo>
                  <a:pt x="62076" y="278572"/>
                </a:lnTo>
                <a:close/>
                <a:moveTo>
                  <a:pt x="62076" y="260890"/>
                </a:moveTo>
                <a:lnTo>
                  <a:pt x="315114" y="260890"/>
                </a:lnTo>
                <a:cubicBezTo>
                  <a:pt x="316417" y="260890"/>
                  <a:pt x="317594" y="260364"/>
                  <a:pt x="318646" y="259324"/>
                </a:cubicBezTo>
                <a:cubicBezTo>
                  <a:pt x="319697" y="258272"/>
                  <a:pt x="320223" y="257221"/>
                  <a:pt x="320223" y="256181"/>
                </a:cubicBezTo>
                <a:lnTo>
                  <a:pt x="320223" y="81336"/>
                </a:lnTo>
                <a:cubicBezTo>
                  <a:pt x="320223" y="80021"/>
                  <a:pt x="319697" y="78844"/>
                  <a:pt x="318646" y="77793"/>
                </a:cubicBezTo>
                <a:cubicBezTo>
                  <a:pt x="317594" y="77015"/>
                  <a:pt x="316417" y="76615"/>
                  <a:pt x="315114" y="76615"/>
                </a:cubicBezTo>
                <a:lnTo>
                  <a:pt x="62076" y="76615"/>
                </a:lnTo>
                <a:cubicBezTo>
                  <a:pt x="60773" y="76615"/>
                  <a:pt x="59596" y="77015"/>
                  <a:pt x="58544" y="77793"/>
                </a:cubicBezTo>
                <a:cubicBezTo>
                  <a:pt x="57493" y="78844"/>
                  <a:pt x="56967" y="80021"/>
                  <a:pt x="56967" y="81336"/>
                </a:cubicBezTo>
                <a:lnTo>
                  <a:pt x="56967" y="256181"/>
                </a:lnTo>
                <a:cubicBezTo>
                  <a:pt x="56967" y="257221"/>
                  <a:pt x="57493" y="258272"/>
                  <a:pt x="58544" y="259324"/>
                </a:cubicBezTo>
                <a:cubicBezTo>
                  <a:pt x="59596" y="260364"/>
                  <a:pt x="60773" y="260890"/>
                  <a:pt x="62076" y="260890"/>
                </a:cubicBezTo>
                <a:close/>
                <a:moveTo>
                  <a:pt x="56967" y="260890"/>
                </a:moveTo>
                <a:lnTo>
                  <a:pt x="56967" y="76615"/>
                </a:lnTo>
                <a:lnTo>
                  <a:pt x="56967" y="26089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106395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950" dirty="0"/>
          </a:p>
        </p:txBody>
      </p:sp>
      <p:sp>
        <p:nvSpPr>
          <p:cNvPr id="78" name="圖示 程式"/>
          <p:cNvSpPr/>
          <p:nvPr/>
        </p:nvSpPr>
        <p:spPr>
          <a:xfrm>
            <a:off x="1193832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2476" y="187806"/>
                </a:moveTo>
                <a:lnTo>
                  <a:pt x="132405" y="257747"/>
                </a:lnTo>
                <a:cubicBezTo>
                  <a:pt x="133982" y="259575"/>
                  <a:pt x="134771" y="261678"/>
                  <a:pt x="134771" y="264033"/>
                </a:cubicBezTo>
                <a:cubicBezTo>
                  <a:pt x="134771" y="266388"/>
                  <a:pt x="133845" y="268491"/>
                  <a:pt x="132017" y="270320"/>
                </a:cubicBezTo>
                <a:cubicBezTo>
                  <a:pt x="130188" y="272148"/>
                  <a:pt x="128085" y="273074"/>
                  <a:pt x="125730" y="273074"/>
                </a:cubicBezTo>
                <a:cubicBezTo>
                  <a:pt x="123113" y="273074"/>
                  <a:pt x="120884" y="272148"/>
                  <a:pt x="119055" y="270320"/>
                </a:cubicBezTo>
                <a:lnTo>
                  <a:pt x="44794" y="196059"/>
                </a:lnTo>
                <a:cubicBezTo>
                  <a:pt x="43480" y="194756"/>
                  <a:pt x="42565" y="193441"/>
                  <a:pt x="42040" y="192127"/>
                </a:cubicBezTo>
                <a:cubicBezTo>
                  <a:pt x="41514" y="190824"/>
                  <a:pt x="41251" y="189509"/>
                  <a:pt x="41251" y="188206"/>
                </a:cubicBezTo>
                <a:cubicBezTo>
                  <a:pt x="41251" y="186629"/>
                  <a:pt x="41514" y="185189"/>
                  <a:pt x="42040" y="183886"/>
                </a:cubicBezTo>
                <a:cubicBezTo>
                  <a:pt x="42565" y="182571"/>
                  <a:pt x="43480" y="181257"/>
                  <a:pt x="44794" y="179954"/>
                </a:cubicBezTo>
                <a:lnTo>
                  <a:pt x="120232" y="104905"/>
                </a:lnTo>
                <a:cubicBezTo>
                  <a:pt x="121798" y="103076"/>
                  <a:pt x="123901" y="102161"/>
                  <a:pt x="126519" y="102161"/>
                </a:cubicBezTo>
                <a:cubicBezTo>
                  <a:pt x="128873" y="102161"/>
                  <a:pt x="130965" y="103076"/>
                  <a:pt x="132805" y="104905"/>
                </a:cubicBezTo>
                <a:cubicBezTo>
                  <a:pt x="134634" y="106745"/>
                  <a:pt x="135548" y="108836"/>
                  <a:pt x="135548" y="111191"/>
                </a:cubicBezTo>
                <a:cubicBezTo>
                  <a:pt x="135548" y="113809"/>
                  <a:pt x="134634" y="115912"/>
                  <a:pt x="132805" y="117478"/>
                </a:cubicBezTo>
                <a:lnTo>
                  <a:pt x="62476" y="187806"/>
                </a:lnTo>
                <a:close/>
                <a:moveTo>
                  <a:pt x="314714" y="188206"/>
                </a:moveTo>
                <a:lnTo>
                  <a:pt x="244785" y="118266"/>
                </a:lnTo>
                <a:cubicBezTo>
                  <a:pt x="243208" y="116426"/>
                  <a:pt x="242419" y="114334"/>
                  <a:pt x="242419" y="111980"/>
                </a:cubicBezTo>
                <a:cubicBezTo>
                  <a:pt x="242419" y="109625"/>
                  <a:pt x="243345" y="107522"/>
                  <a:pt x="245174" y="105693"/>
                </a:cubicBezTo>
                <a:cubicBezTo>
                  <a:pt x="247002" y="103853"/>
                  <a:pt x="249105" y="102939"/>
                  <a:pt x="251460" y="102939"/>
                </a:cubicBezTo>
                <a:cubicBezTo>
                  <a:pt x="254077" y="102939"/>
                  <a:pt x="256306" y="103853"/>
                  <a:pt x="258135" y="105693"/>
                </a:cubicBezTo>
                <a:lnTo>
                  <a:pt x="332396" y="179954"/>
                </a:lnTo>
                <a:cubicBezTo>
                  <a:pt x="333710" y="181257"/>
                  <a:pt x="334625" y="182571"/>
                  <a:pt x="335150" y="183886"/>
                </a:cubicBezTo>
                <a:cubicBezTo>
                  <a:pt x="335676" y="185189"/>
                  <a:pt x="335939" y="186629"/>
                  <a:pt x="335939" y="188206"/>
                </a:cubicBezTo>
                <a:cubicBezTo>
                  <a:pt x="335939" y="189509"/>
                  <a:pt x="335676" y="190824"/>
                  <a:pt x="335150" y="192127"/>
                </a:cubicBezTo>
                <a:cubicBezTo>
                  <a:pt x="334625" y="193441"/>
                  <a:pt x="333710" y="194756"/>
                  <a:pt x="332396" y="196059"/>
                </a:cubicBezTo>
                <a:lnTo>
                  <a:pt x="256958" y="271108"/>
                </a:lnTo>
                <a:cubicBezTo>
                  <a:pt x="255392" y="272937"/>
                  <a:pt x="253426" y="273851"/>
                  <a:pt x="251071" y="273851"/>
                </a:cubicBezTo>
                <a:cubicBezTo>
                  <a:pt x="248442" y="273851"/>
                  <a:pt x="246351" y="272937"/>
                  <a:pt x="244785" y="271108"/>
                </a:cubicBezTo>
                <a:cubicBezTo>
                  <a:pt x="242945" y="269005"/>
                  <a:pt x="242030" y="266788"/>
                  <a:pt x="242030" y="264422"/>
                </a:cubicBezTo>
                <a:cubicBezTo>
                  <a:pt x="242030" y="262067"/>
                  <a:pt x="242945" y="259975"/>
                  <a:pt x="244785" y="258135"/>
                </a:cubicBezTo>
                <a:lnTo>
                  <a:pt x="314714" y="18820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1175735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950" dirty="0"/>
          </a:p>
        </p:txBody>
      </p:sp>
      <p:sp>
        <p:nvSpPr>
          <p:cNvPr id="80" name="圖示 API"/>
          <p:cNvSpPr/>
          <p:nvPr/>
        </p:nvSpPr>
        <p:spPr>
          <a:xfrm>
            <a:off x="1263172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27103"/>
                </a:moveTo>
                <a:lnTo>
                  <a:pt x="150087" y="188595"/>
                </a:lnTo>
                <a:lnTo>
                  <a:pt x="188595" y="150087"/>
                </a:lnTo>
                <a:lnTo>
                  <a:pt x="227103" y="188595"/>
                </a:lnTo>
                <a:lnTo>
                  <a:pt x="188595" y="227103"/>
                </a:lnTo>
                <a:close/>
                <a:moveTo>
                  <a:pt x="155197" y="120621"/>
                </a:moveTo>
                <a:lnTo>
                  <a:pt x="127307" y="92732"/>
                </a:lnTo>
                <a:lnTo>
                  <a:pt x="172879" y="46760"/>
                </a:lnTo>
                <a:cubicBezTo>
                  <a:pt x="175233" y="44657"/>
                  <a:pt x="177725" y="43091"/>
                  <a:pt x="180343" y="42040"/>
                </a:cubicBezTo>
                <a:cubicBezTo>
                  <a:pt x="182960" y="40988"/>
                  <a:pt x="185715" y="40474"/>
                  <a:pt x="188595" y="40474"/>
                </a:cubicBezTo>
                <a:cubicBezTo>
                  <a:pt x="191475" y="40474"/>
                  <a:pt x="194230" y="40988"/>
                  <a:pt x="196847" y="42040"/>
                </a:cubicBezTo>
                <a:cubicBezTo>
                  <a:pt x="199465" y="43091"/>
                  <a:pt x="201957" y="44657"/>
                  <a:pt x="204311" y="46760"/>
                </a:cubicBezTo>
                <a:lnTo>
                  <a:pt x="249894" y="92732"/>
                </a:lnTo>
                <a:lnTo>
                  <a:pt x="221993" y="120621"/>
                </a:lnTo>
                <a:lnTo>
                  <a:pt x="188595" y="87222"/>
                </a:lnTo>
                <a:lnTo>
                  <a:pt x="155197" y="120621"/>
                </a:lnTo>
                <a:close/>
                <a:moveTo>
                  <a:pt x="92732" y="249894"/>
                </a:moveTo>
                <a:lnTo>
                  <a:pt x="47149" y="204311"/>
                </a:lnTo>
                <a:cubicBezTo>
                  <a:pt x="44794" y="201957"/>
                  <a:pt x="43091" y="199465"/>
                  <a:pt x="42040" y="196847"/>
                </a:cubicBezTo>
                <a:cubicBezTo>
                  <a:pt x="40988" y="194230"/>
                  <a:pt x="40474" y="191475"/>
                  <a:pt x="40474" y="188595"/>
                </a:cubicBezTo>
                <a:cubicBezTo>
                  <a:pt x="40474" y="185715"/>
                  <a:pt x="40988" y="182960"/>
                  <a:pt x="42040" y="180343"/>
                </a:cubicBezTo>
                <a:cubicBezTo>
                  <a:pt x="43091" y="177725"/>
                  <a:pt x="44794" y="175233"/>
                  <a:pt x="47149" y="172879"/>
                </a:cubicBezTo>
                <a:lnTo>
                  <a:pt x="92732" y="127307"/>
                </a:lnTo>
                <a:lnTo>
                  <a:pt x="120621" y="155197"/>
                </a:lnTo>
                <a:lnTo>
                  <a:pt x="87222" y="188595"/>
                </a:lnTo>
                <a:lnTo>
                  <a:pt x="120621" y="221993"/>
                </a:lnTo>
                <a:lnTo>
                  <a:pt x="92732" y="249894"/>
                </a:lnTo>
                <a:close/>
                <a:moveTo>
                  <a:pt x="284470" y="249894"/>
                </a:moveTo>
                <a:lnTo>
                  <a:pt x="256569" y="221993"/>
                </a:lnTo>
                <a:lnTo>
                  <a:pt x="289968" y="188595"/>
                </a:lnTo>
                <a:lnTo>
                  <a:pt x="256569" y="155197"/>
                </a:lnTo>
                <a:lnTo>
                  <a:pt x="284470" y="127307"/>
                </a:lnTo>
                <a:lnTo>
                  <a:pt x="330430" y="172879"/>
                </a:lnTo>
                <a:cubicBezTo>
                  <a:pt x="332533" y="175233"/>
                  <a:pt x="334099" y="177725"/>
                  <a:pt x="335150" y="180343"/>
                </a:cubicBezTo>
                <a:cubicBezTo>
                  <a:pt x="336202" y="182960"/>
                  <a:pt x="336716" y="185715"/>
                  <a:pt x="336716" y="188595"/>
                </a:cubicBezTo>
                <a:cubicBezTo>
                  <a:pt x="336716" y="191475"/>
                  <a:pt x="336202" y="194230"/>
                  <a:pt x="335150" y="196847"/>
                </a:cubicBezTo>
                <a:cubicBezTo>
                  <a:pt x="334099" y="199465"/>
                  <a:pt x="332533" y="201957"/>
                  <a:pt x="330430" y="204311"/>
                </a:cubicBezTo>
                <a:lnTo>
                  <a:pt x="284470" y="249894"/>
                </a:lnTo>
                <a:close/>
                <a:moveTo>
                  <a:pt x="172879" y="330041"/>
                </a:moveTo>
                <a:lnTo>
                  <a:pt x="127307" y="284470"/>
                </a:lnTo>
                <a:lnTo>
                  <a:pt x="155197" y="256569"/>
                </a:lnTo>
                <a:lnTo>
                  <a:pt x="188595" y="289968"/>
                </a:lnTo>
                <a:lnTo>
                  <a:pt x="221993" y="256569"/>
                </a:lnTo>
                <a:lnTo>
                  <a:pt x="249894" y="284470"/>
                </a:lnTo>
                <a:lnTo>
                  <a:pt x="204311" y="330041"/>
                </a:lnTo>
                <a:cubicBezTo>
                  <a:pt x="201957" y="332396"/>
                  <a:pt x="199465" y="334099"/>
                  <a:pt x="196847" y="335150"/>
                </a:cubicBezTo>
                <a:cubicBezTo>
                  <a:pt x="194230" y="336202"/>
                  <a:pt x="191475" y="336716"/>
                  <a:pt x="188595" y="336716"/>
                </a:cubicBezTo>
                <a:cubicBezTo>
                  <a:pt x="185715" y="336716"/>
                  <a:pt x="182960" y="336202"/>
                  <a:pt x="180343" y="335150"/>
                </a:cubicBezTo>
                <a:cubicBezTo>
                  <a:pt x="177725" y="334099"/>
                  <a:pt x="175233" y="332396"/>
                  <a:pt x="172879" y="33004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245075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950" dirty="0"/>
          </a:p>
        </p:txBody>
      </p:sp>
      <p:sp>
        <p:nvSpPr>
          <p:cNvPr id="82" name="圖示 AI 機器人"/>
          <p:cNvSpPr/>
          <p:nvPr/>
        </p:nvSpPr>
        <p:spPr>
          <a:xfrm>
            <a:off x="1332512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6797" y="223171"/>
                </a:moveTo>
                <a:cubicBezTo>
                  <a:pt x="56841" y="223171"/>
                  <a:pt x="48463" y="219765"/>
                  <a:pt x="41651" y="212952"/>
                </a:cubicBezTo>
                <a:cubicBezTo>
                  <a:pt x="34839" y="205889"/>
                  <a:pt x="31433" y="197499"/>
                  <a:pt x="31433" y="187806"/>
                </a:cubicBezTo>
                <a:cubicBezTo>
                  <a:pt x="31433" y="177851"/>
                  <a:pt x="34839" y="169473"/>
                  <a:pt x="41651" y="162660"/>
                </a:cubicBezTo>
                <a:cubicBezTo>
                  <a:pt x="48726" y="155597"/>
                  <a:pt x="57104" y="152053"/>
                  <a:pt x="66797" y="152053"/>
                </a:cubicBezTo>
                <a:lnTo>
                  <a:pt x="66797" y="105305"/>
                </a:lnTo>
                <a:cubicBezTo>
                  <a:pt x="66797" y="99270"/>
                  <a:pt x="69152" y="94035"/>
                  <a:pt x="73872" y="89588"/>
                </a:cubicBezTo>
                <a:cubicBezTo>
                  <a:pt x="78318" y="84868"/>
                  <a:pt x="83553" y="82513"/>
                  <a:pt x="89588" y="82513"/>
                </a:cubicBezTo>
                <a:lnTo>
                  <a:pt x="153231" y="82513"/>
                </a:lnTo>
                <a:cubicBezTo>
                  <a:pt x="153231" y="72558"/>
                  <a:pt x="156637" y="64179"/>
                  <a:pt x="163449" y="57367"/>
                </a:cubicBezTo>
                <a:cubicBezTo>
                  <a:pt x="170261" y="50555"/>
                  <a:pt x="178639" y="47149"/>
                  <a:pt x="188595" y="47149"/>
                </a:cubicBezTo>
                <a:cubicBezTo>
                  <a:pt x="198551" y="47149"/>
                  <a:pt x="206929" y="50555"/>
                  <a:pt x="213741" y="57367"/>
                </a:cubicBezTo>
                <a:cubicBezTo>
                  <a:pt x="220553" y="64442"/>
                  <a:pt x="223959" y="72821"/>
                  <a:pt x="223959" y="82513"/>
                </a:cubicBezTo>
                <a:lnTo>
                  <a:pt x="287613" y="82513"/>
                </a:lnTo>
                <a:cubicBezTo>
                  <a:pt x="293637" y="82513"/>
                  <a:pt x="298872" y="84868"/>
                  <a:pt x="303329" y="89588"/>
                </a:cubicBezTo>
                <a:cubicBezTo>
                  <a:pt x="308039" y="94035"/>
                  <a:pt x="310393" y="99270"/>
                  <a:pt x="310393" y="105305"/>
                </a:cubicBezTo>
                <a:lnTo>
                  <a:pt x="310393" y="152053"/>
                </a:lnTo>
                <a:cubicBezTo>
                  <a:pt x="320349" y="152053"/>
                  <a:pt x="328727" y="155597"/>
                  <a:pt x="335539" y="162660"/>
                </a:cubicBezTo>
                <a:cubicBezTo>
                  <a:pt x="342351" y="169473"/>
                  <a:pt x="345758" y="177851"/>
                  <a:pt x="345758" y="187806"/>
                </a:cubicBezTo>
                <a:cubicBezTo>
                  <a:pt x="345758" y="197499"/>
                  <a:pt x="342351" y="205889"/>
                  <a:pt x="335539" y="212952"/>
                </a:cubicBezTo>
                <a:cubicBezTo>
                  <a:pt x="328475" y="219765"/>
                  <a:pt x="320086" y="223171"/>
                  <a:pt x="310393" y="223171"/>
                </a:cubicBezTo>
                <a:lnTo>
                  <a:pt x="310393" y="299397"/>
                </a:lnTo>
                <a:cubicBezTo>
                  <a:pt x="310393" y="305421"/>
                  <a:pt x="308039" y="310793"/>
                  <a:pt x="303329" y="315502"/>
                </a:cubicBezTo>
                <a:cubicBezTo>
                  <a:pt x="298872" y="319960"/>
                  <a:pt x="293637" y="322189"/>
                  <a:pt x="287613" y="322189"/>
                </a:cubicBezTo>
                <a:lnTo>
                  <a:pt x="89588" y="322189"/>
                </a:lnTo>
                <a:cubicBezTo>
                  <a:pt x="83553" y="322189"/>
                  <a:pt x="78318" y="319960"/>
                  <a:pt x="73872" y="315502"/>
                </a:cubicBezTo>
                <a:cubicBezTo>
                  <a:pt x="69152" y="310793"/>
                  <a:pt x="66797" y="305421"/>
                  <a:pt x="66797" y="299397"/>
                </a:cubicBezTo>
                <a:lnTo>
                  <a:pt x="66797" y="223171"/>
                </a:lnTo>
                <a:close/>
                <a:moveTo>
                  <a:pt x="146555" y="185840"/>
                </a:moveTo>
                <a:cubicBezTo>
                  <a:pt x="149173" y="183223"/>
                  <a:pt x="150487" y="179954"/>
                  <a:pt x="150487" y="176022"/>
                </a:cubicBezTo>
                <a:cubicBezTo>
                  <a:pt x="150487" y="172090"/>
                  <a:pt x="149173" y="168821"/>
                  <a:pt x="146555" y="166204"/>
                </a:cubicBezTo>
                <a:cubicBezTo>
                  <a:pt x="143675" y="163575"/>
                  <a:pt x="140269" y="162272"/>
                  <a:pt x="136337" y="162272"/>
                </a:cubicBezTo>
                <a:cubicBezTo>
                  <a:pt x="132668" y="162272"/>
                  <a:pt x="129399" y="163575"/>
                  <a:pt x="126519" y="166204"/>
                </a:cubicBezTo>
                <a:cubicBezTo>
                  <a:pt x="123901" y="169084"/>
                  <a:pt x="122587" y="172353"/>
                  <a:pt x="122587" y="176022"/>
                </a:cubicBezTo>
                <a:cubicBezTo>
                  <a:pt x="122587" y="179954"/>
                  <a:pt x="124027" y="183223"/>
                  <a:pt x="126907" y="185840"/>
                </a:cubicBezTo>
                <a:cubicBezTo>
                  <a:pt x="129525" y="188721"/>
                  <a:pt x="132805" y="190172"/>
                  <a:pt x="136737" y="190172"/>
                </a:cubicBezTo>
                <a:cubicBezTo>
                  <a:pt x="140658" y="190172"/>
                  <a:pt x="143938" y="188721"/>
                  <a:pt x="146555" y="185840"/>
                </a:cubicBezTo>
                <a:close/>
                <a:moveTo>
                  <a:pt x="250671" y="185840"/>
                </a:moveTo>
                <a:cubicBezTo>
                  <a:pt x="253289" y="183223"/>
                  <a:pt x="254603" y="179954"/>
                  <a:pt x="254603" y="176022"/>
                </a:cubicBezTo>
                <a:cubicBezTo>
                  <a:pt x="254603" y="172090"/>
                  <a:pt x="253163" y="168821"/>
                  <a:pt x="250283" y="166204"/>
                </a:cubicBezTo>
                <a:cubicBezTo>
                  <a:pt x="247665" y="163575"/>
                  <a:pt x="244385" y="162272"/>
                  <a:pt x="240464" y="162272"/>
                </a:cubicBezTo>
                <a:cubicBezTo>
                  <a:pt x="236532" y="162272"/>
                  <a:pt x="233252" y="163575"/>
                  <a:pt x="230635" y="166204"/>
                </a:cubicBezTo>
                <a:cubicBezTo>
                  <a:pt x="228017" y="169084"/>
                  <a:pt x="226703" y="172353"/>
                  <a:pt x="226703" y="176022"/>
                </a:cubicBezTo>
                <a:cubicBezTo>
                  <a:pt x="226703" y="179954"/>
                  <a:pt x="228017" y="183223"/>
                  <a:pt x="230635" y="185840"/>
                </a:cubicBezTo>
                <a:cubicBezTo>
                  <a:pt x="233515" y="188721"/>
                  <a:pt x="236921" y="190172"/>
                  <a:pt x="240853" y="190172"/>
                </a:cubicBezTo>
                <a:cubicBezTo>
                  <a:pt x="244522" y="190172"/>
                  <a:pt x="247791" y="188721"/>
                  <a:pt x="250671" y="185840"/>
                </a:cubicBezTo>
                <a:close/>
                <a:moveTo>
                  <a:pt x="136337" y="261678"/>
                </a:moveTo>
                <a:lnTo>
                  <a:pt x="240853" y="261678"/>
                </a:lnTo>
                <a:cubicBezTo>
                  <a:pt x="243470" y="261678"/>
                  <a:pt x="245562" y="260890"/>
                  <a:pt x="247139" y="259324"/>
                </a:cubicBezTo>
                <a:cubicBezTo>
                  <a:pt x="248968" y="257484"/>
                  <a:pt x="249894" y="255392"/>
                  <a:pt x="249894" y="253037"/>
                </a:cubicBezTo>
                <a:cubicBezTo>
                  <a:pt x="249894" y="250408"/>
                  <a:pt x="248968" y="248191"/>
                  <a:pt x="247139" y="246351"/>
                </a:cubicBezTo>
                <a:cubicBezTo>
                  <a:pt x="245562" y="244785"/>
                  <a:pt x="243470" y="243996"/>
                  <a:pt x="240853" y="243996"/>
                </a:cubicBezTo>
                <a:lnTo>
                  <a:pt x="136337" y="243996"/>
                </a:lnTo>
                <a:cubicBezTo>
                  <a:pt x="133720" y="243996"/>
                  <a:pt x="131628" y="244911"/>
                  <a:pt x="130051" y="246751"/>
                </a:cubicBezTo>
                <a:cubicBezTo>
                  <a:pt x="128222" y="248317"/>
                  <a:pt x="127307" y="250408"/>
                  <a:pt x="127307" y="253037"/>
                </a:cubicBezTo>
                <a:cubicBezTo>
                  <a:pt x="127307" y="255655"/>
                  <a:pt x="128222" y="257747"/>
                  <a:pt x="130051" y="259324"/>
                </a:cubicBezTo>
                <a:cubicBezTo>
                  <a:pt x="131628" y="260890"/>
                  <a:pt x="133720" y="261678"/>
                  <a:pt x="136337" y="261678"/>
                </a:cubicBezTo>
                <a:close/>
                <a:moveTo>
                  <a:pt x="89588" y="304507"/>
                </a:moveTo>
                <a:lnTo>
                  <a:pt x="287613" y="304507"/>
                </a:lnTo>
                <a:cubicBezTo>
                  <a:pt x="288916" y="304507"/>
                  <a:pt x="290093" y="303981"/>
                  <a:pt x="291145" y="302929"/>
                </a:cubicBezTo>
                <a:cubicBezTo>
                  <a:pt x="291934" y="302141"/>
                  <a:pt x="292322" y="300963"/>
                  <a:pt x="292322" y="299397"/>
                </a:cubicBezTo>
                <a:lnTo>
                  <a:pt x="292322" y="105305"/>
                </a:lnTo>
                <a:cubicBezTo>
                  <a:pt x="292322" y="103990"/>
                  <a:pt x="291934" y="102939"/>
                  <a:pt x="291145" y="102161"/>
                </a:cubicBezTo>
                <a:cubicBezTo>
                  <a:pt x="290093" y="101110"/>
                  <a:pt x="288916" y="100584"/>
                  <a:pt x="287613" y="100584"/>
                </a:cubicBezTo>
                <a:lnTo>
                  <a:pt x="89588" y="100584"/>
                </a:lnTo>
                <a:cubicBezTo>
                  <a:pt x="88274" y="100584"/>
                  <a:pt x="87222" y="101110"/>
                  <a:pt x="86445" y="102161"/>
                </a:cubicBezTo>
                <a:cubicBezTo>
                  <a:pt x="85394" y="102939"/>
                  <a:pt x="84868" y="103990"/>
                  <a:pt x="84868" y="105305"/>
                </a:cubicBezTo>
                <a:lnTo>
                  <a:pt x="84868" y="299397"/>
                </a:lnTo>
                <a:cubicBezTo>
                  <a:pt x="84868" y="300963"/>
                  <a:pt x="85394" y="302141"/>
                  <a:pt x="86445" y="302929"/>
                </a:cubicBezTo>
                <a:cubicBezTo>
                  <a:pt x="87222" y="303981"/>
                  <a:pt x="88274" y="304507"/>
                  <a:pt x="89588" y="304507"/>
                </a:cubicBezTo>
                <a:close/>
                <a:moveTo>
                  <a:pt x="188595" y="20234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314415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950" dirty="0"/>
          </a:p>
        </p:txBody>
      </p:sp>
      <p:sp>
        <p:nvSpPr>
          <p:cNvPr id="84" name="圖示 AI"/>
          <p:cNvSpPr/>
          <p:nvPr/>
        </p:nvSpPr>
        <p:spPr>
          <a:xfrm>
            <a:off x="1401852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2053" y="323755"/>
                </a:moveTo>
                <a:cubicBezTo>
                  <a:pt x="139480" y="323755"/>
                  <a:pt x="128748" y="319171"/>
                  <a:pt x="119832" y="310004"/>
                </a:cubicBezTo>
                <a:cubicBezTo>
                  <a:pt x="110928" y="300838"/>
                  <a:pt x="106082" y="290231"/>
                  <a:pt x="105305" y="278183"/>
                </a:cubicBezTo>
                <a:cubicBezTo>
                  <a:pt x="91154" y="276606"/>
                  <a:pt x="79370" y="270320"/>
                  <a:pt x="69940" y="259324"/>
                </a:cubicBezTo>
                <a:cubicBezTo>
                  <a:pt x="60510" y="248580"/>
                  <a:pt x="55790" y="235481"/>
                  <a:pt x="55790" y="220028"/>
                </a:cubicBezTo>
                <a:cubicBezTo>
                  <a:pt x="55790" y="214793"/>
                  <a:pt x="56453" y="209546"/>
                  <a:pt x="57756" y="204311"/>
                </a:cubicBezTo>
                <a:cubicBezTo>
                  <a:pt x="59070" y="199339"/>
                  <a:pt x="61036" y="194619"/>
                  <a:pt x="63654" y="190172"/>
                </a:cubicBezTo>
                <a:cubicBezTo>
                  <a:pt x="60510" y="185452"/>
                  <a:pt x="58156" y="180343"/>
                  <a:pt x="56579" y="174845"/>
                </a:cubicBezTo>
                <a:cubicBezTo>
                  <a:pt x="55013" y="169610"/>
                  <a:pt x="54224" y="163975"/>
                  <a:pt x="54224" y="157951"/>
                </a:cubicBezTo>
                <a:cubicBezTo>
                  <a:pt x="54224" y="143024"/>
                  <a:pt x="59333" y="130188"/>
                  <a:pt x="69540" y="119443"/>
                </a:cubicBezTo>
                <a:cubicBezTo>
                  <a:pt x="79496" y="108699"/>
                  <a:pt x="91680" y="102550"/>
                  <a:pt x="106082" y="100973"/>
                </a:cubicBezTo>
                <a:cubicBezTo>
                  <a:pt x="106082" y="100458"/>
                  <a:pt x="106082" y="100058"/>
                  <a:pt x="106082" y="99795"/>
                </a:cubicBezTo>
                <a:cubicBezTo>
                  <a:pt x="106082" y="99270"/>
                  <a:pt x="106082" y="98755"/>
                  <a:pt x="106082" y="98229"/>
                </a:cubicBezTo>
                <a:cubicBezTo>
                  <a:pt x="106345" y="85656"/>
                  <a:pt x="110928" y="75049"/>
                  <a:pt x="119832" y="66397"/>
                </a:cubicBezTo>
                <a:cubicBezTo>
                  <a:pt x="128748" y="57493"/>
                  <a:pt x="139480" y="53047"/>
                  <a:pt x="152053" y="53047"/>
                </a:cubicBezTo>
                <a:cubicBezTo>
                  <a:pt x="159917" y="53047"/>
                  <a:pt x="166592" y="54487"/>
                  <a:pt x="172090" y="57367"/>
                </a:cubicBezTo>
                <a:cubicBezTo>
                  <a:pt x="177851" y="60510"/>
                  <a:pt x="183360" y="64831"/>
                  <a:pt x="188595" y="70329"/>
                </a:cubicBezTo>
                <a:cubicBezTo>
                  <a:pt x="194093" y="64831"/>
                  <a:pt x="199465" y="60510"/>
                  <a:pt x="204700" y="57367"/>
                </a:cubicBezTo>
                <a:cubicBezTo>
                  <a:pt x="210209" y="54487"/>
                  <a:pt x="216884" y="53047"/>
                  <a:pt x="224748" y="53047"/>
                </a:cubicBezTo>
                <a:cubicBezTo>
                  <a:pt x="237058" y="53047"/>
                  <a:pt x="247665" y="57493"/>
                  <a:pt x="256569" y="66397"/>
                </a:cubicBezTo>
                <a:cubicBezTo>
                  <a:pt x="265473" y="75312"/>
                  <a:pt x="270057" y="85919"/>
                  <a:pt x="270320" y="98229"/>
                </a:cubicBezTo>
                <a:lnTo>
                  <a:pt x="270320" y="99795"/>
                </a:lnTo>
                <a:cubicBezTo>
                  <a:pt x="270320" y="100321"/>
                  <a:pt x="270320" y="100710"/>
                  <a:pt x="270320" y="100973"/>
                </a:cubicBezTo>
                <a:cubicBezTo>
                  <a:pt x="284721" y="102287"/>
                  <a:pt x="297169" y="108311"/>
                  <a:pt x="307650" y="119055"/>
                </a:cubicBezTo>
                <a:cubicBezTo>
                  <a:pt x="317857" y="129788"/>
                  <a:pt x="322966" y="142761"/>
                  <a:pt x="322966" y="157951"/>
                </a:cubicBezTo>
                <a:cubicBezTo>
                  <a:pt x="322966" y="163975"/>
                  <a:pt x="322189" y="169736"/>
                  <a:pt x="320612" y="175233"/>
                </a:cubicBezTo>
                <a:cubicBezTo>
                  <a:pt x="318783" y="180743"/>
                  <a:pt x="316291" y="185715"/>
                  <a:pt x="313148" y="190172"/>
                </a:cubicBezTo>
                <a:cubicBezTo>
                  <a:pt x="315765" y="195144"/>
                  <a:pt x="317857" y="200254"/>
                  <a:pt x="319434" y="205489"/>
                </a:cubicBezTo>
                <a:cubicBezTo>
                  <a:pt x="320737" y="210723"/>
                  <a:pt x="321400" y="215970"/>
                  <a:pt x="321400" y="221205"/>
                </a:cubicBezTo>
                <a:cubicBezTo>
                  <a:pt x="321400" y="236658"/>
                  <a:pt x="316680" y="249631"/>
                  <a:pt x="307250" y="260101"/>
                </a:cubicBezTo>
                <a:cubicBezTo>
                  <a:pt x="297820" y="270582"/>
                  <a:pt x="286036" y="276606"/>
                  <a:pt x="271897" y="278183"/>
                </a:cubicBezTo>
                <a:cubicBezTo>
                  <a:pt x="270845" y="290231"/>
                  <a:pt x="265862" y="300838"/>
                  <a:pt x="256958" y="310004"/>
                </a:cubicBezTo>
                <a:cubicBezTo>
                  <a:pt x="248317" y="319171"/>
                  <a:pt x="237835" y="323755"/>
                  <a:pt x="225525" y="323755"/>
                </a:cubicBezTo>
                <a:cubicBezTo>
                  <a:pt x="217147" y="323755"/>
                  <a:pt x="210335" y="322315"/>
                  <a:pt x="205100" y="319434"/>
                </a:cubicBezTo>
                <a:cubicBezTo>
                  <a:pt x="199602" y="316554"/>
                  <a:pt x="194093" y="312233"/>
                  <a:pt x="188595" y="306473"/>
                </a:cubicBezTo>
                <a:cubicBezTo>
                  <a:pt x="183097" y="312233"/>
                  <a:pt x="177599" y="316554"/>
                  <a:pt x="172090" y="319434"/>
                </a:cubicBezTo>
                <a:cubicBezTo>
                  <a:pt x="166592" y="322315"/>
                  <a:pt x="159917" y="323755"/>
                  <a:pt x="152053" y="323755"/>
                </a:cubicBezTo>
                <a:close/>
                <a:moveTo>
                  <a:pt x="197636" y="97441"/>
                </a:moveTo>
                <a:lnTo>
                  <a:pt x="197636" y="279361"/>
                </a:lnTo>
                <a:cubicBezTo>
                  <a:pt x="197636" y="286687"/>
                  <a:pt x="200379" y="292974"/>
                  <a:pt x="205889" y="298220"/>
                </a:cubicBezTo>
                <a:cubicBezTo>
                  <a:pt x="211386" y="303192"/>
                  <a:pt x="218062" y="305684"/>
                  <a:pt x="225925" y="305684"/>
                </a:cubicBezTo>
                <a:cubicBezTo>
                  <a:pt x="233252" y="305684"/>
                  <a:pt x="239676" y="302666"/>
                  <a:pt x="245174" y="296643"/>
                </a:cubicBezTo>
                <a:cubicBezTo>
                  <a:pt x="250408" y="290619"/>
                  <a:pt x="253289" y="284207"/>
                  <a:pt x="253815" y="277395"/>
                </a:cubicBezTo>
                <a:cubicBezTo>
                  <a:pt x="246751" y="275817"/>
                  <a:pt x="240201" y="273200"/>
                  <a:pt x="234178" y="269531"/>
                </a:cubicBezTo>
                <a:cubicBezTo>
                  <a:pt x="228143" y="265862"/>
                  <a:pt x="223171" y="261153"/>
                  <a:pt x="219239" y="255392"/>
                </a:cubicBezTo>
                <a:cubicBezTo>
                  <a:pt x="217410" y="253289"/>
                  <a:pt x="216759" y="251071"/>
                  <a:pt x="217273" y="248705"/>
                </a:cubicBezTo>
                <a:cubicBezTo>
                  <a:pt x="217536" y="246614"/>
                  <a:pt x="218850" y="244648"/>
                  <a:pt x="221205" y="242819"/>
                </a:cubicBezTo>
                <a:cubicBezTo>
                  <a:pt x="223296" y="241242"/>
                  <a:pt x="225525" y="240716"/>
                  <a:pt x="227891" y="241242"/>
                </a:cubicBezTo>
                <a:cubicBezTo>
                  <a:pt x="230246" y="241504"/>
                  <a:pt x="232212" y="242819"/>
                  <a:pt x="233778" y="245174"/>
                </a:cubicBezTo>
                <a:cubicBezTo>
                  <a:pt x="237184" y="250408"/>
                  <a:pt x="241642" y="254340"/>
                  <a:pt x="247139" y="256958"/>
                </a:cubicBezTo>
                <a:cubicBezTo>
                  <a:pt x="252637" y="259575"/>
                  <a:pt x="258535" y="260890"/>
                  <a:pt x="264822" y="260890"/>
                </a:cubicBezTo>
                <a:cubicBezTo>
                  <a:pt x="275817" y="260890"/>
                  <a:pt x="284984" y="257221"/>
                  <a:pt x="292322" y="249894"/>
                </a:cubicBezTo>
                <a:cubicBezTo>
                  <a:pt x="299923" y="242556"/>
                  <a:pt x="303718" y="232989"/>
                  <a:pt x="303718" y="221205"/>
                </a:cubicBezTo>
                <a:cubicBezTo>
                  <a:pt x="303718" y="218324"/>
                  <a:pt x="303455" y="215570"/>
                  <a:pt x="302929" y="212952"/>
                </a:cubicBezTo>
                <a:cubicBezTo>
                  <a:pt x="302141" y="210072"/>
                  <a:pt x="301363" y="207192"/>
                  <a:pt x="300575" y="204311"/>
                </a:cubicBezTo>
                <a:cubicBezTo>
                  <a:pt x="295854" y="207980"/>
                  <a:pt x="290619" y="210723"/>
                  <a:pt x="284858" y="212564"/>
                </a:cubicBezTo>
                <a:cubicBezTo>
                  <a:pt x="279098" y="214393"/>
                  <a:pt x="273200" y="215318"/>
                  <a:pt x="267176" y="215318"/>
                </a:cubicBezTo>
                <a:cubicBezTo>
                  <a:pt x="264559" y="215318"/>
                  <a:pt x="262330" y="214530"/>
                  <a:pt x="260501" y="212952"/>
                </a:cubicBezTo>
                <a:cubicBezTo>
                  <a:pt x="258924" y="211124"/>
                  <a:pt x="258135" y="208895"/>
                  <a:pt x="258135" y="206277"/>
                </a:cubicBezTo>
                <a:cubicBezTo>
                  <a:pt x="258135" y="203660"/>
                  <a:pt x="258924" y="201557"/>
                  <a:pt x="260501" y="199991"/>
                </a:cubicBezTo>
                <a:cubicBezTo>
                  <a:pt x="262330" y="198413"/>
                  <a:pt x="264559" y="197636"/>
                  <a:pt x="267176" y="197636"/>
                </a:cubicBezTo>
                <a:cubicBezTo>
                  <a:pt x="277920" y="197636"/>
                  <a:pt x="286950" y="193704"/>
                  <a:pt x="294288" y="185840"/>
                </a:cubicBezTo>
                <a:cubicBezTo>
                  <a:pt x="301626" y="178251"/>
                  <a:pt x="305284" y="168947"/>
                  <a:pt x="305284" y="157951"/>
                </a:cubicBezTo>
                <a:cubicBezTo>
                  <a:pt x="305284" y="147207"/>
                  <a:pt x="301489" y="138040"/>
                  <a:pt x="293900" y="130451"/>
                </a:cubicBezTo>
                <a:cubicBezTo>
                  <a:pt x="286299" y="122850"/>
                  <a:pt x="277395" y="118792"/>
                  <a:pt x="267176" y="118266"/>
                </a:cubicBezTo>
                <a:cubicBezTo>
                  <a:pt x="264559" y="124290"/>
                  <a:pt x="261015" y="129662"/>
                  <a:pt x="256569" y="134371"/>
                </a:cubicBezTo>
                <a:cubicBezTo>
                  <a:pt x="251849" y="138829"/>
                  <a:pt x="246488" y="142235"/>
                  <a:pt x="240464" y="144590"/>
                </a:cubicBezTo>
                <a:cubicBezTo>
                  <a:pt x="238098" y="145378"/>
                  <a:pt x="235869" y="145241"/>
                  <a:pt x="233778" y="144201"/>
                </a:cubicBezTo>
                <a:cubicBezTo>
                  <a:pt x="231686" y="143149"/>
                  <a:pt x="230246" y="141446"/>
                  <a:pt x="229457" y="139092"/>
                </a:cubicBezTo>
                <a:cubicBezTo>
                  <a:pt x="228669" y="136737"/>
                  <a:pt x="228806" y="134508"/>
                  <a:pt x="229846" y="132405"/>
                </a:cubicBezTo>
                <a:cubicBezTo>
                  <a:pt x="230635" y="130051"/>
                  <a:pt x="232212" y="128485"/>
                  <a:pt x="234566" y="127696"/>
                </a:cubicBezTo>
                <a:cubicBezTo>
                  <a:pt x="240064" y="125856"/>
                  <a:pt x="244522" y="122324"/>
                  <a:pt x="247928" y="117089"/>
                </a:cubicBezTo>
                <a:cubicBezTo>
                  <a:pt x="251071" y="112105"/>
                  <a:pt x="252637" y="106482"/>
                  <a:pt x="252637" y="100195"/>
                </a:cubicBezTo>
                <a:cubicBezTo>
                  <a:pt x="252637" y="92069"/>
                  <a:pt x="249894" y="85131"/>
                  <a:pt x="244385" y="79370"/>
                </a:cubicBezTo>
                <a:cubicBezTo>
                  <a:pt x="239150" y="73872"/>
                  <a:pt x="232726" y="71117"/>
                  <a:pt x="225137" y="71117"/>
                </a:cubicBezTo>
                <a:cubicBezTo>
                  <a:pt x="217536" y="71117"/>
                  <a:pt x="210986" y="73609"/>
                  <a:pt x="205489" y="78581"/>
                </a:cubicBezTo>
                <a:cubicBezTo>
                  <a:pt x="200254" y="83816"/>
                  <a:pt x="197636" y="90103"/>
                  <a:pt x="197636" y="97441"/>
                </a:cubicBezTo>
                <a:close/>
                <a:moveTo>
                  <a:pt x="179554" y="279361"/>
                </a:moveTo>
                <a:lnTo>
                  <a:pt x="179554" y="97441"/>
                </a:lnTo>
                <a:cubicBezTo>
                  <a:pt x="179554" y="90103"/>
                  <a:pt x="176936" y="83816"/>
                  <a:pt x="171701" y="78581"/>
                </a:cubicBezTo>
                <a:cubicBezTo>
                  <a:pt x="166204" y="73609"/>
                  <a:pt x="159654" y="71117"/>
                  <a:pt x="152053" y="71117"/>
                </a:cubicBezTo>
                <a:cubicBezTo>
                  <a:pt x="144464" y="71117"/>
                  <a:pt x="137914" y="73872"/>
                  <a:pt x="132405" y="79370"/>
                </a:cubicBezTo>
                <a:cubicBezTo>
                  <a:pt x="126907" y="85131"/>
                  <a:pt x="124164" y="92069"/>
                  <a:pt x="124164" y="100195"/>
                </a:cubicBezTo>
                <a:cubicBezTo>
                  <a:pt x="124164" y="106482"/>
                  <a:pt x="125730" y="112105"/>
                  <a:pt x="128873" y="117089"/>
                </a:cubicBezTo>
                <a:cubicBezTo>
                  <a:pt x="132279" y="122061"/>
                  <a:pt x="136600" y="125467"/>
                  <a:pt x="141835" y="127307"/>
                </a:cubicBezTo>
                <a:cubicBezTo>
                  <a:pt x="144201" y="128085"/>
                  <a:pt x="145904" y="129662"/>
                  <a:pt x="146944" y="132017"/>
                </a:cubicBezTo>
                <a:cubicBezTo>
                  <a:pt x="148259" y="134108"/>
                  <a:pt x="148521" y="136337"/>
                  <a:pt x="147733" y="138692"/>
                </a:cubicBezTo>
                <a:cubicBezTo>
                  <a:pt x="146681" y="141058"/>
                  <a:pt x="144978" y="142761"/>
                  <a:pt x="142624" y="143801"/>
                </a:cubicBezTo>
                <a:cubicBezTo>
                  <a:pt x="140269" y="144852"/>
                  <a:pt x="137914" y="144978"/>
                  <a:pt x="135548" y="144201"/>
                </a:cubicBezTo>
                <a:cubicBezTo>
                  <a:pt x="129525" y="142098"/>
                  <a:pt x="124290" y="138692"/>
                  <a:pt x="119832" y="133982"/>
                </a:cubicBezTo>
                <a:cubicBezTo>
                  <a:pt x="115386" y="129525"/>
                  <a:pt x="111843" y="124290"/>
                  <a:pt x="109225" y="118266"/>
                </a:cubicBezTo>
                <a:cubicBezTo>
                  <a:pt x="99270" y="119055"/>
                  <a:pt x="90628" y="123238"/>
                  <a:pt x="83302" y="130839"/>
                </a:cubicBezTo>
                <a:cubicBezTo>
                  <a:pt x="75701" y="138177"/>
                  <a:pt x="71906" y="147207"/>
                  <a:pt x="71906" y="157951"/>
                </a:cubicBezTo>
                <a:cubicBezTo>
                  <a:pt x="71906" y="168947"/>
                  <a:pt x="75564" y="178251"/>
                  <a:pt x="82902" y="185840"/>
                </a:cubicBezTo>
                <a:cubicBezTo>
                  <a:pt x="90240" y="193704"/>
                  <a:pt x="99270" y="197636"/>
                  <a:pt x="110014" y="197636"/>
                </a:cubicBezTo>
                <a:cubicBezTo>
                  <a:pt x="112631" y="197636"/>
                  <a:pt x="114860" y="198413"/>
                  <a:pt x="116689" y="199991"/>
                </a:cubicBezTo>
                <a:cubicBezTo>
                  <a:pt x="118266" y="201557"/>
                  <a:pt x="119055" y="203660"/>
                  <a:pt x="119055" y="206277"/>
                </a:cubicBezTo>
                <a:cubicBezTo>
                  <a:pt x="119055" y="208895"/>
                  <a:pt x="118266" y="211124"/>
                  <a:pt x="116689" y="212952"/>
                </a:cubicBezTo>
                <a:cubicBezTo>
                  <a:pt x="114860" y="214530"/>
                  <a:pt x="112631" y="215318"/>
                  <a:pt x="110014" y="215318"/>
                </a:cubicBezTo>
                <a:cubicBezTo>
                  <a:pt x="103990" y="215318"/>
                  <a:pt x="98092" y="214393"/>
                  <a:pt x="92332" y="212564"/>
                </a:cubicBezTo>
                <a:cubicBezTo>
                  <a:pt x="86571" y="210472"/>
                  <a:pt x="81336" y="207717"/>
                  <a:pt x="76615" y="204311"/>
                </a:cubicBezTo>
                <a:cubicBezTo>
                  <a:pt x="75564" y="206929"/>
                  <a:pt x="74786" y="209546"/>
                  <a:pt x="74261" y="212175"/>
                </a:cubicBezTo>
                <a:cubicBezTo>
                  <a:pt x="73735" y="214793"/>
                  <a:pt x="73472" y="217536"/>
                  <a:pt x="73472" y="220416"/>
                </a:cubicBezTo>
                <a:cubicBezTo>
                  <a:pt x="73472" y="231949"/>
                  <a:pt x="77141" y="241642"/>
                  <a:pt x="84479" y="249494"/>
                </a:cubicBezTo>
                <a:cubicBezTo>
                  <a:pt x="92069" y="257095"/>
                  <a:pt x="101236" y="260890"/>
                  <a:pt x="111980" y="260890"/>
                </a:cubicBezTo>
                <a:cubicBezTo>
                  <a:pt x="118266" y="260890"/>
                  <a:pt x="124164" y="259450"/>
                  <a:pt x="129662" y="256569"/>
                </a:cubicBezTo>
                <a:cubicBezTo>
                  <a:pt x="134897" y="253689"/>
                  <a:pt x="139480" y="249894"/>
                  <a:pt x="143412" y="245174"/>
                </a:cubicBezTo>
                <a:cubicBezTo>
                  <a:pt x="144978" y="243082"/>
                  <a:pt x="146944" y="241767"/>
                  <a:pt x="149310" y="241242"/>
                </a:cubicBezTo>
                <a:cubicBezTo>
                  <a:pt x="151665" y="240716"/>
                  <a:pt x="153894" y="241242"/>
                  <a:pt x="155985" y="242819"/>
                </a:cubicBezTo>
                <a:cubicBezTo>
                  <a:pt x="157814" y="244385"/>
                  <a:pt x="158991" y="246488"/>
                  <a:pt x="159517" y="249105"/>
                </a:cubicBezTo>
                <a:cubicBezTo>
                  <a:pt x="160043" y="251460"/>
                  <a:pt x="159517" y="253552"/>
                  <a:pt x="157951" y="255392"/>
                </a:cubicBezTo>
                <a:cubicBezTo>
                  <a:pt x="153756" y="261153"/>
                  <a:pt x="148647" y="265862"/>
                  <a:pt x="142624" y="269531"/>
                </a:cubicBezTo>
                <a:cubicBezTo>
                  <a:pt x="136600" y="273200"/>
                  <a:pt x="130188" y="275692"/>
                  <a:pt x="123375" y="276995"/>
                </a:cubicBezTo>
                <a:cubicBezTo>
                  <a:pt x="123638" y="284070"/>
                  <a:pt x="126519" y="290619"/>
                  <a:pt x="132017" y="296643"/>
                </a:cubicBezTo>
                <a:cubicBezTo>
                  <a:pt x="137514" y="302666"/>
                  <a:pt x="144064" y="305684"/>
                  <a:pt x="151665" y="305684"/>
                </a:cubicBezTo>
                <a:cubicBezTo>
                  <a:pt x="159517" y="305684"/>
                  <a:pt x="166204" y="303192"/>
                  <a:pt x="171701" y="298220"/>
                </a:cubicBezTo>
                <a:cubicBezTo>
                  <a:pt x="176936" y="292974"/>
                  <a:pt x="179554" y="286687"/>
                  <a:pt x="179554" y="279361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383755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86" name="圖示 樞紐"/>
          <p:cNvSpPr/>
          <p:nvPr/>
        </p:nvSpPr>
        <p:spPr>
          <a:xfrm>
            <a:off x="84390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3254" y="345369"/>
                </a:moveTo>
                <a:cubicBezTo>
                  <a:pt x="55138" y="337505"/>
                  <a:pt x="51081" y="327687"/>
                  <a:pt x="51081" y="315902"/>
                </a:cubicBezTo>
                <a:cubicBezTo>
                  <a:pt x="51081" y="304369"/>
                  <a:pt x="55138" y="294551"/>
                  <a:pt x="63254" y="286424"/>
                </a:cubicBezTo>
                <a:cubicBezTo>
                  <a:pt x="71380" y="278572"/>
                  <a:pt x="81199" y="274640"/>
                  <a:pt x="92732" y="274640"/>
                </a:cubicBezTo>
                <a:cubicBezTo>
                  <a:pt x="96126" y="274640"/>
                  <a:pt x="99270" y="275040"/>
                  <a:pt x="102161" y="275817"/>
                </a:cubicBezTo>
                <a:cubicBezTo>
                  <a:pt x="105042" y="276343"/>
                  <a:pt x="107922" y="277395"/>
                  <a:pt x="110802" y="278961"/>
                </a:cubicBezTo>
                <a:lnTo>
                  <a:pt x="150087" y="230246"/>
                </a:lnTo>
                <a:cubicBezTo>
                  <a:pt x="145378" y="224485"/>
                  <a:pt x="141835" y="218199"/>
                  <a:pt x="139480" y="211386"/>
                </a:cubicBezTo>
                <a:cubicBezTo>
                  <a:pt x="137126" y="204311"/>
                  <a:pt x="136600" y="196973"/>
                  <a:pt x="137914" y="189384"/>
                </a:cubicBezTo>
                <a:lnTo>
                  <a:pt x="81336" y="170524"/>
                </a:lnTo>
                <a:cubicBezTo>
                  <a:pt x="77667" y="176811"/>
                  <a:pt x="72683" y="181783"/>
                  <a:pt x="66397" y="185452"/>
                </a:cubicBezTo>
                <a:cubicBezTo>
                  <a:pt x="60373" y="189121"/>
                  <a:pt x="53310" y="190950"/>
                  <a:pt x="45183" y="190950"/>
                </a:cubicBezTo>
                <a:cubicBezTo>
                  <a:pt x="33924" y="190950"/>
                  <a:pt x="24232" y="186892"/>
                  <a:pt x="16105" y="178777"/>
                </a:cubicBezTo>
                <a:cubicBezTo>
                  <a:pt x="7990" y="170650"/>
                  <a:pt x="3932" y="160832"/>
                  <a:pt x="3932" y="149310"/>
                </a:cubicBezTo>
                <a:cubicBezTo>
                  <a:pt x="3932" y="137777"/>
                  <a:pt x="7990" y="127959"/>
                  <a:pt x="16105" y="119832"/>
                </a:cubicBezTo>
                <a:cubicBezTo>
                  <a:pt x="24232" y="111717"/>
                  <a:pt x="34050" y="107659"/>
                  <a:pt x="45583" y="107659"/>
                </a:cubicBezTo>
                <a:cubicBezTo>
                  <a:pt x="57104" y="107659"/>
                  <a:pt x="66797" y="111717"/>
                  <a:pt x="74649" y="119832"/>
                </a:cubicBezTo>
                <a:cubicBezTo>
                  <a:pt x="82776" y="127959"/>
                  <a:pt x="86834" y="137777"/>
                  <a:pt x="86834" y="149310"/>
                </a:cubicBezTo>
                <a:cubicBezTo>
                  <a:pt x="86834" y="149824"/>
                  <a:pt x="86834" y="150350"/>
                  <a:pt x="86834" y="150876"/>
                </a:cubicBezTo>
                <a:cubicBezTo>
                  <a:pt x="86834" y="151665"/>
                  <a:pt x="86834" y="152190"/>
                  <a:pt x="86834" y="152453"/>
                </a:cubicBezTo>
                <a:lnTo>
                  <a:pt x="143801" y="172090"/>
                </a:lnTo>
                <a:cubicBezTo>
                  <a:pt x="147733" y="164763"/>
                  <a:pt x="152705" y="158991"/>
                  <a:pt x="158740" y="154808"/>
                </a:cubicBezTo>
                <a:cubicBezTo>
                  <a:pt x="164763" y="150613"/>
                  <a:pt x="171564" y="147733"/>
                  <a:pt x="179165" y="146167"/>
                </a:cubicBezTo>
                <a:lnTo>
                  <a:pt x="179165" y="85656"/>
                </a:lnTo>
                <a:cubicBezTo>
                  <a:pt x="169210" y="83302"/>
                  <a:pt x="161357" y="78193"/>
                  <a:pt x="155597" y="70329"/>
                </a:cubicBezTo>
                <a:cubicBezTo>
                  <a:pt x="149824" y="62476"/>
                  <a:pt x="146944" y="54224"/>
                  <a:pt x="146944" y="45583"/>
                </a:cubicBezTo>
                <a:cubicBezTo>
                  <a:pt x="146944" y="34050"/>
                  <a:pt x="151002" y="24232"/>
                  <a:pt x="159128" y="16105"/>
                </a:cubicBezTo>
                <a:cubicBezTo>
                  <a:pt x="167244" y="7990"/>
                  <a:pt x="177074" y="3932"/>
                  <a:pt x="188595" y="3932"/>
                </a:cubicBezTo>
                <a:cubicBezTo>
                  <a:pt x="200379" y="3932"/>
                  <a:pt x="210209" y="7990"/>
                  <a:pt x="218062" y="16105"/>
                </a:cubicBezTo>
                <a:cubicBezTo>
                  <a:pt x="226188" y="24232"/>
                  <a:pt x="230246" y="34050"/>
                  <a:pt x="230246" y="45583"/>
                </a:cubicBezTo>
                <a:cubicBezTo>
                  <a:pt x="230246" y="54224"/>
                  <a:pt x="227366" y="62476"/>
                  <a:pt x="221605" y="70329"/>
                </a:cubicBezTo>
                <a:cubicBezTo>
                  <a:pt x="215833" y="78193"/>
                  <a:pt x="207980" y="83302"/>
                  <a:pt x="198025" y="85656"/>
                </a:cubicBezTo>
                <a:lnTo>
                  <a:pt x="198025" y="146167"/>
                </a:lnTo>
                <a:cubicBezTo>
                  <a:pt x="205626" y="147733"/>
                  <a:pt x="212427" y="150613"/>
                  <a:pt x="218462" y="154808"/>
                </a:cubicBezTo>
                <a:cubicBezTo>
                  <a:pt x="224748" y="158991"/>
                  <a:pt x="229846" y="164763"/>
                  <a:pt x="233778" y="172090"/>
                </a:cubicBezTo>
                <a:lnTo>
                  <a:pt x="290356" y="152453"/>
                </a:lnTo>
                <a:cubicBezTo>
                  <a:pt x="290356" y="152190"/>
                  <a:pt x="290356" y="151665"/>
                  <a:pt x="290356" y="150876"/>
                </a:cubicBezTo>
                <a:lnTo>
                  <a:pt x="290356" y="149310"/>
                </a:lnTo>
                <a:cubicBezTo>
                  <a:pt x="290356" y="137777"/>
                  <a:pt x="294414" y="127959"/>
                  <a:pt x="302541" y="119832"/>
                </a:cubicBezTo>
                <a:cubicBezTo>
                  <a:pt x="310393" y="111717"/>
                  <a:pt x="320086" y="107659"/>
                  <a:pt x="331619" y="107659"/>
                </a:cubicBezTo>
                <a:cubicBezTo>
                  <a:pt x="343140" y="107659"/>
                  <a:pt x="352958" y="111717"/>
                  <a:pt x="361085" y="119832"/>
                </a:cubicBezTo>
                <a:cubicBezTo>
                  <a:pt x="369200" y="127959"/>
                  <a:pt x="373258" y="137777"/>
                  <a:pt x="373258" y="149310"/>
                </a:cubicBezTo>
                <a:cubicBezTo>
                  <a:pt x="373258" y="161094"/>
                  <a:pt x="369200" y="170913"/>
                  <a:pt x="361085" y="178777"/>
                </a:cubicBezTo>
                <a:cubicBezTo>
                  <a:pt x="352958" y="186892"/>
                  <a:pt x="343266" y="190950"/>
                  <a:pt x="332007" y="190950"/>
                </a:cubicBezTo>
                <a:cubicBezTo>
                  <a:pt x="323880" y="190950"/>
                  <a:pt x="316817" y="189121"/>
                  <a:pt x="310793" y="185452"/>
                </a:cubicBezTo>
                <a:cubicBezTo>
                  <a:pt x="304507" y="181783"/>
                  <a:pt x="299523" y="176811"/>
                  <a:pt x="295854" y="170524"/>
                </a:cubicBezTo>
                <a:lnTo>
                  <a:pt x="239276" y="189384"/>
                </a:lnTo>
                <a:cubicBezTo>
                  <a:pt x="240590" y="196973"/>
                  <a:pt x="240064" y="204311"/>
                  <a:pt x="237710" y="211386"/>
                </a:cubicBezTo>
                <a:cubicBezTo>
                  <a:pt x="235618" y="218462"/>
                  <a:pt x="232075" y="224611"/>
                  <a:pt x="227103" y="229846"/>
                </a:cubicBezTo>
                <a:lnTo>
                  <a:pt x="266388" y="278961"/>
                </a:lnTo>
                <a:cubicBezTo>
                  <a:pt x="269268" y="277395"/>
                  <a:pt x="272148" y="276343"/>
                  <a:pt x="275040" y="275817"/>
                </a:cubicBezTo>
                <a:cubicBezTo>
                  <a:pt x="277920" y="275040"/>
                  <a:pt x="281064" y="274640"/>
                  <a:pt x="284470" y="274640"/>
                </a:cubicBezTo>
                <a:cubicBezTo>
                  <a:pt x="296254" y="274640"/>
                  <a:pt x="306073" y="278572"/>
                  <a:pt x="313936" y="286424"/>
                </a:cubicBezTo>
                <a:cubicBezTo>
                  <a:pt x="322052" y="294551"/>
                  <a:pt x="326109" y="304369"/>
                  <a:pt x="326109" y="315902"/>
                </a:cubicBezTo>
                <a:cubicBezTo>
                  <a:pt x="326109" y="327687"/>
                  <a:pt x="322052" y="337505"/>
                  <a:pt x="313936" y="345369"/>
                </a:cubicBezTo>
                <a:cubicBezTo>
                  <a:pt x="306073" y="353484"/>
                  <a:pt x="296254" y="357542"/>
                  <a:pt x="284470" y="357542"/>
                </a:cubicBezTo>
                <a:cubicBezTo>
                  <a:pt x="272937" y="357542"/>
                  <a:pt x="263119" y="353484"/>
                  <a:pt x="254992" y="345369"/>
                </a:cubicBezTo>
                <a:cubicBezTo>
                  <a:pt x="247139" y="337242"/>
                  <a:pt x="243208" y="327424"/>
                  <a:pt x="243208" y="315902"/>
                </a:cubicBezTo>
                <a:cubicBezTo>
                  <a:pt x="243208" y="310919"/>
                  <a:pt x="243859" y="306473"/>
                  <a:pt x="245174" y="302541"/>
                </a:cubicBezTo>
                <a:cubicBezTo>
                  <a:pt x="246751" y="298346"/>
                  <a:pt x="248968" y="294288"/>
                  <a:pt x="251849" y="290356"/>
                </a:cubicBezTo>
                <a:lnTo>
                  <a:pt x="212564" y="241642"/>
                </a:lnTo>
                <a:cubicBezTo>
                  <a:pt x="205226" y="245562"/>
                  <a:pt x="197236" y="247528"/>
                  <a:pt x="188595" y="247528"/>
                </a:cubicBezTo>
                <a:cubicBezTo>
                  <a:pt x="179691" y="247528"/>
                  <a:pt x="171564" y="245562"/>
                  <a:pt x="164238" y="241642"/>
                </a:cubicBezTo>
                <a:lnTo>
                  <a:pt x="125341" y="290756"/>
                </a:lnTo>
                <a:cubicBezTo>
                  <a:pt x="128222" y="294677"/>
                  <a:pt x="130451" y="298609"/>
                  <a:pt x="132017" y="302541"/>
                </a:cubicBezTo>
                <a:cubicBezTo>
                  <a:pt x="133331" y="306473"/>
                  <a:pt x="133982" y="310919"/>
                  <a:pt x="133982" y="315902"/>
                </a:cubicBezTo>
                <a:cubicBezTo>
                  <a:pt x="133982" y="327424"/>
                  <a:pt x="130051" y="337242"/>
                  <a:pt x="122198" y="345369"/>
                </a:cubicBezTo>
                <a:cubicBezTo>
                  <a:pt x="114071" y="353484"/>
                  <a:pt x="104253" y="357542"/>
                  <a:pt x="92732" y="357542"/>
                </a:cubicBezTo>
                <a:cubicBezTo>
                  <a:pt x="80936" y="357542"/>
                  <a:pt x="71117" y="353484"/>
                  <a:pt x="63254" y="345369"/>
                </a:cubicBezTo>
                <a:close/>
                <a:moveTo>
                  <a:pt x="45583" y="172879"/>
                </a:moveTo>
                <a:cubicBezTo>
                  <a:pt x="52121" y="172879"/>
                  <a:pt x="57630" y="170650"/>
                  <a:pt x="62076" y="166204"/>
                </a:cubicBezTo>
                <a:cubicBezTo>
                  <a:pt x="66797" y="161483"/>
                  <a:pt x="69152" y="155848"/>
                  <a:pt x="69152" y="149310"/>
                </a:cubicBezTo>
                <a:cubicBezTo>
                  <a:pt x="69152" y="142761"/>
                  <a:pt x="66797" y="137126"/>
                  <a:pt x="62076" y="132405"/>
                </a:cubicBezTo>
                <a:cubicBezTo>
                  <a:pt x="57630" y="127959"/>
                  <a:pt x="51995" y="125730"/>
                  <a:pt x="45183" y="125730"/>
                </a:cubicBezTo>
                <a:cubicBezTo>
                  <a:pt x="38633" y="125730"/>
                  <a:pt x="33136" y="127959"/>
                  <a:pt x="28678" y="132405"/>
                </a:cubicBezTo>
                <a:cubicBezTo>
                  <a:pt x="23969" y="137126"/>
                  <a:pt x="21614" y="142761"/>
                  <a:pt x="21614" y="149310"/>
                </a:cubicBezTo>
                <a:cubicBezTo>
                  <a:pt x="21614" y="155848"/>
                  <a:pt x="23969" y="161483"/>
                  <a:pt x="28678" y="166204"/>
                </a:cubicBezTo>
                <a:cubicBezTo>
                  <a:pt x="33136" y="170650"/>
                  <a:pt x="38771" y="172879"/>
                  <a:pt x="45583" y="172879"/>
                </a:cubicBezTo>
                <a:close/>
                <a:moveTo>
                  <a:pt x="109225" y="332796"/>
                </a:moveTo>
                <a:cubicBezTo>
                  <a:pt x="113946" y="328338"/>
                  <a:pt x="116300" y="322703"/>
                  <a:pt x="116300" y="315902"/>
                </a:cubicBezTo>
                <a:cubicBezTo>
                  <a:pt x="116300" y="309353"/>
                  <a:pt x="113946" y="303844"/>
                  <a:pt x="109225" y="299397"/>
                </a:cubicBezTo>
                <a:cubicBezTo>
                  <a:pt x="104779" y="294677"/>
                  <a:pt x="99144" y="292322"/>
                  <a:pt x="92332" y="292322"/>
                </a:cubicBezTo>
                <a:cubicBezTo>
                  <a:pt x="85782" y="292322"/>
                  <a:pt x="80284" y="294677"/>
                  <a:pt x="75827" y="299397"/>
                </a:cubicBezTo>
                <a:cubicBezTo>
                  <a:pt x="71117" y="303844"/>
                  <a:pt x="68763" y="309479"/>
                  <a:pt x="68763" y="316291"/>
                </a:cubicBezTo>
                <a:cubicBezTo>
                  <a:pt x="68763" y="322840"/>
                  <a:pt x="71117" y="328338"/>
                  <a:pt x="75827" y="332796"/>
                </a:cubicBezTo>
                <a:cubicBezTo>
                  <a:pt x="80284" y="337505"/>
                  <a:pt x="85919" y="339860"/>
                  <a:pt x="92732" y="339860"/>
                </a:cubicBezTo>
                <a:cubicBezTo>
                  <a:pt x="99270" y="339860"/>
                  <a:pt x="104779" y="337505"/>
                  <a:pt x="109225" y="332796"/>
                </a:cubicBezTo>
                <a:close/>
                <a:moveTo>
                  <a:pt x="205489" y="62076"/>
                </a:moveTo>
                <a:cubicBezTo>
                  <a:pt x="209946" y="57630"/>
                  <a:pt x="212175" y="51995"/>
                  <a:pt x="212175" y="45183"/>
                </a:cubicBezTo>
                <a:cubicBezTo>
                  <a:pt x="212175" y="38633"/>
                  <a:pt x="209946" y="33136"/>
                  <a:pt x="205489" y="28678"/>
                </a:cubicBezTo>
                <a:cubicBezTo>
                  <a:pt x="200779" y="23969"/>
                  <a:pt x="195144" y="21614"/>
                  <a:pt x="188595" y="21614"/>
                </a:cubicBezTo>
                <a:cubicBezTo>
                  <a:pt x="182046" y="21614"/>
                  <a:pt x="176411" y="23969"/>
                  <a:pt x="171701" y="28678"/>
                </a:cubicBezTo>
                <a:cubicBezTo>
                  <a:pt x="167244" y="33136"/>
                  <a:pt x="165026" y="38771"/>
                  <a:pt x="165026" y="45583"/>
                </a:cubicBezTo>
                <a:cubicBezTo>
                  <a:pt x="165026" y="52121"/>
                  <a:pt x="167244" y="57630"/>
                  <a:pt x="171701" y="62076"/>
                </a:cubicBezTo>
                <a:cubicBezTo>
                  <a:pt x="176411" y="66797"/>
                  <a:pt x="182046" y="69152"/>
                  <a:pt x="188595" y="69152"/>
                </a:cubicBezTo>
                <a:cubicBezTo>
                  <a:pt x="195144" y="69152"/>
                  <a:pt x="200779" y="66797"/>
                  <a:pt x="205489" y="62076"/>
                </a:cubicBezTo>
                <a:close/>
                <a:moveTo>
                  <a:pt x="188595" y="229846"/>
                </a:moveTo>
                <a:cubicBezTo>
                  <a:pt x="198025" y="229846"/>
                  <a:pt x="205889" y="226577"/>
                  <a:pt x="212175" y="220028"/>
                </a:cubicBezTo>
                <a:cubicBezTo>
                  <a:pt x="218713" y="213478"/>
                  <a:pt x="221993" y="205626"/>
                  <a:pt x="221993" y="196459"/>
                </a:cubicBezTo>
                <a:cubicBezTo>
                  <a:pt x="221993" y="187029"/>
                  <a:pt x="218713" y="179165"/>
                  <a:pt x="212175" y="172879"/>
                </a:cubicBezTo>
                <a:cubicBezTo>
                  <a:pt x="205626" y="166329"/>
                  <a:pt x="197762" y="163060"/>
                  <a:pt x="188595" y="163060"/>
                </a:cubicBezTo>
                <a:cubicBezTo>
                  <a:pt x="179428" y="163060"/>
                  <a:pt x="171564" y="166329"/>
                  <a:pt x="165026" y="172879"/>
                </a:cubicBezTo>
                <a:cubicBezTo>
                  <a:pt x="158477" y="179428"/>
                  <a:pt x="155197" y="187281"/>
                  <a:pt x="155197" y="196459"/>
                </a:cubicBezTo>
                <a:cubicBezTo>
                  <a:pt x="155197" y="205626"/>
                  <a:pt x="158477" y="213478"/>
                  <a:pt x="165026" y="220028"/>
                </a:cubicBezTo>
                <a:cubicBezTo>
                  <a:pt x="171564" y="226577"/>
                  <a:pt x="179428" y="229846"/>
                  <a:pt x="188595" y="229846"/>
                </a:cubicBezTo>
                <a:close/>
                <a:moveTo>
                  <a:pt x="301363" y="332796"/>
                </a:moveTo>
                <a:cubicBezTo>
                  <a:pt x="306073" y="328338"/>
                  <a:pt x="308427" y="322703"/>
                  <a:pt x="308427" y="315902"/>
                </a:cubicBezTo>
                <a:cubicBezTo>
                  <a:pt x="308427" y="309353"/>
                  <a:pt x="306073" y="303844"/>
                  <a:pt x="301363" y="299397"/>
                </a:cubicBezTo>
                <a:cubicBezTo>
                  <a:pt x="296906" y="294677"/>
                  <a:pt x="291271" y="292322"/>
                  <a:pt x="284470" y="292322"/>
                </a:cubicBezTo>
                <a:cubicBezTo>
                  <a:pt x="277920" y="292322"/>
                  <a:pt x="272411" y="294677"/>
                  <a:pt x="267965" y="299397"/>
                </a:cubicBezTo>
                <a:cubicBezTo>
                  <a:pt x="263244" y="303844"/>
                  <a:pt x="260890" y="309479"/>
                  <a:pt x="260890" y="316291"/>
                </a:cubicBezTo>
                <a:cubicBezTo>
                  <a:pt x="260890" y="322840"/>
                  <a:pt x="263244" y="328338"/>
                  <a:pt x="267965" y="332796"/>
                </a:cubicBezTo>
                <a:cubicBezTo>
                  <a:pt x="272411" y="337505"/>
                  <a:pt x="278046" y="339860"/>
                  <a:pt x="284858" y="339860"/>
                </a:cubicBezTo>
                <a:cubicBezTo>
                  <a:pt x="291408" y="339860"/>
                  <a:pt x="296906" y="337505"/>
                  <a:pt x="301363" y="332796"/>
                </a:cubicBezTo>
                <a:close/>
                <a:moveTo>
                  <a:pt x="348512" y="166204"/>
                </a:moveTo>
                <a:cubicBezTo>
                  <a:pt x="353221" y="161483"/>
                  <a:pt x="355576" y="155848"/>
                  <a:pt x="355576" y="149310"/>
                </a:cubicBezTo>
                <a:cubicBezTo>
                  <a:pt x="355576" y="142761"/>
                  <a:pt x="353221" y="137126"/>
                  <a:pt x="348512" y="132405"/>
                </a:cubicBezTo>
                <a:cubicBezTo>
                  <a:pt x="344054" y="127959"/>
                  <a:pt x="338419" y="125730"/>
                  <a:pt x="331619" y="125730"/>
                </a:cubicBezTo>
                <a:cubicBezTo>
                  <a:pt x="325069" y="125730"/>
                  <a:pt x="319560" y="127959"/>
                  <a:pt x="315114" y="132405"/>
                </a:cubicBezTo>
                <a:cubicBezTo>
                  <a:pt x="310393" y="137126"/>
                  <a:pt x="308039" y="142761"/>
                  <a:pt x="308039" y="149310"/>
                </a:cubicBezTo>
                <a:cubicBezTo>
                  <a:pt x="308039" y="155848"/>
                  <a:pt x="310393" y="161483"/>
                  <a:pt x="315114" y="166204"/>
                </a:cubicBezTo>
                <a:cubicBezTo>
                  <a:pt x="319560" y="170650"/>
                  <a:pt x="325195" y="172879"/>
                  <a:pt x="332007" y="172879"/>
                </a:cubicBezTo>
                <a:cubicBezTo>
                  <a:pt x="338557" y="172879"/>
                  <a:pt x="344054" y="170650"/>
                  <a:pt x="348512" y="166204"/>
                </a:cubicBezTo>
                <a:close/>
                <a:moveTo>
                  <a:pt x="188595" y="45583"/>
                </a:moveTo>
                <a:close/>
                <a:moveTo>
                  <a:pt x="45583" y="149310"/>
                </a:moveTo>
                <a:close/>
                <a:moveTo>
                  <a:pt x="188595" y="196459"/>
                </a:moveTo>
                <a:close/>
                <a:moveTo>
                  <a:pt x="331619" y="149310"/>
                </a:moveTo>
                <a:close/>
                <a:moveTo>
                  <a:pt x="92732" y="315902"/>
                </a:moveTo>
                <a:close/>
                <a:moveTo>
                  <a:pt x="284470" y="31590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66294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950" dirty="0"/>
          </a:p>
        </p:txBody>
      </p:sp>
      <p:sp>
        <p:nvSpPr>
          <p:cNvPr id="88" name="圖示 網路"/>
          <p:cNvSpPr/>
          <p:nvPr/>
        </p:nvSpPr>
        <p:spPr>
          <a:xfrm>
            <a:off x="153730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1081" y="323755"/>
                </a:moveTo>
                <a:lnTo>
                  <a:pt x="51081" y="260501"/>
                </a:lnTo>
                <a:cubicBezTo>
                  <a:pt x="51081" y="255518"/>
                  <a:pt x="52909" y="251334"/>
                  <a:pt x="56579" y="247928"/>
                </a:cubicBezTo>
                <a:cubicBezTo>
                  <a:pt x="59985" y="244259"/>
                  <a:pt x="64179" y="242419"/>
                  <a:pt x="69152" y="242419"/>
                </a:cubicBezTo>
                <a:lnTo>
                  <a:pt x="98229" y="242419"/>
                </a:lnTo>
                <a:lnTo>
                  <a:pt x="98229" y="202345"/>
                </a:lnTo>
                <a:cubicBezTo>
                  <a:pt x="98229" y="196059"/>
                  <a:pt x="100458" y="190687"/>
                  <a:pt x="104905" y="186240"/>
                </a:cubicBezTo>
                <a:cubicBezTo>
                  <a:pt x="109362" y="181783"/>
                  <a:pt x="114734" y="179554"/>
                  <a:pt x="121021" y="179554"/>
                </a:cubicBezTo>
                <a:lnTo>
                  <a:pt x="179554" y="179554"/>
                </a:lnTo>
                <a:lnTo>
                  <a:pt x="179554" y="134771"/>
                </a:lnTo>
                <a:lnTo>
                  <a:pt x="150487" y="134771"/>
                </a:lnTo>
                <a:cubicBezTo>
                  <a:pt x="145504" y="134771"/>
                  <a:pt x="141321" y="132931"/>
                  <a:pt x="137914" y="129262"/>
                </a:cubicBezTo>
                <a:cubicBezTo>
                  <a:pt x="134245" y="125856"/>
                  <a:pt x="132405" y="121672"/>
                  <a:pt x="132405" y="116689"/>
                </a:cubicBezTo>
                <a:lnTo>
                  <a:pt x="132405" y="53435"/>
                </a:lnTo>
                <a:cubicBezTo>
                  <a:pt x="132405" y="48463"/>
                  <a:pt x="134245" y="44268"/>
                  <a:pt x="137914" y="40862"/>
                </a:cubicBezTo>
                <a:cubicBezTo>
                  <a:pt x="141321" y="37193"/>
                  <a:pt x="145504" y="35364"/>
                  <a:pt x="150487" y="35364"/>
                </a:cubicBezTo>
                <a:lnTo>
                  <a:pt x="226703" y="35364"/>
                </a:lnTo>
                <a:cubicBezTo>
                  <a:pt x="231686" y="35364"/>
                  <a:pt x="235869" y="37193"/>
                  <a:pt x="239276" y="40862"/>
                </a:cubicBezTo>
                <a:cubicBezTo>
                  <a:pt x="242945" y="44268"/>
                  <a:pt x="244785" y="48463"/>
                  <a:pt x="244785" y="53435"/>
                </a:cubicBezTo>
                <a:lnTo>
                  <a:pt x="244785" y="116689"/>
                </a:lnTo>
                <a:cubicBezTo>
                  <a:pt x="244785" y="121672"/>
                  <a:pt x="242945" y="125856"/>
                  <a:pt x="239276" y="129262"/>
                </a:cubicBezTo>
                <a:cubicBezTo>
                  <a:pt x="235869" y="132931"/>
                  <a:pt x="231686" y="134771"/>
                  <a:pt x="226703" y="134771"/>
                </a:cubicBezTo>
                <a:lnTo>
                  <a:pt x="197636" y="134771"/>
                </a:lnTo>
                <a:lnTo>
                  <a:pt x="197636" y="179554"/>
                </a:lnTo>
                <a:lnTo>
                  <a:pt x="256181" y="179554"/>
                </a:lnTo>
                <a:cubicBezTo>
                  <a:pt x="262467" y="179554"/>
                  <a:pt x="267828" y="181783"/>
                  <a:pt x="272285" y="186240"/>
                </a:cubicBezTo>
                <a:cubicBezTo>
                  <a:pt x="276732" y="190687"/>
                  <a:pt x="278961" y="196059"/>
                  <a:pt x="278961" y="202345"/>
                </a:cubicBezTo>
                <a:lnTo>
                  <a:pt x="278961" y="242419"/>
                </a:lnTo>
                <a:lnTo>
                  <a:pt x="308039" y="242419"/>
                </a:lnTo>
                <a:cubicBezTo>
                  <a:pt x="313011" y="242419"/>
                  <a:pt x="317205" y="244259"/>
                  <a:pt x="320612" y="247928"/>
                </a:cubicBezTo>
                <a:cubicBezTo>
                  <a:pt x="324281" y="251334"/>
                  <a:pt x="326109" y="255518"/>
                  <a:pt x="326109" y="260501"/>
                </a:cubicBezTo>
                <a:lnTo>
                  <a:pt x="326109" y="323755"/>
                </a:lnTo>
                <a:cubicBezTo>
                  <a:pt x="326109" y="328727"/>
                  <a:pt x="324281" y="332922"/>
                  <a:pt x="320612" y="336328"/>
                </a:cubicBezTo>
                <a:cubicBezTo>
                  <a:pt x="317205" y="339997"/>
                  <a:pt x="313011" y="341826"/>
                  <a:pt x="308039" y="341826"/>
                </a:cubicBezTo>
                <a:lnTo>
                  <a:pt x="232212" y="341826"/>
                </a:lnTo>
                <a:cubicBezTo>
                  <a:pt x="227228" y="341826"/>
                  <a:pt x="222908" y="339997"/>
                  <a:pt x="219239" y="336328"/>
                </a:cubicBezTo>
                <a:cubicBezTo>
                  <a:pt x="215833" y="332922"/>
                  <a:pt x="214130" y="328727"/>
                  <a:pt x="214130" y="323755"/>
                </a:cubicBezTo>
                <a:lnTo>
                  <a:pt x="214130" y="260501"/>
                </a:lnTo>
                <a:cubicBezTo>
                  <a:pt x="214130" y="255518"/>
                  <a:pt x="215833" y="251334"/>
                  <a:pt x="219239" y="247928"/>
                </a:cubicBezTo>
                <a:cubicBezTo>
                  <a:pt x="222908" y="244259"/>
                  <a:pt x="227228" y="242419"/>
                  <a:pt x="232212" y="242419"/>
                </a:cubicBezTo>
                <a:lnTo>
                  <a:pt x="261278" y="242419"/>
                </a:lnTo>
                <a:lnTo>
                  <a:pt x="261278" y="202345"/>
                </a:lnTo>
                <a:cubicBezTo>
                  <a:pt x="261278" y="201042"/>
                  <a:pt x="260764" y="199854"/>
                  <a:pt x="259712" y="198813"/>
                </a:cubicBezTo>
                <a:cubicBezTo>
                  <a:pt x="258924" y="198025"/>
                  <a:pt x="257747" y="197636"/>
                  <a:pt x="256181" y="197636"/>
                </a:cubicBezTo>
                <a:lnTo>
                  <a:pt x="121021" y="197636"/>
                </a:lnTo>
                <a:cubicBezTo>
                  <a:pt x="119443" y="197636"/>
                  <a:pt x="118266" y="198025"/>
                  <a:pt x="117478" y="198813"/>
                </a:cubicBezTo>
                <a:cubicBezTo>
                  <a:pt x="116426" y="199854"/>
                  <a:pt x="115912" y="201042"/>
                  <a:pt x="115912" y="202345"/>
                </a:cubicBezTo>
                <a:lnTo>
                  <a:pt x="115912" y="242419"/>
                </a:lnTo>
                <a:lnTo>
                  <a:pt x="144978" y="242419"/>
                </a:lnTo>
                <a:cubicBezTo>
                  <a:pt x="149962" y="242419"/>
                  <a:pt x="154282" y="244259"/>
                  <a:pt x="157951" y="247928"/>
                </a:cubicBezTo>
                <a:cubicBezTo>
                  <a:pt x="161357" y="251334"/>
                  <a:pt x="163060" y="255518"/>
                  <a:pt x="163060" y="260501"/>
                </a:cubicBezTo>
                <a:lnTo>
                  <a:pt x="163060" y="323755"/>
                </a:lnTo>
                <a:cubicBezTo>
                  <a:pt x="163060" y="328727"/>
                  <a:pt x="161357" y="332922"/>
                  <a:pt x="157951" y="336328"/>
                </a:cubicBezTo>
                <a:cubicBezTo>
                  <a:pt x="154282" y="339997"/>
                  <a:pt x="149962" y="341826"/>
                  <a:pt x="144978" y="341826"/>
                </a:cubicBezTo>
                <a:lnTo>
                  <a:pt x="69152" y="341826"/>
                </a:lnTo>
                <a:cubicBezTo>
                  <a:pt x="64179" y="341826"/>
                  <a:pt x="59985" y="339997"/>
                  <a:pt x="56579" y="336328"/>
                </a:cubicBezTo>
                <a:cubicBezTo>
                  <a:pt x="52909" y="332922"/>
                  <a:pt x="51081" y="328727"/>
                  <a:pt x="51081" y="323755"/>
                </a:cubicBezTo>
                <a:close/>
                <a:moveTo>
                  <a:pt x="150487" y="116689"/>
                </a:moveTo>
                <a:lnTo>
                  <a:pt x="226703" y="116689"/>
                </a:lnTo>
                <a:lnTo>
                  <a:pt x="226703" y="53047"/>
                </a:lnTo>
                <a:lnTo>
                  <a:pt x="150487" y="53047"/>
                </a:lnTo>
                <a:lnTo>
                  <a:pt x="150487" y="116689"/>
                </a:lnTo>
                <a:close/>
                <a:moveTo>
                  <a:pt x="68763" y="324143"/>
                </a:moveTo>
                <a:lnTo>
                  <a:pt x="145378" y="324143"/>
                </a:lnTo>
                <a:lnTo>
                  <a:pt x="145378" y="260501"/>
                </a:lnTo>
                <a:lnTo>
                  <a:pt x="68763" y="260501"/>
                </a:lnTo>
                <a:lnTo>
                  <a:pt x="68763" y="324143"/>
                </a:lnTo>
                <a:close/>
                <a:moveTo>
                  <a:pt x="231812" y="324143"/>
                </a:moveTo>
                <a:lnTo>
                  <a:pt x="308427" y="324143"/>
                </a:lnTo>
                <a:lnTo>
                  <a:pt x="308427" y="260501"/>
                </a:lnTo>
                <a:lnTo>
                  <a:pt x="231812" y="260501"/>
                </a:lnTo>
                <a:lnTo>
                  <a:pt x="231812" y="324143"/>
                </a:lnTo>
                <a:close/>
                <a:moveTo>
                  <a:pt x="188595" y="116689"/>
                </a:moveTo>
                <a:close/>
                <a:moveTo>
                  <a:pt x="145378" y="260501"/>
                </a:moveTo>
                <a:close/>
                <a:moveTo>
                  <a:pt x="231812" y="2605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35634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950" dirty="0"/>
          </a:p>
        </p:txBody>
      </p:sp>
      <p:sp>
        <p:nvSpPr>
          <p:cNvPr id="90" name="圖示 同步"/>
          <p:cNvSpPr/>
          <p:nvPr/>
        </p:nvSpPr>
        <p:spPr>
          <a:xfrm>
            <a:off x="223070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4479" y="189772"/>
                </a:moveTo>
                <a:cubicBezTo>
                  <a:pt x="84479" y="205751"/>
                  <a:pt x="87485" y="219902"/>
                  <a:pt x="93509" y="232212"/>
                </a:cubicBezTo>
                <a:cubicBezTo>
                  <a:pt x="99270" y="244522"/>
                  <a:pt x="107522" y="255392"/>
                  <a:pt x="118266" y="264822"/>
                </a:cubicBezTo>
                <a:lnTo>
                  <a:pt x="133982" y="277783"/>
                </a:lnTo>
                <a:lnTo>
                  <a:pt x="133982" y="236532"/>
                </a:lnTo>
                <a:cubicBezTo>
                  <a:pt x="133982" y="233915"/>
                  <a:pt x="134771" y="231686"/>
                  <a:pt x="136337" y="229846"/>
                </a:cubicBezTo>
                <a:cubicBezTo>
                  <a:pt x="138177" y="228280"/>
                  <a:pt x="140395" y="227491"/>
                  <a:pt x="143024" y="227491"/>
                </a:cubicBezTo>
                <a:cubicBezTo>
                  <a:pt x="145378" y="227491"/>
                  <a:pt x="147470" y="228280"/>
                  <a:pt x="149310" y="229846"/>
                </a:cubicBezTo>
                <a:cubicBezTo>
                  <a:pt x="150876" y="231686"/>
                  <a:pt x="151665" y="233915"/>
                  <a:pt x="151665" y="236532"/>
                </a:cubicBezTo>
                <a:lnTo>
                  <a:pt x="151665" y="297820"/>
                </a:lnTo>
                <a:cubicBezTo>
                  <a:pt x="151665" y="301226"/>
                  <a:pt x="150613" y="303981"/>
                  <a:pt x="148521" y="306073"/>
                </a:cubicBezTo>
                <a:cubicBezTo>
                  <a:pt x="146418" y="308164"/>
                  <a:pt x="143675" y="309216"/>
                  <a:pt x="140269" y="309216"/>
                </a:cubicBezTo>
                <a:lnTo>
                  <a:pt x="78970" y="309216"/>
                </a:lnTo>
                <a:cubicBezTo>
                  <a:pt x="76352" y="309216"/>
                  <a:pt x="74261" y="308427"/>
                  <a:pt x="72683" y="306861"/>
                </a:cubicBezTo>
                <a:cubicBezTo>
                  <a:pt x="70855" y="305021"/>
                  <a:pt x="69940" y="302804"/>
                  <a:pt x="69940" y="300186"/>
                </a:cubicBezTo>
                <a:cubicBezTo>
                  <a:pt x="69940" y="297557"/>
                  <a:pt x="70855" y="295466"/>
                  <a:pt x="72683" y="293900"/>
                </a:cubicBezTo>
                <a:cubicBezTo>
                  <a:pt x="74261" y="292322"/>
                  <a:pt x="76352" y="291534"/>
                  <a:pt x="78970" y="291534"/>
                </a:cubicBezTo>
                <a:lnTo>
                  <a:pt x="121798" y="291534"/>
                </a:lnTo>
                <a:lnTo>
                  <a:pt x="110402" y="280927"/>
                </a:lnTo>
                <a:cubicBezTo>
                  <a:pt x="95212" y="268091"/>
                  <a:pt x="84216" y="254215"/>
                  <a:pt x="77404" y="239276"/>
                </a:cubicBezTo>
                <a:cubicBezTo>
                  <a:pt x="70329" y="224085"/>
                  <a:pt x="66797" y="207580"/>
                  <a:pt x="66797" y="189772"/>
                </a:cubicBezTo>
                <a:cubicBezTo>
                  <a:pt x="66797" y="166204"/>
                  <a:pt x="73083" y="144590"/>
                  <a:pt x="85656" y="124941"/>
                </a:cubicBezTo>
                <a:cubicBezTo>
                  <a:pt x="97967" y="105305"/>
                  <a:pt x="114597" y="90240"/>
                  <a:pt x="135548" y="79759"/>
                </a:cubicBezTo>
                <a:cubicBezTo>
                  <a:pt x="137651" y="78707"/>
                  <a:pt x="139743" y="78707"/>
                  <a:pt x="141835" y="79759"/>
                </a:cubicBezTo>
                <a:cubicBezTo>
                  <a:pt x="143938" y="80547"/>
                  <a:pt x="145504" y="81987"/>
                  <a:pt x="146555" y="84079"/>
                </a:cubicBezTo>
                <a:cubicBezTo>
                  <a:pt x="147607" y="86182"/>
                  <a:pt x="147607" y="88400"/>
                  <a:pt x="146555" y="90766"/>
                </a:cubicBezTo>
                <a:cubicBezTo>
                  <a:pt x="145504" y="93120"/>
                  <a:pt x="143801" y="94949"/>
                  <a:pt x="141446" y="96263"/>
                </a:cubicBezTo>
                <a:cubicBezTo>
                  <a:pt x="124164" y="105430"/>
                  <a:pt x="110402" y="118392"/>
                  <a:pt x="100195" y="135160"/>
                </a:cubicBezTo>
                <a:cubicBezTo>
                  <a:pt x="89714" y="151928"/>
                  <a:pt x="84479" y="170124"/>
                  <a:pt x="84479" y="189772"/>
                </a:cubicBezTo>
                <a:close/>
                <a:moveTo>
                  <a:pt x="292711" y="187418"/>
                </a:moveTo>
                <a:cubicBezTo>
                  <a:pt x="292711" y="174582"/>
                  <a:pt x="289705" y="161620"/>
                  <a:pt x="283681" y="148521"/>
                </a:cubicBezTo>
                <a:cubicBezTo>
                  <a:pt x="277920" y="135423"/>
                  <a:pt x="269931" y="123901"/>
                  <a:pt x="259712" y="113946"/>
                </a:cubicBezTo>
                <a:lnTo>
                  <a:pt x="243996" y="99407"/>
                </a:lnTo>
                <a:lnTo>
                  <a:pt x="243996" y="140658"/>
                </a:lnTo>
                <a:cubicBezTo>
                  <a:pt x="243996" y="143275"/>
                  <a:pt x="243208" y="145504"/>
                  <a:pt x="241642" y="147344"/>
                </a:cubicBezTo>
                <a:cubicBezTo>
                  <a:pt x="240064" y="148910"/>
                  <a:pt x="237973" y="149699"/>
                  <a:pt x="235355" y="149699"/>
                </a:cubicBezTo>
                <a:cubicBezTo>
                  <a:pt x="232726" y="149699"/>
                  <a:pt x="230509" y="148910"/>
                  <a:pt x="228669" y="147344"/>
                </a:cubicBezTo>
                <a:cubicBezTo>
                  <a:pt x="227103" y="145504"/>
                  <a:pt x="226314" y="143275"/>
                  <a:pt x="226314" y="140658"/>
                </a:cubicBezTo>
                <a:lnTo>
                  <a:pt x="226314" y="79370"/>
                </a:lnTo>
                <a:cubicBezTo>
                  <a:pt x="226314" y="75964"/>
                  <a:pt x="227366" y="73209"/>
                  <a:pt x="229457" y="71117"/>
                </a:cubicBezTo>
                <a:cubicBezTo>
                  <a:pt x="231549" y="69026"/>
                  <a:pt x="234304" y="67974"/>
                  <a:pt x="237710" y="67974"/>
                </a:cubicBezTo>
                <a:lnTo>
                  <a:pt x="298997" y="67974"/>
                </a:lnTo>
                <a:cubicBezTo>
                  <a:pt x="301626" y="67974"/>
                  <a:pt x="303844" y="68763"/>
                  <a:pt x="305684" y="70329"/>
                </a:cubicBezTo>
                <a:cubicBezTo>
                  <a:pt x="307250" y="72169"/>
                  <a:pt x="308039" y="74386"/>
                  <a:pt x="308039" y="77015"/>
                </a:cubicBezTo>
                <a:cubicBezTo>
                  <a:pt x="308039" y="79633"/>
                  <a:pt x="307250" y="81725"/>
                  <a:pt x="305684" y="83302"/>
                </a:cubicBezTo>
                <a:cubicBezTo>
                  <a:pt x="303844" y="84868"/>
                  <a:pt x="301626" y="85656"/>
                  <a:pt x="298997" y="85656"/>
                </a:cubicBezTo>
                <a:lnTo>
                  <a:pt x="256181" y="85656"/>
                </a:lnTo>
                <a:lnTo>
                  <a:pt x="267176" y="96652"/>
                </a:lnTo>
                <a:cubicBezTo>
                  <a:pt x="281578" y="110540"/>
                  <a:pt x="292448" y="125341"/>
                  <a:pt x="299786" y="141058"/>
                </a:cubicBezTo>
                <a:cubicBezTo>
                  <a:pt x="306861" y="157037"/>
                  <a:pt x="310393" y="172490"/>
                  <a:pt x="310393" y="187418"/>
                </a:cubicBezTo>
                <a:cubicBezTo>
                  <a:pt x="310393" y="210723"/>
                  <a:pt x="304369" y="232075"/>
                  <a:pt x="292322" y="251460"/>
                </a:cubicBezTo>
                <a:cubicBezTo>
                  <a:pt x="280012" y="271108"/>
                  <a:pt x="263644" y="286299"/>
                  <a:pt x="243208" y="297043"/>
                </a:cubicBezTo>
                <a:cubicBezTo>
                  <a:pt x="240853" y="298083"/>
                  <a:pt x="238498" y="298346"/>
                  <a:pt x="236132" y="297820"/>
                </a:cubicBezTo>
                <a:cubicBezTo>
                  <a:pt x="233778" y="297043"/>
                  <a:pt x="232075" y="295466"/>
                  <a:pt x="231035" y="293111"/>
                </a:cubicBezTo>
                <a:cubicBezTo>
                  <a:pt x="229983" y="291008"/>
                  <a:pt x="229983" y="288790"/>
                  <a:pt x="231035" y="286424"/>
                </a:cubicBezTo>
                <a:cubicBezTo>
                  <a:pt x="232075" y="283807"/>
                  <a:pt x="233778" y="281978"/>
                  <a:pt x="236132" y="280927"/>
                </a:cubicBezTo>
                <a:cubicBezTo>
                  <a:pt x="253426" y="272023"/>
                  <a:pt x="267176" y="259187"/>
                  <a:pt x="277395" y="242419"/>
                </a:cubicBezTo>
                <a:cubicBezTo>
                  <a:pt x="287613" y="225400"/>
                  <a:pt x="292711" y="207066"/>
                  <a:pt x="292711" y="18741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04974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950" dirty="0"/>
          </a:p>
        </p:txBody>
      </p:sp>
      <p:sp>
        <p:nvSpPr>
          <p:cNvPr id="92" name="圖示 分析"/>
          <p:cNvSpPr/>
          <p:nvPr/>
        </p:nvSpPr>
        <p:spPr>
          <a:xfrm>
            <a:off x="292410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9443" y="190561"/>
                </a:moveTo>
                <a:cubicBezTo>
                  <a:pt x="117615" y="192127"/>
                  <a:pt x="116689" y="194230"/>
                  <a:pt x="116689" y="196847"/>
                </a:cubicBezTo>
                <a:lnTo>
                  <a:pt x="116689" y="255392"/>
                </a:lnTo>
                <a:cubicBezTo>
                  <a:pt x="116689" y="257747"/>
                  <a:pt x="117615" y="259838"/>
                  <a:pt x="119443" y="261678"/>
                </a:cubicBezTo>
                <a:cubicBezTo>
                  <a:pt x="121272" y="263244"/>
                  <a:pt x="123375" y="264033"/>
                  <a:pt x="125730" y="264033"/>
                </a:cubicBezTo>
                <a:cubicBezTo>
                  <a:pt x="128347" y="264033"/>
                  <a:pt x="130451" y="263244"/>
                  <a:pt x="132017" y="261678"/>
                </a:cubicBezTo>
                <a:cubicBezTo>
                  <a:pt x="133845" y="259838"/>
                  <a:pt x="134771" y="257747"/>
                  <a:pt x="134771" y="255392"/>
                </a:cubicBezTo>
                <a:lnTo>
                  <a:pt x="134771" y="196847"/>
                </a:lnTo>
                <a:cubicBezTo>
                  <a:pt x="134771" y="194230"/>
                  <a:pt x="133845" y="192127"/>
                  <a:pt x="132017" y="190561"/>
                </a:cubicBezTo>
                <a:cubicBezTo>
                  <a:pt x="130451" y="188721"/>
                  <a:pt x="128347" y="187806"/>
                  <a:pt x="125730" y="187806"/>
                </a:cubicBezTo>
                <a:cubicBezTo>
                  <a:pt x="123113" y="187806"/>
                  <a:pt x="121021" y="188721"/>
                  <a:pt x="119443" y="190561"/>
                </a:cubicBezTo>
                <a:close/>
                <a:moveTo>
                  <a:pt x="245174" y="107659"/>
                </a:moveTo>
                <a:cubicBezTo>
                  <a:pt x="243345" y="109488"/>
                  <a:pt x="242419" y="111591"/>
                  <a:pt x="242419" y="113946"/>
                </a:cubicBezTo>
                <a:lnTo>
                  <a:pt x="242419" y="255392"/>
                </a:lnTo>
                <a:cubicBezTo>
                  <a:pt x="242419" y="257747"/>
                  <a:pt x="243345" y="259838"/>
                  <a:pt x="245174" y="261678"/>
                </a:cubicBezTo>
                <a:cubicBezTo>
                  <a:pt x="246751" y="263244"/>
                  <a:pt x="248843" y="264033"/>
                  <a:pt x="251460" y="264033"/>
                </a:cubicBezTo>
                <a:cubicBezTo>
                  <a:pt x="254077" y="264033"/>
                  <a:pt x="256181" y="263244"/>
                  <a:pt x="257747" y="261678"/>
                </a:cubicBezTo>
                <a:cubicBezTo>
                  <a:pt x="259575" y="259838"/>
                  <a:pt x="260501" y="257747"/>
                  <a:pt x="260501" y="255392"/>
                </a:cubicBezTo>
                <a:lnTo>
                  <a:pt x="260501" y="113946"/>
                </a:lnTo>
                <a:cubicBezTo>
                  <a:pt x="260501" y="111591"/>
                  <a:pt x="259575" y="109488"/>
                  <a:pt x="257747" y="107659"/>
                </a:cubicBezTo>
                <a:cubicBezTo>
                  <a:pt x="255918" y="106082"/>
                  <a:pt x="253815" y="105305"/>
                  <a:pt x="251460" y="105305"/>
                </a:cubicBezTo>
                <a:cubicBezTo>
                  <a:pt x="248843" y="105305"/>
                  <a:pt x="246751" y="106082"/>
                  <a:pt x="245174" y="107659"/>
                </a:cubicBezTo>
                <a:close/>
                <a:moveTo>
                  <a:pt x="182309" y="223959"/>
                </a:moveTo>
                <a:cubicBezTo>
                  <a:pt x="180480" y="225788"/>
                  <a:pt x="179554" y="227891"/>
                  <a:pt x="179554" y="230246"/>
                </a:cubicBezTo>
                <a:lnTo>
                  <a:pt x="179554" y="255392"/>
                </a:lnTo>
                <a:cubicBezTo>
                  <a:pt x="179554" y="257747"/>
                  <a:pt x="180480" y="259838"/>
                  <a:pt x="182309" y="261678"/>
                </a:cubicBezTo>
                <a:cubicBezTo>
                  <a:pt x="183886" y="263244"/>
                  <a:pt x="185978" y="264033"/>
                  <a:pt x="188595" y="264033"/>
                </a:cubicBezTo>
                <a:cubicBezTo>
                  <a:pt x="191212" y="264033"/>
                  <a:pt x="193316" y="263244"/>
                  <a:pt x="194882" y="261678"/>
                </a:cubicBezTo>
                <a:cubicBezTo>
                  <a:pt x="196710" y="259838"/>
                  <a:pt x="197636" y="257747"/>
                  <a:pt x="197636" y="255392"/>
                </a:cubicBezTo>
                <a:lnTo>
                  <a:pt x="197636" y="230246"/>
                </a:lnTo>
                <a:cubicBezTo>
                  <a:pt x="197636" y="227891"/>
                  <a:pt x="196710" y="225788"/>
                  <a:pt x="194882" y="223959"/>
                </a:cubicBezTo>
                <a:cubicBezTo>
                  <a:pt x="193316" y="222119"/>
                  <a:pt x="191212" y="221205"/>
                  <a:pt x="188595" y="221205"/>
                </a:cubicBezTo>
                <a:cubicBezTo>
                  <a:pt x="185978" y="221205"/>
                  <a:pt x="183886" y="222119"/>
                  <a:pt x="182309" y="223959"/>
                </a:cubicBezTo>
                <a:close/>
                <a:moveTo>
                  <a:pt x="77793" y="322189"/>
                </a:moveTo>
                <a:cubicBezTo>
                  <a:pt x="71506" y="322189"/>
                  <a:pt x="66134" y="319960"/>
                  <a:pt x="61688" y="315502"/>
                </a:cubicBezTo>
                <a:cubicBezTo>
                  <a:pt x="57230" y="311056"/>
                  <a:pt x="55013" y="305684"/>
                  <a:pt x="55013" y="299397"/>
                </a:cubicBez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299397"/>
                </a:lnTo>
                <a:cubicBezTo>
                  <a:pt x="322189" y="305684"/>
                  <a:pt x="319960" y="311056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lnTo>
                  <a:pt x="77793" y="322189"/>
                </a:lnTo>
                <a:close/>
                <a:moveTo>
                  <a:pt x="77793" y="304507"/>
                </a:moveTo>
                <a:lnTo>
                  <a:pt x="299397" y="304507"/>
                </a:lnTo>
                <a:cubicBezTo>
                  <a:pt x="300700" y="304507"/>
                  <a:pt x="301878" y="303981"/>
                  <a:pt x="302929" y="302929"/>
                </a:cubicBezTo>
                <a:cubicBezTo>
                  <a:pt x="303981" y="301878"/>
                  <a:pt x="304507" y="300700"/>
                  <a:pt x="304507" y="299397"/>
                </a:cubicBez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299397"/>
                </a:lnTo>
                <a:cubicBezTo>
                  <a:pt x="72683" y="300700"/>
                  <a:pt x="73209" y="301878"/>
                  <a:pt x="74261" y="302929"/>
                </a:cubicBezTo>
                <a:cubicBezTo>
                  <a:pt x="75312" y="303981"/>
                  <a:pt x="76490" y="304507"/>
                  <a:pt x="77793" y="304507"/>
                </a:cubicBezTo>
                <a:close/>
                <a:moveTo>
                  <a:pt x="72683" y="72683"/>
                </a:moveTo>
                <a:lnTo>
                  <a:pt x="72683" y="304507"/>
                </a:lnTo>
                <a:lnTo>
                  <a:pt x="72683" y="72683"/>
                </a:lnTo>
                <a:close/>
                <a:moveTo>
                  <a:pt x="194882" y="181520"/>
                </a:moveTo>
                <a:cubicBezTo>
                  <a:pt x="196710" y="179691"/>
                  <a:pt x="197636" y="177599"/>
                  <a:pt x="197636" y="175233"/>
                </a:cubicBezTo>
                <a:cubicBezTo>
                  <a:pt x="197636" y="172616"/>
                  <a:pt x="196710" y="170387"/>
                  <a:pt x="194882" y="168558"/>
                </a:cubicBezTo>
                <a:cubicBezTo>
                  <a:pt x="193316" y="166981"/>
                  <a:pt x="191212" y="166204"/>
                  <a:pt x="188595" y="166204"/>
                </a:cubicBezTo>
                <a:cubicBezTo>
                  <a:pt x="185978" y="166204"/>
                  <a:pt x="183886" y="167118"/>
                  <a:pt x="182309" y="168947"/>
                </a:cubicBezTo>
                <a:cubicBezTo>
                  <a:pt x="180480" y="170524"/>
                  <a:pt x="179554" y="172616"/>
                  <a:pt x="179554" y="175233"/>
                </a:cubicBezTo>
                <a:cubicBezTo>
                  <a:pt x="179554" y="177851"/>
                  <a:pt x="180480" y="179954"/>
                  <a:pt x="182309" y="181520"/>
                </a:cubicBezTo>
                <a:cubicBezTo>
                  <a:pt x="183886" y="183097"/>
                  <a:pt x="185978" y="183886"/>
                  <a:pt x="188595" y="183886"/>
                </a:cubicBezTo>
                <a:cubicBezTo>
                  <a:pt x="191212" y="183886"/>
                  <a:pt x="193316" y="183097"/>
                  <a:pt x="194882" y="18152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74314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950" dirty="0"/>
          </a:p>
        </p:txBody>
      </p:sp>
      <p:sp>
        <p:nvSpPr>
          <p:cNvPr id="94" name="圖示 監控"/>
          <p:cNvSpPr/>
          <p:nvPr/>
        </p:nvSpPr>
        <p:spPr>
          <a:xfrm>
            <a:off x="361750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3435" y="323366"/>
                </a:moveTo>
                <a:cubicBezTo>
                  <a:pt x="51869" y="321789"/>
                  <a:pt x="51081" y="319697"/>
                  <a:pt x="51081" y="317080"/>
                </a:cubicBezTo>
                <a:lnTo>
                  <a:pt x="51081" y="301363"/>
                </a:lnTo>
                <a:cubicBezTo>
                  <a:pt x="51081" y="298734"/>
                  <a:pt x="51995" y="296643"/>
                  <a:pt x="53824" y="295077"/>
                </a:cubicBezTo>
                <a:cubicBezTo>
                  <a:pt x="55401" y="293237"/>
                  <a:pt x="57493" y="292322"/>
                  <a:pt x="60110" y="292322"/>
                </a:cubicBezTo>
                <a:cubicBezTo>
                  <a:pt x="62739" y="292322"/>
                  <a:pt x="64831" y="293237"/>
                  <a:pt x="66397" y="295077"/>
                </a:cubicBezTo>
                <a:cubicBezTo>
                  <a:pt x="67974" y="296643"/>
                  <a:pt x="68763" y="298734"/>
                  <a:pt x="68763" y="301363"/>
                </a:cubicBezTo>
                <a:lnTo>
                  <a:pt x="68763" y="317080"/>
                </a:lnTo>
                <a:cubicBezTo>
                  <a:pt x="68763" y="319697"/>
                  <a:pt x="67974" y="321789"/>
                  <a:pt x="66397" y="323366"/>
                </a:cubicBezTo>
                <a:cubicBezTo>
                  <a:pt x="64568" y="325195"/>
                  <a:pt x="62339" y="326109"/>
                  <a:pt x="59722" y="326109"/>
                </a:cubicBezTo>
                <a:cubicBezTo>
                  <a:pt x="57367" y="326109"/>
                  <a:pt x="55264" y="325195"/>
                  <a:pt x="53435" y="323366"/>
                </a:cubicBezTo>
                <a:close/>
                <a:moveTo>
                  <a:pt x="117878" y="323366"/>
                </a:moveTo>
                <a:cubicBezTo>
                  <a:pt x="116300" y="321789"/>
                  <a:pt x="115512" y="319697"/>
                  <a:pt x="115512" y="317080"/>
                </a:cubicBezTo>
                <a:lnTo>
                  <a:pt x="115512" y="236532"/>
                </a:lnTo>
                <a:cubicBezTo>
                  <a:pt x="115512" y="233915"/>
                  <a:pt x="116300" y="231812"/>
                  <a:pt x="117878" y="230246"/>
                </a:cubicBezTo>
                <a:cubicBezTo>
                  <a:pt x="119706" y="228406"/>
                  <a:pt x="121798" y="227491"/>
                  <a:pt x="124164" y="227491"/>
                </a:cubicBezTo>
                <a:cubicBezTo>
                  <a:pt x="126782" y="227491"/>
                  <a:pt x="128999" y="228406"/>
                  <a:pt x="130839" y="230246"/>
                </a:cubicBezTo>
                <a:cubicBezTo>
                  <a:pt x="132405" y="231812"/>
                  <a:pt x="133194" y="233915"/>
                  <a:pt x="133194" y="236532"/>
                </a:cubicBezTo>
                <a:lnTo>
                  <a:pt x="133194" y="317080"/>
                </a:lnTo>
                <a:cubicBezTo>
                  <a:pt x="133194" y="319697"/>
                  <a:pt x="132279" y="321789"/>
                  <a:pt x="130451" y="323366"/>
                </a:cubicBezTo>
                <a:cubicBezTo>
                  <a:pt x="128873" y="325195"/>
                  <a:pt x="126782" y="326109"/>
                  <a:pt x="124164" y="326109"/>
                </a:cubicBezTo>
                <a:cubicBezTo>
                  <a:pt x="121535" y="326109"/>
                  <a:pt x="119443" y="325195"/>
                  <a:pt x="117878" y="323366"/>
                </a:cubicBezTo>
                <a:close/>
                <a:moveTo>
                  <a:pt x="182309" y="323366"/>
                </a:moveTo>
                <a:cubicBezTo>
                  <a:pt x="180480" y="321789"/>
                  <a:pt x="179554" y="319697"/>
                  <a:pt x="179554" y="317080"/>
                </a:cubicBezTo>
                <a:lnTo>
                  <a:pt x="179554" y="262067"/>
                </a:lnTo>
                <a:cubicBezTo>
                  <a:pt x="179554" y="259450"/>
                  <a:pt x="180480" y="257358"/>
                  <a:pt x="182309" y="255781"/>
                </a:cubicBezTo>
                <a:cubicBezTo>
                  <a:pt x="183886" y="253952"/>
                  <a:pt x="185978" y="253037"/>
                  <a:pt x="188595" y="253037"/>
                </a:cubicBezTo>
                <a:cubicBezTo>
                  <a:pt x="191212" y="253037"/>
                  <a:pt x="193316" y="253952"/>
                  <a:pt x="194882" y="255781"/>
                </a:cubicBezTo>
                <a:cubicBezTo>
                  <a:pt x="196710" y="257358"/>
                  <a:pt x="197636" y="259450"/>
                  <a:pt x="197636" y="262067"/>
                </a:cubicBezTo>
                <a:lnTo>
                  <a:pt x="197636" y="317080"/>
                </a:lnTo>
                <a:cubicBezTo>
                  <a:pt x="197636" y="319697"/>
                  <a:pt x="196710" y="321789"/>
                  <a:pt x="194882" y="323366"/>
                </a:cubicBezTo>
                <a:cubicBezTo>
                  <a:pt x="193316" y="325195"/>
                  <a:pt x="191212" y="326109"/>
                  <a:pt x="188595" y="326109"/>
                </a:cubicBezTo>
                <a:cubicBezTo>
                  <a:pt x="185978" y="326109"/>
                  <a:pt x="183886" y="325195"/>
                  <a:pt x="182309" y="323366"/>
                </a:cubicBezTo>
                <a:close/>
                <a:moveTo>
                  <a:pt x="246351" y="323366"/>
                </a:moveTo>
                <a:cubicBezTo>
                  <a:pt x="244785" y="321789"/>
                  <a:pt x="243996" y="319697"/>
                  <a:pt x="243996" y="317080"/>
                </a:cubicBezTo>
                <a:lnTo>
                  <a:pt x="243996" y="227103"/>
                </a:lnTo>
                <a:cubicBezTo>
                  <a:pt x="243996" y="224485"/>
                  <a:pt x="244911" y="222382"/>
                  <a:pt x="246751" y="220816"/>
                </a:cubicBezTo>
                <a:cubicBezTo>
                  <a:pt x="248317" y="218976"/>
                  <a:pt x="250408" y="218062"/>
                  <a:pt x="253037" y="218062"/>
                </a:cubicBezTo>
                <a:cubicBezTo>
                  <a:pt x="255392" y="218062"/>
                  <a:pt x="257484" y="218976"/>
                  <a:pt x="259324" y="220816"/>
                </a:cubicBezTo>
                <a:cubicBezTo>
                  <a:pt x="261153" y="222382"/>
                  <a:pt x="262067" y="224485"/>
                  <a:pt x="262067" y="227103"/>
                </a:cubicBezTo>
                <a:lnTo>
                  <a:pt x="262067" y="317080"/>
                </a:lnTo>
                <a:cubicBezTo>
                  <a:pt x="262067" y="319697"/>
                  <a:pt x="261153" y="321789"/>
                  <a:pt x="259324" y="323366"/>
                </a:cubicBezTo>
                <a:cubicBezTo>
                  <a:pt x="257484" y="325195"/>
                  <a:pt x="255255" y="326109"/>
                  <a:pt x="252637" y="326109"/>
                </a:cubicBezTo>
                <a:cubicBezTo>
                  <a:pt x="250283" y="326109"/>
                  <a:pt x="248191" y="325195"/>
                  <a:pt x="246351" y="323366"/>
                </a:cubicBezTo>
                <a:close/>
                <a:moveTo>
                  <a:pt x="310793" y="323366"/>
                </a:moveTo>
                <a:cubicBezTo>
                  <a:pt x="309216" y="321789"/>
                  <a:pt x="308427" y="319697"/>
                  <a:pt x="308427" y="317080"/>
                </a:cubicBezTo>
                <a:lnTo>
                  <a:pt x="308427" y="175633"/>
                </a:lnTo>
                <a:cubicBezTo>
                  <a:pt x="308427" y="173004"/>
                  <a:pt x="309216" y="170913"/>
                  <a:pt x="310793" y="169347"/>
                </a:cubicBezTo>
                <a:cubicBezTo>
                  <a:pt x="312622" y="167507"/>
                  <a:pt x="314714" y="166592"/>
                  <a:pt x="317080" y="166592"/>
                </a:cubicBezTo>
                <a:cubicBezTo>
                  <a:pt x="319697" y="166592"/>
                  <a:pt x="321926" y="167507"/>
                  <a:pt x="323755" y="169347"/>
                </a:cubicBezTo>
                <a:cubicBezTo>
                  <a:pt x="325332" y="170913"/>
                  <a:pt x="326109" y="173004"/>
                  <a:pt x="326109" y="175633"/>
                </a:cubicBezTo>
                <a:lnTo>
                  <a:pt x="326109" y="317080"/>
                </a:lnTo>
                <a:cubicBezTo>
                  <a:pt x="326109" y="319697"/>
                  <a:pt x="325195" y="321789"/>
                  <a:pt x="323366" y="323366"/>
                </a:cubicBezTo>
                <a:cubicBezTo>
                  <a:pt x="321789" y="325195"/>
                  <a:pt x="319697" y="326109"/>
                  <a:pt x="317080" y="326109"/>
                </a:cubicBezTo>
                <a:cubicBezTo>
                  <a:pt x="314451" y="326109"/>
                  <a:pt x="312359" y="325195"/>
                  <a:pt x="310793" y="323366"/>
                </a:cubicBezTo>
                <a:close/>
                <a:moveTo>
                  <a:pt x="220028" y="178777"/>
                </a:moveTo>
                <a:cubicBezTo>
                  <a:pt x="217147" y="178777"/>
                  <a:pt x="214267" y="178251"/>
                  <a:pt x="211386" y="177199"/>
                </a:cubicBezTo>
                <a:cubicBezTo>
                  <a:pt x="208769" y="175896"/>
                  <a:pt x="206277" y="174193"/>
                  <a:pt x="203923" y="172090"/>
                </a:cubicBezTo>
                <a:lnTo>
                  <a:pt x="160694" y="128873"/>
                </a:lnTo>
                <a:cubicBezTo>
                  <a:pt x="159654" y="127822"/>
                  <a:pt x="158477" y="127307"/>
                  <a:pt x="157163" y="127307"/>
                </a:cubicBezTo>
                <a:cubicBezTo>
                  <a:pt x="155848" y="127307"/>
                  <a:pt x="154671" y="127822"/>
                  <a:pt x="153631" y="128873"/>
                </a:cubicBezTo>
                <a:lnTo>
                  <a:pt x="66397" y="215707"/>
                </a:lnTo>
                <a:cubicBezTo>
                  <a:pt x="64831" y="217273"/>
                  <a:pt x="62739" y="218062"/>
                  <a:pt x="60110" y="218062"/>
                </a:cubicBezTo>
                <a:cubicBezTo>
                  <a:pt x="57493" y="218062"/>
                  <a:pt x="55401" y="217147"/>
                  <a:pt x="53824" y="215318"/>
                </a:cubicBezTo>
                <a:cubicBezTo>
                  <a:pt x="52258" y="213741"/>
                  <a:pt x="51469" y="211775"/>
                  <a:pt x="51469" y="209420"/>
                </a:cubicBezTo>
                <a:cubicBezTo>
                  <a:pt x="51206" y="207066"/>
                  <a:pt x="51995" y="204963"/>
                  <a:pt x="53824" y="203134"/>
                </a:cubicBezTo>
                <a:lnTo>
                  <a:pt x="141446" y="115912"/>
                </a:lnTo>
                <a:cubicBezTo>
                  <a:pt x="143801" y="113809"/>
                  <a:pt x="146293" y="112243"/>
                  <a:pt x="148910" y="111191"/>
                </a:cubicBezTo>
                <a:cubicBezTo>
                  <a:pt x="151528" y="110139"/>
                  <a:pt x="154282" y="109625"/>
                  <a:pt x="157163" y="109625"/>
                </a:cubicBezTo>
                <a:cubicBezTo>
                  <a:pt x="160043" y="109625"/>
                  <a:pt x="162797" y="110139"/>
                  <a:pt x="165415" y="111191"/>
                </a:cubicBezTo>
                <a:cubicBezTo>
                  <a:pt x="168295" y="112243"/>
                  <a:pt x="170787" y="113809"/>
                  <a:pt x="172879" y="115912"/>
                </a:cubicBezTo>
                <a:lnTo>
                  <a:pt x="216496" y="159517"/>
                </a:lnTo>
                <a:cubicBezTo>
                  <a:pt x="217536" y="160306"/>
                  <a:pt x="218713" y="160694"/>
                  <a:pt x="220028" y="160694"/>
                </a:cubicBezTo>
                <a:cubicBezTo>
                  <a:pt x="221342" y="160694"/>
                  <a:pt x="222519" y="160306"/>
                  <a:pt x="223559" y="159517"/>
                </a:cubicBezTo>
                <a:lnTo>
                  <a:pt x="310793" y="72295"/>
                </a:lnTo>
                <a:cubicBezTo>
                  <a:pt x="312622" y="70466"/>
                  <a:pt x="314714" y="69540"/>
                  <a:pt x="317080" y="69540"/>
                </a:cubicBezTo>
                <a:cubicBezTo>
                  <a:pt x="319697" y="69277"/>
                  <a:pt x="321789" y="70203"/>
                  <a:pt x="323366" y="72295"/>
                </a:cubicBezTo>
                <a:cubicBezTo>
                  <a:pt x="324932" y="73872"/>
                  <a:pt x="325721" y="75827"/>
                  <a:pt x="325721" y="78193"/>
                </a:cubicBezTo>
                <a:cubicBezTo>
                  <a:pt x="325984" y="80810"/>
                  <a:pt x="325195" y="82902"/>
                  <a:pt x="323366" y="84479"/>
                </a:cubicBezTo>
                <a:lnTo>
                  <a:pt x="235744" y="172090"/>
                </a:lnTo>
                <a:cubicBezTo>
                  <a:pt x="233652" y="174456"/>
                  <a:pt x="231160" y="176148"/>
                  <a:pt x="228280" y="177199"/>
                </a:cubicBezTo>
                <a:cubicBezTo>
                  <a:pt x="225662" y="178251"/>
                  <a:pt x="222908" y="178777"/>
                  <a:pt x="220028" y="17877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43654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950" dirty="0"/>
          </a:p>
        </p:txBody>
      </p:sp>
      <p:sp>
        <p:nvSpPr>
          <p:cNvPr id="96" name="圖示 數據查詢"/>
          <p:cNvSpPr/>
          <p:nvPr/>
        </p:nvSpPr>
        <p:spPr>
          <a:xfrm>
            <a:off x="431091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4" y="205100"/>
                </a:moveTo>
                <a:cubicBezTo>
                  <a:pt x="28552" y="203785"/>
                  <a:pt x="27238" y="201957"/>
                  <a:pt x="26723" y="199602"/>
                </a:cubicBezTo>
                <a:cubicBezTo>
                  <a:pt x="26460" y="196973"/>
                  <a:pt x="26975" y="194756"/>
                  <a:pt x="28289" y="192916"/>
                </a:cubicBezTo>
                <a:lnTo>
                  <a:pt x="77793" y="112368"/>
                </a:lnTo>
                <a:cubicBezTo>
                  <a:pt x="81987" y="105819"/>
                  <a:pt x="87885" y="102287"/>
                  <a:pt x="95475" y="101761"/>
                </a:cubicBezTo>
                <a:cubicBezTo>
                  <a:pt x="103076" y="101498"/>
                  <a:pt x="109362" y="104253"/>
                  <a:pt x="114334" y="110014"/>
                </a:cubicBezTo>
                <a:lnTo>
                  <a:pt x="137514" y="137126"/>
                </a:lnTo>
                <a:cubicBezTo>
                  <a:pt x="138566" y="138429"/>
                  <a:pt x="140006" y="138955"/>
                  <a:pt x="141835" y="138692"/>
                </a:cubicBezTo>
                <a:cubicBezTo>
                  <a:pt x="143412" y="138692"/>
                  <a:pt x="144590" y="137914"/>
                  <a:pt x="145378" y="136337"/>
                </a:cubicBezTo>
                <a:lnTo>
                  <a:pt x="186240" y="69940"/>
                </a:lnTo>
                <a:cubicBezTo>
                  <a:pt x="190687" y="62865"/>
                  <a:pt x="196973" y="59333"/>
                  <a:pt x="205100" y="59333"/>
                </a:cubicBezTo>
                <a:cubicBezTo>
                  <a:pt x="213478" y="59070"/>
                  <a:pt x="219902" y="62339"/>
                  <a:pt x="224348" y="69152"/>
                </a:cubicBezTo>
                <a:lnTo>
                  <a:pt x="247928" y="105305"/>
                </a:lnTo>
                <a:cubicBezTo>
                  <a:pt x="248968" y="106608"/>
                  <a:pt x="250408" y="107259"/>
                  <a:pt x="252249" y="107259"/>
                </a:cubicBezTo>
                <a:cubicBezTo>
                  <a:pt x="254077" y="107259"/>
                  <a:pt x="255392" y="106482"/>
                  <a:pt x="256181" y="104905"/>
                </a:cubicBezTo>
                <a:lnTo>
                  <a:pt x="302541" y="31433"/>
                </a:lnTo>
                <a:cubicBezTo>
                  <a:pt x="303844" y="29341"/>
                  <a:pt x="305810" y="28026"/>
                  <a:pt x="308427" y="27501"/>
                </a:cubicBezTo>
                <a:cubicBezTo>
                  <a:pt x="310793" y="27238"/>
                  <a:pt x="313011" y="27901"/>
                  <a:pt x="315114" y="29467"/>
                </a:cubicBezTo>
                <a:cubicBezTo>
                  <a:pt x="317205" y="30781"/>
                  <a:pt x="318383" y="32610"/>
                  <a:pt x="318646" y="34964"/>
                </a:cubicBezTo>
                <a:cubicBezTo>
                  <a:pt x="318908" y="37067"/>
                  <a:pt x="318383" y="39033"/>
                  <a:pt x="317080" y="40862"/>
                </a:cubicBezTo>
                <a:lnTo>
                  <a:pt x="271108" y="114334"/>
                </a:lnTo>
                <a:cubicBezTo>
                  <a:pt x="266650" y="121409"/>
                  <a:pt x="260364" y="124941"/>
                  <a:pt x="252249" y="124941"/>
                </a:cubicBezTo>
                <a:cubicBezTo>
                  <a:pt x="244122" y="125204"/>
                  <a:pt x="237710" y="121935"/>
                  <a:pt x="232989" y="115123"/>
                </a:cubicBezTo>
                <a:lnTo>
                  <a:pt x="209420" y="79759"/>
                </a:lnTo>
                <a:cubicBezTo>
                  <a:pt x="208632" y="78193"/>
                  <a:pt x="207329" y="77404"/>
                  <a:pt x="205489" y="77404"/>
                </a:cubicBezTo>
                <a:cubicBezTo>
                  <a:pt x="203660" y="77404"/>
                  <a:pt x="202345" y="78193"/>
                  <a:pt x="201557" y="79759"/>
                </a:cubicBezTo>
                <a:lnTo>
                  <a:pt x="160694" y="145767"/>
                </a:lnTo>
                <a:cubicBezTo>
                  <a:pt x="156774" y="152316"/>
                  <a:pt x="150876" y="155848"/>
                  <a:pt x="143024" y="156374"/>
                </a:cubicBezTo>
                <a:cubicBezTo>
                  <a:pt x="135160" y="156900"/>
                  <a:pt x="128748" y="154282"/>
                  <a:pt x="123764" y="148521"/>
                </a:cubicBezTo>
                <a:lnTo>
                  <a:pt x="100973" y="121798"/>
                </a:lnTo>
                <a:cubicBezTo>
                  <a:pt x="99932" y="120495"/>
                  <a:pt x="98618" y="119832"/>
                  <a:pt x="97052" y="119832"/>
                </a:cubicBezTo>
                <a:cubicBezTo>
                  <a:pt x="95475" y="120095"/>
                  <a:pt x="94172" y="120884"/>
                  <a:pt x="93120" y="122198"/>
                </a:cubicBezTo>
                <a:lnTo>
                  <a:pt x="43217" y="202345"/>
                </a:lnTo>
                <a:cubicBezTo>
                  <a:pt x="41914" y="204700"/>
                  <a:pt x="39948" y="206140"/>
                  <a:pt x="37330" y="206666"/>
                </a:cubicBezTo>
                <a:cubicBezTo>
                  <a:pt x="34964" y="207192"/>
                  <a:pt x="32747" y="206666"/>
                  <a:pt x="30644" y="205100"/>
                </a:cubicBezTo>
                <a:close/>
                <a:moveTo>
                  <a:pt x="225525" y="288790"/>
                </a:moveTo>
                <a:cubicBezTo>
                  <a:pt x="238624" y="288790"/>
                  <a:pt x="249757" y="284207"/>
                  <a:pt x="258924" y="275040"/>
                </a:cubicBezTo>
                <a:cubicBezTo>
                  <a:pt x="268091" y="266125"/>
                  <a:pt x="272674" y="255129"/>
                  <a:pt x="272674" y="242030"/>
                </a:cubicBezTo>
                <a:cubicBezTo>
                  <a:pt x="272674" y="228931"/>
                  <a:pt x="268228" y="217799"/>
                  <a:pt x="259324" y="208632"/>
                </a:cubicBezTo>
                <a:cubicBezTo>
                  <a:pt x="250146" y="199465"/>
                  <a:pt x="239013" y="194882"/>
                  <a:pt x="225925" y="194882"/>
                </a:cubicBezTo>
                <a:cubicBezTo>
                  <a:pt x="212827" y="194882"/>
                  <a:pt x="201694" y="199602"/>
                  <a:pt x="192527" y="209032"/>
                </a:cubicBezTo>
                <a:cubicBezTo>
                  <a:pt x="183623" y="218199"/>
                  <a:pt x="179165" y="229194"/>
                  <a:pt x="179165" y="242030"/>
                </a:cubicBezTo>
                <a:cubicBezTo>
                  <a:pt x="179165" y="255129"/>
                  <a:pt x="183623" y="266125"/>
                  <a:pt x="192527" y="275040"/>
                </a:cubicBezTo>
                <a:cubicBezTo>
                  <a:pt x="201694" y="284207"/>
                  <a:pt x="212689" y="288790"/>
                  <a:pt x="225525" y="288790"/>
                </a:cubicBezTo>
                <a:close/>
                <a:moveTo>
                  <a:pt x="225925" y="306473"/>
                </a:moveTo>
                <a:cubicBezTo>
                  <a:pt x="207843" y="306473"/>
                  <a:pt x="192527" y="300186"/>
                  <a:pt x="179954" y="287613"/>
                </a:cubicBezTo>
                <a:cubicBezTo>
                  <a:pt x="167644" y="275040"/>
                  <a:pt x="161483" y="259838"/>
                  <a:pt x="161483" y="242030"/>
                </a:cubicBezTo>
                <a:cubicBezTo>
                  <a:pt x="161483" y="224222"/>
                  <a:pt x="167644" y="209032"/>
                  <a:pt x="179954" y="196459"/>
                </a:cubicBezTo>
                <a:cubicBezTo>
                  <a:pt x="192527" y="183623"/>
                  <a:pt x="207843" y="177199"/>
                  <a:pt x="225925" y="177199"/>
                </a:cubicBezTo>
                <a:cubicBezTo>
                  <a:pt x="243733" y="177199"/>
                  <a:pt x="258924" y="183486"/>
                  <a:pt x="271497" y="196059"/>
                </a:cubicBezTo>
                <a:cubicBezTo>
                  <a:pt x="284333" y="208895"/>
                  <a:pt x="290756" y="224222"/>
                  <a:pt x="290756" y="242030"/>
                </a:cubicBezTo>
                <a:cubicBezTo>
                  <a:pt x="290756" y="249631"/>
                  <a:pt x="289568" y="256695"/>
                  <a:pt x="287213" y="263244"/>
                </a:cubicBezTo>
                <a:cubicBezTo>
                  <a:pt x="284858" y="269794"/>
                  <a:pt x="281578" y="275817"/>
                  <a:pt x="277395" y="281327"/>
                </a:cubicBezTo>
                <a:lnTo>
                  <a:pt x="315502" y="319434"/>
                </a:lnTo>
                <a:cubicBezTo>
                  <a:pt x="317343" y="321000"/>
                  <a:pt x="318257" y="322966"/>
                  <a:pt x="318257" y="325332"/>
                </a:cubicBezTo>
                <a:cubicBezTo>
                  <a:pt x="318257" y="327687"/>
                  <a:pt x="317343" y="329778"/>
                  <a:pt x="315502" y="331619"/>
                </a:cubicBezTo>
                <a:cubicBezTo>
                  <a:pt x="313673" y="333447"/>
                  <a:pt x="311570" y="334362"/>
                  <a:pt x="309216" y="334362"/>
                </a:cubicBezTo>
                <a:cubicBezTo>
                  <a:pt x="306861" y="334362"/>
                  <a:pt x="304770" y="333447"/>
                  <a:pt x="302929" y="331619"/>
                </a:cubicBezTo>
                <a:lnTo>
                  <a:pt x="264822" y="293500"/>
                </a:lnTo>
                <a:cubicBezTo>
                  <a:pt x="259324" y="297431"/>
                  <a:pt x="253289" y="300575"/>
                  <a:pt x="246751" y="302929"/>
                </a:cubicBezTo>
                <a:cubicBezTo>
                  <a:pt x="240201" y="305284"/>
                  <a:pt x="233252" y="306473"/>
                  <a:pt x="225925" y="30647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12994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950" dirty="0"/>
          </a:p>
        </p:txBody>
      </p:sp>
      <p:sp>
        <p:nvSpPr>
          <p:cNvPr id="98" name="圖示 長條圖"/>
          <p:cNvSpPr/>
          <p:nvPr/>
        </p:nvSpPr>
        <p:spPr>
          <a:xfrm>
            <a:off x="500431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68354" y="306473"/>
                </a:moveTo>
                <a:cubicBezTo>
                  <a:pt x="265210" y="306473"/>
                  <a:pt x="262593" y="305421"/>
                  <a:pt x="260501" y="303329"/>
                </a:cubicBezTo>
                <a:cubicBezTo>
                  <a:pt x="258398" y="300963"/>
                  <a:pt x="257358" y="298220"/>
                  <a:pt x="257358" y="295077"/>
                </a:cubicBezTo>
                <a:lnTo>
                  <a:pt x="257358" y="225137"/>
                </a:lnTo>
                <a:cubicBezTo>
                  <a:pt x="257358" y="221731"/>
                  <a:pt x="258398" y="218976"/>
                  <a:pt x="260501" y="216884"/>
                </a:cubicBezTo>
                <a:cubicBezTo>
                  <a:pt x="262593" y="214793"/>
                  <a:pt x="265210" y="213741"/>
                  <a:pt x="268354" y="213741"/>
                </a:cubicBezTo>
                <a:lnTo>
                  <a:pt x="295077" y="213741"/>
                </a:lnTo>
                <a:cubicBezTo>
                  <a:pt x="298220" y="213741"/>
                  <a:pt x="300963" y="214793"/>
                  <a:pt x="303329" y="216884"/>
                </a:cubicBezTo>
                <a:cubicBezTo>
                  <a:pt x="305421" y="218976"/>
                  <a:pt x="306473" y="221731"/>
                  <a:pt x="306473" y="225137"/>
                </a:cubicBezTo>
                <a:lnTo>
                  <a:pt x="306473" y="295077"/>
                </a:lnTo>
                <a:cubicBezTo>
                  <a:pt x="306473" y="298220"/>
                  <a:pt x="305421" y="300963"/>
                  <a:pt x="303329" y="303329"/>
                </a:cubicBezTo>
                <a:cubicBezTo>
                  <a:pt x="300963" y="305421"/>
                  <a:pt x="298220" y="306473"/>
                  <a:pt x="295077" y="306473"/>
                </a:cubicBezTo>
                <a:lnTo>
                  <a:pt x="268354" y="306473"/>
                </a:lnTo>
                <a:close/>
                <a:moveTo>
                  <a:pt x="175233" y="306473"/>
                </a:moveTo>
                <a:cubicBezTo>
                  <a:pt x="172090" y="306473"/>
                  <a:pt x="169473" y="305421"/>
                  <a:pt x="167381" y="303329"/>
                </a:cubicBezTo>
                <a:cubicBezTo>
                  <a:pt x="165026" y="300963"/>
                  <a:pt x="163838" y="298220"/>
                  <a:pt x="163838" y="295077"/>
                </a:cubicBezTo>
                <a:lnTo>
                  <a:pt x="163838" y="82113"/>
                </a:lnTo>
                <a:cubicBezTo>
                  <a:pt x="163838" y="78970"/>
                  <a:pt x="165026" y="76227"/>
                  <a:pt x="167381" y="73872"/>
                </a:cubicBezTo>
                <a:cubicBezTo>
                  <a:pt x="169473" y="71769"/>
                  <a:pt x="172090" y="70729"/>
                  <a:pt x="175233" y="70729"/>
                </a:cubicBezTo>
                <a:lnTo>
                  <a:pt x="201957" y="70729"/>
                </a:lnTo>
                <a:cubicBezTo>
                  <a:pt x="205100" y="70729"/>
                  <a:pt x="207717" y="71769"/>
                  <a:pt x="209809" y="73872"/>
                </a:cubicBezTo>
                <a:cubicBezTo>
                  <a:pt x="212175" y="76227"/>
                  <a:pt x="213352" y="78970"/>
                  <a:pt x="213352" y="82113"/>
                </a:cubicBezTo>
                <a:lnTo>
                  <a:pt x="213352" y="295077"/>
                </a:lnTo>
                <a:cubicBezTo>
                  <a:pt x="213352" y="298220"/>
                  <a:pt x="212175" y="300963"/>
                  <a:pt x="209809" y="303329"/>
                </a:cubicBezTo>
                <a:cubicBezTo>
                  <a:pt x="207717" y="305421"/>
                  <a:pt x="205100" y="306473"/>
                  <a:pt x="201957" y="306473"/>
                </a:cubicBezTo>
                <a:lnTo>
                  <a:pt x="175233" y="306473"/>
                </a:lnTo>
                <a:close/>
                <a:moveTo>
                  <a:pt x="82113" y="306473"/>
                </a:moveTo>
                <a:cubicBezTo>
                  <a:pt x="78970" y="306473"/>
                  <a:pt x="76227" y="305421"/>
                  <a:pt x="73872" y="303329"/>
                </a:cubicBezTo>
                <a:cubicBezTo>
                  <a:pt x="71769" y="300963"/>
                  <a:pt x="70729" y="298220"/>
                  <a:pt x="70729" y="295077"/>
                </a:cubicBezTo>
                <a:lnTo>
                  <a:pt x="70729" y="159128"/>
                </a:lnTo>
                <a:cubicBezTo>
                  <a:pt x="70729" y="155985"/>
                  <a:pt x="71769" y="153231"/>
                  <a:pt x="73872" y="150876"/>
                </a:cubicBezTo>
                <a:cubicBezTo>
                  <a:pt x="76227" y="148784"/>
                  <a:pt x="78970" y="147733"/>
                  <a:pt x="82113" y="147733"/>
                </a:cubicBezTo>
                <a:lnTo>
                  <a:pt x="108836" y="147733"/>
                </a:lnTo>
                <a:cubicBezTo>
                  <a:pt x="111980" y="147733"/>
                  <a:pt x="114597" y="148784"/>
                  <a:pt x="116689" y="150876"/>
                </a:cubicBezTo>
                <a:cubicBezTo>
                  <a:pt x="118792" y="153231"/>
                  <a:pt x="119832" y="155985"/>
                  <a:pt x="119832" y="159128"/>
                </a:cubicBezTo>
                <a:lnTo>
                  <a:pt x="119832" y="295077"/>
                </a:lnTo>
                <a:cubicBezTo>
                  <a:pt x="119832" y="298483"/>
                  <a:pt x="118792" y="301226"/>
                  <a:pt x="116689" y="303329"/>
                </a:cubicBezTo>
                <a:cubicBezTo>
                  <a:pt x="114597" y="305421"/>
                  <a:pt x="111980" y="306473"/>
                  <a:pt x="108836" y="306473"/>
                </a:cubicBezTo>
                <a:lnTo>
                  <a:pt x="82113" y="30647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482334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950" dirty="0"/>
          </a:p>
        </p:txBody>
      </p:sp>
      <p:sp>
        <p:nvSpPr>
          <p:cNvPr id="100" name="圖示 排名"/>
          <p:cNvSpPr/>
          <p:nvPr/>
        </p:nvSpPr>
        <p:spPr>
          <a:xfrm>
            <a:off x="569771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6967" y="304507"/>
                </a:moveTo>
                <a:lnTo>
                  <a:pt x="133194" y="304507"/>
                </a:lnTo>
                <a:lnTo>
                  <a:pt x="133194" y="166981"/>
                </a:lnTo>
                <a:lnTo>
                  <a:pt x="56967" y="166981"/>
                </a:lnTo>
                <a:lnTo>
                  <a:pt x="56967" y="304507"/>
                </a:lnTo>
                <a:close/>
                <a:moveTo>
                  <a:pt x="150876" y="304507"/>
                </a:moveTo>
                <a:lnTo>
                  <a:pt x="226314" y="304507"/>
                </a:lnTo>
                <a:lnTo>
                  <a:pt x="226314" y="72683"/>
                </a:lnTo>
                <a:lnTo>
                  <a:pt x="150876" y="72683"/>
                </a:lnTo>
                <a:lnTo>
                  <a:pt x="150876" y="304507"/>
                </a:lnTo>
                <a:close/>
                <a:moveTo>
                  <a:pt x="243996" y="304507"/>
                </a:moveTo>
                <a:lnTo>
                  <a:pt x="320223" y="304507"/>
                </a:lnTo>
                <a:lnTo>
                  <a:pt x="320223" y="198413"/>
                </a:lnTo>
                <a:lnTo>
                  <a:pt x="243996" y="198413"/>
                </a:lnTo>
                <a:lnTo>
                  <a:pt x="243996" y="304507"/>
                </a:lnTo>
                <a:close/>
                <a:moveTo>
                  <a:pt x="39296" y="299397"/>
                </a:moveTo>
                <a:lnTo>
                  <a:pt x="39296" y="172090"/>
                </a:lnTo>
                <a:cubicBezTo>
                  <a:pt x="39296" y="165804"/>
                  <a:pt x="41514" y="160431"/>
                  <a:pt x="45971" y="155985"/>
                </a:cubicBezTo>
                <a:cubicBezTo>
                  <a:pt x="50418" y="151528"/>
                  <a:pt x="55790" y="149310"/>
                  <a:pt x="62076" y="149310"/>
                </a:cubicBezTo>
                <a:lnTo>
                  <a:pt x="133194" y="149310"/>
                </a:lnTo>
                <a:lnTo>
                  <a:pt x="133194" y="77793"/>
                </a:lnTo>
                <a:cubicBezTo>
                  <a:pt x="133194" y="71506"/>
                  <a:pt x="135423" y="66134"/>
                  <a:pt x="139880" y="61688"/>
                </a:cubicBezTo>
                <a:cubicBezTo>
                  <a:pt x="144327" y="57230"/>
                  <a:pt x="149562" y="55013"/>
                  <a:pt x="155597" y="55013"/>
                </a:cubicBezTo>
                <a:lnTo>
                  <a:pt x="221605" y="55013"/>
                </a:lnTo>
                <a:cubicBezTo>
                  <a:pt x="227628" y="55013"/>
                  <a:pt x="232863" y="57230"/>
                  <a:pt x="237321" y="61688"/>
                </a:cubicBezTo>
                <a:cubicBezTo>
                  <a:pt x="241767" y="66134"/>
                  <a:pt x="243996" y="71506"/>
                  <a:pt x="243996" y="77793"/>
                </a:cubicBezTo>
                <a:lnTo>
                  <a:pt x="243996" y="180743"/>
                </a:lnTo>
                <a:lnTo>
                  <a:pt x="315114" y="180743"/>
                </a:lnTo>
                <a:cubicBezTo>
                  <a:pt x="321400" y="180743"/>
                  <a:pt x="326772" y="182960"/>
                  <a:pt x="331219" y="187418"/>
                </a:cubicBezTo>
                <a:cubicBezTo>
                  <a:pt x="335676" y="191864"/>
                  <a:pt x="337905" y="197236"/>
                  <a:pt x="337905" y="203523"/>
                </a:cubicBezTo>
                <a:lnTo>
                  <a:pt x="337905" y="299397"/>
                </a:lnTo>
                <a:cubicBezTo>
                  <a:pt x="337905" y="305684"/>
                  <a:pt x="335676" y="311056"/>
                  <a:pt x="331219" y="315502"/>
                </a:cubicBezTo>
                <a:cubicBezTo>
                  <a:pt x="326772" y="319960"/>
                  <a:pt x="321400" y="322189"/>
                  <a:pt x="315114" y="322189"/>
                </a:cubicBezTo>
                <a:lnTo>
                  <a:pt x="62076" y="322189"/>
                </a:lnTo>
                <a:cubicBezTo>
                  <a:pt x="55790" y="322189"/>
                  <a:pt x="50418" y="319960"/>
                  <a:pt x="45971" y="315502"/>
                </a:cubicBezTo>
                <a:cubicBezTo>
                  <a:pt x="41514" y="311056"/>
                  <a:pt x="39296" y="305684"/>
                  <a:pt x="39296" y="29939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551674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950" dirty="0"/>
          </a:p>
        </p:txBody>
      </p:sp>
      <p:sp>
        <p:nvSpPr>
          <p:cNvPr id="102" name="圖示 占比"/>
          <p:cNvSpPr/>
          <p:nvPr/>
        </p:nvSpPr>
        <p:spPr>
          <a:xfrm>
            <a:off x="639111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7636" y="179554"/>
                </a:moveTo>
                <a:lnTo>
                  <a:pt x="319823" y="179554"/>
                </a:lnTo>
                <a:cubicBezTo>
                  <a:pt x="317731" y="147081"/>
                  <a:pt x="305021" y="118918"/>
                  <a:pt x="281715" y="95086"/>
                </a:cubicBezTo>
                <a:cubicBezTo>
                  <a:pt x="258398" y="71506"/>
                  <a:pt x="230372" y="58933"/>
                  <a:pt x="197636" y="57367"/>
                </a:cubicBezTo>
                <a:lnTo>
                  <a:pt x="197636" y="179554"/>
                </a:lnTo>
                <a:close/>
                <a:moveTo>
                  <a:pt x="179554" y="319823"/>
                </a:moveTo>
                <a:lnTo>
                  <a:pt x="179554" y="57367"/>
                </a:lnTo>
                <a:cubicBezTo>
                  <a:pt x="145241" y="59459"/>
                  <a:pt x="116300" y="73209"/>
                  <a:pt x="92732" y="98618"/>
                </a:cubicBezTo>
                <a:cubicBezTo>
                  <a:pt x="68889" y="124027"/>
                  <a:pt x="56967" y="154019"/>
                  <a:pt x="56967" y="188595"/>
                </a:cubicBezTo>
                <a:cubicBezTo>
                  <a:pt x="56967" y="223171"/>
                  <a:pt x="68889" y="253163"/>
                  <a:pt x="92732" y="278572"/>
                </a:cubicBezTo>
                <a:cubicBezTo>
                  <a:pt x="116300" y="303981"/>
                  <a:pt x="145241" y="317731"/>
                  <a:pt x="179554" y="319823"/>
                </a:cubicBezTo>
                <a:close/>
                <a:moveTo>
                  <a:pt x="197636" y="319823"/>
                </a:moveTo>
                <a:cubicBezTo>
                  <a:pt x="230372" y="318257"/>
                  <a:pt x="258398" y="305684"/>
                  <a:pt x="281715" y="282104"/>
                </a:cubicBezTo>
                <a:cubicBezTo>
                  <a:pt x="304770" y="258272"/>
                  <a:pt x="317468" y="230109"/>
                  <a:pt x="319823" y="197636"/>
                </a:cubicBezTo>
                <a:lnTo>
                  <a:pt x="197636" y="197636"/>
                </a:lnTo>
                <a:lnTo>
                  <a:pt x="197636" y="319823"/>
                </a:lnTo>
                <a:close/>
                <a:moveTo>
                  <a:pt x="188595" y="188595"/>
                </a:moveTo>
                <a:close/>
                <a:moveTo>
                  <a:pt x="188595" y="337905"/>
                </a:moveTo>
                <a:cubicBezTo>
                  <a:pt x="167907" y="337905"/>
                  <a:pt x="148521" y="333973"/>
                  <a:pt x="130451" y="326109"/>
                </a:cubicBezTo>
                <a:cubicBezTo>
                  <a:pt x="112105" y="318257"/>
                  <a:pt x="96263" y="307650"/>
                  <a:pt x="82902" y="294288"/>
                </a:cubicBezTo>
                <a:cubicBezTo>
                  <a:pt x="69540" y="280927"/>
                  <a:pt x="58933" y="265085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540" y="96263"/>
                  <a:pt x="82902" y="82902"/>
                </a:cubicBezTo>
                <a:cubicBezTo>
                  <a:pt x="96263" y="69540"/>
                  <a:pt x="112105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4822" y="58933"/>
                  <a:pt x="280664" y="69540"/>
                  <a:pt x="294288" y="82902"/>
                </a:cubicBezTo>
                <a:cubicBezTo>
                  <a:pt x="307650" y="96526"/>
                  <a:pt x="318257" y="112368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4822"/>
                  <a:pt x="307650" y="280664"/>
                  <a:pt x="294288" y="294288"/>
                </a:cubicBezTo>
                <a:cubicBezTo>
                  <a:pt x="280927" y="307650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621014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950" dirty="0"/>
          </a:p>
        </p:txBody>
      </p:sp>
      <p:sp>
        <p:nvSpPr>
          <p:cNvPr id="104" name="圖示 表格"/>
          <p:cNvSpPr/>
          <p:nvPr/>
        </p:nvSpPr>
        <p:spPr>
          <a:xfrm>
            <a:off x="708451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99397" y="321789"/>
                </a:moveTo>
                <a:lnTo>
                  <a:pt x="77793" y="321789"/>
                </a:lnTo>
                <a:cubicBezTo>
                  <a:pt x="71506" y="321789"/>
                  <a:pt x="66134" y="319560"/>
                  <a:pt x="61688" y="315114"/>
                </a:cubicBezTo>
                <a:cubicBezTo>
                  <a:pt x="57230" y="310656"/>
                  <a:pt x="55013" y="305421"/>
                  <a:pt x="55013" y="299397"/>
                </a:cubicBez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299397"/>
                </a:lnTo>
                <a:cubicBezTo>
                  <a:pt x="322189" y="305421"/>
                  <a:pt x="319960" y="310656"/>
                  <a:pt x="315502" y="315114"/>
                </a:cubicBezTo>
                <a:cubicBezTo>
                  <a:pt x="311056" y="319560"/>
                  <a:pt x="305684" y="321789"/>
                  <a:pt x="299397" y="321789"/>
                </a:cubicBezTo>
                <a:close/>
                <a:moveTo>
                  <a:pt x="72683" y="130051"/>
                </a:moveTo>
                <a:lnTo>
                  <a:pt x="304507" y="130051"/>
                </a:ln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130051"/>
                </a:lnTo>
                <a:close/>
                <a:moveTo>
                  <a:pt x="123764" y="147733"/>
                </a:moveTo>
                <a:lnTo>
                  <a:pt x="72683" y="147733"/>
                </a:lnTo>
                <a:lnTo>
                  <a:pt x="72683" y="299397"/>
                </a:lnTo>
                <a:cubicBezTo>
                  <a:pt x="72683" y="300438"/>
                  <a:pt x="73209" y="301489"/>
                  <a:pt x="74261" y="302541"/>
                </a:cubicBezTo>
                <a:cubicBezTo>
                  <a:pt x="75312" y="303581"/>
                  <a:pt x="76490" y="304107"/>
                  <a:pt x="77793" y="304107"/>
                </a:cubicBezTo>
                <a:lnTo>
                  <a:pt x="123764" y="304107"/>
                </a:lnTo>
                <a:lnTo>
                  <a:pt x="123764" y="147733"/>
                </a:lnTo>
                <a:close/>
                <a:moveTo>
                  <a:pt x="253426" y="147733"/>
                </a:moveTo>
                <a:lnTo>
                  <a:pt x="253426" y="304107"/>
                </a:lnTo>
                <a:lnTo>
                  <a:pt x="299397" y="304107"/>
                </a:lnTo>
                <a:cubicBezTo>
                  <a:pt x="300700" y="304107"/>
                  <a:pt x="301878" y="303581"/>
                  <a:pt x="302929" y="302541"/>
                </a:cubicBezTo>
                <a:cubicBezTo>
                  <a:pt x="303981" y="301489"/>
                  <a:pt x="304507" y="300438"/>
                  <a:pt x="304507" y="299397"/>
                </a:cubicBezTo>
                <a:lnTo>
                  <a:pt x="304507" y="147733"/>
                </a:lnTo>
                <a:lnTo>
                  <a:pt x="253426" y="147733"/>
                </a:lnTo>
                <a:close/>
                <a:moveTo>
                  <a:pt x="235744" y="147733"/>
                </a:moveTo>
                <a:lnTo>
                  <a:pt x="141446" y="147733"/>
                </a:lnTo>
                <a:lnTo>
                  <a:pt x="141446" y="304107"/>
                </a:lnTo>
                <a:lnTo>
                  <a:pt x="235744" y="304107"/>
                </a:lnTo>
                <a:lnTo>
                  <a:pt x="235744" y="14773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6903549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950" dirty="0"/>
          </a:p>
        </p:txBody>
      </p:sp>
      <p:sp>
        <p:nvSpPr>
          <p:cNvPr id="106" name="圖示 上升"/>
          <p:cNvSpPr/>
          <p:nvPr/>
        </p:nvSpPr>
        <p:spPr>
          <a:xfrm>
            <a:off x="777791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5971" y="271897"/>
                </a:moveTo>
                <a:cubicBezTo>
                  <a:pt x="44131" y="270320"/>
                  <a:pt x="43217" y="268228"/>
                  <a:pt x="43217" y="265610"/>
                </a:cubicBezTo>
                <a:cubicBezTo>
                  <a:pt x="43217" y="263244"/>
                  <a:pt x="44131" y="261153"/>
                  <a:pt x="45971" y="259324"/>
                </a:cubicBezTo>
                <a:lnTo>
                  <a:pt x="130051" y="175233"/>
                </a:lnTo>
                <a:cubicBezTo>
                  <a:pt x="134245" y="171050"/>
                  <a:pt x="139480" y="168947"/>
                  <a:pt x="145767" y="168947"/>
                </a:cubicBezTo>
                <a:cubicBezTo>
                  <a:pt x="152053" y="168947"/>
                  <a:pt x="157425" y="171050"/>
                  <a:pt x="161883" y="175233"/>
                </a:cubicBezTo>
                <a:lnTo>
                  <a:pt x="207455" y="220816"/>
                </a:lnTo>
                <a:cubicBezTo>
                  <a:pt x="208243" y="221856"/>
                  <a:pt x="209283" y="222382"/>
                  <a:pt x="210598" y="222382"/>
                </a:cubicBezTo>
                <a:cubicBezTo>
                  <a:pt x="211912" y="222382"/>
                  <a:pt x="213089" y="221856"/>
                  <a:pt x="214130" y="220816"/>
                </a:cubicBezTo>
                <a:lnTo>
                  <a:pt x="308427" y="127307"/>
                </a:lnTo>
                <a:lnTo>
                  <a:pt x="264033" y="127307"/>
                </a:lnTo>
                <a:cubicBezTo>
                  <a:pt x="261678" y="127307"/>
                  <a:pt x="259575" y="126382"/>
                  <a:pt x="257747" y="124553"/>
                </a:cubicBezTo>
                <a:cubicBezTo>
                  <a:pt x="256181" y="122712"/>
                  <a:pt x="255392" y="120621"/>
                  <a:pt x="255392" y="118266"/>
                </a:cubicBezTo>
                <a:cubicBezTo>
                  <a:pt x="255392" y="115649"/>
                  <a:pt x="256181" y="113546"/>
                  <a:pt x="257747" y="111980"/>
                </a:cubicBezTo>
                <a:cubicBezTo>
                  <a:pt x="259575" y="110139"/>
                  <a:pt x="261678" y="109225"/>
                  <a:pt x="264033" y="109225"/>
                </a:cubicBezTo>
                <a:lnTo>
                  <a:pt x="326509" y="109225"/>
                </a:lnTo>
                <a:cubicBezTo>
                  <a:pt x="329916" y="109225"/>
                  <a:pt x="332659" y="110277"/>
                  <a:pt x="334762" y="112368"/>
                </a:cubicBezTo>
                <a:cubicBezTo>
                  <a:pt x="336854" y="114734"/>
                  <a:pt x="337905" y="117478"/>
                  <a:pt x="337905" y="120621"/>
                </a:cubicBezTo>
                <a:lnTo>
                  <a:pt x="337905" y="183097"/>
                </a:lnTo>
                <a:cubicBezTo>
                  <a:pt x="337905" y="185452"/>
                  <a:pt x="337116" y="187543"/>
                  <a:pt x="335539" y="189384"/>
                </a:cubicBezTo>
                <a:cubicBezTo>
                  <a:pt x="333973" y="191212"/>
                  <a:pt x="331870" y="192127"/>
                  <a:pt x="329253" y="192127"/>
                </a:cubicBezTo>
                <a:cubicBezTo>
                  <a:pt x="326898" y="192127"/>
                  <a:pt x="324806" y="191212"/>
                  <a:pt x="322966" y="189384"/>
                </a:cubicBezTo>
                <a:cubicBezTo>
                  <a:pt x="321137" y="187543"/>
                  <a:pt x="320223" y="185452"/>
                  <a:pt x="320223" y="183097"/>
                </a:cubicBezTo>
                <a:lnTo>
                  <a:pt x="320223" y="140269"/>
                </a:lnTo>
                <a:lnTo>
                  <a:pt x="226314" y="234178"/>
                </a:lnTo>
                <a:cubicBezTo>
                  <a:pt x="222119" y="238361"/>
                  <a:pt x="216884" y="240464"/>
                  <a:pt x="210598" y="240464"/>
                </a:cubicBezTo>
                <a:cubicBezTo>
                  <a:pt x="204311" y="240464"/>
                  <a:pt x="198939" y="238361"/>
                  <a:pt x="194493" y="234178"/>
                </a:cubicBezTo>
                <a:lnTo>
                  <a:pt x="148910" y="188595"/>
                </a:lnTo>
                <a:cubicBezTo>
                  <a:pt x="148121" y="187806"/>
                  <a:pt x="146944" y="187418"/>
                  <a:pt x="145378" y="187418"/>
                </a:cubicBezTo>
                <a:cubicBezTo>
                  <a:pt x="144064" y="187418"/>
                  <a:pt x="143024" y="187806"/>
                  <a:pt x="142235" y="188595"/>
                </a:cubicBezTo>
                <a:lnTo>
                  <a:pt x="58544" y="272285"/>
                </a:lnTo>
                <a:cubicBezTo>
                  <a:pt x="56704" y="274114"/>
                  <a:pt x="54613" y="275040"/>
                  <a:pt x="52258" y="275040"/>
                </a:cubicBezTo>
                <a:cubicBezTo>
                  <a:pt x="49903" y="275040"/>
                  <a:pt x="47800" y="273989"/>
                  <a:pt x="45971" y="27189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75969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950" dirty="0"/>
          </a:p>
        </p:txBody>
      </p:sp>
      <p:sp>
        <p:nvSpPr>
          <p:cNvPr id="108" name="圖示 下降"/>
          <p:cNvSpPr/>
          <p:nvPr/>
        </p:nvSpPr>
        <p:spPr>
          <a:xfrm>
            <a:off x="847131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8427" y="258135"/>
                </a:moveTo>
                <a:lnTo>
                  <a:pt x="214130" y="163838"/>
                </a:lnTo>
                <a:cubicBezTo>
                  <a:pt x="213089" y="163060"/>
                  <a:pt x="211912" y="162660"/>
                  <a:pt x="210598" y="162660"/>
                </a:cubicBezTo>
                <a:cubicBezTo>
                  <a:pt x="209283" y="162660"/>
                  <a:pt x="208243" y="163060"/>
                  <a:pt x="207455" y="163838"/>
                </a:cubicBezTo>
                <a:lnTo>
                  <a:pt x="161883" y="209809"/>
                </a:lnTo>
                <a:cubicBezTo>
                  <a:pt x="157425" y="214004"/>
                  <a:pt x="152053" y="216096"/>
                  <a:pt x="145767" y="216096"/>
                </a:cubicBezTo>
                <a:cubicBezTo>
                  <a:pt x="139480" y="216096"/>
                  <a:pt x="134245" y="214004"/>
                  <a:pt x="130051" y="209809"/>
                </a:cubicBezTo>
                <a:lnTo>
                  <a:pt x="45971" y="125341"/>
                </a:lnTo>
                <a:cubicBezTo>
                  <a:pt x="44131" y="123764"/>
                  <a:pt x="43217" y="121672"/>
                  <a:pt x="43217" y="119055"/>
                </a:cubicBezTo>
                <a:cubicBezTo>
                  <a:pt x="43217" y="116689"/>
                  <a:pt x="44131" y="114471"/>
                  <a:pt x="45971" y="112368"/>
                </a:cubicBezTo>
                <a:cubicBezTo>
                  <a:pt x="47800" y="110802"/>
                  <a:pt x="49903" y="110014"/>
                  <a:pt x="52258" y="110014"/>
                </a:cubicBezTo>
                <a:cubicBezTo>
                  <a:pt x="54613" y="110014"/>
                  <a:pt x="56704" y="110802"/>
                  <a:pt x="58544" y="112368"/>
                </a:cubicBezTo>
                <a:lnTo>
                  <a:pt x="142235" y="196459"/>
                </a:lnTo>
                <a:cubicBezTo>
                  <a:pt x="143024" y="197236"/>
                  <a:pt x="144064" y="197636"/>
                  <a:pt x="145378" y="197636"/>
                </a:cubicBezTo>
                <a:cubicBezTo>
                  <a:pt x="146944" y="197636"/>
                  <a:pt x="148121" y="197236"/>
                  <a:pt x="148910" y="196459"/>
                </a:cubicBezTo>
                <a:lnTo>
                  <a:pt x="194493" y="150487"/>
                </a:lnTo>
                <a:cubicBezTo>
                  <a:pt x="198939" y="146293"/>
                  <a:pt x="204311" y="144201"/>
                  <a:pt x="210598" y="144201"/>
                </a:cubicBezTo>
                <a:cubicBezTo>
                  <a:pt x="216884" y="144201"/>
                  <a:pt x="222119" y="146293"/>
                  <a:pt x="226314" y="150487"/>
                </a:cubicBezTo>
                <a:lnTo>
                  <a:pt x="320223" y="244785"/>
                </a:lnTo>
                <a:lnTo>
                  <a:pt x="320223" y="201957"/>
                </a:lnTo>
                <a:cubicBezTo>
                  <a:pt x="320223" y="199339"/>
                  <a:pt x="321137" y="197236"/>
                  <a:pt x="322966" y="195670"/>
                </a:cubicBezTo>
                <a:cubicBezTo>
                  <a:pt x="324806" y="193830"/>
                  <a:pt x="326898" y="192916"/>
                  <a:pt x="329253" y="192916"/>
                </a:cubicBezTo>
                <a:cubicBezTo>
                  <a:pt x="331870" y="192916"/>
                  <a:pt x="333973" y="193830"/>
                  <a:pt x="335539" y="195670"/>
                </a:cubicBezTo>
                <a:cubicBezTo>
                  <a:pt x="337116" y="197236"/>
                  <a:pt x="337905" y="199339"/>
                  <a:pt x="337905" y="201957"/>
                </a:cubicBezTo>
                <a:lnTo>
                  <a:pt x="337905" y="264422"/>
                </a:lnTo>
                <a:cubicBezTo>
                  <a:pt x="337905" y="267565"/>
                  <a:pt x="336854" y="270320"/>
                  <a:pt x="334762" y="272674"/>
                </a:cubicBezTo>
                <a:cubicBezTo>
                  <a:pt x="332659" y="274777"/>
                  <a:pt x="329916" y="275817"/>
                  <a:pt x="326509" y="275817"/>
                </a:cubicBezTo>
                <a:lnTo>
                  <a:pt x="264033" y="275817"/>
                </a:lnTo>
                <a:cubicBezTo>
                  <a:pt x="261678" y="275817"/>
                  <a:pt x="259575" y="274903"/>
                  <a:pt x="257747" y="273074"/>
                </a:cubicBezTo>
                <a:cubicBezTo>
                  <a:pt x="256181" y="271497"/>
                  <a:pt x="255392" y="269405"/>
                  <a:pt x="255392" y="266788"/>
                </a:cubicBezTo>
                <a:cubicBezTo>
                  <a:pt x="255392" y="264159"/>
                  <a:pt x="256181" y="262067"/>
                  <a:pt x="257747" y="260501"/>
                </a:cubicBezTo>
                <a:cubicBezTo>
                  <a:pt x="259575" y="258924"/>
                  <a:pt x="261678" y="258135"/>
                  <a:pt x="264033" y="258135"/>
                </a:cubicBezTo>
                <a:lnTo>
                  <a:pt x="308427" y="25813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82903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950" dirty="0"/>
          </a:p>
        </p:txBody>
      </p:sp>
      <p:sp>
        <p:nvSpPr>
          <p:cNvPr id="110" name="圖示 時間軸"/>
          <p:cNvSpPr/>
          <p:nvPr/>
        </p:nvSpPr>
        <p:spPr>
          <a:xfrm>
            <a:off x="916471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4394" y="278961"/>
                </a:moveTo>
                <a:cubicBezTo>
                  <a:pt x="37593" y="278961"/>
                  <a:pt x="31695" y="276606"/>
                  <a:pt x="26723" y="271897"/>
                </a:cubicBezTo>
                <a:cubicBezTo>
                  <a:pt x="22003" y="266913"/>
                  <a:pt x="19648" y="261015"/>
                  <a:pt x="19648" y="254215"/>
                </a:cubicBezTo>
                <a:cubicBezTo>
                  <a:pt x="19648" y="247402"/>
                  <a:pt x="22003" y="241642"/>
                  <a:pt x="26723" y="236921"/>
                </a:cubicBezTo>
                <a:cubicBezTo>
                  <a:pt x="31695" y="232212"/>
                  <a:pt x="37456" y="229846"/>
                  <a:pt x="44006" y="229846"/>
                </a:cubicBezTo>
                <a:cubicBezTo>
                  <a:pt x="45583" y="229846"/>
                  <a:pt x="47149" y="229983"/>
                  <a:pt x="48726" y="230246"/>
                </a:cubicBezTo>
                <a:cubicBezTo>
                  <a:pt x="50292" y="230509"/>
                  <a:pt x="52121" y="231035"/>
                  <a:pt x="54224" y="231812"/>
                </a:cubicBezTo>
                <a:lnTo>
                  <a:pt x="134371" y="151265"/>
                </a:lnTo>
                <a:cubicBezTo>
                  <a:pt x="133594" y="149436"/>
                  <a:pt x="133068" y="147733"/>
                  <a:pt x="132805" y="146167"/>
                </a:cubicBezTo>
                <a:cubicBezTo>
                  <a:pt x="132542" y="144590"/>
                  <a:pt x="132405" y="143024"/>
                  <a:pt x="132405" y="141446"/>
                </a:cubicBezTo>
                <a:cubicBezTo>
                  <a:pt x="132405" y="134634"/>
                  <a:pt x="134897" y="128748"/>
                  <a:pt x="139880" y="123764"/>
                </a:cubicBezTo>
                <a:cubicBezTo>
                  <a:pt x="144590" y="119055"/>
                  <a:pt x="150350" y="116689"/>
                  <a:pt x="157163" y="116689"/>
                </a:cubicBezTo>
                <a:cubicBezTo>
                  <a:pt x="163975" y="116689"/>
                  <a:pt x="169861" y="119181"/>
                  <a:pt x="174845" y="124164"/>
                </a:cubicBezTo>
                <a:cubicBezTo>
                  <a:pt x="179554" y="128873"/>
                  <a:pt x="181920" y="134634"/>
                  <a:pt x="181920" y="141446"/>
                </a:cubicBezTo>
                <a:cubicBezTo>
                  <a:pt x="181920" y="142498"/>
                  <a:pt x="181394" y="145767"/>
                  <a:pt x="180343" y="151265"/>
                </a:cubicBezTo>
                <a:lnTo>
                  <a:pt x="225925" y="196847"/>
                </a:lnTo>
                <a:cubicBezTo>
                  <a:pt x="228017" y="196322"/>
                  <a:pt x="229846" y="195933"/>
                  <a:pt x="231423" y="195670"/>
                </a:cubicBezTo>
                <a:cubicBezTo>
                  <a:pt x="232726" y="195407"/>
                  <a:pt x="234178" y="195270"/>
                  <a:pt x="235744" y="195270"/>
                </a:cubicBezTo>
                <a:cubicBezTo>
                  <a:pt x="237321" y="195270"/>
                  <a:pt x="238887" y="195407"/>
                  <a:pt x="240464" y="195670"/>
                </a:cubicBezTo>
                <a:cubicBezTo>
                  <a:pt x="241767" y="195933"/>
                  <a:pt x="243470" y="196459"/>
                  <a:pt x="245562" y="197236"/>
                </a:cubicBezTo>
                <a:lnTo>
                  <a:pt x="310393" y="132405"/>
                </a:lnTo>
                <a:cubicBezTo>
                  <a:pt x="309616" y="130576"/>
                  <a:pt x="309090" y="128873"/>
                  <a:pt x="308827" y="127307"/>
                </a:cubicBezTo>
                <a:cubicBezTo>
                  <a:pt x="308564" y="125730"/>
                  <a:pt x="308427" y="124164"/>
                  <a:pt x="308427" y="122587"/>
                </a:cubicBezTo>
                <a:cubicBezTo>
                  <a:pt x="308427" y="115774"/>
                  <a:pt x="310793" y="110014"/>
                  <a:pt x="315502" y="105305"/>
                </a:cubicBezTo>
                <a:cubicBezTo>
                  <a:pt x="320486" y="100584"/>
                  <a:pt x="326246" y="98229"/>
                  <a:pt x="332796" y="98229"/>
                </a:cubicBezTo>
                <a:cubicBezTo>
                  <a:pt x="339860" y="98229"/>
                  <a:pt x="345758" y="100584"/>
                  <a:pt x="350478" y="105305"/>
                </a:cubicBezTo>
                <a:cubicBezTo>
                  <a:pt x="355187" y="110277"/>
                  <a:pt x="357542" y="116175"/>
                  <a:pt x="357542" y="122975"/>
                </a:cubicBezTo>
                <a:cubicBezTo>
                  <a:pt x="357542" y="129788"/>
                  <a:pt x="355187" y="135548"/>
                  <a:pt x="350478" y="140269"/>
                </a:cubicBezTo>
                <a:cubicBezTo>
                  <a:pt x="345758" y="144978"/>
                  <a:pt x="339997" y="147344"/>
                  <a:pt x="333185" y="147344"/>
                </a:cubicBezTo>
                <a:cubicBezTo>
                  <a:pt x="331619" y="147344"/>
                  <a:pt x="330041" y="147207"/>
                  <a:pt x="328475" y="146944"/>
                </a:cubicBezTo>
                <a:cubicBezTo>
                  <a:pt x="326898" y="146681"/>
                  <a:pt x="325195" y="146167"/>
                  <a:pt x="323366" y="145378"/>
                </a:cubicBezTo>
                <a:lnTo>
                  <a:pt x="258535" y="210209"/>
                </a:lnTo>
                <a:cubicBezTo>
                  <a:pt x="259324" y="212301"/>
                  <a:pt x="259838" y="214004"/>
                  <a:pt x="260101" y="215318"/>
                </a:cubicBezTo>
                <a:cubicBezTo>
                  <a:pt x="260364" y="216884"/>
                  <a:pt x="260501" y="218462"/>
                  <a:pt x="260501" y="220028"/>
                </a:cubicBezTo>
                <a:cubicBezTo>
                  <a:pt x="260501" y="226840"/>
                  <a:pt x="258009" y="232600"/>
                  <a:pt x="253037" y="237321"/>
                </a:cubicBezTo>
                <a:cubicBezTo>
                  <a:pt x="248317" y="242293"/>
                  <a:pt x="242556" y="244785"/>
                  <a:pt x="235744" y="244785"/>
                </a:cubicBezTo>
                <a:cubicBezTo>
                  <a:pt x="228931" y="244785"/>
                  <a:pt x="223171" y="242293"/>
                  <a:pt x="218462" y="237321"/>
                </a:cubicBezTo>
                <a:cubicBezTo>
                  <a:pt x="213478" y="232600"/>
                  <a:pt x="210986" y="226840"/>
                  <a:pt x="210986" y="220028"/>
                </a:cubicBezTo>
                <a:cubicBezTo>
                  <a:pt x="210986" y="218462"/>
                  <a:pt x="211124" y="216884"/>
                  <a:pt x="211386" y="215318"/>
                </a:cubicBezTo>
                <a:cubicBezTo>
                  <a:pt x="211649" y="213741"/>
                  <a:pt x="212175" y="212038"/>
                  <a:pt x="212952" y="210209"/>
                </a:cubicBezTo>
                <a:lnTo>
                  <a:pt x="166981" y="164238"/>
                </a:lnTo>
                <a:cubicBezTo>
                  <a:pt x="165152" y="165026"/>
                  <a:pt x="163449" y="165541"/>
                  <a:pt x="161883" y="165804"/>
                </a:cubicBezTo>
                <a:cubicBezTo>
                  <a:pt x="160306" y="166066"/>
                  <a:pt x="158740" y="166204"/>
                  <a:pt x="157163" y="166204"/>
                </a:cubicBezTo>
                <a:cubicBezTo>
                  <a:pt x="156111" y="166204"/>
                  <a:pt x="152842" y="165678"/>
                  <a:pt x="147344" y="164626"/>
                </a:cubicBezTo>
                <a:lnTo>
                  <a:pt x="67186" y="244785"/>
                </a:lnTo>
                <a:cubicBezTo>
                  <a:pt x="67974" y="246614"/>
                  <a:pt x="68500" y="248317"/>
                  <a:pt x="68763" y="249894"/>
                </a:cubicBezTo>
                <a:cubicBezTo>
                  <a:pt x="68763" y="251460"/>
                  <a:pt x="68763" y="253037"/>
                  <a:pt x="68763" y="254603"/>
                </a:cubicBezTo>
                <a:cubicBezTo>
                  <a:pt x="68763" y="261153"/>
                  <a:pt x="66397" y="266913"/>
                  <a:pt x="61688" y="271897"/>
                </a:cubicBezTo>
                <a:cubicBezTo>
                  <a:pt x="56967" y="276606"/>
                  <a:pt x="51206" y="278961"/>
                  <a:pt x="44394" y="27896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898375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950" dirty="0"/>
          </a:p>
        </p:txBody>
      </p:sp>
      <p:sp>
        <p:nvSpPr>
          <p:cNvPr id="112" name="圖示 效能"/>
          <p:cNvSpPr/>
          <p:nvPr/>
        </p:nvSpPr>
        <p:spPr>
          <a:xfrm>
            <a:off x="985811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240" y="252637"/>
                </a:moveTo>
                <a:cubicBezTo>
                  <a:pt x="196196" y="252374"/>
                  <a:pt x="203397" y="248843"/>
                  <a:pt x="207843" y="242030"/>
                </a:cubicBezTo>
                <a:lnTo>
                  <a:pt x="274251" y="142235"/>
                </a:lnTo>
                <a:cubicBezTo>
                  <a:pt x="276080" y="139617"/>
                  <a:pt x="275817" y="137251"/>
                  <a:pt x="273463" y="135160"/>
                </a:cubicBezTo>
                <a:cubicBezTo>
                  <a:pt x="271371" y="132805"/>
                  <a:pt x="268879" y="132542"/>
                  <a:pt x="265999" y="134371"/>
                </a:cubicBezTo>
                <a:lnTo>
                  <a:pt x="167381" y="201168"/>
                </a:lnTo>
                <a:cubicBezTo>
                  <a:pt x="160569" y="205626"/>
                  <a:pt x="156900" y="212827"/>
                  <a:pt x="156374" y="222782"/>
                </a:cubicBezTo>
                <a:cubicBezTo>
                  <a:pt x="155848" y="232475"/>
                  <a:pt x="158214" y="240064"/>
                  <a:pt x="163449" y="245562"/>
                </a:cubicBezTo>
                <a:cubicBezTo>
                  <a:pt x="168947" y="250808"/>
                  <a:pt x="176548" y="253163"/>
                  <a:pt x="186240" y="252637"/>
                </a:cubicBezTo>
                <a:close/>
                <a:moveTo>
                  <a:pt x="187806" y="71117"/>
                </a:moveTo>
                <a:cubicBezTo>
                  <a:pt x="200116" y="71117"/>
                  <a:pt x="212301" y="72558"/>
                  <a:pt x="224348" y="75438"/>
                </a:cubicBezTo>
                <a:cubicBezTo>
                  <a:pt x="236658" y="78581"/>
                  <a:pt x="248705" y="83428"/>
                  <a:pt x="260501" y="89977"/>
                </a:cubicBezTo>
                <a:cubicBezTo>
                  <a:pt x="262593" y="91280"/>
                  <a:pt x="263907" y="93246"/>
                  <a:pt x="264422" y="95875"/>
                </a:cubicBezTo>
                <a:cubicBezTo>
                  <a:pt x="264947" y="98229"/>
                  <a:pt x="264422" y="100584"/>
                  <a:pt x="262856" y="102939"/>
                </a:cubicBezTo>
                <a:cubicBezTo>
                  <a:pt x="261278" y="105042"/>
                  <a:pt x="259450" y="106219"/>
                  <a:pt x="257358" y="106482"/>
                </a:cubicBezTo>
                <a:cubicBezTo>
                  <a:pt x="255255" y="106745"/>
                  <a:pt x="253037" y="106219"/>
                  <a:pt x="250671" y="104905"/>
                </a:cubicBezTo>
                <a:cubicBezTo>
                  <a:pt x="240201" y="99407"/>
                  <a:pt x="229457" y="95349"/>
                  <a:pt x="218462" y="92732"/>
                </a:cubicBezTo>
                <a:cubicBezTo>
                  <a:pt x="207717" y="90103"/>
                  <a:pt x="197499" y="88800"/>
                  <a:pt x="187806" y="88800"/>
                </a:cubicBezTo>
                <a:cubicBezTo>
                  <a:pt x="151665" y="88800"/>
                  <a:pt x="120884" y="101636"/>
                  <a:pt x="95475" y="127307"/>
                </a:cubicBezTo>
                <a:cubicBezTo>
                  <a:pt x="69803" y="153231"/>
                  <a:pt x="56967" y="184537"/>
                  <a:pt x="56967" y="221205"/>
                </a:cubicBezTo>
                <a:cubicBezTo>
                  <a:pt x="56967" y="232726"/>
                  <a:pt x="58670" y="244385"/>
                  <a:pt x="62076" y="256181"/>
                </a:cubicBezTo>
                <a:cubicBezTo>
                  <a:pt x="65220" y="267702"/>
                  <a:pt x="69677" y="278572"/>
                  <a:pt x="75438" y="288790"/>
                </a:cubicBezTo>
                <a:lnTo>
                  <a:pt x="300186" y="288790"/>
                </a:lnTo>
                <a:cubicBezTo>
                  <a:pt x="305947" y="279098"/>
                  <a:pt x="310530" y="268228"/>
                  <a:pt x="313936" y="256181"/>
                </a:cubicBezTo>
                <a:cubicBezTo>
                  <a:pt x="317080" y="244122"/>
                  <a:pt x="318646" y="232075"/>
                  <a:pt x="318646" y="220028"/>
                </a:cubicBezTo>
                <a:cubicBezTo>
                  <a:pt x="318646" y="210861"/>
                  <a:pt x="317468" y="200905"/>
                  <a:pt x="315114" y="190172"/>
                </a:cubicBezTo>
                <a:cubicBezTo>
                  <a:pt x="312759" y="179428"/>
                  <a:pt x="308827" y="169210"/>
                  <a:pt x="303329" y="159517"/>
                </a:cubicBezTo>
                <a:cubicBezTo>
                  <a:pt x="302015" y="157425"/>
                  <a:pt x="301489" y="155071"/>
                  <a:pt x="301752" y="152453"/>
                </a:cubicBezTo>
                <a:cubicBezTo>
                  <a:pt x="302015" y="149824"/>
                  <a:pt x="303192" y="147858"/>
                  <a:pt x="305284" y="146555"/>
                </a:cubicBezTo>
                <a:cubicBezTo>
                  <a:pt x="307387" y="144978"/>
                  <a:pt x="309742" y="144590"/>
                  <a:pt x="312359" y="145378"/>
                </a:cubicBezTo>
                <a:cubicBezTo>
                  <a:pt x="314714" y="146167"/>
                  <a:pt x="316554" y="147858"/>
                  <a:pt x="317857" y="150487"/>
                </a:cubicBezTo>
                <a:cubicBezTo>
                  <a:pt x="324143" y="162272"/>
                  <a:pt x="328727" y="173793"/>
                  <a:pt x="331619" y="185063"/>
                </a:cubicBezTo>
                <a:cubicBezTo>
                  <a:pt x="334499" y="196059"/>
                  <a:pt x="336202" y="207192"/>
                  <a:pt x="336716" y="218462"/>
                </a:cubicBezTo>
                <a:cubicBezTo>
                  <a:pt x="336979" y="233389"/>
                  <a:pt x="335413" y="247265"/>
                  <a:pt x="332007" y="260101"/>
                </a:cubicBezTo>
                <a:cubicBezTo>
                  <a:pt x="328601" y="272937"/>
                  <a:pt x="323492" y="285121"/>
                  <a:pt x="316680" y="296643"/>
                </a:cubicBezTo>
                <a:cubicBezTo>
                  <a:pt x="314325" y="301100"/>
                  <a:pt x="311833" y="303844"/>
                  <a:pt x="309216" y="304895"/>
                </a:cubicBezTo>
                <a:cubicBezTo>
                  <a:pt x="306598" y="305947"/>
                  <a:pt x="303192" y="306473"/>
                  <a:pt x="298997" y="306473"/>
                </a:cubicBezTo>
                <a:lnTo>
                  <a:pt x="76615" y="306473"/>
                </a:lnTo>
                <a:cubicBezTo>
                  <a:pt x="73209" y="306473"/>
                  <a:pt x="69940" y="305547"/>
                  <a:pt x="66797" y="303718"/>
                </a:cubicBezTo>
                <a:cubicBezTo>
                  <a:pt x="63391" y="301878"/>
                  <a:pt x="60899" y="299397"/>
                  <a:pt x="59333" y="296254"/>
                </a:cubicBezTo>
                <a:cubicBezTo>
                  <a:pt x="53310" y="285247"/>
                  <a:pt x="48463" y="273588"/>
                  <a:pt x="44794" y="261278"/>
                </a:cubicBezTo>
                <a:cubicBezTo>
                  <a:pt x="41125" y="249231"/>
                  <a:pt x="39296" y="235869"/>
                  <a:pt x="39296" y="221205"/>
                </a:cubicBezTo>
                <a:cubicBezTo>
                  <a:pt x="39296" y="200516"/>
                  <a:pt x="43217" y="181131"/>
                  <a:pt x="51081" y="163060"/>
                </a:cubicBezTo>
                <a:cubicBezTo>
                  <a:pt x="58670" y="144715"/>
                  <a:pt x="69277" y="128748"/>
                  <a:pt x="82902" y="115123"/>
                </a:cubicBezTo>
                <a:cubicBezTo>
                  <a:pt x="96263" y="101761"/>
                  <a:pt x="111980" y="91029"/>
                  <a:pt x="130051" y="82902"/>
                </a:cubicBezTo>
                <a:cubicBezTo>
                  <a:pt x="148121" y="75049"/>
                  <a:pt x="167381" y="71117"/>
                  <a:pt x="187806" y="71117"/>
                </a:cubicBezTo>
                <a:close/>
                <a:moveTo>
                  <a:pt x="185063" y="19252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967715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950" dirty="0"/>
          </a:p>
        </p:txBody>
      </p:sp>
      <p:sp>
        <p:nvSpPr>
          <p:cNvPr id="114" name="圖示 儀表板"/>
          <p:cNvSpPr/>
          <p:nvPr/>
        </p:nvSpPr>
        <p:spPr>
          <a:xfrm>
            <a:off x="1055151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5489" y="138692"/>
                </a:moveTo>
                <a:lnTo>
                  <a:pt x="205489" y="66397"/>
                </a:lnTo>
                <a:cubicBezTo>
                  <a:pt x="205489" y="62991"/>
                  <a:pt x="206540" y="60248"/>
                  <a:pt x="208632" y="58156"/>
                </a:cubicBezTo>
                <a:cubicBezTo>
                  <a:pt x="210723" y="56053"/>
                  <a:pt x="213478" y="55013"/>
                  <a:pt x="216884" y="55013"/>
                </a:cubicBezTo>
                <a:lnTo>
                  <a:pt x="310793" y="55013"/>
                </a:lnTo>
                <a:cubicBezTo>
                  <a:pt x="314199" y="55013"/>
                  <a:pt x="316942" y="56053"/>
                  <a:pt x="319046" y="58156"/>
                </a:cubicBezTo>
                <a:cubicBezTo>
                  <a:pt x="321137" y="60248"/>
                  <a:pt x="322189" y="62991"/>
                  <a:pt x="322189" y="66397"/>
                </a:cubicBezTo>
                <a:lnTo>
                  <a:pt x="322189" y="138692"/>
                </a:lnTo>
                <a:cubicBezTo>
                  <a:pt x="322189" y="141835"/>
                  <a:pt x="321137" y="144590"/>
                  <a:pt x="319046" y="146944"/>
                </a:cubicBezTo>
                <a:cubicBezTo>
                  <a:pt x="316680" y="149047"/>
                  <a:pt x="313936" y="150087"/>
                  <a:pt x="310793" y="150087"/>
                </a:cubicBezTo>
                <a:lnTo>
                  <a:pt x="216496" y="150087"/>
                </a:lnTo>
                <a:cubicBezTo>
                  <a:pt x="213352" y="150087"/>
                  <a:pt x="210723" y="149047"/>
                  <a:pt x="208632" y="146944"/>
                </a:cubicBezTo>
                <a:cubicBezTo>
                  <a:pt x="206540" y="144590"/>
                  <a:pt x="205489" y="141835"/>
                  <a:pt x="205489" y="138692"/>
                </a:cubicBezTo>
                <a:close/>
                <a:moveTo>
                  <a:pt x="55013" y="182309"/>
                </a:moveTo>
                <a:lnTo>
                  <a:pt x="55013" y="66397"/>
                </a:lnTo>
                <a:cubicBezTo>
                  <a:pt x="55013" y="62991"/>
                  <a:pt x="56053" y="60248"/>
                  <a:pt x="58156" y="58156"/>
                </a:cubicBezTo>
                <a:cubicBezTo>
                  <a:pt x="60510" y="56053"/>
                  <a:pt x="63254" y="55013"/>
                  <a:pt x="66397" y="55013"/>
                </a:cubicBezTo>
                <a:lnTo>
                  <a:pt x="160694" y="55013"/>
                </a:lnTo>
                <a:cubicBezTo>
                  <a:pt x="163838" y="55013"/>
                  <a:pt x="166467" y="56053"/>
                  <a:pt x="168558" y="58156"/>
                </a:cubicBezTo>
                <a:cubicBezTo>
                  <a:pt x="170650" y="60510"/>
                  <a:pt x="171701" y="63254"/>
                  <a:pt x="171701" y="66397"/>
                </a:cubicBezTo>
                <a:lnTo>
                  <a:pt x="171701" y="182309"/>
                </a:lnTo>
                <a:cubicBezTo>
                  <a:pt x="171701" y="185452"/>
                  <a:pt x="170650" y="188069"/>
                  <a:pt x="168558" y="190172"/>
                </a:cubicBezTo>
                <a:cubicBezTo>
                  <a:pt x="166467" y="192527"/>
                  <a:pt x="163712" y="193704"/>
                  <a:pt x="160306" y="193704"/>
                </a:cubicBezTo>
                <a:lnTo>
                  <a:pt x="66397" y="193704"/>
                </a:lnTo>
                <a:cubicBezTo>
                  <a:pt x="62991" y="193704"/>
                  <a:pt x="60248" y="192527"/>
                  <a:pt x="58156" y="190172"/>
                </a:cubicBezTo>
                <a:cubicBezTo>
                  <a:pt x="56053" y="188069"/>
                  <a:pt x="55013" y="185452"/>
                  <a:pt x="55013" y="182309"/>
                </a:cubicBezTo>
                <a:close/>
                <a:moveTo>
                  <a:pt x="205489" y="310793"/>
                </a:moveTo>
                <a:lnTo>
                  <a:pt x="205489" y="194882"/>
                </a:lnTo>
                <a:cubicBezTo>
                  <a:pt x="205489" y="191738"/>
                  <a:pt x="206540" y="189121"/>
                  <a:pt x="208632" y="187029"/>
                </a:cubicBezTo>
                <a:cubicBezTo>
                  <a:pt x="210723" y="184663"/>
                  <a:pt x="213478" y="183486"/>
                  <a:pt x="216884" y="183486"/>
                </a:cubicBezTo>
                <a:lnTo>
                  <a:pt x="310793" y="183486"/>
                </a:lnTo>
                <a:cubicBezTo>
                  <a:pt x="314199" y="183486"/>
                  <a:pt x="316942" y="184663"/>
                  <a:pt x="319046" y="187029"/>
                </a:cubicBezTo>
                <a:cubicBezTo>
                  <a:pt x="321137" y="189121"/>
                  <a:pt x="322189" y="191738"/>
                  <a:pt x="322189" y="194882"/>
                </a:cubicBezTo>
                <a:lnTo>
                  <a:pt x="322189" y="310793"/>
                </a:lnTo>
                <a:cubicBezTo>
                  <a:pt x="322189" y="314199"/>
                  <a:pt x="321137" y="316942"/>
                  <a:pt x="319046" y="319046"/>
                </a:cubicBezTo>
                <a:cubicBezTo>
                  <a:pt x="316680" y="321137"/>
                  <a:pt x="313936" y="322189"/>
                  <a:pt x="310793" y="322189"/>
                </a:cubicBezTo>
                <a:lnTo>
                  <a:pt x="216496" y="322189"/>
                </a:lnTo>
                <a:cubicBezTo>
                  <a:pt x="213352" y="322189"/>
                  <a:pt x="210723" y="321137"/>
                  <a:pt x="208632" y="319046"/>
                </a:cubicBezTo>
                <a:cubicBezTo>
                  <a:pt x="206540" y="316942"/>
                  <a:pt x="205489" y="314199"/>
                  <a:pt x="205489" y="310793"/>
                </a:cubicBezTo>
                <a:close/>
                <a:moveTo>
                  <a:pt x="55013" y="310793"/>
                </a:moveTo>
                <a:lnTo>
                  <a:pt x="55013" y="238498"/>
                </a:lnTo>
                <a:cubicBezTo>
                  <a:pt x="55013" y="235355"/>
                  <a:pt x="56053" y="232600"/>
                  <a:pt x="58156" y="230246"/>
                </a:cubicBezTo>
                <a:cubicBezTo>
                  <a:pt x="60510" y="228143"/>
                  <a:pt x="63254" y="227103"/>
                  <a:pt x="66397" y="227103"/>
                </a:cubicBezTo>
                <a:lnTo>
                  <a:pt x="160694" y="227103"/>
                </a:lnTo>
                <a:cubicBezTo>
                  <a:pt x="163838" y="227103"/>
                  <a:pt x="166467" y="228143"/>
                  <a:pt x="168558" y="230246"/>
                </a:cubicBezTo>
                <a:cubicBezTo>
                  <a:pt x="170650" y="232600"/>
                  <a:pt x="171701" y="235355"/>
                  <a:pt x="171701" y="238498"/>
                </a:cubicBezTo>
                <a:lnTo>
                  <a:pt x="171701" y="310793"/>
                </a:lnTo>
                <a:cubicBezTo>
                  <a:pt x="171701" y="314199"/>
                  <a:pt x="170650" y="316942"/>
                  <a:pt x="168558" y="319046"/>
                </a:cubicBezTo>
                <a:cubicBezTo>
                  <a:pt x="166467" y="321137"/>
                  <a:pt x="163712" y="322189"/>
                  <a:pt x="160306" y="322189"/>
                </a:cubicBezTo>
                <a:lnTo>
                  <a:pt x="66397" y="322189"/>
                </a:lnTo>
                <a:cubicBezTo>
                  <a:pt x="62991" y="322189"/>
                  <a:pt x="60248" y="321137"/>
                  <a:pt x="58156" y="319046"/>
                </a:cubicBezTo>
                <a:cubicBezTo>
                  <a:pt x="56053" y="316942"/>
                  <a:pt x="55013" y="314199"/>
                  <a:pt x="55013" y="310793"/>
                </a:cubicBezTo>
                <a:close/>
                <a:moveTo>
                  <a:pt x="72683" y="175633"/>
                </a:moveTo>
                <a:lnTo>
                  <a:pt x="154019" y="175633"/>
                </a:lnTo>
                <a:lnTo>
                  <a:pt x="154019" y="72683"/>
                </a:lnTo>
                <a:lnTo>
                  <a:pt x="72683" y="72683"/>
                </a:lnTo>
                <a:lnTo>
                  <a:pt x="72683" y="175633"/>
                </a:lnTo>
                <a:close/>
                <a:moveTo>
                  <a:pt x="223171" y="304507"/>
                </a:moveTo>
                <a:lnTo>
                  <a:pt x="304507" y="304507"/>
                </a:lnTo>
                <a:lnTo>
                  <a:pt x="304507" y="201557"/>
                </a:lnTo>
                <a:lnTo>
                  <a:pt x="223171" y="201557"/>
                </a:lnTo>
                <a:lnTo>
                  <a:pt x="223171" y="304507"/>
                </a:lnTo>
                <a:close/>
                <a:moveTo>
                  <a:pt x="223171" y="132405"/>
                </a:moveTo>
                <a:lnTo>
                  <a:pt x="304507" y="132405"/>
                </a:lnTo>
                <a:lnTo>
                  <a:pt x="304507" y="72683"/>
                </a:lnTo>
                <a:lnTo>
                  <a:pt x="223171" y="72683"/>
                </a:lnTo>
                <a:lnTo>
                  <a:pt x="223171" y="132405"/>
                </a:lnTo>
                <a:close/>
                <a:moveTo>
                  <a:pt x="72683" y="304507"/>
                </a:moveTo>
                <a:lnTo>
                  <a:pt x="154019" y="304507"/>
                </a:lnTo>
                <a:lnTo>
                  <a:pt x="154019" y="244785"/>
                </a:lnTo>
                <a:lnTo>
                  <a:pt x="72683" y="244785"/>
                </a:lnTo>
                <a:lnTo>
                  <a:pt x="72683" y="304507"/>
                </a:lnTo>
                <a:close/>
                <a:moveTo>
                  <a:pt x="154019" y="175633"/>
                </a:moveTo>
                <a:close/>
                <a:moveTo>
                  <a:pt x="223171" y="132405"/>
                </a:moveTo>
                <a:close/>
                <a:moveTo>
                  <a:pt x="223171" y="201557"/>
                </a:moveTo>
                <a:close/>
                <a:moveTo>
                  <a:pt x="154019" y="24478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1037055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950" dirty="0"/>
          </a:p>
        </p:txBody>
      </p:sp>
      <p:sp>
        <p:nvSpPr>
          <p:cNvPr id="116" name="圖示 完成"/>
          <p:cNvSpPr/>
          <p:nvPr/>
        </p:nvSpPr>
        <p:spPr>
          <a:xfrm>
            <a:off x="1124492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227891"/>
                </a:moveTo>
                <a:lnTo>
                  <a:pt x="125730" y="187806"/>
                </a:lnTo>
                <a:cubicBezTo>
                  <a:pt x="123638" y="185978"/>
                  <a:pt x="121409" y="185063"/>
                  <a:pt x="119055" y="185063"/>
                </a:cubicBezTo>
                <a:cubicBezTo>
                  <a:pt x="116426" y="185063"/>
                  <a:pt x="114071" y="186103"/>
                  <a:pt x="111980" y="188206"/>
                </a:cubicBezTo>
                <a:cubicBezTo>
                  <a:pt x="110139" y="190035"/>
                  <a:pt x="109225" y="192127"/>
                  <a:pt x="109225" y="194493"/>
                </a:cubicBezTo>
                <a:cubicBezTo>
                  <a:pt x="109225" y="197110"/>
                  <a:pt x="110139" y="199339"/>
                  <a:pt x="111980" y="201168"/>
                </a:cubicBezTo>
                <a:lnTo>
                  <a:pt x="157551" y="246751"/>
                </a:lnTo>
                <a:cubicBezTo>
                  <a:pt x="159654" y="249105"/>
                  <a:pt x="162272" y="250283"/>
                  <a:pt x="165415" y="250283"/>
                </a:cubicBezTo>
                <a:cubicBezTo>
                  <a:pt x="168558" y="250283"/>
                  <a:pt x="171176" y="249105"/>
                  <a:pt x="173267" y="246751"/>
                </a:cubicBezTo>
                <a:lnTo>
                  <a:pt x="264422" y="155985"/>
                </a:lnTo>
                <a:cubicBezTo>
                  <a:pt x="266525" y="153894"/>
                  <a:pt x="267565" y="151528"/>
                  <a:pt x="267565" y="148910"/>
                </a:cubicBezTo>
                <a:cubicBezTo>
                  <a:pt x="267565" y="146293"/>
                  <a:pt x="266525" y="144064"/>
                  <a:pt x="264422" y="142235"/>
                </a:cubicBezTo>
                <a:cubicBezTo>
                  <a:pt x="262593" y="140395"/>
                  <a:pt x="260364" y="139480"/>
                  <a:pt x="257747" y="139480"/>
                </a:cubicBezTo>
                <a:cubicBezTo>
                  <a:pt x="255129" y="139480"/>
                  <a:pt x="252774" y="140395"/>
                  <a:pt x="250671" y="142235"/>
                </a:cubicBezTo>
                <a:lnTo>
                  <a:pt x="165415" y="227891"/>
                </a:lnTo>
                <a:close/>
                <a:moveTo>
                  <a:pt x="188595" y="337905"/>
                </a:moveTo>
                <a:cubicBezTo>
                  <a:pt x="168170" y="337905"/>
                  <a:pt x="148910" y="333973"/>
                  <a:pt x="130839" y="326109"/>
                </a:cubicBezTo>
                <a:cubicBezTo>
                  <a:pt x="112505" y="318257"/>
                  <a:pt x="96652" y="307513"/>
                  <a:pt x="83302" y="293900"/>
                </a:cubicBezTo>
                <a:cubicBezTo>
                  <a:pt x="69677" y="280538"/>
                  <a:pt x="58933" y="264685"/>
                  <a:pt x="51081" y="246351"/>
                </a:cubicBezTo>
                <a:cubicBezTo>
                  <a:pt x="43217" y="228280"/>
                  <a:pt x="39296" y="209032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505" y="58933"/>
                  <a:pt x="130839" y="51081"/>
                </a:cubicBezTo>
                <a:cubicBezTo>
                  <a:pt x="148910" y="43217"/>
                  <a:pt x="168170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032"/>
                  <a:pt x="333973" y="228280"/>
                  <a:pt x="326109" y="246351"/>
                </a:cubicBezTo>
                <a:cubicBezTo>
                  <a:pt x="318257" y="264685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595" y="320223"/>
                </a:moveTo>
                <a:cubicBezTo>
                  <a:pt x="225262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190" y="320223"/>
                  <a:pt x="188595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1106395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950" dirty="0"/>
          </a:p>
        </p:txBody>
      </p:sp>
      <p:sp>
        <p:nvSpPr>
          <p:cNvPr id="118" name="圖示 錯誤"/>
          <p:cNvSpPr/>
          <p:nvPr/>
        </p:nvSpPr>
        <p:spPr>
          <a:xfrm>
            <a:off x="1193832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01168"/>
                </a:moveTo>
                <a:lnTo>
                  <a:pt x="240464" y="253037"/>
                </a:lnTo>
                <a:cubicBezTo>
                  <a:pt x="242293" y="254866"/>
                  <a:pt x="244385" y="255781"/>
                  <a:pt x="246751" y="255781"/>
                </a:cubicBezTo>
                <a:cubicBezTo>
                  <a:pt x="249105" y="256043"/>
                  <a:pt x="251197" y="255129"/>
                  <a:pt x="253037" y="253037"/>
                </a:cubicBezTo>
                <a:cubicBezTo>
                  <a:pt x="255129" y="251197"/>
                  <a:pt x="256181" y="249105"/>
                  <a:pt x="256181" y="246751"/>
                </a:cubicBezTo>
                <a:cubicBezTo>
                  <a:pt x="256181" y="244648"/>
                  <a:pt x="255129" y="242556"/>
                  <a:pt x="253037" y="240464"/>
                </a:cubicBezTo>
                <a:lnTo>
                  <a:pt x="201168" y="188595"/>
                </a:lnTo>
                <a:lnTo>
                  <a:pt x="253037" y="136737"/>
                </a:lnTo>
                <a:cubicBezTo>
                  <a:pt x="254866" y="134897"/>
                  <a:pt x="255781" y="132805"/>
                  <a:pt x="255781" y="130451"/>
                </a:cubicBezTo>
                <a:cubicBezTo>
                  <a:pt x="256043" y="128085"/>
                  <a:pt x="255129" y="125993"/>
                  <a:pt x="253037" y="124164"/>
                </a:cubicBezTo>
                <a:cubicBezTo>
                  <a:pt x="251197" y="122061"/>
                  <a:pt x="249105" y="121021"/>
                  <a:pt x="246751" y="121021"/>
                </a:cubicBezTo>
                <a:cubicBezTo>
                  <a:pt x="244648" y="121021"/>
                  <a:pt x="242556" y="122061"/>
                  <a:pt x="240464" y="124164"/>
                </a:cubicBezTo>
                <a:lnTo>
                  <a:pt x="188595" y="176022"/>
                </a:lnTo>
                <a:lnTo>
                  <a:pt x="136737" y="124164"/>
                </a:lnTo>
                <a:cubicBezTo>
                  <a:pt x="134897" y="122324"/>
                  <a:pt x="132805" y="121409"/>
                  <a:pt x="130451" y="121409"/>
                </a:cubicBezTo>
                <a:cubicBezTo>
                  <a:pt x="128085" y="121147"/>
                  <a:pt x="125993" y="122061"/>
                  <a:pt x="124164" y="124164"/>
                </a:cubicBezTo>
                <a:cubicBezTo>
                  <a:pt x="122061" y="125993"/>
                  <a:pt x="121021" y="128085"/>
                  <a:pt x="121021" y="130451"/>
                </a:cubicBezTo>
                <a:cubicBezTo>
                  <a:pt x="121021" y="132542"/>
                  <a:pt x="122061" y="134634"/>
                  <a:pt x="124164" y="136737"/>
                </a:cubicBezTo>
                <a:lnTo>
                  <a:pt x="176022" y="188595"/>
                </a:lnTo>
                <a:lnTo>
                  <a:pt x="124164" y="240464"/>
                </a:lnTo>
                <a:cubicBezTo>
                  <a:pt x="122324" y="242293"/>
                  <a:pt x="121409" y="244385"/>
                  <a:pt x="121409" y="246751"/>
                </a:cubicBezTo>
                <a:cubicBezTo>
                  <a:pt x="121147" y="249105"/>
                  <a:pt x="122061" y="251197"/>
                  <a:pt x="124164" y="253037"/>
                </a:cubicBezTo>
                <a:cubicBezTo>
                  <a:pt x="125993" y="255129"/>
                  <a:pt x="128085" y="256181"/>
                  <a:pt x="130451" y="256181"/>
                </a:cubicBezTo>
                <a:cubicBezTo>
                  <a:pt x="132542" y="256181"/>
                  <a:pt x="134634" y="255129"/>
                  <a:pt x="136737" y="253037"/>
                </a:cubicBezTo>
                <a:lnTo>
                  <a:pt x="188595" y="201168"/>
                </a:lnTo>
                <a:close/>
                <a:moveTo>
                  <a:pt x="188595" y="337905"/>
                </a:moveTo>
                <a:cubicBezTo>
                  <a:pt x="168170" y="337905"/>
                  <a:pt x="148910" y="333973"/>
                  <a:pt x="130839" y="326109"/>
                </a:cubicBezTo>
                <a:cubicBezTo>
                  <a:pt x="112505" y="318257"/>
                  <a:pt x="96652" y="307513"/>
                  <a:pt x="83302" y="293900"/>
                </a:cubicBezTo>
                <a:cubicBezTo>
                  <a:pt x="69677" y="280538"/>
                  <a:pt x="58933" y="264685"/>
                  <a:pt x="51081" y="246351"/>
                </a:cubicBezTo>
                <a:cubicBezTo>
                  <a:pt x="43217" y="228280"/>
                  <a:pt x="39296" y="209032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505" y="58933"/>
                  <a:pt x="130839" y="51081"/>
                </a:cubicBezTo>
                <a:cubicBezTo>
                  <a:pt x="148910" y="43217"/>
                  <a:pt x="168170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032"/>
                  <a:pt x="333973" y="228280"/>
                  <a:pt x="326109" y="246351"/>
                </a:cubicBezTo>
                <a:cubicBezTo>
                  <a:pt x="318257" y="264685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595" y="320223"/>
                </a:moveTo>
                <a:cubicBezTo>
                  <a:pt x="225262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190" y="320223"/>
                  <a:pt x="188595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1175735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950" dirty="0"/>
          </a:p>
        </p:txBody>
      </p:sp>
      <p:sp>
        <p:nvSpPr>
          <p:cNvPr id="120" name="圖示 阻擋"/>
          <p:cNvSpPr/>
          <p:nvPr/>
        </p:nvSpPr>
        <p:spPr>
          <a:xfrm>
            <a:off x="1263172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451" y="326109"/>
                </a:moveTo>
                <a:cubicBezTo>
                  <a:pt x="112105" y="318257"/>
                  <a:pt x="96263" y="307650"/>
                  <a:pt x="82902" y="294288"/>
                </a:cubicBezTo>
                <a:cubicBezTo>
                  <a:pt x="69540" y="280927"/>
                  <a:pt x="58933" y="265085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540" y="96263"/>
                  <a:pt x="82902" y="82902"/>
                </a:cubicBezTo>
                <a:cubicBezTo>
                  <a:pt x="96263" y="69540"/>
                  <a:pt x="112105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5085"/>
                  <a:pt x="307650" y="280927"/>
                  <a:pt x="294288" y="294288"/>
                </a:cubicBezTo>
                <a:cubicBezTo>
                  <a:pt x="280927" y="307650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ubicBezTo>
                  <a:pt x="167907" y="337905"/>
                  <a:pt x="148521" y="333973"/>
                  <a:pt x="130451" y="326109"/>
                </a:cubicBezTo>
                <a:close/>
                <a:moveTo>
                  <a:pt x="188595" y="320223"/>
                </a:moveTo>
                <a:cubicBezTo>
                  <a:pt x="204837" y="320223"/>
                  <a:pt x="220290" y="317343"/>
                  <a:pt x="234955" y="311570"/>
                </a:cubicBezTo>
                <a:cubicBezTo>
                  <a:pt x="249894" y="306073"/>
                  <a:pt x="263381" y="298083"/>
                  <a:pt x="275429" y="287613"/>
                </a:cubicBezTo>
                <a:lnTo>
                  <a:pt x="89588" y="101761"/>
                </a:lnTo>
                <a:cubicBezTo>
                  <a:pt x="79370" y="114071"/>
                  <a:pt x="71380" y="127559"/>
                  <a:pt x="65620" y="142235"/>
                </a:cubicBezTo>
                <a:cubicBezTo>
                  <a:pt x="59847" y="157163"/>
                  <a:pt x="56967" y="172616"/>
                  <a:pt x="56967" y="188595"/>
                </a:cubicBezTo>
                <a:cubicBezTo>
                  <a:pt x="56967" y="225262"/>
                  <a:pt x="69803" y="256306"/>
                  <a:pt x="95475" y="281715"/>
                </a:cubicBezTo>
                <a:cubicBezTo>
                  <a:pt x="120884" y="307387"/>
                  <a:pt x="151928" y="320223"/>
                  <a:pt x="188595" y="320223"/>
                </a:cubicBezTo>
                <a:close/>
                <a:moveTo>
                  <a:pt x="287213" y="275429"/>
                </a:moveTo>
                <a:cubicBezTo>
                  <a:pt x="297431" y="263381"/>
                  <a:pt x="305421" y="249894"/>
                  <a:pt x="311182" y="234955"/>
                </a:cubicBezTo>
                <a:cubicBezTo>
                  <a:pt x="317205" y="220290"/>
                  <a:pt x="320223" y="204837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72353" y="56967"/>
                  <a:pt x="156900" y="59847"/>
                  <a:pt x="142235" y="65620"/>
                </a:cubicBezTo>
                <a:cubicBezTo>
                  <a:pt x="127307" y="71380"/>
                  <a:pt x="113809" y="79496"/>
                  <a:pt x="101761" y="89977"/>
                </a:cubicBezTo>
                <a:lnTo>
                  <a:pt x="287213" y="275429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245075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950" dirty="0"/>
          </a:p>
        </p:txBody>
      </p:sp>
      <p:sp>
        <p:nvSpPr>
          <p:cNvPr id="122" name="圖示 警示"/>
          <p:cNvSpPr/>
          <p:nvPr/>
        </p:nvSpPr>
        <p:spPr>
          <a:xfrm>
            <a:off x="1332512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9115" y="322189"/>
                </a:moveTo>
                <a:cubicBezTo>
                  <a:pt x="46760" y="322189"/>
                  <a:pt x="44794" y="321663"/>
                  <a:pt x="43217" y="320612"/>
                </a:cubicBezTo>
                <a:cubicBezTo>
                  <a:pt x="41388" y="319560"/>
                  <a:pt x="39948" y="318120"/>
                  <a:pt x="38896" y="316291"/>
                </a:cubicBezTo>
                <a:cubicBezTo>
                  <a:pt x="38108" y="314714"/>
                  <a:pt x="37593" y="313011"/>
                  <a:pt x="37330" y="311182"/>
                </a:cubicBezTo>
                <a:cubicBezTo>
                  <a:pt x="37330" y="309090"/>
                  <a:pt x="37845" y="307124"/>
                  <a:pt x="38896" y="305284"/>
                </a:cubicBezTo>
                <a:lnTo>
                  <a:pt x="178777" y="64042"/>
                </a:lnTo>
                <a:cubicBezTo>
                  <a:pt x="180080" y="62213"/>
                  <a:pt x="181520" y="60773"/>
                  <a:pt x="183097" y="59722"/>
                </a:cubicBezTo>
                <a:cubicBezTo>
                  <a:pt x="184663" y="58933"/>
                  <a:pt x="186503" y="58544"/>
                  <a:pt x="188595" y="58544"/>
                </a:cubicBezTo>
                <a:cubicBezTo>
                  <a:pt x="190687" y="58544"/>
                  <a:pt x="192527" y="58933"/>
                  <a:pt x="194093" y="59722"/>
                </a:cubicBezTo>
                <a:cubicBezTo>
                  <a:pt x="195670" y="60773"/>
                  <a:pt x="197110" y="62213"/>
                  <a:pt x="198413" y="64042"/>
                </a:cubicBezTo>
                <a:lnTo>
                  <a:pt x="338294" y="305284"/>
                </a:lnTo>
                <a:cubicBezTo>
                  <a:pt x="339345" y="307124"/>
                  <a:pt x="339860" y="308953"/>
                  <a:pt x="339860" y="310793"/>
                </a:cubicBezTo>
                <a:cubicBezTo>
                  <a:pt x="339597" y="312885"/>
                  <a:pt x="338945" y="314851"/>
                  <a:pt x="337905" y="316680"/>
                </a:cubicBezTo>
                <a:cubicBezTo>
                  <a:pt x="337116" y="318257"/>
                  <a:pt x="335802" y="319560"/>
                  <a:pt x="333973" y="320612"/>
                </a:cubicBezTo>
                <a:cubicBezTo>
                  <a:pt x="332396" y="321663"/>
                  <a:pt x="330430" y="322189"/>
                  <a:pt x="328075" y="322189"/>
                </a:cubicBezTo>
                <a:lnTo>
                  <a:pt x="49115" y="322189"/>
                </a:lnTo>
                <a:close/>
                <a:moveTo>
                  <a:pt x="60110" y="304507"/>
                </a:moveTo>
                <a:lnTo>
                  <a:pt x="317080" y="304507"/>
                </a:lnTo>
                <a:lnTo>
                  <a:pt x="188595" y="82902"/>
                </a:lnTo>
                <a:lnTo>
                  <a:pt x="60110" y="304507"/>
                </a:lnTo>
                <a:close/>
                <a:moveTo>
                  <a:pt x="196847" y="277783"/>
                </a:moveTo>
                <a:cubicBezTo>
                  <a:pt x="198676" y="275954"/>
                  <a:pt x="199602" y="273726"/>
                  <a:pt x="199602" y="271108"/>
                </a:cubicBezTo>
                <a:cubicBezTo>
                  <a:pt x="199602" y="268228"/>
                  <a:pt x="198676" y="265862"/>
                  <a:pt x="196847" y="264033"/>
                </a:cubicBezTo>
                <a:cubicBezTo>
                  <a:pt x="195007" y="262204"/>
                  <a:pt x="192653" y="261278"/>
                  <a:pt x="189772" y="261278"/>
                </a:cubicBezTo>
                <a:cubicBezTo>
                  <a:pt x="186892" y="261278"/>
                  <a:pt x="184537" y="262204"/>
                  <a:pt x="182697" y="264033"/>
                </a:cubicBezTo>
                <a:cubicBezTo>
                  <a:pt x="180868" y="265862"/>
                  <a:pt x="179954" y="268228"/>
                  <a:pt x="179954" y="271108"/>
                </a:cubicBezTo>
                <a:cubicBezTo>
                  <a:pt x="179954" y="273726"/>
                  <a:pt x="180868" y="275954"/>
                  <a:pt x="182697" y="277783"/>
                </a:cubicBezTo>
                <a:cubicBezTo>
                  <a:pt x="184537" y="279875"/>
                  <a:pt x="186892" y="280927"/>
                  <a:pt x="189772" y="280927"/>
                </a:cubicBezTo>
                <a:cubicBezTo>
                  <a:pt x="192653" y="280927"/>
                  <a:pt x="195007" y="279875"/>
                  <a:pt x="196847" y="277783"/>
                </a:cubicBezTo>
                <a:close/>
                <a:moveTo>
                  <a:pt x="196059" y="239676"/>
                </a:moveTo>
                <a:cubicBezTo>
                  <a:pt x="197899" y="238098"/>
                  <a:pt x="198813" y="236007"/>
                  <a:pt x="198813" y="233389"/>
                </a:cubicBezTo>
                <a:lnTo>
                  <a:pt x="198813" y="165415"/>
                </a:lnTo>
                <a:cubicBezTo>
                  <a:pt x="198813" y="163060"/>
                  <a:pt x="197899" y="160957"/>
                  <a:pt x="196059" y="159128"/>
                </a:cubicBezTo>
                <a:cubicBezTo>
                  <a:pt x="194493" y="157551"/>
                  <a:pt x="192390" y="156774"/>
                  <a:pt x="189772" y="156774"/>
                </a:cubicBezTo>
                <a:cubicBezTo>
                  <a:pt x="187155" y="156774"/>
                  <a:pt x="185063" y="157551"/>
                  <a:pt x="183486" y="159128"/>
                </a:cubicBezTo>
                <a:cubicBezTo>
                  <a:pt x="181657" y="160957"/>
                  <a:pt x="180743" y="163060"/>
                  <a:pt x="180743" y="165415"/>
                </a:cubicBezTo>
                <a:lnTo>
                  <a:pt x="180743" y="233389"/>
                </a:lnTo>
                <a:cubicBezTo>
                  <a:pt x="180743" y="236007"/>
                  <a:pt x="181657" y="238098"/>
                  <a:pt x="183486" y="239676"/>
                </a:cubicBezTo>
                <a:cubicBezTo>
                  <a:pt x="185063" y="241504"/>
                  <a:pt x="187155" y="242419"/>
                  <a:pt x="189772" y="242419"/>
                </a:cubicBezTo>
                <a:cubicBezTo>
                  <a:pt x="192390" y="242419"/>
                  <a:pt x="194493" y="241504"/>
                  <a:pt x="196059" y="239676"/>
                </a:cubicBezTo>
                <a:close/>
                <a:moveTo>
                  <a:pt x="188595" y="19370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314415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950" dirty="0"/>
          </a:p>
        </p:txBody>
      </p:sp>
      <p:sp>
        <p:nvSpPr>
          <p:cNvPr id="124" name="圖示 異常"/>
          <p:cNvSpPr/>
          <p:nvPr/>
        </p:nvSpPr>
        <p:spPr>
          <a:xfrm>
            <a:off x="1401852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6059" y="259712"/>
                </a:moveTo>
                <a:cubicBezTo>
                  <a:pt x="198150" y="257872"/>
                  <a:pt x="199202" y="255392"/>
                  <a:pt x="199202" y="252249"/>
                </a:cubicBezTo>
                <a:cubicBezTo>
                  <a:pt x="199202" y="249105"/>
                  <a:pt x="198150" y="246614"/>
                  <a:pt x="196059" y="244785"/>
                </a:cubicBezTo>
                <a:cubicBezTo>
                  <a:pt x="194230" y="242682"/>
                  <a:pt x="191738" y="241642"/>
                  <a:pt x="188595" y="241642"/>
                </a:cubicBezTo>
                <a:cubicBezTo>
                  <a:pt x="185452" y="241642"/>
                  <a:pt x="182960" y="242682"/>
                  <a:pt x="181131" y="244785"/>
                </a:cubicBezTo>
                <a:cubicBezTo>
                  <a:pt x="179040" y="246614"/>
                  <a:pt x="177988" y="249105"/>
                  <a:pt x="177988" y="252249"/>
                </a:cubicBezTo>
                <a:cubicBezTo>
                  <a:pt x="177988" y="255392"/>
                  <a:pt x="179040" y="257872"/>
                  <a:pt x="181131" y="259712"/>
                </a:cubicBezTo>
                <a:cubicBezTo>
                  <a:pt x="182960" y="261804"/>
                  <a:pt x="185452" y="262856"/>
                  <a:pt x="188595" y="262856"/>
                </a:cubicBezTo>
                <a:cubicBezTo>
                  <a:pt x="191738" y="262856"/>
                  <a:pt x="194230" y="261804"/>
                  <a:pt x="196059" y="259712"/>
                </a:cubicBezTo>
                <a:close/>
                <a:moveTo>
                  <a:pt x="196059" y="205100"/>
                </a:moveTo>
                <a:cubicBezTo>
                  <a:pt x="197636" y="203260"/>
                  <a:pt x="198413" y="201042"/>
                  <a:pt x="198413" y="198413"/>
                </a:cubicBezTo>
                <a:lnTo>
                  <a:pt x="198413" y="118266"/>
                </a:lnTo>
                <a:cubicBezTo>
                  <a:pt x="198413" y="115912"/>
                  <a:pt x="197499" y="113809"/>
                  <a:pt x="195670" y="111980"/>
                </a:cubicBezTo>
                <a:cubicBezTo>
                  <a:pt x="194093" y="110402"/>
                  <a:pt x="192001" y="109625"/>
                  <a:pt x="189384" y="109625"/>
                </a:cubicBezTo>
                <a:cubicBezTo>
                  <a:pt x="186766" y="109625"/>
                  <a:pt x="184663" y="110402"/>
                  <a:pt x="183097" y="111980"/>
                </a:cubicBezTo>
                <a:cubicBezTo>
                  <a:pt x="181520" y="113809"/>
                  <a:pt x="180743" y="115912"/>
                  <a:pt x="180743" y="118266"/>
                </a:cubicBezTo>
                <a:lnTo>
                  <a:pt x="180743" y="198413"/>
                </a:lnTo>
                <a:cubicBezTo>
                  <a:pt x="180743" y="201042"/>
                  <a:pt x="181520" y="203260"/>
                  <a:pt x="183097" y="205100"/>
                </a:cubicBezTo>
                <a:cubicBezTo>
                  <a:pt x="184926" y="206666"/>
                  <a:pt x="187029" y="207455"/>
                  <a:pt x="189384" y="207455"/>
                </a:cubicBezTo>
                <a:cubicBezTo>
                  <a:pt x="192001" y="207455"/>
                  <a:pt x="194230" y="206666"/>
                  <a:pt x="196059" y="205100"/>
                </a:cubicBezTo>
                <a:close/>
                <a:moveTo>
                  <a:pt x="188595" y="337905"/>
                </a:moveTo>
                <a:cubicBezTo>
                  <a:pt x="167907" y="337905"/>
                  <a:pt x="148521" y="333973"/>
                  <a:pt x="130451" y="326109"/>
                </a:cubicBezTo>
                <a:cubicBezTo>
                  <a:pt x="112368" y="318257"/>
                  <a:pt x="96652" y="307513"/>
                  <a:pt x="83302" y="293900"/>
                </a:cubicBezTo>
                <a:cubicBezTo>
                  <a:pt x="69677" y="280538"/>
                  <a:pt x="58933" y="264822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368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4822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984" y="320223"/>
                </a:moveTo>
                <a:cubicBezTo>
                  <a:pt x="225400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316" y="320223"/>
                  <a:pt x="188984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383755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950" dirty="0"/>
          </a:p>
        </p:txBody>
      </p:sp>
      <p:sp>
        <p:nvSpPr>
          <p:cNvPr id="126" name="圖示 緊急"/>
          <p:cNvSpPr/>
          <p:nvPr/>
        </p:nvSpPr>
        <p:spPr>
          <a:xfrm>
            <a:off x="84390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3148"/>
                </a:moveTo>
                <a:cubicBezTo>
                  <a:pt x="182834" y="313148"/>
                  <a:pt x="177988" y="311056"/>
                  <a:pt x="174056" y="306861"/>
                </a:cubicBezTo>
                <a:cubicBezTo>
                  <a:pt x="169861" y="302929"/>
                  <a:pt x="167770" y="298083"/>
                  <a:pt x="167770" y="292322"/>
                </a:cubicBezTo>
                <a:cubicBezTo>
                  <a:pt x="167770" y="286562"/>
                  <a:pt x="169861" y="281715"/>
                  <a:pt x="174056" y="277783"/>
                </a:cubicBezTo>
                <a:cubicBezTo>
                  <a:pt x="177988" y="273851"/>
                  <a:pt x="182834" y="271897"/>
                  <a:pt x="188595" y="271897"/>
                </a:cubicBezTo>
                <a:cubicBezTo>
                  <a:pt x="194356" y="271897"/>
                  <a:pt x="199202" y="273851"/>
                  <a:pt x="203134" y="277783"/>
                </a:cubicBezTo>
                <a:cubicBezTo>
                  <a:pt x="207329" y="281978"/>
                  <a:pt x="209420" y="286824"/>
                  <a:pt x="209420" y="292322"/>
                </a:cubicBezTo>
                <a:cubicBezTo>
                  <a:pt x="209420" y="298083"/>
                  <a:pt x="207329" y="303066"/>
                  <a:pt x="203134" y="307250"/>
                </a:cubicBezTo>
                <a:cubicBezTo>
                  <a:pt x="199202" y="311182"/>
                  <a:pt x="194356" y="313148"/>
                  <a:pt x="188595" y="313148"/>
                </a:cubicBezTo>
                <a:close/>
                <a:moveTo>
                  <a:pt x="188595" y="236132"/>
                </a:moveTo>
                <a:cubicBezTo>
                  <a:pt x="183360" y="236132"/>
                  <a:pt x="178902" y="234304"/>
                  <a:pt x="175233" y="230635"/>
                </a:cubicBezTo>
                <a:cubicBezTo>
                  <a:pt x="171827" y="226966"/>
                  <a:pt x="170124" y="222519"/>
                  <a:pt x="170124" y="217273"/>
                </a:cubicBezTo>
                <a:lnTo>
                  <a:pt x="170124" y="74649"/>
                </a:lnTo>
                <a:cubicBezTo>
                  <a:pt x="170124" y="69677"/>
                  <a:pt x="171964" y="65357"/>
                  <a:pt x="175633" y="61688"/>
                </a:cubicBezTo>
                <a:cubicBezTo>
                  <a:pt x="179291" y="58019"/>
                  <a:pt x="183623" y="56190"/>
                  <a:pt x="188595" y="56190"/>
                </a:cubicBezTo>
                <a:cubicBezTo>
                  <a:pt x="193830" y="56190"/>
                  <a:pt x="198288" y="58019"/>
                  <a:pt x="201957" y="61688"/>
                </a:cubicBezTo>
                <a:cubicBezTo>
                  <a:pt x="205363" y="65357"/>
                  <a:pt x="207066" y="69677"/>
                  <a:pt x="207066" y="74649"/>
                </a:cubicBezTo>
                <a:lnTo>
                  <a:pt x="207066" y="217273"/>
                </a:lnTo>
                <a:cubicBezTo>
                  <a:pt x="207066" y="222519"/>
                  <a:pt x="205226" y="226966"/>
                  <a:pt x="201557" y="230635"/>
                </a:cubicBezTo>
                <a:cubicBezTo>
                  <a:pt x="197899" y="234304"/>
                  <a:pt x="193567" y="236132"/>
                  <a:pt x="188595" y="23613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66294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950" dirty="0"/>
          </a:p>
        </p:txBody>
      </p:sp>
      <p:sp>
        <p:nvSpPr>
          <p:cNvPr id="128" name="圖示 資訊"/>
          <p:cNvSpPr/>
          <p:nvPr/>
        </p:nvSpPr>
        <p:spPr>
          <a:xfrm>
            <a:off x="153730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6059" y="260501"/>
                </a:moveTo>
                <a:cubicBezTo>
                  <a:pt x="197636" y="258924"/>
                  <a:pt x="198413" y="256832"/>
                  <a:pt x="198413" y="254215"/>
                </a:cubicBezTo>
                <a:lnTo>
                  <a:pt x="198413" y="181920"/>
                </a:lnTo>
                <a:cubicBezTo>
                  <a:pt x="198413" y="179291"/>
                  <a:pt x="197499" y="177199"/>
                  <a:pt x="195670" y="175633"/>
                </a:cubicBezTo>
                <a:cubicBezTo>
                  <a:pt x="194093" y="173793"/>
                  <a:pt x="192001" y="172879"/>
                  <a:pt x="189384" y="172879"/>
                </a:cubicBezTo>
                <a:cubicBezTo>
                  <a:pt x="186766" y="172879"/>
                  <a:pt x="184663" y="173793"/>
                  <a:pt x="183097" y="175633"/>
                </a:cubicBezTo>
                <a:cubicBezTo>
                  <a:pt x="181520" y="177199"/>
                  <a:pt x="180743" y="179291"/>
                  <a:pt x="180743" y="181920"/>
                </a:cubicBezTo>
                <a:lnTo>
                  <a:pt x="180743" y="254215"/>
                </a:lnTo>
                <a:cubicBezTo>
                  <a:pt x="180743" y="256832"/>
                  <a:pt x="181520" y="258924"/>
                  <a:pt x="183097" y="260501"/>
                </a:cubicBezTo>
                <a:cubicBezTo>
                  <a:pt x="184926" y="262330"/>
                  <a:pt x="187029" y="263244"/>
                  <a:pt x="189384" y="263244"/>
                </a:cubicBezTo>
                <a:cubicBezTo>
                  <a:pt x="192001" y="263244"/>
                  <a:pt x="194230" y="262330"/>
                  <a:pt x="196059" y="260501"/>
                </a:cubicBezTo>
                <a:close/>
                <a:moveTo>
                  <a:pt x="196059" y="144590"/>
                </a:moveTo>
                <a:cubicBezTo>
                  <a:pt x="198150" y="142761"/>
                  <a:pt x="199202" y="140395"/>
                  <a:pt x="199202" y="137514"/>
                </a:cubicBezTo>
                <a:cubicBezTo>
                  <a:pt x="199202" y="134108"/>
                  <a:pt x="198150" y="131365"/>
                  <a:pt x="196059" y="129262"/>
                </a:cubicBezTo>
                <a:cubicBezTo>
                  <a:pt x="194230" y="127433"/>
                  <a:pt x="191738" y="126519"/>
                  <a:pt x="188595" y="126519"/>
                </a:cubicBezTo>
                <a:cubicBezTo>
                  <a:pt x="185452" y="126519"/>
                  <a:pt x="182834" y="127559"/>
                  <a:pt x="180743" y="129662"/>
                </a:cubicBezTo>
                <a:cubicBezTo>
                  <a:pt x="178902" y="131754"/>
                  <a:pt x="177988" y="134245"/>
                  <a:pt x="177988" y="137126"/>
                </a:cubicBezTo>
                <a:cubicBezTo>
                  <a:pt x="177988" y="140269"/>
                  <a:pt x="179040" y="142761"/>
                  <a:pt x="181131" y="144590"/>
                </a:cubicBezTo>
                <a:cubicBezTo>
                  <a:pt x="183223" y="146681"/>
                  <a:pt x="185715" y="147733"/>
                  <a:pt x="188595" y="147733"/>
                </a:cubicBezTo>
                <a:cubicBezTo>
                  <a:pt x="191475" y="147733"/>
                  <a:pt x="193967" y="146681"/>
                  <a:pt x="196059" y="144590"/>
                </a:cubicBezTo>
                <a:close/>
                <a:moveTo>
                  <a:pt x="188595" y="337905"/>
                </a:moveTo>
                <a:cubicBezTo>
                  <a:pt x="167907" y="337905"/>
                  <a:pt x="148521" y="333973"/>
                  <a:pt x="130451" y="326109"/>
                </a:cubicBezTo>
                <a:cubicBezTo>
                  <a:pt x="112368" y="318257"/>
                  <a:pt x="96652" y="307513"/>
                  <a:pt x="83302" y="293900"/>
                </a:cubicBezTo>
                <a:cubicBezTo>
                  <a:pt x="69677" y="280538"/>
                  <a:pt x="58933" y="264822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368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4822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595" y="320223"/>
                </a:moveTo>
                <a:cubicBezTo>
                  <a:pt x="225262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190" y="320223"/>
                  <a:pt x="188595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35634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950" dirty="0"/>
          </a:p>
        </p:txBody>
      </p:sp>
      <p:sp>
        <p:nvSpPr>
          <p:cNvPr id="130" name="圖示 問題"/>
          <p:cNvSpPr/>
          <p:nvPr/>
        </p:nvSpPr>
        <p:spPr>
          <a:xfrm>
            <a:off x="223070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9202" y="271108"/>
                </a:moveTo>
                <a:cubicBezTo>
                  <a:pt x="201557" y="268754"/>
                  <a:pt x="202745" y="265736"/>
                  <a:pt x="202745" y="262067"/>
                </a:cubicBezTo>
                <a:cubicBezTo>
                  <a:pt x="202745" y="258661"/>
                  <a:pt x="201557" y="255781"/>
                  <a:pt x="199202" y="253426"/>
                </a:cubicBezTo>
                <a:cubicBezTo>
                  <a:pt x="196585" y="250808"/>
                  <a:pt x="193567" y="249494"/>
                  <a:pt x="190172" y="249494"/>
                </a:cubicBezTo>
                <a:cubicBezTo>
                  <a:pt x="186766" y="249494"/>
                  <a:pt x="183749" y="250808"/>
                  <a:pt x="181131" y="253426"/>
                </a:cubicBezTo>
                <a:cubicBezTo>
                  <a:pt x="178777" y="255781"/>
                  <a:pt x="177599" y="258798"/>
                  <a:pt x="177599" y="262467"/>
                </a:cubicBezTo>
                <a:cubicBezTo>
                  <a:pt x="177599" y="265862"/>
                  <a:pt x="178777" y="268754"/>
                  <a:pt x="181131" y="271108"/>
                </a:cubicBezTo>
                <a:cubicBezTo>
                  <a:pt x="183749" y="273726"/>
                  <a:pt x="186766" y="275040"/>
                  <a:pt x="190172" y="275040"/>
                </a:cubicBezTo>
                <a:cubicBezTo>
                  <a:pt x="193567" y="275040"/>
                  <a:pt x="196585" y="273726"/>
                  <a:pt x="199202" y="271108"/>
                </a:cubicBezTo>
                <a:close/>
                <a:moveTo>
                  <a:pt x="188595" y="337905"/>
                </a:moveTo>
                <a:cubicBezTo>
                  <a:pt x="167907" y="337905"/>
                  <a:pt x="148521" y="333973"/>
                  <a:pt x="130451" y="326109"/>
                </a:cubicBezTo>
                <a:cubicBezTo>
                  <a:pt x="112368" y="318257"/>
                  <a:pt x="96652" y="307513"/>
                  <a:pt x="83302" y="293900"/>
                </a:cubicBezTo>
                <a:cubicBezTo>
                  <a:pt x="69677" y="280538"/>
                  <a:pt x="58933" y="264822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368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4822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984" y="320223"/>
                </a:moveTo>
                <a:cubicBezTo>
                  <a:pt x="225400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316" y="320223"/>
                  <a:pt x="188984" y="320223"/>
                </a:cubicBezTo>
                <a:close/>
                <a:moveTo>
                  <a:pt x="188595" y="188595"/>
                </a:moveTo>
                <a:close/>
                <a:moveTo>
                  <a:pt x="189384" y="119055"/>
                </a:moveTo>
                <a:cubicBezTo>
                  <a:pt x="197762" y="119055"/>
                  <a:pt x="204963" y="121535"/>
                  <a:pt x="210986" y="126519"/>
                </a:cubicBezTo>
                <a:cubicBezTo>
                  <a:pt x="217273" y="131491"/>
                  <a:pt x="220416" y="137914"/>
                  <a:pt x="220416" y="145767"/>
                </a:cubicBezTo>
                <a:cubicBezTo>
                  <a:pt x="220416" y="152316"/>
                  <a:pt x="218462" y="158077"/>
                  <a:pt x="214530" y="163060"/>
                </a:cubicBezTo>
                <a:cubicBezTo>
                  <a:pt x="210861" y="168032"/>
                  <a:pt x="206540" y="172753"/>
                  <a:pt x="201557" y="177199"/>
                </a:cubicBezTo>
                <a:cubicBezTo>
                  <a:pt x="196059" y="182183"/>
                  <a:pt x="191087" y="187543"/>
                  <a:pt x="186629" y="193316"/>
                </a:cubicBezTo>
                <a:cubicBezTo>
                  <a:pt x="182434" y="199339"/>
                  <a:pt x="180217" y="206014"/>
                  <a:pt x="179954" y="213352"/>
                </a:cubicBezTo>
                <a:cubicBezTo>
                  <a:pt x="179954" y="215707"/>
                  <a:pt x="180743" y="217536"/>
                  <a:pt x="182309" y="218850"/>
                </a:cubicBezTo>
                <a:cubicBezTo>
                  <a:pt x="184137" y="220153"/>
                  <a:pt x="186103" y="220816"/>
                  <a:pt x="188206" y="220816"/>
                </a:cubicBezTo>
                <a:cubicBezTo>
                  <a:pt x="190824" y="220816"/>
                  <a:pt x="192916" y="220028"/>
                  <a:pt x="194493" y="218462"/>
                </a:cubicBezTo>
                <a:cubicBezTo>
                  <a:pt x="196059" y="216884"/>
                  <a:pt x="196973" y="214918"/>
                  <a:pt x="197236" y="212564"/>
                </a:cubicBezTo>
                <a:cubicBezTo>
                  <a:pt x="198288" y="207066"/>
                  <a:pt x="200379" y="202220"/>
                  <a:pt x="203523" y="198025"/>
                </a:cubicBezTo>
                <a:cubicBezTo>
                  <a:pt x="206666" y="193567"/>
                  <a:pt x="210472" y="189509"/>
                  <a:pt x="214918" y="185840"/>
                </a:cubicBezTo>
                <a:cubicBezTo>
                  <a:pt x="220942" y="180605"/>
                  <a:pt x="226051" y="174582"/>
                  <a:pt x="230246" y="167770"/>
                </a:cubicBezTo>
                <a:cubicBezTo>
                  <a:pt x="234429" y="161220"/>
                  <a:pt x="236532" y="153894"/>
                  <a:pt x="236532" y="145767"/>
                </a:cubicBezTo>
                <a:cubicBezTo>
                  <a:pt x="236532" y="133457"/>
                  <a:pt x="231949" y="123238"/>
                  <a:pt x="222782" y="115123"/>
                </a:cubicBezTo>
                <a:cubicBezTo>
                  <a:pt x="213867" y="106745"/>
                  <a:pt x="203134" y="102550"/>
                  <a:pt x="190561" y="102550"/>
                </a:cubicBezTo>
                <a:cubicBezTo>
                  <a:pt x="181920" y="102550"/>
                  <a:pt x="173530" y="104516"/>
                  <a:pt x="165415" y="108448"/>
                </a:cubicBezTo>
                <a:cubicBezTo>
                  <a:pt x="157288" y="112368"/>
                  <a:pt x="150613" y="118003"/>
                  <a:pt x="145378" y="125341"/>
                </a:cubicBezTo>
                <a:cubicBezTo>
                  <a:pt x="144064" y="127170"/>
                  <a:pt x="143538" y="129262"/>
                  <a:pt x="143801" y="131628"/>
                </a:cubicBezTo>
                <a:cubicBezTo>
                  <a:pt x="143801" y="133982"/>
                  <a:pt x="144715" y="135811"/>
                  <a:pt x="146555" y="137126"/>
                </a:cubicBezTo>
                <a:cubicBezTo>
                  <a:pt x="148910" y="138955"/>
                  <a:pt x="151402" y="139480"/>
                  <a:pt x="154019" y="138692"/>
                </a:cubicBezTo>
                <a:cubicBezTo>
                  <a:pt x="156374" y="138177"/>
                  <a:pt x="158477" y="136737"/>
                  <a:pt x="160306" y="134371"/>
                </a:cubicBezTo>
                <a:cubicBezTo>
                  <a:pt x="163712" y="129662"/>
                  <a:pt x="168032" y="125993"/>
                  <a:pt x="173267" y="123375"/>
                </a:cubicBezTo>
                <a:cubicBezTo>
                  <a:pt x="178251" y="120495"/>
                  <a:pt x="183623" y="119055"/>
                  <a:pt x="189384" y="119055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204974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950" dirty="0"/>
          </a:p>
        </p:txBody>
      </p:sp>
      <p:sp>
        <p:nvSpPr>
          <p:cNvPr id="132" name="圖示 進行中"/>
          <p:cNvSpPr/>
          <p:nvPr/>
        </p:nvSpPr>
        <p:spPr>
          <a:xfrm>
            <a:off x="292410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878" y="200379"/>
                </a:moveTo>
                <a:cubicBezTo>
                  <a:pt x="121272" y="197236"/>
                  <a:pt x="122975" y="193316"/>
                  <a:pt x="122975" y="188595"/>
                </a:cubicBezTo>
                <a:cubicBezTo>
                  <a:pt x="122975" y="183886"/>
                  <a:pt x="121272" y="179954"/>
                  <a:pt x="117878" y="176811"/>
                </a:cubicBezTo>
                <a:cubicBezTo>
                  <a:pt x="114734" y="173405"/>
                  <a:pt x="110802" y="171701"/>
                  <a:pt x="106082" y="171701"/>
                </a:cubicBezTo>
                <a:cubicBezTo>
                  <a:pt x="101373" y="171701"/>
                  <a:pt x="97441" y="173405"/>
                  <a:pt x="94298" y="176811"/>
                </a:cubicBezTo>
                <a:cubicBezTo>
                  <a:pt x="90891" y="179954"/>
                  <a:pt x="89188" y="183886"/>
                  <a:pt x="89188" y="188595"/>
                </a:cubicBezTo>
                <a:cubicBezTo>
                  <a:pt x="89188" y="193316"/>
                  <a:pt x="90891" y="197236"/>
                  <a:pt x="94298" y="200379"/>
                </a:cubicBezTo>
                <a:cubicBezTo>
                  <a:pt x="97441" y="203785"/>
                  <a:pt x="101373" y="205489"/>
                  <a:pt x="106082" y="205489"/>
                </a:cubicBezTo>
                <a:cubicBezTo>
                  <a:pt x="110802" y="205489"/>
                  <a:pt x="114734" y="203785"/>
                  <a:pt x="117878" y="200379"/>
                </a:cubicBezTo>
                <a:close/>
                <a:moveTo>
                  <a:pt x="200379" y="200379"/>
                </a:moveTo>
                <a:cubicBezTo>
                  <a:pt x="203785" y="197236"/>
                  <a:pt x="205489" y="193316"/>
                  <a:pt x="205489" y="188595"/>
                </a:cubicBezTo>
                <a:cubicBezTo>
                  <a:pt x="205489" y="183886"/>
                  <a:pt x="203785" y="179954"/>
                  <a:pt x="200379" y="176811"/>
                </a:cubicBezTo>
                <a:cubicBezTo>
                  <a:pt x="197236" y="173405"/>
                  <a:pt x="193316" y="171701"/>
                  <a:pt x="188595" y="171701"/>
                </a:cubicBezTo>
                <a:cubicBezTo>
                  <a:pt x="183886" y="171701"/>
                  <a:pt x="179954" y="173405"/>
                  <a:pt x="176811" y="176811"/>
                </a:cubicBezTo>
                <a:cubicBezTo>
                  <a:pt x="173405" y="179954"/>
                  <a:pt x="171701" y="183886"/>
                  <a:pt x="171701" y="188595"/>
                </a:cubicBezTo>
                <a:cubicBezTo>
                  <a:pt x="171701" y="193316"/>
                  <a:pt x="173405" y="197236"/>
                  <a:pt x="176811" y="200379"/>
                </a:cubicBezTo>
                <a:cubicBezTo>
                  <a:pt x="179954" y="203785"/>
                  <a:pt x="183886" y="205489"/>
                  <a:pt x="188595" y="205489"/>
                </a:cubicBezTo>
                <a:cubicBezTo>
                  <a:pt x="193316" y="205489"/>
                  <a:pt x="197236" y="203785"/>
                  <a:pt x="200379" y="200379"/>
                </a:cubicBezTo>
                <a:close/>
                <a:moveTo>
                  <a:pt x="282893" y="200379"/>
                </a:moveTo>
                <a:cubicBezTo>
                  <a:pt x="286036" y="197236"/>
                  <a:pt x="287613" y="193316"/>
                  <a:pt x="287613" y="188595"/>
                </a:cubicBezTo>
                <a:cubicBezTo>
                  <a:pt x="287613" y="183886"/>
                  <a:pt x="286036" y="179954"/>
                  <a:pt x="282893" y="176811"/>
                </a:cubicBezTo>
                <a:cubicBezTo>
                  <a:pt x="279486" y="173405"/>
                  <a:pt x="275429" y="171701"/>
                  <a:pt x="270708" y="171701"/>
                </a:cubicBezTo>
                <a:cubicBezTo>
                  <a:pt x="266262" y="171701"/>
                  <a:pt x="262330" y="173405"/>
                  <a:pt x="258924" y="176811"/>
                </a:cubicBezTo>
                <a:cubicBezTo>
                  <a:pt x="255781" y="179954"/>
                  <a:pt x="254215" y="183886"/>
                  <a:pt x="254215" y="188595"/>
                </a:cubicBezTo>
                <a:cubicBezTo>
                  <a:pt x="254215" y="193316"/>
                  <a:pt x="255781" y="197236"/>
                  <a:pt x="258924" y="200379"/>
                </a:cubicBezTo>
                <a:cubicBezTo>
                  <a:pt x="262330" y="203785"/>
                  <a:pt x="266388" y="205489"/>
                  <a:pt x="271108" y="205489"/>
                </a:cubicBezTo>
                <a:cubicBezTo>
                  <a:pt x="275554" y="205489"/>
                  <a:pt x="279486" y="203785"/>
                  <a:pt x="282893" y="200379"/>
                </a:cubicBezTo>
                <a:close/>
                <a:moveTo>
                  <a:pt x="188595" y="337905"/>
                </a:moveTo>
                <a:cubicBezTo>
                  <a:pt x="167907" y="337905"/>
                  <a:pt x="148521" y="333973"/>
                  <a:pt x="130451" y="326109"/>
                </a:cubicBezTo>
                <a:cubicBezTo>
                  <a:pt x="112368" y="318257"/>
                  <a:pt x="96652" y="307513"/>
                  <a:pt x="83302" y="293900"/>
                </a:cubicBezTo>
                <a:cubicBezTo>
                  <a:pt x="69677" y="280538"/>
                  <a:pt x="58933" y="264822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368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4822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595" y="320223"/>
                </a:moveTo>
                <a:cubicBezTo>
                  <a:pt x="225262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190" y="320223"/>
                  <a:pt x="188595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74314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950" dirty="0"/>
          </a:p>
        </p:txBody>
      </p:sp>
      <p:sp>
        <p:nvSpPr>
          <p:cNvPr id="134" name="圖示 等待"/>
          <p:cNvSpPr/>
          <p:nvPr/>
        </p:nvSpPr>
        <p:spPr>
          <a:xfrm>
            <a:off x="361750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0621" y="320223"/>
                </a:moveTo>
                <a:lnTo>
                  <a:pt x="256569" y="320223"/>
                </a:lnTo>
                <a:lnTo>
                  <a:pt x="256569" y="271108"/>
                </a:lnTo>
                <a:cubicBezTo>
                  <a:pt x="256569" y="251986"/>
                  <a:pt x="250020" y="235869"/>
                  <a:pt x="236921" y="222782"/>
                </a:cubicBezTo>
                <a:cubicBezTo>
                  <a:pt x="223559" y="209420"/>
                  <a:pt x="207455" y="202745"/>
                  <a:pt x="188595" y="202745"/>
                </a:cubicBezTo>
                <a:cubicBezTo>
                  <a:pt x="169736" y="202745"/>
                  <a:pt x="153631" y="209420"/>
                  <a:pt x="140269" y="222782"/>
                </a:cubicBezTo>
                <a:cubicBezTo>
                  <a:pt x="127170" y="235869"/>
                  <a:pt x="120621" y="251986"/>
                  <a:pt x="120621" y="271108"/>
                </a:cubicBezTo>
                <a:lnTo>
                  <a:pt x="120621" y="320223"/>
                </a:lnTo>
                <a:close/>
                <a:moveTo>
                  <a:pt x="236921" y="154408"/>
                </a:moveTo>
                <a:cubicBezTo>
                  <a:pt x="250020" y="141058"/>
                  <a:pt x="256569" y="124941"/>
                  <a:pt x="256569" y="106082"/>
                </a:cubicBezTo>
                <a:lnTo>
                  <a:pt x="256569" y="56967"/>
                </a:lnTo>
                <a:lnTo>
                  <a:pt x="120621" y="56967"/>
                </a:lnTo>
                <a:lnTo>
                  <a:pt x="120621" y="106082"/>
                </a:lnTo>
                <a:cubicBezTo>
                  <a:pt x="120621" y="124941"/>
                  <a:pt x="127170" y="141058"/>
                  <a:pt x="140269" y="154408"/>
                </a:cubicBezTo>
                <a:cubicBezTo>
                  <a:pt x="153631" y="167770"/>
                  <a:pt x="169736" y="174456"/>
                  <a:pt x="188595" y="174456"/>
                </a:cubicBezTo>
                <a:cubicBezTo>
                  <a:pt x="207455" y="174456"/>
                  <a:pt x="223559" y="167770"/>
                  <a:pt x="236921" y="154408"/>
                </a:cubicBezTo>
                <a:close/>
                <a:moveTo>
                  <a:pt x="79759" y="337905"/>
                </a:moveTo>
                <a:cubicBezTo>
                  <a:pt x="77141" y="337905"/>
                  <a:pt x="74912" y="337116"/>
                  <a:pt x="73083" y="335539"/>
                </a:cubicBezTo>
                <a:cubicBezTo>
                  <a:pt x="71506" y="333710"/>
                  <a:pt x="70729" y="331481"/>
                  <a:pt x="70729" y="328864"/>
                </a:cubicBezTo>
                <a:cubicBezTo>
                  <a:pt x="70729" y="326246"/>
                  <a:pt x="71506" y="324143"/>
                  <a:pt x="73083" y="322577"/>
                </a:cubicBezTo>
                <a:cubicBezTo>
                  <a:pt x="74912" y="321000"/>
                  <a:pt x="77141" y="320223"/>
                  <a:pt x="79759" y="320223"/>
                </a:cubicBezTo>
                <a:lnTo>
                  <a:pt x="102939" y="320223"/>
                </a:lnTo>
                <a:lnTo>
                  <a:pt x="102939" y="271108"/>
                </a:lnTo>
                <a:cubicBezTo>
                  <a:pt x="102939" y="251197"/>
                  <a:pt x="108836" y="233652"/>
                  <a:pt x="120621" y="218462"/>
                </a:cubicBezTo>
                <a:cubicBezTo>
                  <a:pt x="132668" y="202997"/>
                  <a:pt x="148121" y="193053"/>
                  <a:pt x="166981" y="188595"/>
                </a:cubicBezTo>
                <a:cubicBezTo>
                  <a:pt x="148121" y="183886"/>
                  <a:pt x="132668" y="173793"/>
                  <a:pt x="120621" y="158340"/>
                </a:cubicBezTo>
                <a:cubicBezTo>
                  <a:pt x="108836" y="142886"/>
                  <a:pt x="102939" y="125467"/>
                  <a:pt x="102939" y="106082"/>
                </a:cubicBezTo>
                <a:lnTo>
                  <a:pt x="102939" y="56967"/>
                </a:lnTo>
                <a:lnTo>
                  <a:pt x="79759" y="56967"/>
                </a:lnTo>
                <a:cubicBezTo>
                  <a:pt x="77141" y="56967"/>
                  <a:pt x="74912" y="56190"/>
                  <a:pt x="73083" y="54613"/>
                </a:cubicBezTo>
                <a:cubicBezTo>
                  <a:pt x="71506" y="53047"/>
                  <a:pt x="70729" y="50944"/>
                  <a:pt x="70729" y="48326"/>
                </a:cubicBezTo>
                <a:cubicBezTo>
                  <a:pt x="70729" y="45709"/>
                  <a:pt x="71506" y="43480"/>
                  <a:pt x="73083" y="41651"/>
                </a:cubicBezTo>
                <a:cubicBezTo>
                  <a:pt x="74912" y="40074"/>
                  <a:pt x="77141" y="39296"/>
                  <a:pt x="79759" y="39296"/>
                </a:cubicBezTo>
                <a:lnTo>
                  <a:pt x="297431" y="39296"/>
                </a:lnTo>
                <a:cubicBezTo>
                  <a:pt x="300049" y="39296"/>
                  <a:pt x="302278" y="40074"/>
                  <a:pt x="304107" y="41651"/>
                </a:cubicBezTo>
                <a:cubicBezTo>
                  <a:pt x="305684" y="43480"/>
                  <a:pt x="306473" y="45709"/>
                  <a:pt x="306473" y="48326"/>
                </a:cubicBezTo>
                <a:cubicBezTo>
                  <a:pt x="306473" y="50944"/>
                  <a:pt x="305684" y="53047"/>
                  <a:pt x="304107" y="54613"/>
                </a:cubicBezTo>
                <a:cubicBezTo>
                  <a:pt x="302278" y="56190"/>
                  <a:pt x="300049" y="56967"/>
                  <a:pt x="297431" y="56967"/>
                </a:cubicBezTo>
                <a:lnTo>
                  <a:pt x="274251" y="56967"/>
                </a:lnTo>
                <a:lnTo>
                  <a:pt x="274251" y="106082"/>
                </a:lnTo>
                <a:cubicBezTo>
                  <a:pt x="274251" y="125467"/>
                  <a:pt x="268354" y="142886"/>
                  <a:pt x="256569" y="158340"/>
                </a:cubicBezTo>
                <a:cubicBezTo>
                  <a:pt x="244522" y="173793"/>
                  <a:pt x="229069" y="183886"/>
                  <a:pt x="210209" y="188595"/>
                </a:cubicBezTo>
                <a:cubicBezTo>
                  <a:pt x="229069" y="193053"/>
                  <a:pt x="244522" y="202997"/>
                  <a:pt x="256569" y="218462"/>
                </a:cubicBezTo>
                <a:cubicBezTo>
                  <a:pt x="268354" y="233652"/>
                  <a:pt x="274251" y="251197"/>
                  <a:pt x="274251" y="271108"/>
                </a:cubicBezTo>
                <a:lnTo>
                  <a:pt x="274251" y="320223"/>
                </a:lnTo>
                <a:lnTo>
                  <a:pt x="297431" y="320223"/>
                </a:lnTo>
                <a:cubicBezTo>
                  <a:pt x="300049" y="320223"/>
                  <a:pt x="302278" y="321000"/>
                  <a:pt x="304107" y="322577"/>
                </a:cubicBezTo>
                <a:cubicBezTo>
                  <a:pt x="305684" y="324143"/>
                  <a:pt x="306473" y="326246"/>
                  <a:pt x="306473" y="328864"/>
                </a:cubicBezTo>
                <a:cubicBezTo>
                  <a:pt x="306473" y="331481"/>
                  <a:pt x="305684" y="333710"/>
                  <a:pt x="304107" y="335539"/>
                </a:cubicBezTo>
                <a:cubicBezTo>
                  <a:pt x="302278" y="337116"/>
                  <a:pt x="300049" y="337905"/>
                  <a:pt x="297431" y="337905"/>
                </a:cubicBezTo>
                <a:lnTo>
                  <a:pt x="79759" y="33790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343654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950" dirty="0"/>
          </a:p>
        </p:txBody>
      </p:sp>
      <p:sp>
        <p:nvSpPr>
          <p:cNvPr id="136" name="圖示 通知"/>
          <p:cNvSpPr/>
          <p:nvPr/>
        </p:nvSpPr>
        <p:spPr>
          <a:xfrm>
            <a:off x="431091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9759" y="296643"/>
                </a:moveTo>
                <a:cubicBezTo>
                  <a:pt x="77141" y="296643"/>
                  <a:pt x="75049" y="295854"/>
                  <a:pt x="73472" y="294288"/>
                </a:cubicBezTo>
                <a:cubicBezTo>
                  <a:pt x="71643" y="292448"/>
                  <a:pt x="70729" y="290231"/>
                  <a:pt x="70729" y="287613"/>
                </a:cubicBezTo>
                <a:cubicBezTo>
                  <a:pt x="70729" y="285247"/>
                  <a:pt x="71643" y="283155"/>
                  <a:pt x="73472" y="281327"/>
                </a:cubicBezTo>
                <a:cubicBezTo>
                  <a:pt x="75049" y="279749"/>
                  <a:pt x="77141" y="278961"/>
                  <a:pt x="79759" y="278961"/>
                </a:cubicBezTo>
                <a:lnTo>
                  <a:pt x="99018" y="278961"/>
                </a:lnTo>
                <a:lnTo>
                  <a:pt x="99018" y="154808"/>
                </a:lnTo>
                <a:cubicBezTo>
                  <a:pt x="99018" y="133594"/>
                  <a:pt x="105556" y="114597"/>
                  <a:pt x="118655" y="97829"/>
                </a:cubicBezTo>
                <a:cubicBezTo>
                  <a:pt x="131491" y="81336"/>
                  <a:pt x="148259" y="70980"/>
                  <a:pt x="168947" y="66797"/>
                </a:cubicBezTo>
                <a:lnTo>
                  <a:pt x="168947" y="58933"/>
                </a:lnTo>
                <a:cubicBezTo>
                  <a:pt x="168947" y="53435"/>
                  <a:pt x="170913" y="48852"/>
                  <a:pt x="174845" y="45183"/>
                </a:cubicBezTo>
                <a:cubicBezTo>
                  <a:pt x="178514" y="41251"/>
                  <a:pt x="183097" y="39296"/>
                  <a:pt x="188595" y="39296"/>
                </a:cubicBezTo>
                <a:cubicBezTo>
                  <a:pt x="194093" y="39296"/>
                  <a:pt x="198676" y="41251"/>
                  <a:pt x="202345" y="45183"/>
                </a:cubicBezTo>
                <a:cubicBezTo>
                  <a:pt x="206277" y="48852"/>
                  <a:pt x="208243" y="53435"/>
                  <a:pt x="208243" y="58933"/>
                </a:cubicBezTo>
                <a:lnTo>
                  <a:pt x="208243" y="66797"/>
                </a:lnTo>
                <a:cubicBezTo>
                  <a:pt x="228931" y="70980"/>
                  <a:pt x="245699" y="81336"/>
                  <a:pt x="258535" y="97829"/>
                </a:cubicBezTo>
                <a:cubicBezTo>
                  <a:pt x="271634" y="114597"/>
                  <a:pt x="278183" y="133594"/>
                  <a:pt x="278183" y="154808"/>
                </a:cubicBezTo>
                <a:lnTo>
                  <a:pt x="278183" y="278961"/>
                </a:lnTo>
                <a:lnTo>
                  <a:pt x="297431" y="278961"/>
                </a:lnTo>
                <a:cubicBezTo>
                  <a:pt x="300049" y="278961"/>
                  <a:pt x="302141" y="279875"/>
                  <a:pt x="303718" y="281715"/>
                </a:cubicBezTo>
                <a:cubicBezTo>
                  <a:pt x="305547" y="283281"/>
                  <a:pt x="306473" y="285384"/>
                  <a:pt x="306473" y="288002"/>
                </a:cubicBezTo>
                <a:cubicBezTo>
                  <a:pt x="306473" y="290619"/>
                  <a:pt x="305547" y="292711"/>
                  <a:pt x="303718" y="294288"/>
                </a:cubicBezTo>
                <a:cubicBezTo>
                  <a:pt x="302141" y="295854"/>
                  <a:pt x="300049" y="296643"/>
                  <a:pt x="297431" y="296643"/>
                </a:cubicBezTo>
                <a:lnTo>
                  <a:pt x="79759" y="296643"/>
                </a:lnTo>
                <a:close/>
                <a:moveTo>
                  <a:pt x="188595" y="181131"/>
                </a:moveTo>
                <a:close/>
                <a:moveTo>
                  <a:pt x="188595" y="341048"/>
                </a:moveTo>
                <a:cubicBezTo>
                  <a:pt x="180743" y="341048"/>
                  <a:pt x="174056" y="338157"/>
                  <a:pt x="168558" y="332396"/>
                </a:cubicBezTo>
                <a:cubicBezTo>
                  <a:pt x="163060" y="326898"/>
                  <a:pt x="160306" y="320223"/>
                  <a:pt x="160306" y="312359"/>
                </a:cubicBezTo>
                <a:lnTo>
                  <a:pt x="216884" y="312359"/>
                </a:lnTo>
                <a:cubicBezTo>
                  <a:pt x="216884" y="320223"/>
                  <a:pt x="214130" y="327024"/>
                  <a:pt x="208632" y="332796"/>
                </a:cubicBezTo>
                <a:cubicBezTo>
                  <a:pt x="203134" y="338294"/>
                  <a:pt x="196459" y="341048"/>
                  <a:pt x="188595" y="341048"/>
                </a:cubicBezTo>
                <a:close/>
                <a:moveTo>
                  <a:pt x="117089" y="278961"/>
                </a:moveTo>
                <a:lnTo>
                  <a:pt x="260101" y="278961"/>
                </a:lnTo>
                <a:lnTo>
                  <a:pt x="260101" y="154808"/>
                </a:lnTo>
                <a:cubicBezTo>
                  <a:pt x="260101" y="134897"/>
                  <a:pt x="253163" y="118003"/>
                  <a:pt x="239276" y="104116"/>
                </a:cubicBezTo>
                <a:cubicBezTo>
                  <a:pt x="225400" y="90240"/>
                  <a:pt x="208506" y="83302"/>
                  <a:pt x="188595" y="83302"/>
                </a:cubicBezTo>
                <a:cubicBezTo>
                  <a:pt x="168684" y="83302"/>
                  <a:pt x="151790" y="90240"/>
                  <a:pt x="137914" y="104116"/>
                </a:cubicBezTo>
                <a:cubicBezTo>
                  <a:pt x="124027" y="118003"/>
                  <a:pt x="117089" y="134897"/>
                  <a:pt x="117089" y="154808"/>
                </a:cubicBezTo>
                <a:lnTo>
                  <a:pt x="117089" y="27896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412994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950" dirty="0"/>
          </a:p>
        </p:txBody>
      </p:sp>
      <p:sp>
        <p:nvSpPr>
          <p:cNvPr id="138" name="圖示 時間"/>
          <p:cNvSpPr/>
          <p:nvPr/>
        </p:nvSpPr>
        <p:spPr>
          <a:xfrm>
            <a:off x="500431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413" y="185063"/>
                </a:moveTo>
                <a:lnTo>
                  <a:pt x="198413" y="115123"/>
                </a:lnTo>
                <a:cubicBezTo>
                  <a:pt x="198413" y="112505"/>
                  <a:pt x="197636" y="110402"/>
                  <a:pt x="196059" y="108836"/>
                </a:cubicBezTo>
                <a:cubicBezTo>
                  <a:pt x="194230" y="106996"/>
                  <a:pt x="192001" y="106082"/>
                  <a:pt x="189384" y="106082"/>
                </a:cubicBezTo>
                <a:cubicBezTo>
                  <a:pt x="186766" y="106082"/>
                  <a:pt x="184663" y="106996"/>
                  <a:pt x="183097" y="108836"/>
                </a:cubicBezTo>
                <a:cubicBezTo>
                  <a:pt x="181520" y="110402"/>
                  <a:pt x="180743" y="112505"/>
                  <a:pt x="180743" y="115123"/>
                </a:cubicBezTo>
                <a:lnTo>
                  <a:pt x="180743" y="187806"/>
                </a:lnTo>
                <a:cubicBezTo>
                  <a:pt x="180743" y="189384"/>
                  <a:pt x="180994" y="190687"/>
                  <a:pt x="181520" y="191738"/>
                </a:cubicBezTo>
                <a:cubicBezTo>
                  <a:pt x="182046" y="193053"/>
                  <a:pt x="182834" y="194356"/>
                  <a:pt x="183886" y="195670"/>
                </a:cubicBezTo>
                <a:lnTo>
                  <a:pt x="240853" y="254215"/>
                </a:lnTo>
                <a:cubicBezTo>
                  <a:pt x="242682" y="256306"/>
                  <a:pt x="244911" y="257221"/>
                  <a:pt x="247528" y="256958"/>
                </a:cubicBezTo>
                <a:cubicBezTo>
                  <a:pt x="250146" y="256958"/>
                  <a:pt x="252374" y="256043"/>
                  <a:pt x="254215" y="254215"/>
                </a:cubicBezTo>
                <a:cubicBezTo>
                  <a:pt x="256043" y="252374"/>
                  <a:pt x="256958" y="250146"/>
                  <a:pt x="256958" y="247528"/>
                </a:cubicBezTo>
                <a:cubicBezTo>
                  <a:pt x="256958" y="245174"/>
                  <a:pt x="256043" y="243082"/>
                  <a:pt x="254215" y="241242"/>
                </a:cubicBezTo>
                <a:lnTo>
                  <a:pt x="198413" y="185063"/>
                </a:lnTo>
                <a:close/>
                <a:moveTo>
                  <a:pt x="188595" y="337905"/>
                </a:moveTo>
                <a:cubicBezTo>
                  <a:pt x="168170" y="337905"/>
                  <a:pt x="148910" y="333973"/>
                  <a:pt x="130839" y="326109"/>
                </a:cubicBezTo>
                <a:cubicBezTo>
                  <a:pt x="112505" y="318257"/>
                  <a:pt x="96652" y="307513"/>
                  <a:pt x="83302" y="293900"/>
                </a:cubicBezTo>
                <a:cubicBezTo>
                  <a:pt x="69677" y="280538"/>
                  <a:pt x="58933" y="264685"/>
                  <a:pt x="51081" y="246351"/>
                </a:cubicBezTo>
                <a:cubicBezTo>
                  <a:pt x="43217" y="228280"/>
                  <a:pt x="39296" y="209032"/>
                  <a:pt x="39296" y="188595"/>
                </a:cubicBezTo>
                <a:cubicBezTo>
                  <a:pt x="39296" y="168170"/>
                  <a:pt x="43217" y="148910"/>
                  <a:pt x="51081" y="130839"/>
                </a:cubicBezTo>
                <a:cubicBezTo>
                  <a:pt x="58933" y="112505"/>
                  <a:pt x="69677" y="96652"/>
                  <a:pt x="83302" y="83302"/>
                </a:cubicBezTo>
                <a:cubicBezTo>
                  <a:pt x="96652" y="69677"/>
                  <a:pt x="112505" y="58933"/>
                  <a:pt x="130839" y="51081"/>
                </a:cubicBezTo>
                <a:cubicBezTo>
                  <a:pt x="148910" y="43217"/>
                  <a:pt x="168170" y="39296"/>
                  <a:pt x="188595" y="39296"/>
                </a:cubicBezTo>
                <a:cubicBezTo>
                  <a:pt x="209032" y="39296"/>
                  <a:pt x="228280" y="43217"/>
                  <a:pt x="246351" y="51081"/>
                </a:cubicBezTo>
                <a:cubicBezTo>
                  <a:pt x="264685" y="58933"/>
                  <a:pt x="280538" y="69677"/>
                  <a:pt x="293900" y="83302"/>
                </a:cubicBezTo>
                <a:cubicBezTo>
                  <a:pt x="307513" y="96652"/>
                  <a:pt x="318257" y="112505"/>
                  <a:pt x="326109" y="130839"/>
                </a:cubicBezTo>
                <a:cubicBezTo>
                  <a:pt x="333973" y="148910"/>
                  <a:pt x="337905" y="168170"/>
                  <a:pt x="337905" y="188595"/>
                </a:cubicBezTo>
                <a:cubicBezTo>
                  <a:pt x="337905" y="209032"/>
                  <a:pt x="333973" y="228280"/>
                  <a:pt x="326109" y="246351"/>
                </a:cubicBezTo>
                <a:cubicBezTo>
                  <a:pt x="318257" y="264685"/>
                  <a:pt x="307513" y="280538"/>
                  <a:pt x="293900" y="293900"/>
                </a:cubicBezTo>
                <a:cubicBezTo>
                  <a:pt x="280538" y="307513"/>
                  <a:pt x="264685" y="318257"/>
                  <a:pt x="246351" y="326109"/>
                </a:cubicBezTo>
                <a:cubicBezTo>
                  <a:pt x="228280" y="333973"/>
                  <a:pt x="209032" y="337905"/>
                  <a:pt x="188595" y="337905"/>
                </a:cubicBezTo>
                <a:close/>
                <a:moveTo>
                  <a:pt x="188595" y="188595"/>
                </a:moveTo>
                <a:close/>
                <a:moveTo>
                  <a:pt x="188595" y="320223"/>
                </a:moveTo>
                <a:cubicBezTo>
                  <a:pt x="224748" y="320223"/>
                  <a:pt x="255655" y="307250"/>
                  <a:pt x="281327" y="281327"/>
                </a:cubicBezTo>
                <a:cubicBezTo>
                  <a:pt x="307250" y="255655"/>
                  <a:pt x="320223" y="224748"/>
                  <a:pt x="320223" y="188595"/>
                </a:cubicBezTo>
                <a:cubicBezTo>
                  <a:pt x="320223" y="152453"/>
                  <a:pt x="307250" y="121535"/>
                  <a:pt x="281327" y="95875"/>
                </a:cubicBezTo>
                <a:cubicBezTo>
                  <a:pt x="255655" y="69940"/>
                  <a:pt x="224748" y="56967"/>
                  <a:pt x="188595" y="56967"/>
                </a:cubicBezTo>
                <a:cubicBezTo>
                  <a:pt x="152453" y="56967"/>
                  <a:pt x="121535" y="69940"/>
                  <a:pt x="95875" y="95875"/>
                </a:cubicBezTo>
                <a:cubicBezTo>
                  <a:pt x="69940" y="121535"/>
                  <a:pt x="56967" y="152453"/>
                  <a:pt x="56967" y="188595"/>
                </a:cubicBezTo>
                <a:cubicBezTo>
                  <a:pt x="56967" y="224748"/>
                  <a:pt x="69940" y="255655"/>
                  <a:pt x="95875" y="281327"/>
                </a:cubicBezTo>
                <a:cubicBezTo>
                  <a:pt x="121535" y="307250"/>
                  <a:pt x="152453" y="320223"/>
                  <a:pt x="188595" y="32022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482334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950" dirty="0"/>
          </a:p>
        </p:txBody>
      </p:sp>
      <p:sp>
        <p:nvSpPr>
          <p:cNvPr id="140" name="圖示 計時"/>
          <p:cNvSpPr/>
          <p:nvPr/>
        </p:nvSpPr>
        <p:spPr>
          <a:xfrm>
            <a:off x="569771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231" y="37330"/>
                </a:moveTo>
                <a:cubicBezTo>
                  <a:pt x="150613" y="37330"/>
                  <a:pt x="148521" y="36542"/>
                  <a:pt x="146944" y="34964"/>
                </a:cubicBezTo>
                <a:cubicBezTo>
                  <a:pt x="145378" y="33398"/>
                  <a:pt x="144590" y="31307"/>
                  <a:pt x="144590" y="28678"/>
                </a:cubicBezTo>
                <a:cubicBezTo>
                  <a:pt x="144590" y="26060"/>
                  <a:pt x="145378" y="23832"/>
                  <a:pt x="146944" y="22003"/>
                </a:cubicBezTo>
                <a:cubicBezTo>
                  <a:pt x="148521" y="20437"/>
                  <a:pt x="150613" y="19648"/>
                  <a:pt x="153231" y="19648"/>
                </a:cubicBezTo>
                <a:lnTo>
                  <a:pt x="223959" y="19648"/>
                </a:lnTo>
                <a:cubicBezTo>
                  <a:pt x="226577" y="19648"/>
                  <a:pt x="228669" y="20437"/>
                  <a:pt x="230246" y="22003"/>
                </a:cubicBezTo>
                <a:cubicBezTo>
                  <a:pt x="231812" y="23832"/>
                  <a:pt x="232600" y="26060"/>
                  <a:pt x="232600" y="28678"/>
                </a:cubicBezTo>
                <a:cubicBezTo>
                  <a:pt x="232600" y="31307"/>
                  <a:pt x="231812" y="33398"/>
                  <a:pt x="230246" y="34964"/>
                </a:cubicBezTo>
                <a:cubicBezTo>
                  <a:pt x="228669" y="36542"/>
                  <a:pt x="226577" y="37330"/>
                  <a:pt x="223959" y="37330"/>
                </a:cubicBezTo>
                <a:lnTo>
                  <a:pt x="153231" y="37330"/>
                </a:lnTo>
                <a:close/>
                <a:moveTo>
                  <a:pt x="194882" y="210598"/>
                </a:moveTo>
                <a:cubicBezTo>
                  <a:pt x="196710" y="209032"/>
                  <a:pt x="197636" y="206929"/>
                  <a:pt x="197636" y="204311"/>
                </a:cubicBezTo>
                <a:lnTo>
                  <a:pt x="197636" y="136737"/>
                </a:lnTo>
                <a:cubicBezTo>
                  <a:pt x="197636" y="134108"/>
                  <a:pt x="196710" y="132017"/>
                  <a:pt x="194882" y="130451"/>
                </a:cubicBezTo>
                <a:cubicBezTo>
                  <a:pt x="193316" y="128610"/>
                  <a:pt x="191212" y="127696"/>
                  <a:pt x="188595" y="127696"/>
                </a:cubicBezTo>
                <a:cubicBezTo>
                  <a:pt x="185978" y="127696"/>
                  <a:pt x="183886" y="128610"/>
                  <a:pt x="182309" y="130451"/>
                </a:cubicBezTo>
                <a:cubicBezTo>
                  <a:pt x="180480" y="132017"/>
                  <a:pt x="179554" y="134108"/>
                  <a:pt x="179554" y="136737"/>
                </a:cubicBezTo>
                <a:lnTo>
                  <a:pt x="179554" y="204311"/>
                </a:lnTo>
                <a:cubicBezTo>
                  <a:pt x="179554" y="206929"/>
                  <a:pt x="180480" y="209032"/>
                  <a:pt x="182309" y="210598"/>
                </a:cubicBezTo>
                <a:cubicBezTo>
                  <a:pt x="183886" y="212427"/>
                  <a:pt x="185978" y="213352"/>
                  <a:pt x="188595" y="213352"/>
                </a:cubicBezTo>
                <a:cubicBezTo>
                  <a:pt x="191212" y="213352"/>
                  <a:pt x="193316" y="212427"/>
                  <a:pt x="194882" y="210598"/>
                </a:cubicBezTo>
                <a:close/>
                <a:moveTo>
                  <a:pt x="136737" y="326898"/>
                </a:moveTo>
                <a:cubicBezTo>
                  <a:pt x="120495" y="319823"/>
                  <a:pt x="106345" y="310267"/>
                  <a:pt x="94298" y="298220"/>
                </a:cubicBezTo>
                <a:cubicBezTo>
                  <a:pt x="82250" y="286161"/>
                  <a:pt x="72683" y="272023"/>
                  <a:pt x="65620" y="255781"/>
                </a:cubicBezTo>
                <a:cubicBezTo>
                  <a:pt x="58544" y="239539"/>
                  <a:pt x="55013" y="222256"/>
                  <a:pt x="55013" y="203923"/>
                </a:cubicBezTo>
                <a:cubicBezTo>
                  <a:pt x="55013" y="185577"/>
                  <a:pt x="58544" y="168295"/>
                  <a:pt x="65620" y="152053"/>
                </a:cubicBezTo>
                <a:cubicBezTo>
                  <a:pt x="72683" y="136074"/>
                  <a:pt x="82250" y="121935"/>
                  <a:pt x="94298" y="109625"/>
                </a:cubicBezTo>
                <a:cubicBezTo>
                  <a:pt x="106345" y="97566"/>
                  <a:pt x="120495" y="88011"/>
                  <a:pt x="136737" y="80936"/>
                </a:cubicBezTo>
                <a:cubicBezTo>
                  <a:pt x="152968" y="73872"/>
                  <a:pt x="170261" y="70329"/>
                  <a:pt x="188595" y="70329"/>
                </a:cubicBezTo>
                <a:cubicBezTo>
                  <a:pt x="205363" y="70329"/>
                  <a:pt x="221205" y="73346"/>
                  <a:pt x="236132" y="79370"/>
                </a:cubicBezTo>
                <a:cubicBezTo>
                  <a:pt x="251071" y="85131"/>
                  <a:pt x="264422" y="93120"/>
                  <a:pt x="276217" y="103339"/>
                </a:cubicBezTo>
                <a:lnTo>
                  <a:pt x="288002" y="91543"/>
                </a:lnTo>
                <a:cubicBezTo>
                  <a:pt x="289831" y="89714"/>
                  <a:pt x="291934" y="88800"/>
                  <a:pt x="294288" y="88800"/>
                </a:cubicBezTo>
                <a:cubicBezTo>
                  <a:pt x="296643" y="88800"/>
                  <a:pt x="298734" y="89714"/>
                  <a:pt x="300575" y="91543"/>
                </a:cubicBezTo>
                <a:cubicBezTo>
                  <a:pt x="302404" y="93383"/>
                  <a:pt x="303329" y="95475"/>
                  <a:pt x="303329" y="97829"/>
                </a:cubicBezTo>
                <a:cubicBezTo>
                  <a:pt x="303329" y="100195"/>
                  <a:pt x="302404" y="102287"/>
                  <a:pt x="300575" y="104116"/>
                </a:cubicBezTo>
                <a:lnTo>
                  <a:pt x="288790" y="115912"/>
                </a:lnTo>
                <a:cubicBezTo>
                  <a:pt x="298220" y="126382"/>
                  <a:pt x="306210" y="138955"/>
                  <a:pt x="312759" y="153631"/>
                </a:cubicBezTo>
                <a:cubicBezTo>
                  <a:pt x="319046" y="168295"/>
                  <a:pt x="322189" y="185063"/>
                  <a:pt x="322189" y="203923"/>
                </a:cubicBezTo>
                <a:cubicBezTo>
                  <a:pt x="322189" y="222256"/>
                  <a:pt x="318646" y="239539"/>
                  <a:pt x="311570" y="255781"/>
                </a:cubicBezTo>
                <a:cubicBezTo>
                  <a:pt x="304507" y="272023"/>
                  <a:pt x="294940" y="286161"/>
                  <a:pt x="282893" y="298220"/>
                </a:cubicBezTo>
                <a:cubicBezTo>
                  <a:pt x="270845" y="310267"/>
                  <a:pt x="256695" y="319823"/>
                  <a:pt x="240464" y="326898"/>
                </a:cubicBezTo>
                <a:cubicBezTo>
                  <a:pt x="224222" y="333973"/>
                  <a:pt x="206929" y="337505"/>
                  <a:pt x="188595" y="337505"/>
                </a:cubicBezTo>
                <a:cubicBezTo>
                  <a:pt x="170261" y="337505"/>
                  <a:pt x="152968" y="333973"/>
                  <a:pt x="136737" y="326898"/>
                </a:cubicBezTo>
                <a:close/>
                <a:moveTo>
                  <a:pt x="270708" y="286036"/>
                </a:moveTo>
                <a:cubicBezTo>
                  <a:pt x="293237" y="263507"/>
                  <a:pt x="304507" y="236132"/>
                  <a:pt x="304507" y="203923"/>
                </a:cubicBezTo>
                <a:cubicBezTo>
                  <a:pt x="304507" y="171964"/>
                  <a:pt x="293237" y="144715"/>
                  <a:pt x="270708" y="122198"/>
                </a:cubicBezTo>
                <a:cubicBezTo>
                  <a:pt x="248191" y="99670"/>
                  <a:pt x="220816" y="88400"/>
                  <a:pt x="188595" y="88400"/>
                </a:cubicBezTo>
                <a:cubicBezTo>
                  <a:pt x="156374" y="88400"/>
                  <a:pt x="128999" y="99670"/>
                  <a:pt x="106482" y="122198"/>
                </a:cubicBezTo>
                <a:cubicBezTo>
                  <a:pt x="83953" y="144715"/>
                  <a:pt x="72683" y="171964"/>
                  <a:pt x="72683" y="203923"/>
                </a:cubicBezTo>
                <a:cubicBezTo>
                  <a:pt x="72683" y="236132"/>
                  <a:pt x="83953" y="263507"/>
                  <a:pt x="106482" y="286036"/>
                </a:cubicBezTo>
                <a:cubicBezTo>
                  <a:pt x="128999" y="308564"/>
                  <a:pt x="156374" y="319823"/>
                  <a:pt x="188595" y="319823"/>
                </a:cubicBezTo>
                <a:cubicBezTo>
                  <a:pt x="220816" y="319823"/>
                  <a:pt x="248191" y="308564"/>
                  <a:pt x="270708" y="286036"/>
                </a:cubicBezTo>
                <a:close/>
                <a:moveTo>
                  <a:pt x="188595" y="20431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551674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950" dirty="0"/>
          </a:p>
        </p:txBody>
      </p:sp>
      <p:sp>
        <p:nvSpPr>
          <p:cNvPr id="142" name="圖示 行事曆"/>
          <p:cNvSpPr/>
          <p:nvPr/>
        </p:nvSpPr>
        <p:spPr>
          <a:xfrm>
            <a:off x="639111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793" y="337905"/>
                </a:moveTo>
                <a:cubicBezTo>
                  <a:pt x="71506" y="337905"/>
                  <a:pt x="66134" y="335676"/>
                  <a:pt x="61688" y="331219"/>
                </a:cubicBezTo>
                <a:cubicBezTo>
                  <a:pt x="57230" y="326772"/>
                  <a:pt x="55013" y="321400"/>
                  <a:pt x="55013" y="315114"/>
                </a:cubicBezTo>
                <a:lnTo>
                  <a:pt x="55013" y="87622"/>
                </a:lnTo>
                <a:cubicBezTo>
                  <a:pt x="55013" y="81599"/>
                  <a:pt x="57230" y="76227"/>
                  <a:pt x="61688" y="71506"/>
                </a:cubicBezTo>
                <a:cubicBezTo>
                  <a:pt x="66134" y="67060"/>
                  <a:pt x="71506" y="64831"/>
                  <a:pt x="77793" y="64831"/>
                </a:cubicBezTo>
                <a:lnTo>
                  <a:pt x="106871" y="64831"/>
                </a:lnTo>
                <a:lnTo>
                  <a:pt x="106871" y="47149"/>
                </a:lnTo>
                <a:cubicBezTo>
                  <a:pt x="106871" y="44531"/>
                  <a:pt x="107659" y="42302"/>
                  <a:pt x="109225" y="40474"/>
                </a:cubicBezTo>
                <a:cubicBezTo>
                  <a:pt x="111065" y="38371"/>
                  <a:pt x="113420" y="37330"/>
                  <a:pt x="116300" y="37330"/>
                </a:cubicBezTo>
                <a:cubicBezTo>
                  <a:pt x="119181" y="37330"/>
                  <a:pt x="121672" y="38371"/>
                  <a:pt x="123764" y="40474"/>
                </a:cubicBezTo>
                <a:cubicBezTo>
                  <a:pt x="125604" y="42302"/>
                  <a:pt x="126519" y="44531"/>
                  <a:pt x="126519" y="47149"/>
                </a:cubicBezTo>
                <a:lnTo>
                  <a:pt x="126519" y="64831"/>
                </a:lnTo>
                <a:lnTo>
                  <a:pt x="251460" y="64831"/>
                </a:lnTo>
                <a:lnTo>
                  <a:pt x="251460" y="47149"/>
                </a:lnTo>
                <a:cubicBezTo>
                  <a:pt x="251460" y="44268"/>
                  <a:pt x="252249" y="41914"/>
                  <a:pt x="253815" y="40074"/>
                </a:cubicBezTo>
                <a:cubicBezTo>
                  <a:pt x="255655" y="38245"/>
                  <a:pt x="258009" y="37330"/>
                  <a:pt x="260890" y="37330"/>
                </a:cubicBezTo>
                <a:cubicBezTo>
                  <a:pt x="263770" y="37330"/>
                  <a:pt x="266125" y="38245"/>
                  <a:pt x="267965" y="40074"/>
                </a:cubicBezTo>
                <a:cubicBezTo>
                  <a:pt x="269794" y="41914"/>
                  <a:pt x="270708" y="44268"/>
                  <a:pt x="270708" y="47149"/>
                </a:cubicBezTo>
                <a:lnTo>
                  <a:pt x="270708" y="64831"/>
                </a:lnTo>
                <a:lnTo>
                  <a:pt x="299397" y="64831"/>
                </a:lnTo>
                <a:cubicBezTo>
                  <a:pt x="305684" y="64831"/>
                  <a:pt x="311056" y="67060"/>
                  <a:pt x="315502" y="71506"/>
                </a:cubicBezTo>
                <a:cubicBezTo>
                  <a:pt x="319960" y="76227"/>
                  <a:pt x="322189" y="81599"/>
                  <a:pt x="322189" y="87622"/>
                </a:cubicBezTo>
                <a:lnTo>
                  <a:pt x="322189" y="315114"/>
                </a:lnTo>
                <a:cubicBezTo>
                  <a:pt x="322189" y="321400"/>
                  <a:pt x="319960" y="326772"/>
                  <a:pt x="315502" y="331219"/>
                </a:cubicBezTo>
                <a:cubicBezTo>
                  <a:pt x="311056" y="335676"/>
                  <a:pt x="305684" y="337905"/>
                  <a:pt x="299397" y="337905"/>
                </a:cubicBezTo>
                <a:lnTo>
                  <a:pt x="77793" y="337905"/>
                </a:lnTo>
                <a:close/>
                <a:moveTo>
                  <a:pt x="77793" y="320223"/>
                </a:moveTo>
                <a:lnTo>
                  <a:pt x="299397" y="320223"/>
                </a:lnTo>
                <a:cubicBezTo>
                  <a:pt x="300700" y="320223"/>
                  <a:pt x="301878" y="319697"/>
                  <a:pt x="302929" y="318646"/>
                </a:cubicBezTo>
                <a:cubicBezTo>
                  <a:pt x="303981" y="317594"/>
                  <a:pt x="304507" y="316417"/>
                  <a:pt x="304507" y="315114"/>
                </a:cubicBezTo>
                <a:lnTo>
                  <a:pt x="304507" y="159128"/>
                </a:lnTo>
                <a:lnTo>
                  <a:pt x="72683" y="159128"/>
                </a:lnTo>
                <a:lnTo>
                  <a:pt x="72683" y="315114"/>
                </a:lnTo>
                <a:cubicBezTo>
                  <a:pt x="72683" y="316417"/>
                  <a:pt x="73209" y="317594"/>
                  <a:pt x="74261" y="318646"/>
                </a:cubicBezTo>
                <a:cubicBezTo>
                  <a:pt x="75312" y="319697"/>
                  <a:pt x="76490" y="320223"/>
                  <a:pt x="77793" y="320223"/>
                </a:cubicBezTo>
                <a:close/>
                <a:moveTo>
                  <a:pt x="72683" y="141446"/>
                </a:moveTo>
                <a:lnTo>
                  <a:pt x="304507" y="141446"/>
                </a:lnTo>
                <a:lnTo>
                  <a:pt x="304507" y="87622"/>
                </a:lnTo>
                <a:cubicBezTo>
                  <a:pt x="304507" y="86308"/>
                  <a:pt x="303981" y="85256"/>
                  <a:pt x="302929" y="84479"/>
                </a:cubicBezTo>
                <a:cubicBezTo>
                  <a:pt x="301878" y="83428"/>
                  <a:pt x="300700" y="82902"/>
                  <a:pt x="299397" y="82902"/>
                </a:cubicBezTo>
                <a:lnTo>
                  <a:pt x="77793" y="82902"/>
                </a:lnTo>
                <a:cubicBezTo>
                  <a:pt x="76490" y="82902"/>
                  <a:pt x="75312" y="83428"/>
                  <a:pt x="74261" y="84479"/>
                </a:cubicBezTo>
                <a:cubicBezTo>
                  <a:pt x="73209" y="85256"/>
                  <a:pt x="72683" y="86308"/>
                  <a:pt x="72683" y="87622"/>
                </a:cubicBezTo>
                <a:lnTo>
                  <a:pt x="72683" y="141446"/>
                </a:lnTo>
                <a:close/>
                <a:moveTo>
                  <a:pt x="72683" y="141446"/>
                </a:moveTo>
                <a:lnTo>
                  <a:pt x="72683" y="82902"/>
                </a:lnTo>
                <a:lnTo>
                  <a:pt x="72683" y="141446"/>
                </a:lnTo>
                <a:close/>
                <a:moveTo>
                  <a:pt x="188595" y="221205"/>
                </a:moveTo>
                <a:cubicBezTo>
                  <a:pt x="184663" y="221205"/>
                  <a:pt x="181394" y="219902"/>
                  <a:pt x="178777" y="217273"/>
                </a:cubicBezTo>
                <a:cubicBezTo>
                  <a:pt x="176148" y="214393"/>
                  <a:pt x="174845" y="211124"/>
                  <a:pt x="174845" y="207455"/>
                </a:cubicBezTo>
                <a:cubicBezTo>
                  <a:pt x="174845" y="203523"/>
                  <a:pt x="176148" y="200254"/>
                  <a:pt x="178777" y="197636"/>
                </a:cubicBezTo>
                <a:cubicBezTo>
                  <a:pt x="181394" y="194756"/>
                  <a:pt x="184663" y="193316"/>
                  <a:pt x="188595" y="193316"/>
                </a:cubicBezTo>
                <a:cubicBezTo>
                  <a:pt x="192527" y="193316"/>
                  <a:pt x="195796" y="194756"/>
                  <a:pt x="198413" y="197636"/>
                </a:cubicBezTo>
                <a:cubicBezTo>
                  <a:pt x="201042" y="200254"/>
                  <a:pt x="202345" y="203523"/>
                  <a:pt x="202345" y="207455"/>
                </a:cubicBezTo>
                <a:cubicBezTo>
                  <a:pt x="202345" y="211124"/>
                  <a:pt x="201042" y="214393"/>
                  <a:pt x="198413" y="217273"/>
                </a:cubicBezTo>
                <a:cubicBezTo>
                  <a:pt x="195796" y="219902"/>
                  <a:pt x="192527" y="221205"/>
                  <a:pt x="188595" y="221205"/>
                </a:cubicBezTo>
                <a:close/>
                <a:moveTo>
                  <a:pt x="115912" y="217273"/>
                </a:moveTo>
                <a:cubicBezTo>
                  <a:pt x="113283" y="214393"/>
                  <a:pt x="111980" y="211124"/>
                  <a:pt x="111980" y="207455"/>
                </a:cubicBezTo>
                <a:cubicBezTo>
                  <a:pt x="111980" y="203523"/>
                  <a:pt x="113283" y="200254"/>
                  <a:pt x="115912" y="197636"/>
                </a:cubicBezTo>
                <a:cubicBezTo>
                  <a:pt x="118529" y="194756"/>
                  <a:pt x="121798" y="193316"/>
                  <a:pt x="125730" y="193316"/>
                </a:cubicBezTo>
                <a:cubicBezTo>
                  <a:pt x="129662" y="193316"/>
                  <a:pt x="132931" y="194756"/>
                  <a:pt x="135548" y="197636"/>
                </a:cubicBezTo>
                <a:cubicBezTo>
                  <a:pt x="138177" y="200254"/>
                  <a:pt x="139480" y="203523"/>
                  <a:pt x="139480" y="207455"/>
                </a:cubicBezTo>
                <a:cubicBezTo>
                  <a:pt x="139480" y="211124"/>
                  <a:pt x="138177" y="214393"/>
                  <a:pt x="135548" y="217273"/>
                </a:cubicBezTo>
                <a:cubicBezTo>
                  <a:pt x="132931" y="219902"/>
                  <a:pt x="129662" y="221205"/>
                  <a:pt x="125730" y="221205"/>
                </a:cubicBezTo>
                <a:cubicBezTo>
                  <a:pt x="121798" y="221205"/>
                  <a:pt x="118529" y="219902"/>
                  <a:pt x="115912" y="217273"/>
                </a:cubicBezTo>
                <a:close/>
                <a:moveTo>
                  <a:pt x="251460" y="221205"/>
                </a:moveTo>
                <a:cubicBezTo>
                  <a:pt x="247528" y="221205"/>
                  <a:pt x="244259" y="219902"/>
                  <a:pt x="241642" y="217273"/>
                </a:cubicBezTo>
                <a:cubicBezTo>
                  <a:pt x="239013" y="214393"/>
                  <a:pt x="237710" y="211124"/>
                  <a:pt x="237710" y="207455"/>
                </a:cubicBezTo>
                <a:cubicBezTo>
                  <a:pt x="237710" y="203523"/>
                  <a:pt x="239013" y="200254"/>
                  <a:pt x="241642" y="197636"/>
                </a:cubicBezTo>
                <a:cubicBezTo>
                  <a:pt x="244259" y="194756"/>
                  <a:pt x="247528" y="193316"/>
                  <a:pt x="251460" y="193316"/>
                </a:cubicBezTo>
                <a:cubicBezTo>
                  <a:pt x="255392" y="193316"/>
                  <a:pt x="258661" y="194756"/>
                  <a:pt x="261278" y="197636"/>
                </a:cubicBezTo>
                <a:cubicBezTo>
                  <a:pt x="263907" y="200254"/>
                  <a:pt x="265210" y="203523"/>
                  <a:pt x="265210" y="207455"/>
                </a:cubicBezTo>
                <a:cubicBezTo>
                  <a:pt x="265210" y="211124"/>
                  <a:pt x="263907" y="214393"/>
                  <a:pt x="261278" y="217273"/>
                </a:cubicBezTo>
                <a:cubicBezTo>
                  <a:pt x="258661" y="219902"/>
                  <a:pt x="255392" y="221205"/>
                  <a:pt x="251460" y="221205"/>
                </a:cubicBezTo>
                <a:close/>
                <a:moveTo>
                  <a:pt x="188595" y="282893"/>
                </a:moveTo>
                <a:cubicBezTo>
                  <a:pt x="184663" y="282893"/>
                  <a:pt x="181394" y="281578"/>
                  <a:pt x="178777" y="278961"/>
                </a:cubicBezTo>
                <a:cubicBezTo>
                  <a:pt x="176148" y="276080"/>
                  <a:pt x="174845" y="272811"/>
                  <a:pt x="174845" y="269142"/>
                </a:cubicBezTo>
                <a:cubicBezTo>
                  <a:pt x="174845" y="265210"/>
                  <a:pt x="176148" y="261941"/>
                  <a:pt x="178777" y="259324"/>
                </a:cubicBezTo>
                <a:cubicBezTo>
                  <a:pt x="181394" y="256432"/>
                  <a:pt x="184663" y="254992"/>
                  <a:pt x="188595" y="254992"/>
                </a:cubicBezTo>
                <a:cubicBezTo>
                  <a:pt x="192527" y="254992"/>
                  <a:pt x="195796" y="256432"/>
                  <a:pt x="198413" y="259324"/>
                </a:cubicBezTo>
                <a:cubicBezTo>
                  <a:pt x="201042" y="261941"/>
                  <a:pt x="202345" y="265210"/>
                  <a:pt x="202345" y="269142"/>
                </a:cubicBezTo>
                <a:cubicBezTo>
                  <a:pt x="202345" y="272811"/>
                  <a:pt x="201042" y="276080"/>
                  <a:pt x="198413" y="278961"/>
                </a:cubicBezTo>
                <a:cubicBezTo>
                  <a:pt x="195796" y="281578"/>
                  <a:pt x="192527" y="282893"/>
                  <a:pt x="188595" y="282893"/>
                </a:cubicBezTo>
                <a:close/>
                <a:moveTo>
                  <a:pt x="115912" y="278961"/>
                </a:moveTo>
                <a:cubicBezTo>
                  <a:pt x="113283" y="276080"/>
                  <a:pt x="111980" y="272811"/>
                  <a:pt x="111980" y="269142"/>
                </a:cubicBezTo>
                <a:cubicBezTo>
                  <a:pt x="111980" y="265210"/>
                  <a:pt x="113283" y="261941"/>
                  <a:pt x="115912" y="259324"/>
                </a:cubicBezTo>
                <a:cubicBezTo>
                  <a:pt x="118529" y="256432"/>
                  <a:pt x="121798" y="254992"/>
                  <a:pt x="125730" y="254992"/>
                </a:cubicBezTo>
                <a:cubicBezTo>
                  <a:pt x="129662" y="254992"/>
                  <a:pt x="132931" y="256432"/>
                  <a:pt x="135548" y="259324"/>
                </a:cubicBezTo>
                <a:cubicBezTo>
                  <a:pt x="138177" y="261941"/>
                  <a:pt x="139480" y="265210"/>
                  <a:pt x="139480" y="269142"/>
                </a:cubicBezTo>
                <a:cubicBezTo>
                  <a:pt x="139480" y="272811"/>
                  <a:pt x="138177" y="276080"/>
                  <a:pt x="135548" y="278961"/>
                </a:cubicBezTo>
                <a:cubicBezTo>
                  <a:pt x="132931" y="281578"/>
                  <a:pt x="129662" y="282893"/>
                  <a:pt x="125730" y="282893"/>
                </a:cubicBezTo>
                <a:cubicBezTo>
                  <a:pt x="121798" y="282893"/>
                  <a:pt x="118529" y="281578"/>
                  <a:pt x="115912" y="278961"/>
                </a:cubicBezTo>
                <a:close/>
                <a:moveTo>
                  <a:pt x="251460" y="282893"/>
                </a:moveTo>
                <a:cubicBezTo>
                  <a:pt x="247528" y="282893"/>
                  <a:pt x="244259" y="281578"/>
                  <a:pt x="241642" y="278961"/>
                </a:cubicBezTo>
                <a:cubicBezTo>
                  <a:pt x="239013" y="276080"/>
                  <a:pt x="237710" y="272811"/>
                  <a:pt x="237710" y="269142"/>
                </a:cubicBezTo>
                <a:cubicBezTo>
                  <a:pt x="237710" y="265210"/>
                  <a:pt x="239013" y="261941"/>
                  <a:pt x="241642" y="259324"/>
                </a:cubicBezTo>
                <a:cubicBezTo>
                  <a:pt x="244259" y="256432"/>
                  <a:pt x="247528" y="254992"/>
                  <a:pt x="251460" y="254992"/>
                </a:cubicBezTo>
                <a:cubicBezTo>
                  <a:pt x="255392" y="254992"/>
                  <a:pt x="258661" y="256432"/>
                  <a:pt x="261278" y="259324"/>
                </a:cubicBezTo>
                <a:cubicBezTo>
                  <a:pt x="263907" y="261941"/>
                  <a:pt x="265210" y="265210"/>
                  <a:pt x="265210" y="269142"/>
                </a:cubicBezTo>
                <a:cubicBezTo>
                  <a:pt x="265210" y="272811"/>
                  <a:pt x="263907" y="276080"/>
                  <a:pt x="261278" y="278961"/>
                </a:cubicBezTo>
                <a:cubicBezTo>
                  <a:pt x="258661" y="281578"/>
                  <a:pt x="255392" y="282893"/>
                  <a:pt x="251460" y="28289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621014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950" dirty="0"/>
          </a:p>
        </p:txBody>
      </p:sp>
      <p:sp>
        <p:nvSpPr>
          <p:cNvPr id="144" name="圖示 事件"/>
          <p:cNvSpPr/>
          <p:nvPr/>
        </p:nvSpPr>
        <p:spPr>
          <a:xfrm>
            <a:off x="708451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0598" y="278183"/>
                </a:moveTo>
                <a:cubicBezTo>
                  <a:pt x="203785" y="271371"/>
                  <a:pt x="200379" y="262981"/>
                  <a:pt x="200379" y="253037"/>
                </a:cubicBezTo>
                <a:cubicBezTo>
                  <a:pt x="200379" y="243345"/>
                  <a:pt x="203785" y="235092"/>
                  <a:pt x="210598" y="228280"/>
                </a:cubicBezTo>
                <a:cubicBezTo>
                  <a:pt x="217673" y="221205"/>
                  <a:pt x="226051" y="217673"/>
                  <a:pt x="235744" y="217673"/>
                </a:cubicBezTo>
                <a:cubicBezTo>
                  <a:pt x="245699" y="217673"/>
                  <a:pt x="254077" y="221205"/>
                  <a:pt x="260890" y="228280"/>
                </a:cubicBezTo>
                <a:cubicBezTo>
                  <a:pt x="267702" y="235092"/>
                  <a:pt x="271108" y="243470"/>
                  <a:pt x="271108" y="253426"/>
                </a:cubicBezTo>
                <a:cubicBezTo>
                  <a:pt x="271108" y="263119"/>
                  <a:pt x="267702" y="271497"/>
                  <a:pt x="260890" y="278572"/>
                </a:cubicBezTo>
                <a:cubicBezTo>
                  <a:pt x="254077" y="285384"/>
                  <a:pt x="245699" y="288790"/>
                  <a:pt x="235744" y="288790"/>
                </a:cubicBezTo>
                <a:cubicBezTo>
                  <a:pt x="225788" y="288790"/>
                  <a:pt x="217410" y="285247"/>
                  <a:pt x="210598" y="278183"/>
                </a:cubicBezTo>
                <a:close/>
                <a:moveTo>
                  <a:pt x="77793" y="337905"/>
                </a:moveTo>
                <a:cubicBezTo>
                  <a:pt x="71506" y="337905"/>
                  <a:pt x="66134" y="335676"/>
                  <a:pt x="61688" y="331219"/>
                </a:cubicBezTo>
                <a:cubicBezTo>
                  <a:pt x="57230" y="326772"/>
                  <a:pt x="55013" y="321400"/>
                  <a:pt x="55013" y="315114"/>
                </a:cubicBezTo>
                <a:lnTo>
                  <a:pt x="55013" y="87622"/>
                </a:lnTo>
                <a:cubicBezTo>
                  <a:pt x="55013" y="81599"/>
                  <a:pt x="57230" y="76227"/>
                  <a:pt x="61688" y="71506"/>
                </a:cubicBezTo>
                <a:cubicBezTo>
                  <a:pt x="66134" y="67060"/>
                  <a:pt x="71506" y="64831"/>
                  <a:pt x="77793" y="64831"/>
                </a:cubicBezTo>
                <a:lnTo>
                  <a:pt x="106871" y="64831"/>
                </a:lnTo>
                <a:lnTo>
                  <a:pt x="106871" y="47149"/>
                </a:lnTo>
                <a:cubicBezTo>
                  <a:pt x="106871" y="44531"/>
                  <a:pt x="107659" y="42302"/>
                  <a:pt x="109225" y="40474"/>
                </a:cubicBezTo>
                <a:cubicBezTo>
                  <a:pt x="111065" y="38371"/>
                  <a:pt x="113420" y="37330"/>
                  <a:pt x="116300" y="37330"/>
                </a:cubicBezTo>
                <a:cubicBezTo>
                  <a:pt x="119181" y="37330"/>
                  <a:pt x="121672" y="38371"/>
                  <a:pt x="123764" y="40474"/>
                </a:cubicBezTo>
                <a:cubicBezTo>
                  <a:pt x="125604" y="42302"/>
                  <a:pt x="126519" y="44531"/>
                  <a:pt x="126519" y="47149"/>
                </a:cubicBezTo>
                <a:lnTo>
                  <a:pt x="126519" y="64831"/>
                </a:lnTo>
                <a:lnTo>
                  <a:pt x="251460" y="64831"/>
                </a:lnTo>
                <a:lnTo>
                  <a:pt x="251460" y="47149"/>
                </a:lnTo>
                <a:cubicBezTo>
                  <a:pt x="251460" y="44268"/>
                  <a:pt x="252249" y="41914"/>
                  <a:pt x="253815" y="40074"/>
                </a:cubicBezTo>
                <a:cubicBezTo>
                  <a:pt x="255655" y="38245"/>
                  <a:pt x="258009" y="37330"/>
                  <a:pt x="260890" y="37330"/>
                </a:cubicBezTo>
                <a:cubicBezTo>
                  <a:pt x="263770" y="37330"/>
                  <a:pt x="266125" y="38245"/>
                  <a:pt x="267965" y="40074"/>
                </a:cubicBezTo>
                <a:cubicBezTo>
                  <a:pt x="269794" y="41914"/>
                  <a:pt x="270708" y="44268"/>
                  <a:pt x="270708" y="47149"/>
                </a:cubicBezTo>
                <a:lnTo>
                  <a:pt x="270708" y="64831"/>
                </a:lnTo>
                <a:lnTo>
                  <a:pt x="299397" y="64831"/>
                </a:lnTo>
                <a:cubicBezTo>
                  <a:pt x="305684" y="64831"/>
                  <a:pt x="311056" y="67060"/>
                  <a:pt x="315502" y="71506"/>
                </a:cubicBezTo>
                <a:cubicBezTo>
                  <a:pt x="319960" y="76227"/>
                  <a:pt x="322189" y="81599"/>
                  <a:pt x="322189" y="87622"/>
                </a:cubicBezTo>
                <a:lnTo>
                  <a:pt x="322189" y="315114"/>
                </a:lnTo>
                <a:cubicBezTo>
                  <a:pt x="322189" y="321400"/>
                  <a:pt x="319960" y="326772"/>
                  <a:pt x="315502" y="331219"/>
                </a:cubicBezTo>
                <a:cubicBezTo>
                  <a:pt x="311056" y="335676"/>
                  <a:pt x="305684" y="337905"/>
                  <a:pt x="299397" y="337905"/>
                </a:cubicBezTo>
                <a:lnTo>
                  <a:pt x="77793" y="337905"/>
                </a:lnTo>
                <a:close/>
                <a:moveTo>
                  <a:pt x="77793" y="320223"/>
                </a:moveTo>
                <a:lnTo>
                  <a:pt x="299397" y="320223"/>
                </a:lnTo>
                <a:cubicBezTo>
                  <a:pt x="300700" y="320223"/>
                  <a:pt x="301878" y="319697"/>
                  <a:pt x="302929" y="318646"/>
                </a:cubicBezTo>
                <a:cubicBezTo>
                  <a:pt x="303981" y="317594"/>
                  <a:pt x="304507" y="316417"/>
                  <a:pt x="304507" y="315114"/>
                </a:cubicBezTo>
                <a:lnTo>
                  <a:pt x="304507" y="159128"/>
                </a:lnTo>
                <a:lnTo>
                  <a:pt x="72683" y="159128"/>
                </a:lnTo>
                <a:lnTo>
                  <a:pt x="72683" y="315114"/>
                </a:lnTo>
                <a:cubicBezTo>
                  <a:pt x="72683" y="316417"/>
                  <a:pt x="73209" y="317594"/>
                  <a:pt x="74261" y="318646"/>
                </a:cubicBezTo>
                <a:cubicBezTo>
                  <a:pt x="75312" y="319697"/>
                  <a:pt x="76490" y="320223"/>
                  <a:pt x="77793" y="320223"/>
                </a:cubicBezTo>
                <a:close/>
                <a:moveTo>
                  <a:pt x="72683" y="141446"/>
                </a:moveTo>
                <a:lnTo>
                  <a:pt x="304507" y="141446"/>
                </a:lnTo>
                <a:lnTo>
                  <a:pt x="304507" y="87622"/>
                </a:lnTo>
                <a:cubicBezTo>
                  <a:pt x="304507" y="86308"/>
                  <a:pt x="303981" y="85256"/>
                  <a:pt x="302929" y="84479"/>
                </a:cubicBezTo>
                <a:cubicBezTo>
                  <a:pt x="301878" y="83428"/>
                  <a:pt x="300700" y="82902"/>
                  <a:pt x="299397" y="82902"/>
                </a:cubicBezTo>
                <a:lnTo>
                  <a:pt x="77793" y="82902"/>
                </a:lnTo>
                <a:cubicBezTo>
                  <a:pt x="76490" y="82902"/>
                  <a:pt x="75312" y="83428"/>
                  <a:pt x="74261" y="84479"/>
                </a:cubicBezTo>
                <a:cubicBezTo>
                  <a:pt x="73209" y="85256"/>
                  <a:pt x="72683" y="86308"/>
                  <a:pt x="72683" y="87622"/>
                </a:cubicBezTo>
                <a:lnTo>
                  <a:pt x="72683" y="141446"/>
                </a:lnTo>
                <a:close/>
                <a:moveTo>
                  <a:pt x="72683" y="141446"/>
                </a:moveTo>
                <a:lnTo>
                  <a:pt x="72683" y="82902"/>
                </a:lnTo>
                <a:lnTo>
                  <a:pt x="72683" y="14144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6903549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950" dirty="0"/>
          </a:p>
        </p:txBody>
      </p:sp>
      <p:sp>
        <p:nvSpPr>
          <p:cNvPr id="146" name="圖示 已排程"/>
          <p:cNvSpPr/>
          <p:nvPr/>
        </p:nvSpPr>
        <p:spPr>
          <a:xfrm>
            <a:off x="777791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913" y="256958"/>
                </a:moveTo>
                <a:lnTo>
                  <a:pt x="235355" y="192127"/>
                </a:lnTo>
                <a:cubicBezTo>
                  <a:pt x="237184" y="190561"/>
                  <a:pt x="239276" y="189772"/>
                  <a:pt x="241642" y="189772"/>
                </a:cubicBezTo>
                <a:cubicBezTo>
                  <a:pt x="243996" y="189772"/>
                  <a:pt x="246088" y="190687"/>
                  <a:pt x="247928" y="192527"/>
                </a:cubicBezTo>
                <a:cubicBezTo>
                  <a:pt x="249757" y="194356"/>
                  <a:pt x="250671" y="196459"/>
                  <a:pt x="250671" y="198813"/>
                </a:cubicBezTo>
                <a:cubicBezTo>
                  <a:pt x="250671" y="201168"/>
                  <a:pt x="249757" y="203260"/>
                  <a:pt x="247928" y="205100"/>
                </a:cubicBezTo>
                <a:lnTo>
                  <a:pt x="178377" y="274251"/>
                </a:lnTo>
                <a:cubicBezTo>
                  <a:pt x="176285" y="276606"/>
                  <a:pt x="173667" y="277783"/>
                  <a:pt x="170524" y="277783"/>
                </a:cubicBezTo>
                <a:cubicBezTo>
                  <a:pt x="167644" y="277783"/>
                  <a:pt x="165026" y="276606"/>
                  <a:pt x="162660" y="274251"/>
                </a:cubicBezTo>
                <a:lnTo>
                  <a:pt x="127696" y="239276"/>
                </a:lnTo>
                <a:cubicBezTo>
                  <a:pt x="125856" y="237710"/>
                  <a:pt x="124941" y="235744"/>
                  <a:pt x="124941" y="233389"/>
                </a:cubicBezTo>
                <a:cubicBezTo>
                  <a:pt x="124941" y="231035"/>
                  <a:pt x="125856" y="228931"/>
                  <a:pt x="127696" y="227103"/>
                </a:cubicBezTo>
                <a:cubicBezTo>
                  <a:pt x="129525" y="225262"/>
                  <a:pt x="131628" y="224348"/>
                  <a:pt x="133982" y="224348"/>
                </a:cubicBezTo>
                <a:cubicBezTo>
                  <a:pt x="136337" y="224348"/>
                  <a:pt x="138429" y="225137"/>
                  <a:pt x="140269" y="226703"/>
                </a:cubicBezTo>
                <a:lnTo>
                  <a:pt x="170913" y="256958"/>
                </a:lnTo>
                <a:close/>
                <a:moveTo>
                  <a:pt x="77793" y="337905"/>
                </a:moveTo>
                <a:cubicBezTo>
                  <a:pt x="71506" y="337905"/>
                  <a:pt x="66134" y="335676"/>
                  <a:pt x="61688" y="331219"/>
                </a:cubicBezTo>
                <a:cubicBezTo>
                  <a:pt x="57230" y="326772"/>
                  <a:pt x="55013" y="321400"/>
                  <a:pt x="55013" y="315114"/>
                </a:cubicBezTo>
                <a:lnTo>
                  <a:pt x="55013" y="87622"/>
                </a:lnTo>
                <a:cubicBezTo>
                  <a:pt x="55013" y="81599"/>
                  <a:pt x="57230" y="76227"/>
                  <a:pt x="61688" y="71506"/>
                </a:cubicBezTo>
                <a:cubicBezTo>
                  <a:pt x="66134" y="67060"/>
                  <a:pt x="71506" y="64831"/>
                  <a:pt x="77793" y="64831"/>
                </a:cubicBezTo>
                <a:lnTo>
                  <a:pt x="106871" y="64831"/>
                </a:lnTo>
                <a:lnTo>
                  <a:pt x="106871" y="47149"/>
                </a:lnTo>
                <a:cubicBezTo>
                  <a:pt x="106871" y="44531"/>
                  <a:pt x="107659" y="42302"/>
                  <a:pt x="109225" y="40474"/>
                </a:cubicBezTo>
                <a:cubicBezTo>
                  <a:pt x="111065" y="38371"/>
                  <a:pt x="113420" y="37330"/>
                  <a:pt x="116300" y="37330"/>
                </a:cubicBezTo>
                <a:cubicBezTo>
                  <a:pt x="119181" y="37330"/>
                  <a:pt x="121672" y="38371"/>
                  <a:pt x="123764" y="40474"/>
                </a:cubicBezTo>
                <a:cubicBezTo>
                  <a:pt x="125604" y="42302"/>
                  <a:pt x="126519" y="44531"/>
                  <a:pt x="126519" y="47149"/>
                </a:cubicBezTo>
                <a:lnTo>
                  <a:pt x="126519" y="64831"/>
                </a:lnTo>
                <a:lnTo>
                  <a:pt x="251460" y="64831"/>
                </a:lnTo>
                <a:lnTo>
                  <a:pt x="251460" y="47149"/>
                </a:lnTo>
                <a:cubicBezTo>
                  <a:pt x="251460" y="44268"/>
                  <a:pt x="252249" y="41914"/>
                  <a:pt x="253815" y="40074"/>
                </a:cubicBezTo>
                <a:cubicBezTo>
                  <a:pt x="255655" y="38245"/>
                  <a:pt x="258009" y="37330"/>
                  <a:pt x="260890" y="37330"/>
                </a:cubicBezTo>
                <a:cubicBezTo>
                  <a:pt x="263770" y="37330"/>
                  <a:pt x="266125" y="38245"/>
                  <a:pt x="267965" y="40074"/>
                </a:cubicBezTo>
                <a:cubicBezTo>
                  <a:pt x="269794" y="41914"/>
                  <a:pt x="270708" y="44268"/>
                  <a:pt x="270708" y="47149"/>
                </a:cubicBezTo>
                <a:lnTo>
                  <a:pt x="270708" y="64831"/>
                </a:lnTo>
                <a:lnTo>
                  <a:pt x="299397" y="64831"/>
                </a:lnTo>
                <a:cubicBezTo>
                  <a:pt x="305684" y="64831"/>
                  <a:pt x="311056" y="67060"/>
                  <a:pt x="315502" y="71506"/>
                </a:cubicBezTo>
                <a:cubicBezTo>
                  <a:pt x="319960" y="76227"/>
                  <a:pt x="322189" y="81599"/>
                  <a:pt x="322189" y="87622"/>
                </a:cubicBezTo>
                <a:lnTo>
                  <a:pt x="322189" y="315114"/>
                </a:lnTo>
                <a:cubicBezTo>
                  <a:pt x="322189" y="321400"/>
                  <a:pt x="319960" y="326772"/>
                  <a:pt x="315502" y="331219"/>
                </a:cubicBezTo>
                <a:cubicBezTo>
                  <a:pt x="311056" y="335676"/>
                  <a:pt x="305684" y="337905"/>
                  <a:pt x="299397" y="337905"/>
                </a:cubicBezTo>
                <a:lnTo>
                  <a:pt x="77793" y="337905"/>
                </a:lnTo>
                <a:close/>
                <a:moveTo>
                  <a:pt x="77793" y="320223"/>
                </a:moveTo>
                <a:lnTo>
                  <a:pt x="299397" y="320223"/>
                </a:lnTo>
                <a:cubicBezTo>
                  <a:pt x="300700" y="320223"/>
                  <a:pt x="301878" y="319697"/>
                  <a:pt x="302929" y="318646"/>
                </a:cubicBezTo>
                <a:cubicBezTo>
                  <a:pt x="303981" y="317594"/>
                  <a:pt x="304507" y="316417"/>
                  <a:pt x="304507" y="315114"/>
                </a:cubicBezTo>
                <a:lnTo>
                  <a:pt x="304507" y="159128"/>
                </a:lnTo>
                <a:lnTo>
                  <a:pt x="72683" y="159128"/>
                </a:lnTo>
                <a:lnTo>
                  <a:pt x="72683" y="315114"/>
                </a:lnTo>
                <a:cubicBezTo>
                  <a:pt x="72683" y="316417"/>
                  <a:pt x="73209" y="317594"/>
                  <a:pt x="74261" y="318646"/>
                </a:cubicBezTo>
                <a:cubicBezTo>
                  <a:pt x="75312" y="319697"/>
                  <a:pt x="76490" y="320223"/>
                  <a:pt x="77793" y="320223"/>
                </a:cubicBezTo>
                <a:close/>
                <a:moveTo>
                  <a:pt x="72683" y="141446"/>
                </a:moveTo>
                <a:lnTo>
                  <a:pt x="304507" y="141446"/>
                </a:lnTo>
                <a:lnTo>
                  <a:pt x="304507" y="87622"/>
                </a:lnTo>
                <a:cubicBezTo>
                  <a:pt x="304507" y="86308"/>
                  <a:pt x="303981" y="85256"/>
                  <a:pt x="302929" y="84479"/>
                </a:cubicBezTo>
                <a:cubicBezTo>
                  <a:pt x="301878" y="83428"/>
                  <a:pt x="300700" y="82902"/>
                  <a:pt x="299397" y="82902"/>
                </a:cubicBezTo>
                <a:lnTo>
                  <a:pt x="77793" y="82902"/>
                </a:lnTo>
                <a:cubicBezTo>
                  <a:pt x="76490" y="82902"/>
                  <a:pt x="75312" y="83428"/>
                  <a:pt x="74261" y="84479"/>
                </a:cubicBezTo>
                <a:cubicBezTo>
                  <a:pt x="73209" y="85256"/>
                  <a:pt x="72683" y="86308"/>
                  <a:pt x="72683" y="87622"/>
                </a:cubicBezTo>
                <a:lnTo>
                  <a:pt x="72683" y="141446"/>
                </a:lnTo>
                <a:close/>
                <a:moveTo>
                  <a:pt x="72683" y="141446"/>
                </a:moveTo>
                <a:lnTo>
                  <a:pt x="72683" y="82902"/>
                </a:lnTo>
                <a:lnTo>
                  <a:pt x="72683" y="14144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75969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950" dirty="0"/>
          </a:p>
        </p:txBody>
      </p:sp>
      <p:sp>
        <p:nvSpPr>
          <p:cNvPr id="148" name="圖示 文件"/>
          <p:cNvSpPr/>
          <p:nvPr/>
        </p:nvSpPr>
        <p:spPr>
          <a:xfrm>
            <a:off x="847131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8303" y="276217"/>
                </a:moveTo>
                <a:lnTo>
                  <a:pt x="238887" y="276217"/>
                </a:lnTo>
                <a:cubicBezTo>
                  <a:pt x="241504" y="276217"/>
                  <a:pt x="243608" y="275292"/>
                  <a:pt x="245174" y="273463"/>
                </a:cubicBezTo>
                <a:cubicBezTo>
                  <a:pt x="247002" y="271897"/>
                  <a:pt x="247928" y="269794"/>
                  <a:pt x="247928" y="267176"/>
                </a:cubicBezTo>
                <a:cubicBezTo>
                  <a:pt x="247928" y="264559"/>
                  <a:pt x="247002" y="262467"/>
                  <a:pt x="245174" y="260890"/>
                </a:cubicBezTo>
                <a:cubicBezTo>
                  <a:pt x="243608" y="259061"/>
                  <a:pt x="241504" y="258135"/>
                  <a:pt x="238887" y="258135"/>
                </a:cubicBezTo>
                <a:lnTo>
                  <a:pt x="138303" y="258135"/>
                </a:lnTo>
                <a:cubicBezTo>
                  <a:pt x="135686" y="258135"/>
                  <a:pt x="133594" y="259061"/>
                  <a:pt x="132017" y="260890"/>
                </a:cubicBezTo>
                <a:cubicBezTo>
                  <a:pt x="130188" y="262467"/>
                  <a:pt x="129262" y="264559"/>
                  <a:pt x="129262" y="267176"/>
                </a:cubicBezTo>
                <a:cubicBezTo>
                  <a:pt x="129262" y="269794"/>
                  <a:pt x="130188" y="271897"/>
                  <a:pt x="132017" y="273463"/>
                </a:cubicBezTo>
                <a:cubicBezTo>
                  <a:pt x="133594" y="275292"/>
                  <a:pt x="135686" y="276217"/>
                  <a:pt x="138303" y="276217"/>
                </a:cubicBezTo>
                <a:close/>
                <a:moveTo>
                  <a:pt x="138303" y="210209"/>
                </a:moveTo>
                <a:lnTo>
                  <a:pt x="238887" y="210209"/>
                </a:lnTo>
                <a:cubicBezTo>
                  <a:pt x="241504" y="210209"/>
                  <a:pt x="243608" y="209420"/>
                  <a:pt x="245174" y="207843"/>
                </a:cubicBezTo>
                <a:cubicBezTo>
                  <a:pt x="247002" y="206014"/>
                  <a:pt x="247928" y="203923"/>
                  <a:pt x="247928" y="201557"/>
                </a:cubicBezTo>
                <a:cubicBezTo>
                  <a:pt x="247928" y="198939"/>
                  <a:pt x="247002" y="196710"/>
                  <a:pt x="245174" y="194882"/>
                </a:cubicBezTo>
                <a:cubicBezTo>
                  <a:pt x="243608" y="193316"/>
                  <a:pt x="241504" y="192527"/>
                  <a:pt x="238887" y="192527"/>
                </a:cubicBezTo>
                <a:lnTo>
                  <a:pt x="138303" y="192527"/>
                </a:lnTo>
                <a:cubicBezTo>
                  <a:pt x="135686" y="192527"/>
                  <a:pt x="133594" y="193441"/>
                  <a:pt x="132017" y="195270"/>
                </a:cubicBezTo>
                <a:cubicBezTo>
                  <a:pt x="130188" y="196847"/>
                  <a:pt x="129262" y="198939"/>
                  <a:pt x="129262" y="201557"/>
                </a:cubicBezTo>
                <a:cubicBezTo>
                  <a:pt x="129262" y="204186"/>
                  <a:pt x="130188" y="206277"/>
                  <a:pt x="132017" y="207843"/>
                </a:cubicBezTo>
                <a:cubicBezTo>
                  <a:pt x="133594" y="209420"/>
                  <a:pt x="135686" y="210209"/>
                  <a:pt x="138303" y="210209"/>
                </a:cubicBezTo>
                <a:close/>
                <a:moveTo>
                  <a:pt x="93509" y="337905"/>
                </a:moveTo>
                <a:cubicBezTo>
                  <a:pt x="87222" y="337905"/>
                  <a:pt x="81850" y="335676"/>
                  <a:pt x="77404" y="331219"/>
                </a:cubicBezTo>
                <a:cubicBezTo>
                  <a:pt x="72946" y="326772"/>
                  <a:pt x="70729" y="321400"/>
                  <a:pt x="70729" y="315114"/>
                </a:cubicBezTo>
                <a:lnTo>
                  <a:pt x="70729" y="62076"/>
                </a:lnTo>
                <a:cubicBezTo>
                  <a:pt x="70729" y="55790"/>
                  <a:pt x="72946" y="50418"/>
                  <a:pt x="77404" y="45971"/>
                </a:cubicBezTo>
                <a:cubicBezTo>
                  <a:pt x="81850" y="41514"/>
                  <a:pt x="87222" y="39296"/>
                  <a:pt x="93509" y="39296"/>
                </a:cubicBezTo>
                <a:lnTo>
                  <a:pt x="220416" y="39296"/>
                </a:lnTo>
                <a:cubicBezTo>
                  <a:pt x="223559" y="39296"/>
                  <a:pt x="226577" y="39948"/>
                  <a:pt x="229457" y="41251"/>
                </a:cubicBezTo>
                <a:cubicBezTo>
                  <a:pt x="232338" y="42565"/>
                  <a:pt x="234829" y="44131"/>
                  <a:pt x="236921" y="45971"/>
                </a:cubicBezTo>
                <a:lnTo>
                  <a:pt x="299786" y="108836"/>
                </a:lnTo>
                <a:cubicBezTo>
                  <a:pt x="301626" y="110928"/>
                  <a:pt x="303192" y="113420"/>
                  <a:pt x="304507" y="116300"/>
                </a:cubicBezTo>
                <a:cubicBezTo>
                  <a:pt x="305810" y="119181"/>
                  <a:pt x="306473" y="122198"/>
                  <a:pt x="306473" y="125341"/>
                </a:cubicBezTo>
                <a:lnTo>
                  <a:pt x="306473" y="315114"/>
                </a:lnTo>
                <a:cubicBezTo>
                  <a:pt x="306473" y="321400"/>
                  <a:pt x="304244" y="326772"/>
                  <a:pt x="299786" y="331219"/>
                </a:cubicBezTo>
                <a:cubicBezTo>
                  <a:pt x="295340" y="335676"/>
                  <a:pt x="289968" y="337905"/>
                  <a:pt x="283681" y="337905"/>
                </a:cubicBezTo>
                <a:lnTo>
                  <a:pt x="93509" y="337905"/>
                </a:lnTo>
                <a:close/>
                <a:moveTo>
                  <a:pt x="221205" y="112368"/>
                </a:moveTo>
                <a:lnTo>
                  <a:pt x="221205" y="56967"/>
                </a:lnTo>
                <a:lnTo>
                  <a:pt x="93509" y="56967"/>
                </a:lnTo>
                <a:cubicBezTo>
                  <a:pt x="92206" y="56967"/>
                  <a:pt x="91029" y="57493"/>
                  <a:pt x="89977" y="58544"/>
                </a:cubicBezTo>
                <a:cubicBezTo>
                  <a:pt x="88925" y="59596"/>
                  <a:pt x="88400" y="60773"/>
                  <a:pt x="88400" y="62076"/>
                </a:cubicBezTo>
                <a:lnTo>
                  <a:pt x="88400" y="315114"/>
                </a:lnTo>
                <a:cubicBezTo>
                  <a:pt x="88400" y="316417"/>
                  <a:pt x="88925" y="317594"/>
                  <a:pt x="89977" y="318646"/>
                </a:cubicBezTo>
                <a:cubicBezTo>
                  <a:pt x="91029" y="319697"/>
                  <a:pt x="92206" y="320223"/>
                  <a:pt x="93509" y="320223"/>
                </a:cubicBezTo>
                <a:lnTo>
                  <a:pt x="283681" y="320223"/>
                </a:lnTo>
                <a:cubicBezTo>
                  <a:pt x="284984" y="320223"/>
                  <a:pt x="286161" y="319697"/>
                  <a:pt x="287213" y="318646"/>
                </a:cubicBezTo>
                <a:cubicBezTo>
                  <a:pt x="288265" y="317594"/>
                  <a:pt x="288790" y="316417"/>
                  <a:pt x="288790" y="315114"/>
                </a:cubicBezTo>
                <a:lnTo>
                  <a:pt x="288790" y="123764"/>
                </a:lnTo>
                <a:lnTo>
                  <a:pt x="232212" y="123764"/>
                </a:lnTo>
                <a:cubicBezTo>
                  <a:pt x="229069" y="123764"/>
                  <a:pt x="226440" y="122712"/>
                  <a:pt x="224348" y="120621"/>
                </a:cubicBezTo>
                <a:cubicBezTo>
                  <a:pt x="222256" y="118266"/>
                  <a:pt x="221205" y="115512"/>
                  <a:pt x="221205" y="112368"/>
                </a:cubicBezTo>
                <a:close/>
                <a:moveTo>
                  <a:pt x="88400" y="56967"/>
                </a:moveTo>
                <a:lnTo>
                  <a:pt x="88400" y="123764"/>
                </a:lnTo>
                <a:lnTo>
                  <a:pt x="88400" y="56967"/>
                </a:lnTo>
                <a:lnTo>
                  <a:pt x="88400" y="320223"/>
                </a:lnTo>
                <a:lnTo>
                  <a:pt x="88400" y="5696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82903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950" dirty="0"/>
          </a:p>
        </p:txBody>
      </p:sp>
      <p:sp>
        <p:nvSpPr>
          <p:cNvPr id="150" name="圖示 報告"/>
          <p:cNvSpPr/>
          <p:nvPr/>
        </p:nvSpPr>
        <p:spPr>
          <a:xfrm>
            <a:off x="916471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793" y="322189"/>
                </a:moveTo>
                <a:cubicBezTo>
                  <a:pt x="71506" y="322189"/>
                  <a:pt x="66134" y="319960"/>
                  <a:pt x="61688" y="315502"/>
                </a:cubicBezTo>
                <a:cubicBezTo>
                  <a:pt x="57230" y="311056"/>
                  <a:pt x="55013" y="305684"/>
                  <a:pt x="55013" y="299397"/>
                </a:cubicBez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299397"/>
                </a:lnTo>
                <a:cubicBezTo>
                  <a:pt x="322189" y="305684"/>
                  <a:pt x="319960" y="311056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lnTo>
                  <a:pt x="77793" y="322189"/>
                </a:lnTo>
                <a:close/>
                <a:moveTo>
                  <a:pt x="77793" y="304507"/>
                </a:moveTo>
                <a:lnTo>
                  <a:pt x="299397" y="304507"/>
                </a:lnTo>
                <a:cubicBezTo>
                  <a:pt x="300700" y="304507"/>
                  <a:pt x="301878" y="303981"/>
                  <a:pt x="302929" y="302929"/>
                </a:cubicBezTo>
                <a:cubicBezTo>
                  <a:pt x="303981" y="301878"/>
                  <a:pt x="304507" y="300700"/>
                  <a:pt x="304507" y="299397"/>
                </a:cubicBez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299397"/>
                </a:lnTo>
                <a:cubicBezTo>
                  <a:pt x="72683" y="300700"/>
                  <a:pt x="73209" y="301878"/>
                  <a:pt x="74261" y="302929"/>
                </a:cubicBezTo>
                <a:cubicBezTo>
                  <a:pt x="75312" y="303981"/>
                  <a:pt x="76490" y="304507"/>
                  <a:pt x="77793" y="304507"/>
                </a:cubicBezTo>
                <a:close/>
                <a:moveTo>
                  <a:pt x="72683" y="72683"/>
                </a:moveTo>
                <a:lnTo>
                  <a:pt x="72683" y="304507"/>
                </a:lnTo>
                <a:lnTo>
                  <a:pt x="72683" y="72683"/>
                </a:lnTo>
                <a:close/>
                <a:moveTo>
                  <a:pt x="121798" y="263644"/>
                </a:moveTo>
                <a:lnTo>
                  <a:pt x="205100" y="263644"/>
                </a:lnTo>
                <a:cubicBezTo>
                  <a:pt x="207455" y="263644"/>
                  <a:pt x="209546" y="262719"/>
                  <a:pt x="211386" y="260890"/>
                </a:cubicBezTo>
                <a:cubicBezTo>
                  <a:pt x="212952" y="259061"/>
                  <a:pt x="213741" y="256958"/>
                  <a:pt x="213741" y="254603"/>
                </a:cubicBezTo>
                <a:cubicBezTo>
                  <a:pt x="213741" y="251986"/>
                  <a:pt x="212952" y="249894"/>
                  <a:pt x="211386" y="248317"/>
                </a:cubicBezTo>
                <a:cubicBezTo>
                  <a:pt x="209546" y="246488"/>
                  <a:pt x="207455" y="245562"/>
                  <a:pt x="205100" y="245562"/>
                </a:cubicBezTo>
                <a:lnTo>
                  <a:pt x="121798" y="245562"/>
                </a:lnTo>
                <a:cubicBezTo>
                  <a:pt x="119443" y="245562"/>
                  <a:pt x="117352" y="246488"/>
                  <a:pt x="115512" y="248317"/>
                </a:cubicBezTo>
                <a:cubicBezTo>
                  <a:pt x="113946" y="249894"/>
                  <a:pt x="113157" y="251986"/>
                  <a:pt x="113157" y="254603"/>
                </a:cubicBezTo>
                <a:cubicBezTo>
                  <a:pt x="113157" y="257221"/>
                  <a:pt x="113946" y="259324"/>
                  <a:pt x="115512" y="260890"/>
                </a:cubicBezTo>
                <a:cubicBezTo>
                  <a:pt x="117352" y="262719"/>
                  <a:pt x="119443" y="263644"/>
                  <a:pt x="121798" y="263644"/>
                </a:cubicBezTo>
                <a:close/>
                <a:moveTo>
                  <a:pt x="121798" y="197636"/>
                </a:moveTo>
                <a:lnTo>
                  <a:pt x="255392" y="197636"/>
                </a:lnTo>
                <a:cubicBezTo>
                  <a:pt x="257747" y="197636"/>
                  <a:pt x="259838" y="196710"/>
                  <a:pt x="261678" y="194882"/>
                </a:cubicBezTo>
                <a:cubicBezTo>
                  <a:pt x="263244" y="193316"/>
                  <a:pt x="264033" y="191212"/>
                  <a:pt x="264033" y="188595"/>
                </a:cubicBezTo>
                <a:cubicBezTo>
                  <a:pt x="264033" y="185978"/>
                  <a:pt x="263244" y="183886"/>
                  <a:pt x="261678" y="182309"/>
                </a:cubicBezTo>
                <a:cubicBezTo>
                  <a:pt x="259838" y="180480"/>
                  <a:pt x="257747" y="179554"/>
                  <a:pt x="255392" y="179554"/>
                </a:cubicBezTo>
                <a:lnTo>
                  <a:pt x="121798" y="179554"/>
                </a:lnTo>
                <a:cubicBezTo>
                  <a:pt x="119443" y="179554"/>
                  <a:pt x="117352" y="180480"/>
                  <a:pt x="115512" y="182309"/>
                </a:cubicBezTo>
                <a:cubicBezTo>
                  <a:pt x="113946" y="183886"/>
                  <a:pt x="113157" y="185978"/>
                  <a:pt x="113157" y="188595"/>
                </a:cubicBezTo>
                <a:cubicBezTo>
                  <a:pt x="113157" y="191212"/>
                  <a:pt x="113946" y="193316"/>
                  <a:pt x="115512" y="194882"/>
                </a:cubicBezTo>
                <a:cubicBezTo>
                  <a:pt x="117352" y="196710"/>
                  <a:pt x="119443" y="197636"/>
                  <a:pt x="121798" y="197636"/>
                </a:cubicBezTo>
                <a:close/>
                <a:moveTo>
                  <a:pt x="121798" y="131628"/>
                </a:moveTo>
                <a:lnTo>
                  <a:pt x="255392" y="131628"/>
                </a:lnTo>
                <a:cubicBezTo>
                  <a:pt x="257747" y="131628"/>
                  <a:pt x="259838" y="130702"/>
                  <a:pt x="261678" y="128873"/>
                </a:cubicBezTo>
                <a:cubicBezTo>
                  <a:pt x="263244" y="127307"/>
                  <a:pt x="264033" y="125204"/>
                  <a:pt x="264033" y="122587"/>
                </a:cubicBezTo>
                <a:cubicBezTo>
                  <a:pt x="264033" y="119969"/>
                  <a:pt x="263244" y="117878"/>
                  <a:pt x="261678" y="116300"/>
                </a:cubicBezTo>
                <a:cubicBezTo>
                  <a:pt x="259838" y="114471"/>
                  <a:pt x="257747" y="113546"/>
                  <a:pt x="255392" y="113546"/>
                </a:cubicBezTo>
                <a:lnTo>
                  <a:pt x="121798" y="113546"/>
                </a:lnTo>
                <a:cubicBezTo>
                  <a:pt x="119443" y="113546"/>
                  <a:pt x="117352" y="114471"/>
                  <a:pt x="115512" y="116300"/>
                </a:cubicBezTo>
                <a:cubicBezTo>
                  <a:pt x="113946" y="118129"/>
                  <a:pt x="113157" y="120232"/>
                  <a:pt x="113157" y="122587"/>
                </a:cubicBezTo>
                <a:cubicBezTo>
                  <a:pt x="113157" y="125204"/>
                  <a:pt x="113946" y="127307"/>
                  <a:pt x="115512" y="128873"/>
                </a:cubicBezTo>
                <a:cubicBezTo>
                  <a:pt x="117352" y="130702"/>
                  <a:pt x="119443" y="131628"/>
                  <a:pt x="121798" y="13162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898375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950" dirty="0"/>
          </a:p>
        </p:txBody>
      </p:sp>
      <p:sp>
        <p:nvSpPr>
          <p:cNvPr id="152" name="圖示 筆記"/>
          <p:cNvSpPr/>
          <p:nvPr/>
        </p:nvSpPr>
        <p:spPr>
          <a:xfrm>
            <a:off x="985811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9759" y="217273"/>
                </a:moveTo>
                <a:cubicBezTo>
                  <a:pt x="77141" y="217273"/>
                  <a:pt x="75049" y="216358"/>
                  <a:pt x="73472" y="214530"/>
                </a:cubicBezTo>
                <a:cubicBezTo>
                  <a:pt x="71643" y="212952"/>
                  <a:pt x="70729" y="210861"/>
                  <a:pt x="70729" y="208243"/>
                </a:cubicBezTo>
                <a:cubicBezTo>
                  <a:pt x="70729" y="205626"/>
                  <a:pt x="71643" y="203523"/>
                  <a:pt x="73472" y="201957"/>
                </a:cubicBezTo>
                <a:cubicBezTo>
                  <a:pt x="75049" y="200116"/>
                  <a:pt x="77141" y="199202"/>
                  <a:pt x="79759" y="199202"/>
                </a:cubicBezTo>
                <a:lnTo>
                  <a:pt x="177599" y="199202"/>
                </a:lnTo>
                <a:cubicBezTo>
                  <a:pt x="180217" y="199202"/>
                  <a:pt x="182309" y="200116"/>
                  <a:pt x="183886" y="201957"/>
                </a:cubicBezTo>
                <a:cubicBezTo>
                  <a:pt x="185715" y="203523"/>
                  <a:pt x="186629" y="205626"/>
                  <a:pt x="186629" y="208243"/>
                </a:cubicBezTo>
                <a:cubicBezTo>
                  <a:pt x="186629" y="210861"/>
                  <a:pt x="185715" y="212952"/>
                  <a:pt x="183886" y="214530"/>
                </a:cubicBezTo>
                <a:cubicBezTo>
                  <a:pt x="182309" y="216358"/>
                  <a:pt x="180217" y="217273"/>
                  <a:pt x="177599" y="217273"/>
                </a:cubicBezTo>
                <a:lnTo>
                  <a:pt x="79759" y="217273"/>
                </a:lnTo>
                <a:close/>
                <a:moveTo>
                  <a:pt x="79759" y="152842"/>
                </a:moveTo>
                <a:cubicBezTo>
                  <a:pt x="77141" y="152842"/>
                  <a:pt x="75049" y="151928"/>
                  <a:pt x="73472" y="150087"/>
                </a:cubicBezTo>
                <a:cubicBezTo>
                  <a:pt x="71643" y="148521"/>
                  <a:pt x="70729" y="146418"/>
                  <a:pt x="70729" y="143801"/>
                </a:cubicBezTo>
                <a:cubicBezTo>
                  <a:pt x="70729" y="141446"/>
                  <a:pt x="71643" y="139355"/>
                  <a:pt x="73472" y="137514"/>
                </a:cubicBezTo>
                <a:cubicBezTo>
                  <a:pt x="75049" y="135686"/>
                  <a:pt x="77141" y="134771"/>
                  <a:pt x="79759" y="134771"/>
                </a:cubicBezTo>
                <a:lnTo>
                  <a:pt x="243208" y="134771"/>
                </a:lnTo>
                <a:cubicBezTo>
                  <a:pt x="245825" y="134771"/>
                  <a:pt x="247928" y="135686"/>
                  <a:pt x="249494" y="137514"/>
                </a:cubicBezTo>
                <a:cubicBezTo>
                  <a:pt x="251334" y="139355"/>
                  <a:pt x="252249" y="141572"/>
                  <a:pt x="252249" y="144201"/>
                </a:cubicBezTo>
                <a:cubicBezTo>
                  <a:pt x="252249" y="146555"/>
                  <a:pt x="251334" y="148647"/>
                  <a:pt x="249494" y="150487"/>
                </a:cubicBezTo>
                <a:cubicBezTo>
                  <a:pt x="247928" y="152053"/>
                  <a:pt x="245825" y="152842"/>
                  <a:pt x="243208" y="152842"/>
                </a:cubicBezTo>
                <a:lnTo>
                  <a:pt x="79759" y="152842"/>
                </a:lnTo>
                <a:close/>
                <a:moveTo>
                  <a:pt x="79759" y="88400"/>
                </a:moveTo>
                <a:cubicBezTo>
                  <a:pt x="77141" y="88400"/>
                  <a:pt x="75049" y="87622"/>
                  <a:pt x="73472" y="86045"/>
                </a:cubicBezTo>
                <a:cubicBezTo>
                  <a:pt x="71643" y="84216"/>
                  <a:pt x="70729" y="82113"/>
                  <a:pt x="70729" y="79759"/>
                </a:cubicBezTo>
                <a:cubicBezTo>
                  <a:pt x="70729" y="77141"/>
                  <a:pt x="71643" y="74912"/>
                  <a:pt x="73472" y="73083"/>
                </a:cubicBezTo>
                <a:cubicBezTo>
                  <a:pt x="75049" y="71506"/>
                  <a:pt x="77141" y="70729"/>
                  <a:pt x="79759" y="70729"/>
                </a:cubicBezTo>
                <a:lnTo>
                  <a:pt x="243208" y="70729"/>
                </a:lnTo>
                <a:cubicBezTo>
                  <a:pt x="245825" y="70729"/>
                  <a:pt x="247928" y="71643"/>
                  <a:pt x="249494" y="73472"/>
                </a:cubicBezTo>
                <a:cubicBezTo>
                  <a:pt x="251334" y="75049"/>
                  <a:pt x="252249" y="77141"/>
                  <a:pt x="252249" y="79759"/>
                </a:cubicBezTo>
                <a:cubicBezTo>
                  <a:pt x="252249" y="82376"/>
                  <a:pt x="251334" y="84479"/>
                  <a:pt x="249494" y="86045"/>
                </a:cubicBezTo>
                <a:cubicBezTo>
                  <a:pt x="247928" y="87622"/>
                  <a:pt x="245825" y="88400"/>
                  <a:pt x="243208" y="88400"/>
                </a:cubicBezTo>
                <a:lnTo>
                  <a:pt x="79759" y="88400"/>
                </a:lnTo>
                <a:close/>
                <a:moveTo>
                  <a:pt x="206277" y="295077"/>
                </a:moveTo>
                <a:lnTo>
                  <a:pt x="206277" y="269531"/>
                </a:lnTo>
                <a:cubicBezTo>
                  <a:pt x="206277" y="268228"/>
                  <a:pt x="206540" y="266788"/>
                  <a:pt x="207066" y="265210"/>
                </a:cubicBezTo>
                <a:cubicBezTo>
                  <a:pt x="207580" y="263907"/>
                  <a:pt x="208369" y="262719"/>
                  <a:pt x="209420" y="261678"/>
                </a:cubicBezTo>
                <a:lnTo>
                  <a:pt x="291534" y="179954"/>
                </a:lnTo>
                <a:cubicBezTo>
                  <a:pt x="293374" y="178114"/>
                  <a:pt x="295466" y="176811"/>
                  <a:pt x="297820" y="176022"/>
                </a:cubicBezTo>
                <a:cubicBezTo>
                  <a:pt x="300186" y="175233"/>
                  <a:pt x="302404" y="174845"/>
                  <a:pt x="304507" y="174845"/>
                </a:cubicBezTo>
                <a:cubicBezTo>
                  <a:pt x="307124" y="174845"/>
                  <a:pt x="309479" y="175233"/>
                  <a:pt x="311570" y="176022"/>
                </a:cubicBezTo>
                <a:cubicBezTo>
                  <a:pt x="313936" y="177074"/>
                  <a:pt x="316028" y="178514"/>
                  <a:pt x="317857" y="180343"/>
                </a:cubicBezTo>
                <a:lnTo>
                  <a:pt x="332396" y="194882"/>
                </a:lnTo>
                <a:cubicBezTo>
                  <a:pt x="334499" y="196973"/>
                  <a:pt x="335939" y="199076"/>
                  <a:pt x="336716" y="201168"/>
                </a:cubicBezTo>
                <a:cubicBezTo>
                  <a:pt x="337505" y="203523"/>
                  <a:pt x="337905" y="205889"/>
                  <a:pt x="337905" y="208243"/>
                </a:cubicBezTo>
                <a:cubicBezTo>
                  <a:pt x="337905" y="210335"/>
                  <a:pt x="337379" y="212564"/>
                  <a:pt x="336328" y="214918"/>
                </a:cubicBezTo>
                <a:cubicBezTo>
                  <a:pt x="335539" y="217273"/>
                  <a:pt x="334236" y="219502"/>
                  <a:pt x="332396" y="221605"/>
                </a:cubicBezTo>
                <a:lnTo>
                  <a:pt x="251071" y="302929"/>
                </a:lnTo>
                <a:cubicBezTo>
                  <a:pt x="249757" y="304244"/>
                  <a:pt x="248442" y="305158"/>
                  <a:pt x="247139" y="305684"/>
                </a:cubicBezTo>
                <a:cubicBezTo>
                  <a:pt x="245825" y="306210"/>
                  <a:pt x="244522" y="306473"/>
                  <a:pt x="243208" y="306473"/>
                </a:cubicBezTo>
                <a:lnTo>
                  <a:pt x="217273" y="306473"/>
                </a:lnTo>
                <a:cubicBezTo>
                  <a:pt x="214130" y="306473"/>
                  <a:pt x="211512" y="305421"/>
                  <a:pt x="209420" y="303329"/>
                </a:cubicBezTo>
                <a:cubicBezTo>
                  <a:pt x="207329" y="300963"/>
                  <a:pt x="206277" y="298220"/>
                  <a:pt x="206277" y="295077"/>
                </a:cubicBezTo>
                <a:close/>
                <a:moveTo>
                  <a:pt x="319046" y="208243"/>
                </a:moveTo>
                <a:lnTo>
                  <a:pt x="304507" y="193316"/>
                </a:lnTo>
                <a:lnTo>
                  <a:pt x="319046" y="208243"/>
                </a:lnTo>
                <a:close/>
                <a:moveTo>
                  <a:pt x="224748" y="287613"/>
                </a:moveTo>
                <a:lnTo>
                  <a:pt x="239676" y="287613"/>
                </a:lnTo>
                <a:lnTo>
                  <a:pt x="290756" y="236532"/>
                </a:lnTo>
                <a:lnTo>
                  <a:pt x="283681" y="229069"/>
                </a:lnTo>
                <a:lnTo>
                  <a:pt x="276217" y="221605"/>
                </a:lnTo>
                <a:lnTo>
                  <a:pt x="224748" y="272674"/>
                </a:lnTo>
                <a:lnTo>
                  <a:pt x="224748" y="287613"/>
                </a:lnTo>
                <a:close/>
                <a:moveTo>
                  <a:pt x="283681" y="229069"/>
                </a:moveTo>
                <a:lnTo>
                  <a:pt x="276217" y="221605"/>
                </a:lnTo>
                <a:lnTo>
                  <a:pt x="290756" y="236532"/>
                </a:lnTo>
                <a:lnTo>
                  <a:pt x="283681" y="22906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967715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950" dirty="0"/>
          </a:p>
        </p:txBody>
      </p:sp>
      <p:sp>
        <p:nvSpPr>
          <p:cNvPr id="154" name="圖示 任務"/>
          <p:cNvSpPr/>
          <p:nvPr/>
        </p:nvSpPr>
        <p:spPr>
          <a:xfrm>
            <a:off x="1055151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793" y="322189"/>
                </a:moveTo>
                <a:cubicBezTo>
                  <a:pt x="71506" y="322189"/>
                  <a:pt x="66134" y="319960"/>
                  <a:pt x="61688" y="315502"/>
                </a:cubicBezTo>
                <a:cubicBezTo>
                  <a:pt x="57230" y="311056"/>
                  <a:pt x="55013" y="305684"/>
                  <a:pt x="55013" y="299397"/>
                </a:cubicBez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158340" y="55013"/>
                </a:lnTo>
                <a:cubicBezTo>
                  <a:pt x="157814" y="46623"/>
                  <a:pt x="160569" y="39296"/>
                  <a:pt x="166592" y="33010"/>
                </a:cubicBezTo>
                <a:cubicBezTo>
                  <a:pt x="172353" y="26723"/>
                  <a:pt x="179691" y="23580"/>
                  <a:pt x="188595" y="23580"/>
                </a:cubicBezTo>
                <a:cubicBezTo>
                  <a:pt x="197499" y="23580"/>
                  <a:pt x="204963" y="26723"/>
                  <a:pt x="210986" y="33010"/>
                </a:cubicBezTo>
                <a:cubicBezTo>
                  <a:pt x="217010" y="39296"/>
                  <a:pt x="219639" y="46623"/>
                  <a:pt x="218850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299397"/>
                </a:lnTo>
                <a:cubicBezTo>
                  <a:pt x="322189" y="305684"/>
                  <a:pt x="319960" y="311056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lnTo>
                  <a:pt x="77793" y="322189"/>
                </a:lnTo>
                <a:close/>
                <a:moveTo>
                  <a:pt x="77793" y="304507"/>
                </a:moveTo>
                <a:lnTo>
                  <a:pt x="299397" y="304507"/>
                </a:lnTo>
                <a:cubicBezTo>
                  <a:pt x="300700" y="304507"/>
                  <a:pt x="301878" y="303981"/>
                  <a:pt x="302929" y="302929"/>
                </a:cubicBezTo>
                <a:cubicBezTo>
                  <a:pt x="303981" y="301878"/>
                  <a:pt x="304507" y="300700"/>
                  <a:pt x="304507" y="299397"/>
                </a:cubicBez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299397"/>
                </a:lnTo>
                <a:cubicBezTo>
                  <a:pt x="72683" y="300700"/>
                  <a:pt x="73209" y="301878"/>
                  <a:pt x="74261" y="302929"/>
                </a:cubicBezTo>
                <a:cubicBezTo>
                  <a:pt x="75312" y="303981"/>
                  <a:pt x="76490" y="304507"/>
                  <a:pt x="77793" y="304507"/>
                </a:cubicBezTo>
                <a:close/>
                <a:moveTo>
                  <a:pt x="122975" y="261278"/>
                </a:moveTo>
                <a:lnTo>
                  <a:pt x="205100" y="261278"/>
                </a:lnTo>
                <a:cubicBezTo>
                  <a:pt x="207717" y="261278"/>
                  <a:pt x="209809" y="260501"/>
                  <a:pt x="211386" y="258924"/>
                </a:cubicBezTo>
                <a:cubicBezTo>
                  <a:pt x="213215" y="257095"/>
                  <a:pt x="214130" y="254992"/>
                  <a:pt x="214130" y="252637"/>
                </a:cubicBezTo>
                <a:cubicBezTo>
                  <a:pt x="214130" y="250020"/>
                  <a:pt x="213215" y="247791"/>
                  <a:pt x="211386" y="245962"/>
                </a:cubicBezTo>
                <a:cubicBezTo>
                  <a:pt x="209809" y="244385"/>
                  <a:pt x="207717" y="243608"/>
                  <a:pt x="205100" y="243608"/>
                </a:cubicBezTo>
                <a:lnTo>
                  <a:pt x="122975" y="243608"/>
                </a:lnTo>
                <a:cubicBezTo>
                  <a:pt x="120358" y="243608"/>
                  <a:pt x="118266" y="244522"/>
                  <a:pt x="116689" y="246351"/>
                </a:cubicBezTo>
                <a:cubicBezTo>
                  <a:pt x="114860" y="247928"/>
                  <a:pt x="113946" y="250020"/>
                  <a:pt x="113946" y="252637"/>
                </a:cubicBezTo>
                <a:cubicBezTo>
                  <a:pt x="113946" y="255255"/>
                  <a:pt x="114860" y="257358"/>
                  <a:pt x="116689" y="258924"/>
                </a:cubicBezTo>
                <a:cubicBezTo>
                  <a:pt x="118266" y="260501"/>
                  <a:pt x="120358" y="261278"/>
                  <a:pt x="122975" y="261278"/>
                </a:cubicBezTo>
                <a:close/>
                <a:moveTo>
                  <a:pt x="122975" y="197636"/>
                </a:moveTo>
                <a:lnTo>
                  <a:pt x="254215" y="197636"/>
                </a:lnTo>
                <a:cubicBezTo>
                  <a:pt x="256832" y="197636"/>
                  <a:pt x="258924" y="196710"/>
                  <a:pt x="260501" y="194882"/>
                </a:cubicBezTo>
                <a:cubicBezTo>
                  <a:pt x="262330" y="193316"/>
                  <a:pt x="263244" y="191212"/>
                  <a:pt x="263244" y="188595"/>
                </a:cubicBezTo>
                <a:cubicBezTo>
                  <a:pt x="263244" y="185978"/>
                  <a:pt x="262330" y="183886"/>
                  <a:pt x="260501" y="182309"/>
                </a:cubicBezTo>
                <a:cubicBezTo>
                  <a:pt x="258924" y="180480"/>
                  <a:pt x="256832" y="179554"/>
                  <a:pt x="254215" y="179554"/>
                </a:cubicBezTo>
                <a:lnTo>
                  <a:pt x="122975" y="179554"/>
                </a:lnTo>
                <a:cubicBezTo>
                  <a:pt x="120358" y="179554"/>
                  <a:pt x="118266" y="180480"/>
                  <a:pt x="116689" y="182309"/>
                </a:cubicBezTo>
                <a:cubicBezTo>
                  <a:pt x="114860" y="183886"/>
                  <a:pt x="113946" y="185978"/>
                  <a:pt x="113946" y="188595"/>
                </a:cubicBezTo>
                <a:cubicBezTo>
                  <a:pt x="113946" y="191212"/>
                  <a:pt x="114860" y="193316"/>
                  <a:pt x="116689" y="194882"/>
                </a:cubicBezTo>
                <a:cubicBezTo>
                  <a:pt x="118266" y="196710"/>
                  <a:pt x="120358" y="197636"/>
                  <a:pt x="122975" y="197636"/>
                </a:cubicBezTo>
                <a:close/>
                <a:moveTo>
                  <a:pt x="122975" y="133594"/>
                </a:moveTo>
                <a:lnTo>
                  <a:pt x="254215" y="133594"/>
                </a:lnTo>
                <a:cubicBezTo>
                  <a:pt x="256832" y="133594"/>
                  <a:pt x="258924" y="132668"/>
                  <a:pt x="260501" y="130839"/>
                </a:cubicBezTo>
                <a:cubicBezTo>
                  <a:pt x="262330" y="129262"/>
                  <a:pt x="263244" y="127170"/>
                  <a:pt x="263244" y="124553"/>
                </a:cubicBezTo>
                <a:cubicBezTo>
                  <a:pt x="263244" y="121935"/>
                  <a:pt x="262330" y="119832"/>
                  <a:pt x="260501" y="118266"/>
                </a:cubicBezTo>
                <a:cubicBezTo>
                  <a:pt x="258924" y="116689"/>
                  <a:pt x="256832" y="115912"/>
                  <a:pt x="254215" y="115912"/>
                </a:cubicBezTo>
                <a:lnTo>
                  <a:pt x="122975" y="115912"/>
                </a:lnTo>
                <a:cubicBezTo>
                  <a:pt x="120358" y="115912"/>
                  <a:pt x="118266" y="116689"/>
                  <a:pt x="116689" y="118266"/>
                </a:cubicBezTo>
                <a:cubicBezTo>
                  <a:pt x="114860" y="120095"/>
                  <a:pt x="113946" y="122324"/>
                  <a:pt x="113946" y="124941"/>
                </a:cubicBezTo>
                <a:cubicBezTo>
                  <a:pt x="113946" y="127307"/>
                  <a:pt x="114860" y="129399"/>
                  <a:pt x="116689" y="131228"/>
                </a:cubicBezTo>
                <a:cubicBezTo>
                  <a:pt x="118266" y="132805"/>
                  <a:pt x="120358" y="133594"/>
                  <a:pt x="122975" y="133594"/>
                </a:cubicBezTo>
                <a:close/>
                <a:moveTo>
                  <a:pt x="198025" y="62476"/>
                </a:moveTo>
                <a:cubicBezTo>
                  <a:pt x="200642" y="59847"/>
                  <a:pt x="201957" y="56704"/>
                  <a:pt x="201957" y="53047"/>
                </a:cubicBezTo>
                <a:cubicBezTo>
                  <a:pt x="201957" y="49378"/>
                  <a:pt x="200642" y="46234"/>
                  <a:pt x="198025" y="43617"/>
                </a:cubicBezTo>
                <a:cubicBezTo>
                  <a:pt x="195144" y="40988"/>
                  <a:pt x="192001" y="39685"/>
                  <a:pt x="188595" y="39685"/>
                </a:cubicBezTo>
                <a:cubicBezTo>
                  <a:pt x="184926" y="39685"/>
                  <a:pt x="181783" y="40988"/>
                  <a:pt x="179165" y="43617"/>
                </a:cubicBezTo>
                <a:cubicBezTo>
                  <a:pt x="176811" y="46234"/>
                  <a:pt x="175633" y="49378"/>
                  <a:pt x="175633" y="53047"/>
                </a:cubicBezTo>
                <a:cubicBezTo>
                  <a:pt x="175633" y="56704"/>
                  <a:pt x="176811" y="59847"/>
                  <a:pt x="179165" y="62476"/>
                </a:cubicBezTo>
                <a:cubicBezTo>
                  <a:pt x="181783" y="65094"/>
                  <a:pt x="184926" y="66397"/>
                  <a:pt x="188595" y="66397"/>
                </a:cubicBezTo>
                <a:cubicBezTo>
                  <a:pt x="192001" y="66397"/>
                  <a:pt x="195144" y="65094"/>
                  <a:pt x="198025" y="62476"/>
                </a:cubicBezTo>
                <a:close/>
                <a:moveTo>
                  <a:pt x="72683" y="304507"/>
                </a:moveTo>
                <a:lnTo>
                  <a:pt x="72683" y="72683"/>
                </a:lnTo>
                <a:lnTo>
                  <a:pt x="72683" y="30450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1037055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950" dirty="0"/>
          </a:p>
        </p:txBody>
      </p:sp>
      <p:sp>
        <p:nvSpPr>
          <p:cNvPr id="156" name="圖示 已交付"/>
          <p:cNvSpPr/>
          <p:nvPr/>
        </p:nvSpPr>
        <p:spPr>
          <a:xfrm>
            <a:off x="1124492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218062"/>
                </a:moveTo>
                <a:lnTo>
                  <a:pt x="125730" y="177599"/>
                </a:lnTo>
                <a:cubicBezTo>
                  <a:pt x="123638" y="176022"/>
                  <a:pt x="121535" y="175108"/>
                  <a:pt x="119443" y="174845"/>
                </a:cubicBezTo>
                <a:cubicBezTo>
                  <a:pt x="117089" y="174845"/>
                  <a:pt x="114986" y="175759"/>
                  <a:pt x="113157" y="177599"/>
                </a:cubicBezTo>
                <a:cubicBezTo>
                  <a:pt x="111065" y="179428"/>
                  <a:pt x="110139" y="181520"/>
                  <a:pt x="110402" y="183886"/>
                </a:cubicBezTo>
                <a:cubicBezTo>
                  <a:pt x="110402" y="186240"/>
                  <a:pt x="111328" y="188332"/>
                  <a:pt x="113157" y="190172"/>
                </a:cubicBezTo>
                <a:lnTo>
                  <a:pt x="157951" y="236132"/>
                </a:lnTo>
                <a:cubicBezTo>
                  <a:pt x="160306" y="238235"/>
                  <a:pt x="162923" y="239276"/>
                  <a:pt x="165804" y="239276"/>
                </a:cubicBezTo>
                <a:cubicBezTo>
                  <a:pt x="168947" y="239276"/>
                  <a:pt x="171701" y="238235"/>
                  <a:pt x="174056" y="236132"/>
                </a:cubicBezTo>
                <a:lnTo>
                  <a:pt x="264033" y="146167"/>
                </a:lnTo>
                <a:cubicBezTo>
                  <a:pt x="265610" y="144327"/>
                  <a:pt x="266525" y="142098"/>
                  <a:pt x="266788" y="139480"/>
                </a:cubicBezTo>
                <a:cubicBezTo>
                  <a:pt x="266788" y="137126"/>
                  <a:pt x="265862" y="135034"/>
                  <a:pt x="264033" y="133194"/>
                </a:cubicBezTo>
                <a:cubicBezTo>
                  <a:pt x="262204" y="131365"/>
                  <a:pt x="259975" y="130451"/>
                  <a:pt x="257358" y="130451"/>
                </a:cubicBezTo>
                <a:cubicBezTo>
                  <a:pt x="254992" y="130451"/>
                  <a:pt x="252900" y="131365"/>
                  <a:pt x="251071" y="133194"/>
                </a:cubicBezTo>
                <a:lnTo>
                  <a:pt x="166204" y="218062"/>
                </a:lnTo>
                <a:close/>
                <a:moveTo>
                  <a:pt x="77793" y="322189"/>
                </a:moveTo>
                <a:cubicBezTo>
                  <a:pt x="71506" y="322189"/>
                  <a:pt x="66134" y="319960"/>
                  <a:pt x="61688" y="315502"/>
                </a:cubicBezTo>
                <a:cubicBezTo>
                  <a:pt x="57230" y="311056"/>
                  <a:pt x="55013" y="305684"/>
                  <a:pt x="55013" y="299397"/>
                </a:cubicBez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158340" y="55013"/>
                </a:lnTo>
                <a:cubicBezTo>
                  <a:pt x="157814" y="46623"/>
                  <a:pt x="160569" y="39296"/>
                  <a:pt x="166592" y="33010"/>
                </a:cubicBezTo>
                <a:cubicBezTo>
                  <a:pt x="172353" y="26723"/>
                  <a:pt x="179691" y="23580"/>
                  <a:pt x="188595" y="23580"/>
                </a:cubicBezTo>
                <a:cubicBezTo>
                  <a:pt x="197499" y="23580"/>
                  <a:pt x="204963" y="26723"/>
                  <a:pt x="210986" y="33010"/>
                </a:cubicBezTo>
                <a:cubicBezTo>
                  <a:pt x="217010" y="39296"/>
                  <a:pt x="219639" y="46623"/>
                  <a:pt x="218850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299397"/>
                </a:lnTo>
                <a:cubicBezTo>
                  <a:pt x="322189" y="305684"/>
                  <a:pt x="319960" y="311056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lnTo>
                  <a:pt x="77793" y="322189"/>
                </a:lnTo>
                <a:close/>
                <a:moveTo>
                  <a:pt x="77793" y="304507"/>
                </a:moveTo>
                <a:lnTo>
                  <a:pt x="299397" y="304507"/>
                </a:lnTo>
                <a:cubicBezTo>
                  <a:pt x="300700" y="304507"/>
                  <a:pt x="301878" y="303981"/>
                  <a:pt x="302929" y="302929"/>
                </a:cubicBezTo>
                <a:cubicBezTo>
                  <a:pt x="303981" y="301878"/>
                  <a:pt x="304507" y="300700"/>
                  <a:pt x="304507" y="299397"/>
                </a:cubicBez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299397"/>
                </a:lnTo>
                <a:cubicBezTo>
                  <a:pt x="72683" y="300700"/>
                  <a:pt x="73209" y="301878"/>
                  <a:pt x="74261" y="302929"/>
                </a:cubicBezTo>
                <a:cubicBezTo>
                  <a:pt x="75312" y="303981"/>
                  <a:pt x="76490" y="304507"/>
                  <a:pt x="77793" y="304507"/>
                </a:cubicBezTo>
                <a:close/>
                <a:moveTo>
                  <a:pt x="198025" y="62476"/>
                </a:moveTo>
                <a:cubicBezTo>
                  <a:pt x="200642" y="59847"/>
                  <a:pt x="201957" y="56704"/>
                  <a:pt x="201957" y="53047"/>
                </a:cubicBezTo>
                <a:cubicBezTo>
                  <a:pt x="201957" y="49378"/>
                  <a:pt x="200642" y="46234"/>
                  <a:pt x="198025" y="43617"/>
                </a:cubicBezTo>
                <a:cubicBezTo>
                  <a:pt x="195144" y="40988"/>
                  <a:pt x="192001" y="39685"/>
                  <a:pt x="188595" y="39685"/>
                </a:cubicBezTo>
                <a:cubicBezTo>
                  <a:pt x="184926" y="39685"/>
                  <a:pt x="181783" y="40988"/>
                  <a:pt x="179165" y="43617"/>
                </a:cubicBezTo>
                <a:cubicBezTo>
                  <a:pt x="176811" y="46234"/>
                  <a:pt x="175633" y="49378"/>
                  <a:pt x="175633" y="53047"/>
                </a:cubicBezTo>
                <a:cubicBezTo>
                  <a:pt x="175633" y="56704"/>
                  <a:pt x="176811" y="59847"/>
                  <a:pt x="179165" y="62476"/>
                </a:cubicBezTo>
                <a:cubicBezTo>
                  <a:pt x="181783" y="65094"/>
                  <a:pt x="184926" y="66397"/>
                  <a:pt x="188595" y="66397"/>
                </a:cubicBezTo>
                <a:cubicBezTo>
                  <a:pt x="192001" y="66397"/>
                  <a:pt x="195144" y="65094"/>
                  <a:pt x="198025" y="62476"/>
                </a:cubicBezTo>
                <a:close/>
                <a:moveTo>
                  <a:pt x="72683" y="304507"/>
                </a:moveTo>
                <a:lnTo>
                  <a:pt x="72683" y="72683"/>
                </a:lnTo>
                <a:lnTo>
                  <a:pt x="72683" y="30450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1106395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950" dirty="0"/>
          </a:p>
        </p:txBody>
      </p:sp>
      <p:sp>
        <p:nvSpPr>
          <p:cNvPr id="158" name="圖示 報價"/>
          <p:cNvSpPr/>
          <p:nvPr/>
        </p:nvSpPr>
        <p:spPr>
          <a:xfrm>
            <a:off x="1193832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2309" y="276606"/>
                </a:moveTo>
                <a:lnTo>
                  <a:pt x="182309" y="287213"/>
                </a:lnTo>
                <a:cubicBezTo>
                  <a:pt x="182309" y="288527"/>
                  <a:pt x="182834" y="289705"/>
                  <a:pt x="183886" y="290756"/>
                </a:cubicBezTo>
                <a:cubicBezTo>
                  <a:pt x="184926" y="291796"/>
                  <a:pt x="186240" y="292322"/>
                  <a:pt x="187806" y="292322"/>
                </a:cubicBezTo>
                <a:lnTo>
                  <a:pt x="194493" y="292322"/>
                </a:lnTo>
                <a:cubicBezTo>
                  <a:pt x="196059" y="292322"/>
                  <a:pt x="197373" y="291796"/>
                  <a:pt x="198413" y="290756"/>
                </a:cubicBezTo>
                <a:cubicBezTo>
                  <a:pt x="199728" y="289705"/>
                  <a:pt x="200379" y="288390"/>
                  <a:pt x="200379" y="286824"/>
                </a:cubicBezTo>
                <a:lnTo>
                  <a:pt x="200379" y="276606"/>
                </a:lnTo>
                <a:lnTo>
                  <a:pt x="225525" y="276606"/>
                </a:lnTo>
                <a:cubicBezTo>
                  <a:pt x="228143" y="276606"/>
                  <a:pt x="230246" y="275817"/>
                  <a:pt x="231812" y="274251"/>
                </a:cubicBezTo>
                <a:cubicBezTo>
                  <a:pt x="233652" y="272411"/>
                  <a:pt x="234566" y="270320"/>
                  <a:pt x="234566" y="267965"/>
                </a:cubicBezTo>
                <a:lnTo>
                  <a:pt x="234566" y="217673"/>
                </a:lnTo>
                <a:cubicBezTo>
                  <a:pt x="234566" y="215318"/>
                  <a:pt x="233652" y="213215"/>
                  <a:pt x="231812" y="211386"/>
                </a:cubicBezTo>
                <a:cubicBezTo>
                  <a:pt x="230246" y="209809"/>
                  <a:pt x="228143" y="209032"/>
                  <a:pt x="225525" y="209032"/>
                </a:cubicBezTo>
                <a:lnTo>
                  <a:pt x="165804" y="209032"/>
                </a:lnTo>
                <a:lnTo>
                  <a:pt x="165804" y="176811"/>
                </a:lnTo>
                <a:lnTo>
                  <a:pt x="225525" y="176811"/>
                </a:lnTo>
                <a:cubicBezTo>
                  <a:pt x="228143" y="176811"/>
                  <a:pt x="230246" y="175896"/>
                  <a:pt x="231812" y="174056"/>
                </a:cubicBezTo>
                <a:cubicBezTo>
                  <a:pt x="233652" y="172490"/>
                  <a:pt x="234566" y="170387"/>
                  <a:pt x="234566" y="167770"/>
                </a:cubicBezTo>
                <a:cubicBezTo>
                  <a:pt x="234566" y="165152"/>
                  <a:pt x="233652" y="163060"/>
                  <a:pt x="231812" y="161483"/>
                </a:cubicBezTo>
                <a:cubicBezTo>
                  <a:pt x="230246" y="159654"/>
                  <a:pt x="228143" y="158740"/>
                  <a:pt x="225525" y="158740"/>
                </a:cubicBezTo>
                <a:lnTo>
                  <a:pt x="200379" y="158740"/>
                </a:lnTo>
                <a:lnTo>
                  <a:pt x="200379" y="148521"/>
                </a:lnTo>
                <a:cubicBezTo>
                  <a:pt x="200379" y="146944"/>
                  <a:pt x="199854" y="145641"/>
                  <a:pt x="198813" y="144590"/>
                </a:cubicBezTo>
                <a:cubicBezTo>
                  <a:pt x="197499" y="143538"/>
                  <a:pt x="196196" y="143024"/>
                  <a:pt x="194882" y="143024"/>
                </a:cubicBezTo>
                <a:lnTo>
                  <a:pt x="188206" y="143024"/>
                </a:lnTo>
                <a:cubicBezTo>
                  <a:pt x="186629" y="143024"/>
                  <a:pt x="185326" y="143675"/>
                  <a:pt x="184274" y="144978"/>
                </a:cubicBezTo>
                <a:cubicBezTo>
                  <a:pt x="182960" y="146030"/>
                  <a:pt x="182309" y="147344"/>
                  <a:pt x="182309" y="148910"/>
                </a:cubicBezTo>
                <a:lnTo>
                  <a:pt x="182309" y="158740"/>
                </a:lnTo>
                <a:lnTo>
                  <a:pt x="157163" y="158740"/>
                </a:lnTo>
                <a:cubicBezTo>
                  <a:pt x="154545" y="158740"/>
                  <a:pt x="152316" y="159654"/>
                  <a:pt x="150487" y="161483"/>
                </a:cubicBezTo>
                <a:cubicBezTo>
                  <a:pt x="148910" y="163060"/>
                  <a:pt x="148121" y="165152"/>
                  <a:pt x="148121" y="167770"/>
                </a:cubicBezTo>
                <a:lnTo>
                  <a:pt x="148121" y="217673"/>
                </a:lnTo>
                <a:cubicBezTo>
                  <a:pt x="148121" y="220290"/>
                  <a:pt x="148910" y="222519"/>
                  <a:pt x="150487" y="224348"/>
                </a:cubicBezTo>
                <a:cubicBezTo>
                  <a:pt x="152316" y="225925"/>
                  <a:pt x="154545" y="226703"/>
                  <a:pt x="157163" y="226703"/>
                </a:cubicBezTo>
                <a:lnTo>
                  <a:pt x="216884" y="226703"/>
                </a:lnTo>
                <a:lnTo>
                  <a:pt x="216884" y="258924"/>
                </a:lnTo>
                <a:lnTo>
                  <a:pt x="157163" y="258924"/>
                </a:lnTo>
                <a:cubicBezTo>
                  <a:pt x="154545" y="258924"/>
                  <a:pt x="152316" y="259838"/>
                  <a:pt x="150487" y="261678"/>
                </a:cubicBezTo>
                <a:cubicBezTo>
                  <a:pt x="148910" y="263244"/>
                  <a:pt x="148121" y="265347"/>
                  <a:pt x="148121" y="267965"/>
                </a:cubicBezTo>
                <a:cubicBezTo>
                  <a:pt x="148121" y="270582"/>
                  <a:pt x="148910" y="272674"/>
                  <a:pt x="150487" y="274251"/>
                </a:cubicBezTo>
                <a:cubicBezTo>
                  <a:pt x="152316" y="275817"/>
                  <a:pt x="154545" y="276606"/>
                  <a:pt x="157163" y="276606"/>
                </a:cubicBezTo>
                <a:lnTo>
                  <a:pt x="182309" y="276606"/>
                </a:lnTo>
                <a:close/>
                <a:moveTo>
                  <a:pt x="93509" y="337905"/>
                </a:moveTo>
                <a:cubicBezTo>
                  <a:pt x="87222" y="337905"/>
                  <a:pt x="81850" y="335676"/>
                  <a:pt x="77404" y="331219"/>
                </a:cubicBezTo>
                <a:cubicBezTo>
                  <a:pt x="72946" y="326772"/>
                  <a:pt x="70729" y="321400"/>
                  <a:pt x="70729" y="315114"/>
                </a:cubicBezTo>
                <a:lnTo>
                  <a:pt x="70729" y="62076"/>
                </a:lnTo>
                <a:cubicBezTo>
                  <a:pt x="70729" y="55790"/>
                  <a:pt x="72946" y="50418"/>
                  <a:pt x="77404" y="45971"/>
                </a:cubicBezTo>
                <a:cubicBezTo>
                  <a:pt x="81850" y="41514"/>
                  <a:pt x="87222" y="39296"/>
                  <a:pt x="93509" y="39296"/>
                </a:cubicBezTo>
                <a:lnTo>
                  <a:pt x="228280" y="39296"/>
                </a:lnTo>
                <a:lnTo>
                  <a:pt x="306473" y="117478"/>
                </a:lnTo>
                <a:lnTo>
                  <a:pt x="306473" y="315114"/>
                </a:lnTo>
                <a:cubicBezTo>
                  <a:pt x="306473" y="321400"/>
                  <a:pt x="304244" y="326772"/>
                  <a:pt x="299786" y="331219"/>
                </a:cubicBezTo>
                <a:cubicBezTo>
                  <a:pt x="295340" y="335676"/>
                  <a:pt x="289968" y="337905"/>
                  <a:pt x="283681" y="337905"/>
                </a:cubicBezTo>
                <a:lnTo>
                  <a:pt x="93509" y="337905"/>
                </a:lnTo>
                <a:close/>
                <a:moveTo>
                  <a:pt x="93509" y="320223"/>
                </a:moveTo>
                <a:lnTo>
                  <a:pt x="283681" y="320223"/>
                </a:lnTo>
                <a:cubicBezTo>
                  <a:pt x="284984" y="320223"/>
                  <a:pt x="286161" y="319697"/>
                  <a:pt x="287213" y="318646"/>
                </a:cubicBezTo>
                <a:cubicBezTo>
                  <a:pt x="288265" y="317594"/>
                  <a:pt x="288790" y="316417"/>
                  <a:pt x="288790" y="315114"/>
                </a:cubicBezTo>
                <a:lnTo>
                  <a:pt x="288790" y="125730"/>
                </a:lnTo>
                <a:lnTo>
                  <a:pt x="231423" y="125730"/>
                </a:lnTo>
                <a:cubicBezTo>
                  <a:pt x="228280" y="125730"/>
                  <a:pt x="225662" y="124553"/>
                  <a:pt x="223559" y="122198"/>
                </a:cubicBezTo>
                <a:cubicBezTo>
                  <a:pt x="221205" y="120095"/>
                  <a:pt x="220028" y="117478"/>
                  <a:pt x="220028" y="114334"/>
                </a:cubicBezTo>
                <a:lnTo>
                  <a:pt x="220028" y="56967"/>
                </a:lnTo>
                <a:lnTo>
                  <a:pt x="93509" y="56967"/>
                </a:lnTo>
                <a:cubicBezTo>
                  <a:pt x="92206" y="56967"/>
                  <a:pt x="91029" y="57493"/>
                  <a:pt x="89977" y="58544"/>
                </a:cubicBezTo>
                <a:cubicBezTo>
                  <a:pt x="88925" y="59596"/>
                  <a:pt x="88400" y="60773"/>
                  <a:pt x="88400" y="62076"/>
                </a:cubicBezTo>
                <a:lnTo>
                  <a:pt x="88400" y="315114"/>
                </a:lnTo>
                <a:cubicBezTo>
                  <a:pt x="88400" y="316417"/>
                  <a:pt x="88925" y="317594"/>
                  <a:pt x="89977" y="318646"/>
                </a:cubicBezTo>
                <a:cubicBezTo>
                  <a:pt x="91029" y="319697"/>
                  <a:pt x="92206" y="320223"/>
                  <a:pt x="93509" y="320223"/>
                </a:cubicBezTo>
                <a:close/>
                <a:moveTo>
                  <a:pt x="88400" y="56967"/>
                </a:moveTo>
                <a:lnTo>
                  <a:pt x="88400" y="125730"/>
                </a:lnTo>
                <a:lnTo>
                  <a:pt x="88400" y="56967"/>
                </a:lnTo>
                <a:lnTo>
                  <a:pt x="88400" y="320223"/>
                </a:lnTo>
                <a:lnTo>
                  <a:pt x="88400" y="5696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1175735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950" dirty="0"/>
          </a:p>
        </p:txBody>
      </p:sp>
      <p:sp>
        <p:nvSpPr>
          <p:cNvPr id="160" name="圖示 資料夾"/>
          <p:cNvSpPr/>
          <p:nvPr/>
        </p:nvSpPr>
        <p:spPr>
          <a:xfrm>
            <a:off x="1263172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2076" y="306473"/>
                </a:moveTo>
                <a:cubicBezTo>
                  <a:pt x="55790" y="306473"/>
                  <a:pt x="50418" y="304244"/>
                  <a:pt x="45971" y="299786"/>
                </a:cubicBezTo>
                <a:cubicBezTo>
                  <a:pt x="41514" y="295077"/>
                  <a:pt x="39296" y="289705"/>
                  <a:pt x="39296" y="283681"/>
                </a:cubicBezTo>
                <a:lnTo>
                  <a:pt x="39296" y="93509"/>
                </a:lnTo>
                <a:cubicBezTo>
                  <a:pt x="39296" y="87485"/>
                  <a:pt x="41514" y="82113"/>
                  <a:pt x="45971" y="77404"/>
                </a:cubicBezTo>
                <a:cubicBezTo>
                  <a:pt x="50418" y="72946"/>
                  <a:pt x="55790" y="70729"/>
                  <a:pt x="62076" y="70729"/>
                </a:cubicBezTo>
                <a:lnTo>
                  <a:pt x="150487" y="70729"/>
                </a:lnTo>
                <a:cubicBezTo>
                  <a:pt x="153631" y="70729"/>
                  <a:pt x="156637" y="71380"/>
                  <a:pt x="159517" y="72683"/>
                </a:cubicBezTo>
                <a:cubicBezTo>
                  <a:pt x="162397" y="73998"/>
                  <a:pt x="164889" y="75564"/>
                  <a:pt x="166981" y="77404"/>
                </a:cubicBezTo>
                <a:lnTo>
                  <a:pt x="185840" y="96263"/>
                </a:lnTo>
                <a:lnTo>
                  <a:pt x="315114" y="96263"/>
                </a:lnTo>
                <a:cubicBezTo>
                  <a:pt x="321137" y="96263"/>
                  <a:pt x="326509" y="98618"/>
                  <a:pt x="331219" y="103339"/>
                </a:cubicBezTo>
                <a:cubicBezTo>
                  <a:pt x="335676" y="107785"/>
                  <a:pt x="337905" y="113031"/>
                  <a:pt x="337905" y="119055"/>
                </a:cubicBezTo>
                <a:lnTo>
                  <a:pt x="337905" y="283681"/>
                </a:lnTo>
                <a:cubicBezTo>
                  <a:pt x="337905" y="289705"/>
                  <a:pt x="335676" y="295077"/>
                  <a:pt x="331219" y="299786"/>
                </a:cubicBezTo>
                <a:cubicBezTo>
                  <a:pt x="326509" y="304244"/>
                  <a:pt x="321137" y="306473"/>
                  <a:pt x="315114" y="306473"/>
                </a:cubicBezTo>
                <a:lnTo>
                  <a:pt x="62076" y="306473"/>
                </a:lnTo>
                <a:close/>
                <a:moveTo>
                  <a:pt x="62076" y="288790"/>
                </a:moveTo>
                <a:lnTo>
                  <a:pt x="315114" y="288790"/>
                </a:lnTo>
                <a:cubicBezTo>
                  <a:pt x="316680" y="288790"/>
                  <a:pt x="317857" y="288265"/>
                  <a:pt x="318646" y="287213"/>
                </a:cubicBezTo>
                <a:cubicBezTo>
                  <a:pt x="319697" y="286424"/>
                  <a:pt x="320223" y="285247"/>
                  <a:pt x="320223" y="283681"/>
                </a:cubicBezTo>
                <a:lnTo>
                  <a:pt x="320223" y="119055"/>
                </a:lnTo>
                <a:cubicBezTo>
                  <a:pt x="320223" y="117740"/>
                  <a:pt x="319697" y="116563"/>
                  <a:pt x="318646" y="115512"/>
                </a:cubicBezTo>
                <a:cubicBezTo>
                  <a:pt x="317857" y="114734"/>
                  <a:pt x="316680" y="114334"/>
                  <a:pt x="315114" y="114334"/>
                </a:cubicBezTo>
                <a:lnTo>
                  <a:pt x="178377" y="114334"/>
                </a:lnTo>
                <a:lnTo>
                  <a:pt x="154019" y="89977"/>
                </a:lnTo>
                <a:cubicBezTo>
                  <a:pt x="153493" y="89451"/>
                  <a:pt x="152968" y="89063"/>
                  <a:pt x="152453" y="88800"/>
                </a:cubicBezTo>
                <a:cubicBezTo>
                  <a:pt x="151928" y="88537"/>
                  <a:pt x="151402" y="88400"/>
                  <a:pt x="150876" y="88400"/>
                </a:cubicBezTo>
                <a:lnTo>
                  <a:pt x="62076" y="88400"/>
                </a:lnTo>
                <a:cubicBezTo>
                  <a:pt x="60510" y="88400"/>
                  <a:pt x="59333" y="88925"/>
                  <a:pt x="58544" y="89977"/>
                </a:cubicBezTo>
                <a:cubicBezTo>
                  <a:pt x="57493" y="90766"/>
                  <a:pt x="56967" y="91943"/>
                  <a:pt x="56967" y="93509"/>
                </a:cubicBezTo>
                <a:lnTo>
                  <a:pt x="56967" y="283681"/>
                </a:lnTo>
                <a:cubicBezTo>
                  <a:pt x="56967" y="285247"/>
                  <a:pt x="57493" y="286424"/>
                  <a:pt x="58544" y="287213"/>
                </a:cubicBezTo>
                <a:cubicBezTo>
                  <a:pt x="59333" y="288265"/>
                  <a:pt x="60510" y="288790"/>
                  <a:pt x="62076" y="288790"/>
                </a:cubicBezTo>
                <a:close/>
                <a:moveTo>
                  <a:pt x="56967" y="288790"/>
                </a:moveTo>
                <a:lnTo>
                  <a:pt x="56967" y="88400"/>
                </a:lnTo>
                <a:lnTo>
                  <a:pt x="56967" y="28879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1245075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950" dirty="0"/>
          </a:p>
        </p:txBody>
      </p:sp>
      <p:sp>
        <p:nvSpPr>
          <p:cNvPr id="162" name="圖示 手冊"/>
          <p:cNvSpPr/>
          <p:nvPr/>
        </p:nvSpPr>
        <p:spPr>
          <a:xfrm>
            <a:off x="1332512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618" y="257358"/>
                </a:moveTo>
                <a:cubicBezTo>
                  <a:pt x="113031" y="257358"/>
                  <a:pt x="126907" y="259061"/>
                  <a:pt x="140269" y="262467"/>
                </a:cubicBezTo>
                <a:cubicBezTo>
                  <a:pt x="153894" y="265862"/>
                  <a:pt x="167244" y="271108"/>
                  <a:pt x="180343" y="278183"/>
                </a:cubicBezTo>
                <a:lnTo>
                  <a:pt x="180343" y="113946"/>
                </a:lnTo>
                <a:cubicBezTo>
                  <a:pt x="168558" y="105556"/>
                  <a:pt x="155597" y="99270"/>
                  <a:pt x="141446" y="95086"/>
                </a:cubicBezTo>
                <a:cubicBezTo>
                  <a:pt x="127307" y="90628"/>
                  <a:pt x="113031" y="88400"/>
                  <a:pt x="98618" y="88400"/>
                </a:cubicBezTo>
                <a:cubicBezTo>
                  <a:pt x="88663" y="88400"/>
                  <a:pt x="79633" y="89325"/>
                  <a:pt x="71506" y="91154"/>
                </a:cubicBezTo>
                <a:cubicBezTo>
                  <a:pt x="63128" y="92983"/>
                  <a:pt x="54224" y="95612"/>
                  <a:pt x="44794" y="99018"/>
                </a:cubicBezTo>
                <a:cubicBezTo>
                  <a:pt x="43480" y="99532"/>
                  <a:pt x="42565" y="100195"/>
                  <a:pt x="42040" y="100973"/>
                </a:cubicBezTo>
                <a:cubicBezTo>
                  <a:pt x="41514" y="101761"/>
                  <a:pt x="41251" y="102550"/>
                  <a:pt x="41251" y="103339"/>
                </a:cubicBezTo>
                <a:lnTo>
                  <a:pt x="41251" y="262856"/>
                </a:lnTo>
                <a:cubicBezTo>
                  <a:pt x="41251" y="264159"/>
                  <a:pt x="41777" y="265210"/>
                  <a:pt x="42828" y="265999"/>
                </a:cubicBezTo>
                <a:cubicBezTo>
                  <a:pt x="43880" y="266525"/>
                  <a:pt x="45057" y="266650"/>
                  <a:pt x="46360" y="266388"/>
                </a:cubicBezTo>
                <a:cubicBezTo>
                  <a:pt x="52909" y="263244"/>
                  <a:pt x="60773" y="261015"/>
                  <a:pt x="69940" y="259712"/>
                </a:cubicBezTo>
                <a:cubicBezTo>
                  <a:pt x="79107" y="258135"/>
                  <a:pt x="88663" y="257358"/>
                  <a:pt x="98618" y="257358"/>
                </a:cubicBezTo>
                <a:close/>
                <a:moveTo>
                  <a:pt x="198025" y="278183"/>
                </a:moveTo>
                <a:cubicBezTo>
                  <a:pt x="211386" y="271108"/>
                  <a:pt x="224485" y="265862"/>
                  <a:pt x="237321" y="262467"/>
                </a:cubicBezTo>
                <a:cubicBezTo>
                  <a:pt x="250408" y="259061"/>
                  <a:pt x="264159" y="257358"/>
                  <a:pt x="278572" y="257358"/>
                </a:cubicBezTo>
                <a:cubicBezTo>
                  <a:pt x="288527" y="257358"/>
                  <a:pt x="298083" y="258135"/>
                  <a:pt x="307250" y="259712"/>
                </a:cubicBezTo>
                <a:cubicBezTo>
                  <a:pt x="316680" y="261015"/>
                  <a:pt x="324543" y="262719"/>
                  <a:pt x="330830" y="264822"/>
                </a:cubicBezTo>
                <a:cubicBezTo>
                  <a:pt x="332133" y="265347"/>
                  <a:pt x="333310" y="265210"/>
                  <a:pt x="334362" y="264422"/>
                </a:cubicBezTo>
                <a:cubicBezTo>
                  <a:pt x="335413" y="263907"/>
                  <a:pt x="335939" y="262856"/>
                  <a:pt x="335939" y="261278"/>
                </a:cubicBezTo>
                <a:lnTo>
                  <a:pt x="335939" y="103339"/>
                </a:lnTo>
                <a:cubicBezTo>
                  <a:pt x="335939" y="102550"/>
                  <a:pt x="335676" y="101761"/>
                  <a:pt x="335150" y="100973"/>
                </a:cubicBezTo>
                <a:cubicBezTo>
                  <a:pt x="334625" y="100195"/>
                  <a:pt x="333710" y="99532"/>
                  <a:pt x="332396" y="99018"/>
                </a:cubicBezTo>
                <a:cubicBezTo>
                  <a:pt x="323755" y="95349"/>
                  <a:pt x="315114" y="92594"/>
                  <a:pt x="306473" y="90766"/>
                </a:cubicBezTo>
                <a:cubicBezTo>
                  <a:pt x="297820" y="89188"/>
                  <a:pt x="288527" y="88400"/>
                  <a:pt x="278572" y="88400"/>
                </a:cubicBezTo>
                <a:cubicBezTo>
                  <a:pt x="264159" y="88400"/>
                  <a:pt x="250020" y="90628"/>
                  <a:pt x="236132" y="95086"/>
                </a:cubicBezTo>
                <a:cubicBezTo>
                  <a:pt x="222519" y="99270"/>
                  <a:pt x="209809" y="105556"/>
                  <a:pt x="198025" y="113946"/>
                </a:cubicBezTo>
                <a:lnTo>
                  <a:pt x="198025" y="278183"/>
                </a:lnTo>
                <a:close/>
                <a:moveTo>
                  <a:pt x="183886" y="300186"/>
                </a:moveTo>
                <a:cubicBezTo>
                  <a:pt x="182571" y="299923"/>
                  <a:pt x="181257" y="299397"/>
                  <a:pt x="179954" y="298609"/>
                </a:cubicBezTo>
                <a:cubicBezTo>
                  <a:pt x="167644" y="291271"/>
                  <a:pt x="154545" y="285647"/>
                  <a:pt x="140658" y="281715"/>
                </a:cubicBezTo>
                <a:cubicBezTo>
                  <a:pt x="127044" y="277520"/>
                  <a:pt x="113031" y="275429"/>
                  <a:pt x="98618" y="275429"/>
                </a:cubicBezTo>
                <a:cubicBezTo>
                  <a:pt x="90240" y="275429"/>
                  <a:pt x="81850" y="276343"/>
                  <a:pt x="73472" y="278183"/>
                </a:cubicBezTo>
                <a:cubicBezTo>
                  <a:pt x="65357" y="280012"/>
                  <a:pt x="57104" y="282241"/>
                  <a:pt x="48726" y="284858"/>
                </a:cubicBezTo>
                <a:cubicBezTo>
                  <a:pt x="42691" y="287739"/>
                  <a:pt x="37067" y="287213"/>
                  <a:pt x="31821" y="283281"/>
                </a:cubicBezTo>
                <a:cubicBezTo>
                  <a:pt x="26323" y="279624"/>
                  <a:pt x="23580" y="274377"/>
                  <a:pt x="23580" y="267565"/>
                </a:cubicBezTo>
                <a:lnTo>
                  <a:pt x="23580" y="102161"/>
                </a:lnTo>
                <a:cubicBezTo>
                  <a:pt x="23580" y="97967"/>
                  <a:pt x="24620" y="94172"/>
                  <a:pt x="26723" y="90766"/>
                </a:cubicBezTo>
                <a:cubicBezTo>
                  <a:pt x="28815" y="87359"/>
                  <a:pt x="31695" y="84742"/>
                  <a:pt x="35364" y="82902"/>
                </a:cubicBezTo>
                <a:cubicBezTo>
                  <a:pt x="45320" y="78707"/>
                  <a:pt x="55664" y="75564"/>
                  <a:pt x="66397" y="73472"/>
                </a:cubicBezTo>
                <a:cubicBezTo>
                  <a:pt x="76878" y="71380"/>
                  <a:pt x="87622" y="70329"/>
                  <a:pt x="98618" y="70329"/>
                </a:cubicBezTo>
                <a:cubicBezTo>
                  <a:pt x="114860" y="70329"/>
                  <a:pt x="130702" y="72683"/>
                  <a:pt x="146167" y="77404"/>
                </a:cubicBezTo>
                <a:cubicBezTo>
                  <a:pt x="161357" y="81850"/>
                  <a:pt x="175759" y="88663"/>
                  <a:pt x="189384" y="97829"/>
                </a:cubicBezTo>
                <a:cubicBezTo>
                  <a:pt x="202482" y="88663"/>
                  <a:pt x="216621" y="81850"/>
                  <a:pt x="231812" y="77404"/>
                </a:cubicBezTo>
                <a:cubicBezTo>
                  <a:pt x="247002" y="72683"/>
                  <a:pt x="262593" y="70329"/>
                  <a:pt x="278572" y="70329"/>
                </a:cubicBezTo>
                <a:cubicBezTo>
                  <a:pt x="289305" y="70329"/>
                  <a:pt x="300049" y="71380"/>
                  <a:pt x="310793" y="73472"/>
                </a:cubicBezTo>
                <a:cubicBezTo>
                  <a:pt x="321263" y="75564"/>
                  <a:pt x="331481" y="78707"/>
                  <a:pt x="341437" y="82902"/>
                </a:cubicBezTo>
                <a:cubicBezTo>
                  <a:pt x="345369" y="84742"/>
                  <a:pt x="348375" y="87359"/>
                  <a:pt x="350478" y="90766"/>
                </a:cubicBezTo>
                <a:cubicBezTo>
                  <a:pt x="352570" y="94172"/>
                  <a:pt x="353621" y="97967"/>
                  <a:pt x="353621" y="102161"/>
                </a:cubicBezTo>
                <a:lnTo>
                  <a:pt x="353621" y="267565"/>
                </a:lnTo>
                <a:cubicBezTo>
                  <a:pt x="353621" y="274640"/>
                  <a:pt x="350730" y="280012"/>
                  <a:pt x="344969" y="283681"/>
                </a:cubicBezTo>
                <a:cubicBezTo>
                  <a:pt x="338945" y="287613"/>
                  <a:pt x="333059" y="288002"/>
                  <a:pt x="327287" y="284858"/>
                </a:cubicBezTo>
                <a:cubicBezTo>
                  <a:pt x="319171" y="281978"/>
                  <a:pt x="311056" y="279749"/>
                  <a:pt x="302929" y="278183"/>
                </a:cubicBezTo>
                <a:cubicBezTo>
                  <a:pt x="294814" y="276343"/>
                  <a:pt x="286687" y="275429"/>
                  <a:pt x="278572" y="275429"/>
                </a:cubicBezTo>
                <a:cubicBezTo>
                  <a:pt x="264422" y="275429"/>
                  <a:pt x="250546" y="277520"/>
                  <a:pt x="236921" y="281715"/>
                </a:cubicBezTo>
                <a:cubicBezTo>
                  <a:pt x="223296" y="285647"/>
                  <a:pt x="210472" y="291271"/>
                  <a:pt x="198413" y="298609"/>
                </a:cubicBezTo>
                <a:cubicBezTo>
                  <a:pt x="197110" y="299397"/>
                  <a:pt x="195670" y="299923"/>
                  <a:pt x="194093" y="300186"/>
                </a:cubicBezTo>
                <a:cubicBezTo>
                  <a:pt x="192527" y="300700"/>
                  <a:pt x="190824" y="300963"/>
                  <a:pt x="188984" y="300963"/>
                </a:cubicBezTo>
                <a:cubicBezTo>
                  <a:pt x="187155" y="300963"/>
                  <a:pt x="185452" y="300700"/>
                  <a:pt x="183886" y="300186"/>
                </a:cubicBezTo>
                <a:close/>
                <a:moveTo>
                  <a:pt x="110802" y="183486"/>
                </a:moveTo>
                <a:close/>
                <a:moveTo>
                  <a:pt x="219239" y="139480"/>
                </a:moveTo>
                <a:cubicBezTo>
                  <a:pt x="219239" y="138429"/>
                  <a:pt x="219639" y="137389"/>
                  <a:pt x="220416" y="136337"/>
                </a:cubicBezTo>
                <a:cubicBezTo>
                  <a:pt x="220942" y="135034"/>
                  <a:pt x="221856" y="134245"/>
                  <a:pt x="223171" y="133982"/>
                </a:cubicBezTo>
                <a:cubicBezTo>
                  <a:pt x="231035" y="130576"/>
                  <a:pt x="239276" y="127959"/>
                  <a:pt x="247928" y="126119"/>
                </a:cubicBezTo>
                <a:cubicBezTo>
                  <a:pt x="256569" y="124290"/>
                  <a:pt x="265610" y="123375"/>
                  <a:pt x="275040" y="123375"/>
                </a:cubicBezTo>
                <a:cubicBezTo>
                  <a:pt x="280538" y="123375"/>
                  <a:pt x="285773" y="123764"/>
                  <a:pt x="290756" y="124553"/>
                </a:cubicBezTo>
                <a:cubicBezTo>
                  <a:pt x="295991" y="125078"/>
                  <a:pt x="301100" y="125856"/>
                  <a:pt x="306073" y="126907"/>
                </a:cubicBezTo>
                <a:cubicBezTo>
                  <a:pt x="307387" y="127433"/>
                  <a:pt x="308564" y="128222"/>
                  <a:pt x="309616" y="129262"/>
                </a:cubicBezTo>
                <a:cubicBezTo>
                  <a:pt x="310656" y="130576"/>
                  <a:pt x="311182" y="131891"/>
                  <a:pt x="311182" y="133194"/>
                </a:cubicBezTo>
                <a:cubicBezTo>
                  <a:pt x="311182" y="135811"/>
                  <a:pt x="310393" y="137651"/>
                  <a:pt x="308827" y="138692"/>
                </a:cubicBezTo>
                <a:cubicBezTo>
                  <a:pt x="307250" y="140006"/>
                  <a:pt x="305284" y="140395"/>
                  <a:pt x="302929" y="139880"/>
                </a:cubicBezTo>
                <a:cubicBezTo>
                  <a:pt x="298734" y="138829"/>
                  <a:pt x="294288" y="137914"/>
                  <a:pt x="289568" y="137126"/>
                </a:cubicBezTo>
                <a:cubicBezTo>
                  <a:pt x="284858" y="136600"/>
                  <a:pt x="280012" y="136337"/>
                  <a:pt x="275040" y="136337"/>
                </a:cubicBezTo>
                <a:cubicBezTo>
                  <a:pt x="266913" y="136337"/>
                  <a:pt x="258924" y="137126"/>
                  <a:pt x="251071" y="138692"/>
                </a:cubicBezTo>
                <a:cubicBezTo>
                  <a:pt x="243470" y="140269"/>
                  <a:pt x="236132" y="142624"/>
                  <a:pt x="229069" y="145767"/>
                </a:cubicBezTo>
                <a:cubicBezTo>
                  <a:pt x="226188" y="146818"/>
                  <a:pt x="223822" y="146818"/>
                  <a:pt x="221993" y="145767"/>
                </a:cubicBezTo>
                <a:cubicBezTo>
                  <a:pt x="220153" y="144464"/>
                  <a:pt x="219239" y="142361"/>
                  <a:pt x="219239" y="139480"/>
                </a:cubicBezTo>
                <a:close/>
                <a:moveTo>
                  <a:pt x="219239" y="225525"/>
                </a:moveTo>
                <a:cubicBezTo>
                  <a:pt x="219239" y="224222"/>
                  <a:pt x="219639" y="222908"/>
                  <a:pt x="220416" y="221605"/>
                </a:cubicBezTo>
                <a:cubicBezTo>
                  <a:pt x="220942" y="220553"/>
                  <a:pt x="221856" y="219765"/>
                  <a:pt x="223171" y="219239"/>
                </a:cubicBezTo>
                <a:cubicBezTo>
                  <a:pt x="230772" y="215833"/>
                  <a:pt x="239013" y="213352"/>
                  <a:pt x="247928" y="211775"/>
                </a:cubicBezTo>
                <a:cubicBezTo>
                  <a:pt x="256832" y="210209"/>
                  <a:pt x="265862" y="209420"/>
                  <a:pt x="275040" y="209420"/>
                </a:cubicBezTo>
                <a:cubicBezTo>
                  <a:pt x="280538" y="209420"/>
                  <a:pt x="285773" y="209683"/>
                  <a:pt x="290756" y="210209"/>
                </a:cubicBezTo>
                <a:cubicBezTo>
                  <a:pt x="295991" y="210723"/>
                  <a:pt x="301100" y="211649"/>
                  <a:pt x="306073" y="212952"/>
                </a:cubicBezTo>
                <a:cubicBezTo>
                  <a:pt x="307387" y="213478"/>
                  <a:pt x="308564" y="214267"/>
                  <a:pt x="309616" y="215318"/>
                </a:cubicBezTo>
                <a:cubicBezTo>
                  <a:pt x="310656" y="216358"/>
                  <a:pt x="311182" y="217673"/>
                  <a:pt x="311182" y="219239"/>
                </a:cubicBezTo>
                <a:cubicBezTo>
                  <a:pt x="311182" y="221605"/>
                  <a:pt x="310393" y="223434"/>
                  <a:pt x="308827" y="224748"/>
                </a:cubicBezTo>
                <a:cubicBezTo>
                  <a:pt x="307250" y="225788"/>
                  <a:pt x="305284" y="226051"/>
                  <a:pt x="302929" y="225525"/>
                </a:cubicBezTo>
                <a:cubicBezTo>
                  <a:pt x="298734" y="224485"/>
                  <a:pt x="294288" y="223697"/>
                  <a:pt x="289568" y="223171"/>
                </a:cubicBezTo>
                <a:cubicBezTo>
                  <a:pt x="284858" y="222645"/>
                  <a:pt x="280012" y="222382"/>
                  <a:pt x="275040" y="222382"/>
                </a:cubicBezTo>
                <a:cubicBezTo>
                  <a:pt x="266913" y="222382"/>
                  <a:pt x="259061" y="223171"/>
                  <a:pt x="251460" y="224748"/>
                </a:cubicBezTo>
                <a:cubicBezTo>
                  <a:pt x="243608" y="226314"/>
                  <a:pt x="236132" y="228543"/>
                  <a:pt x="229069" y="231423"/>
                </a:cubicBezTo>
                <a:cubicBezTo>
                  <a:pt x="226188" y="232726"/>
                  <a:pt x="223822" y="232863"/>
                  <a:pt x="221993" y="231812"/>
                </a:cubicBezTo>
                <a:cubicBezTo>
                  <a:pt x="220153" y="230509"/>
                  <a:pt x="219239" y="228406"/>
                  <a:pt x="219239" y="225525"/>
                </a:cubicBezTo>
                <a:close/>
                <a:moveTo>
                  <a:pt x="219239" y="182697"/>
                </a:moveTo>
                <a:cubicBezTo>
                  <a:pt x="219239" y="181657"/>
                  <a:pt x="219639" y="180480"/>
                  <a:pt x="220416" y="179165"/>
                </a:cubicBezTo>
                <a:cubicBezTo>
                  <a:pt x="220942" y="178114"/>
                  <a:pt x="221856" y="177336"/>
                  <a:pt x="223171" y="176811"/>
                </a:cubicBezTo>
                <a:cubicBezTo>
                  <a:pt x="231035" y="173405"/>
                  <a:pt x="239276" y="170913"/>
                  <a:pt x="247928" y="169347"/>
                </a:cubicBezTo>
                <a:cubicBezTo>
                  <a:pt x="256569" y="167507"/>
                  <a:pt x="265610" y="166592"/>
                  <a:pt x="275040" y="166592"/>
                </a:cubicBezTo>
                <a:cubicBezTo>
                  <a:pt x="280538" y="166592"/>
                  <a:pt x="285773" y="166855"/>
                  <a:pt x="290756" y="167381"/>
                </a:cubicBezTo>
                <a:cubicBezTo>
                  <a:pt x="295991" y="167907"/>
                  <a:pt x="301100" y="168821"/>
                  <a:pt x="306073" y="170124"/>
                </a:cubicBezTo>
                <a:cubicBezTo>
                  <a:pt x="307387" y="170650"/>
                  <a:pt x="308564" y="171439"/>
                  <a:pt x="309616" y="172490"/>
                </a:cubicBezTo>
                <a:cubicBezTo>
                  <a:pt x="310656" y="173530"/>
                  <a:pt x="311182" y="174845"/>
                  <a:pt x="311182" y="176411"/>
                </a:cubicBezTo>
                <a:cubicBezTo>
                  <a:pt x="311182" y="178777"/>
                  <a:pt x="310393" y="180605"/>
                  <a:pt x="308827" y="181920"/>
                </a:cubicBezTo>
                <a:cubicBezTo>
                  <a:pt x="307250" y="183223"/>
                  <a:pt x="305284" y="183486"/>
                  <a:pt x="302929" y="182697"/>
                </a:cubicBezTo>
                <a:cubicBezTo>
                  <a:pt x="298734" y="181657"/>
                  <a:pt x="294288" y="180868"/>
                  <a:pt x="289568" y="180343"/>
                </a:cubicBezTo>
                <a:cubicBezTo>
                  <a:pt x="284858" y="179817"/>
                  <a:pt x="280012" y="179554"/>
                  <a:pt x="275040" y="179554"/>
                </a:cubicBezTo>
                <a:cubicBezTo>
                  <a:pt x="266913" y="179554"/>
                  <a:pt x="258924" y="180343"/>
                  <a:pt x="251071" y="181920"/>
                </a:cubicBezTo>
                <a:cubicBezTo>
                  <a:pt x="243470" y="183486"/>
                  <a:pt x="236132" y="185715"/>
                  <a:pt x="229069" y="188595"/>
                </a:cubicBezTo>
                <a:cubicBezTo>
                  <a:pt x="226188" y="189909"/>
                  <a:pt x="223822" y="189909"/>
                  <a:pt x="221993" y="188595"/>
                </a:cubicBezTo>
                <a:cubicBezTo>
                  <a:pt x="220153" y="187543"/>
                  <a:pt x="219239" y="185577"/>
                  <a:pt x="219239" y="18269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314415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950" dirty="0"/>
          </a:p>
        </p:txBody>
      </p:sp>
      <p:sp>
        <p:nvSpPr>
          <p:cNvPr id="164" name="圖示 稽核"/>
          <p:cNvSpPr/>
          <p:nvPr/>
        </p:nvSpPr>
        <p:spPr>
          <a:xfrm>
            <a:off x="1401852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35539"/>
                </a:moveTo>
                <a:cubicBezTo>
                  <a:pt x="183360" y="335276"/>
                  <a:pt x="182046" y="334888"/>
                  <a:pt x="180743" y="334362"/>
                </a:cubicBezTo>
                <a:cubicBezTo>
                  <a:pt x="146944" y="322315"/>
                  <a:pt x="120095" y="301363"/>
                  <a:pt x="100195" y="271497"/>
                </a:cubicBezTo>
                <a:cubicBezTo>
                  <a:pt x="80547" y="241379"/>
                  <a:pt x="70729" y="208506"/>
                  <a:pt x="70729" y="172879"/>
                </a:cubicBezTo>
                <a:lnTo>
                  <a:pt x="70729" y="99795"/>
                </a:lnTo>
                <a:cubicBezTo>
                  <a:pt x="70729" y="95086"/>
                  <a:pt x="72032" y="90766"/>
                  <a:pt x="74649" y="86834"/>
                </a:cubicBezTo>
                <a:cubicBezTo>
                  <a:pt x="77530" y="82902"/>
                  <a:pt x="81073" y="80021"/>
                  <a:pt x="85256" y="78193"/>
                </a:cubicBezTo>
                <a:lnTo>
                  <a:pt x="180743" y="42828"/>
                </a:lnTo>
                <a:cubicBezTo>
                  <a:pt x="183623" y="42040"/>
                  <a:pt x="186240" y="41651"/>
                  <a:pt x="188595" y="41651"/>
                </a:cubicBezTo>
                <a:cubicBezTo>
                  <a:pt x="190950" y="41651"/>
                  <a:pt x="193567" y="42040"/>
                  <a:pt x="196459" y="42828"/>
                </a:cubicBezTo>
                <a:lnTo>
                  <a:pt x="291934" y="78193"/>
                </a:lnTo>
                <a:cubicBezTo>
                  <a:pt x="296117" y="80021"/>
                  <a:pt x="299660" y="82902"/>
                  <a:pt x="302541" y="86834"/>
                </a:cubicBezTo>
                <a:cubicBezTo>
                  <a:pt x="305158" y="90766"/>
                  <a:pt x="306473" y="95086"/>
                  <a:pt x="306473" y="99795"/>
                </a:cubicBezTo>
                <a:lnTo>
                  <a:pt x="306473" y="172879"/>
                </a:lnTo>
                <a:cubicBezTo>
                  <a:pt x="306473" y="189384"/>
                  <a:pt x="304507" y="206014"/>
                  <a:pt x="300575" y="222782"/>
                </a:cubicBezTo>
                <a:cubicBezTo>
                  <a:pt x="296380" y="239276"/>
                  <a:pt x="289305" y="255129"/>
                  <a:pt x="279361" y="270320"/>
                </a:cubicBezTo>
                <a:cubicBezTo>
                  <a:pt x="277520" y="273200"/>
                  <a:pt x="274903" y="274777"/>
                  <a:pt x="271497" y="275040"/>
                </a:cubicBezTo>
                <a:cubicBezTo>
                  <a:pt x="268354" y="275292"/>
                  <a:pt x="265473" y="274377"/>
                  <a:pt x="262856" y="272285"/>
                </a:cubicBezTo>
                <a:lnTo>
                  <a:pt x="219239" y="229846"/>
                </a:lnTo>
                <a:cubicBezTo>
                  <a:pt x="214530" y="232726"/>
                  <a:pt x="209546" y="235092"/>
                  <a:pt x="204311" y="236921"/>
                </a:cubicBezTo>
                <a:cubicBezTo>
                  <a:pt x="199339" y="238761"/>
                  <a:pt x="194093" y="239676"/>
                  <a:pt x="188595" y="239676"/>
                </a:cubicBezTo>
                <a:cubicBezTo>
                  <a:pt x="174193" y="239676"/>
                  <a:pt x="161883" y="234692"/>
                  <a:pt x="151665" y="224748"/>
                </a:cubicBezTo>
                <a:cubicBezTo>
                  <a:pt x="141709" y="214530"/>
                  <a:pt x="136737" y="202220"/>
                  <a:pt x="136737" y="187806"/>
                </a:cubicBezTo>
                <a:cubicBezTo>
                  <a:pt x="136737" y="173405"/>
                  <a:pt x="141709" y="161094"/>
                  <a:pt x="151665" y="150876"/>
                </a:cubicBezTo>
                <a:cubicBezTo>
                  <a:pt x="161883" y="140920"/>
                  <a:pt x="174193" y="135948"/>
                  <a:pt x="188595" y="135948"/>
                </a:cubicBezTo>
                <a:cubicBezTo>
                  <a:pt x="202997" y="135948"/>
                  <a:pt x="215318" y="140920"/>
                  <a:pt x="225525" y="150876"/>
                </a:cubicBezTo>
                <a:cubicBezTo>
                  <a:pt x="235481" y="161094"/>
                  <a:pt x="240464" y="173405"/>
                  <a:pt x="240464" y="187806"/>
                </a:cubicBezTo>
                <a:cubicBezTo>
                  <a:pt x="240464" y="193053"/>
                  <a:pt x="239676" y="198150"/>
                  <a:pt x="238098" y="203134"/>
                </a:cubicBezTo>
                <a:cubicBezTo>
                  <a:pt x="236532" y="208106"/>
                  <a:pt x="234304" y="212689"/>
                  <a:pt x="231423" y="216884"/>
                </a:cubicBezTo>
                <a:lnTo>
                  <a:pt x="268754" y="253037"/>
                </a:lnTo>
                <a:cubicBezTo>
                  <a:pt x="275040" y="241767"/>
                  <a:pt x="279875" y="229194"/>
                  <a:pt x="283281" y="215318"/>
                </a:cubicBezTo>
                <a:cubicBezTo>
                  <a:pt x="286950" y="201694"/>
                  <a:pt x="288790" y="187543"/>
                  <a:pt x="288790" y="172879"/>
                </a:cubicBezTo>
                <a:lnTo>
                  <a:pt x="288790" y="99018"/>
                </a:lnTo>
                <a:cubicBezTo>
                  <a:pt x="288790" y="97967"/>
                  <a:pt x="288390" y="97052"/>
                  <a:pt x="287613" y="96263"/>
                </a:cubicBezTo>
                <a:cubicBezTo>
                  <a:pt x="287087" y="95475"/>
                  <a:pt x="286424" y="94823"/>
                  <a:pt x="285647" y="94298"/>
                </a:cubicBezTo>
                <a:lnTo>
                  <a:pt x="190172" y="59722"/>
                </a:lnTo>
                <a:cubicBezTo>
                  <a:pt x="189647" y="59722"/>
                  <a:pt x="189121" y="59722"/>
                  <a:pt x="188595" y="59722"/>
                </a:cubicBezTo>
                <a:cubicBezTo>
                  <a:pt x="188069" y="59722"/>
                  <a:pt x="187543" y="59722"/>
                  <a:pt x="187029" y="59722"/>
                </a:cubicBezTo>
                <a:lnTo>
                  <a:pt x="91543" y="94298"/>
                </a:lnTo>
                <a:cubicBezTo>
                  <a:pt x="90766" y="94823"/>
                  <a:pt x="89977" y="95475"/>
                  <a:pt x="89188" y="96263"/>
                </a:cubicBezTo>
                <a:cubicBezTo>
                  <a:pt x="88663" y="97052"/>
                  <a:pt x="88400" y="97967"/>
                  <a:pt x="88400" y="99018"/>
                </a:cubicBezTo>
                <a:lnTo>
                  <a:pt x="88400" y="172879"/>
                </a:lnTo>
                <a:cubicBezTo>
                  <a:pt x="88400" y="206403"/>
                  <a:pt x="97829" y="236795"/>
                  <a:pt x="116689" y="264033"/>
                </a:cubicBezTo>
                <a:cubicBezTo>
                  <a:pt x="135285" y="291008"/>
                  <a:pt x="159254" y="309353"/>
                  <a:pt x="188595" y="319046"/>
                </a:cubicBezTo>
                <a:cubicBezTo>
                  <a:pt x="194619" y="317205"/>
                  <a:pt x="201557" y="314325"/>
                  <a:pt x="209420" y="310393"/>
                </a:cubicBezTo>
                <a:cubicBezTo>
                  <a:pt x="217010" y="306210"/>
                  <a:pt x="224085" y="301626"/>
                  <a:pt x="230635" y="296643"/>
                </a:cubicBezTo>
                <a:cubicBezTo>
                  <a:pt x="232475" y="295077"/>
                  <a:pt x="234566" y="294288"/>
                  <a:pt x="236921" y="294288"/>
                </a:cubicBezTo>
                <a:cubicBezTo>
                  <a:pt x="239539" y="294551"/>
                  <a:pt x="241642" y="295728"/>
                  <a:pt x="243208" y="297820"/>
                </a:cubicBezTo>
                <a:cubicBezTo>
                  <a:pt x="244785" y="299923"/>
                  <a:pt x="245299" y="302278"/>
                  <a:pt x="244785" y="304895"/>
                </a:cubicBezTo>
                <a:cubicBezTo>
                  <a:pt x="244522" y="307250"/>
                  <a:pt x="243345" y="309216"/>
                  <a:pt x="241242" y="310793"/>
                </a:cubicBezTo>
                <a:cubicBezTo>
                  <a:pt x="234178" y="316028"/>
                  <a:pt x="226966" y="320486"/>
                  <a:pt x="219639" y="324143"/>
                </a:cubicBezTo>
                <a:cubicBezTo>
                  <a:pt x="212301" y="328075"/>
                  <a:pt x="204700" y="331619"/>
                  <a:pt x="196847" y="334762"/>
                </a:cubicBezTo>
                <a:cubicBezTo>
                  <a:pt x="195270" y="335013"/>
                  <a:pt x="193830" y="335276"/>
                  <a:pt x="192527" y="335539"/>
                </a:cubicBezTo>
                <a:cubicBezTo>
                  <a:pt x="191212" y="335802"/>
                  <a:pt x="189909" y="335939"/>
                  <a:pt x="188595" y="335939"/>
                </a:cubicBezTo>
                <a:cubicBezTo>
                  <a:pt x="187281" y="335939"/>
                  <a:pt x="185978" y="335802"/>
                  <a:pt x="184663" y="335539"/>
                </a:cubicBezTo>
                <a:close/>
                <a:moveTo>
                  <a:pt x="212564" y="212175"/>
                </a:moveTo>
                <a:cubicBezTo>
                  <a:pt x="219376" y="205626"/>
                  <a:pt x="222782" y="197499"/>
                  <a:pt x="222782" y="187806"/>
                </a:cubicBezTo>
                <a:cubicBezTo>
                  <a:pt x="222782" y="178377"/>
                  <a:pt x="219376" y="170387"/>
                  <a:pt x="212564" y="163838"/>
                </a:cubicBezTo>
                <a:cubicBezTo>
                  <a:pt x="205751" y="157037"/>
                  <a:pt x="197762" y="153631"/>
                  <a:pt x="188595" y="153631"/>
                </a:cubicBezTo>
                <a:cubicBezTo>
                  <a:pt x="179165" y="153631"/>
                  <a:pt x="171176" y="157037"/>
                  <a:pt x="164626" y="163838"/>
                </a:cubicBezTo>
                <a:cubicBezTo>
                  <a:pt x="157814" y="170387"/>
                  <a:pt x="154408" y="178377"/>
                  <a:pt x="154408" y="187806"/>
                </a:cubicBezTo>
                <a:cubicBezTo>
                  <a:pt x="154408" y="197499"/>
                  <a:pt x="157814" y="205626"/>
                  <a:pt x="164626" y="212175"/>
                </a:cubicBezTo>
                <a:cubicBezTo>
                  <a:pt x="171439" y="218462"/>
                  <a:pt x="179428" y="221605"/>
                  <a:pt x="188595" y="221605"/>
                </a:cubicBezTo>
                <a:cubicBezTo>
                  <a:pt x="198025" y="221605"/>
                  <a:pt x="206014" y="218462"/>
                  <a:pt x="212564" y="212175"/>
                </a:cubicBezTo>
                <a:close/>
                <a:moveTo>
                  <a:pt x="188206" y="18898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383755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950" dirty="0"/>
          </a:p>
        </p:txBody>
      </p:sp>
      <p:sp>
        <p:nvSpPr>
          <p:cNvPr id="166" name="圖示 里程碑"/>
          <p:cNvSpPr/>
          <p:nvPr/>
        </p:nvSpPr>
        <p:spPr>
          <a:xfrm>
            <a:off x="84390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4116" y="203923"/>
                </a:moveTo>
                <a:lnTo>
                  <a:pt x="104116" y="317080"/>
                </a:lnTo>
                <a:cubicBezTo>
                  <a:pt x="104116" y="319697"/>
                  <a:pt x="103339" y="321789"/>
                  <a:pt x="101761" y="323366"/>
                </a:cubicBezTo>
                <a:cubicBezTo>
                  <a:pt x="99932" y="325195"/>
                  <a:pt x="97829" y="326109"/>
                  <a:pt x="95475" y="326109"/>
                </a:cubicBezTo>
                <a:cubicBezTo>
                  <a:pt x="92857" y="326109"/>
                  <a:pt x="90628" y="325195"/>
                  <a:pt x="88800" y="323366"/>
                </a:cubicBezTo>
                <a:cubicBezTo>
                  <a:pt x="87222" y="321789"/>
                  <a:pt x="86445" y="319697"/>
                  <a:pt x="86445" y="317080"/>
                </a:cubicBezTo>
                <a:lnTo>
                  <a:pt x="86445" y="82113"/>
                </a:lnTo>
                <a:cubicBezTo>
                  <a:pt x="86445" y="78970"/>
                  <a:pt x="87485" y="76227"/>
                  <a:pt x="89588" y="73872"/>
                </a:cubicBezTo>
                <a:cubicBezTo>
                  <a:pt x="91943" y="71769"/>
                  <a:pt x="94686" y="70729"/>
                  <a:pt x="97829" y="70729"/>
                </a:cubicBezTo>
                <a:lnTo>
                  <a:pt x="199602" y="70729"/>
                </a:lnTo>
                <a:cubicBezTo>
                  <a:pt x="202220" y="70729"/>
                  <a:pt x="204574" y="71506"/>
                  <a:pt x="206666" y="73083"/>
                </a:cubicBezTo>
                <a:cubicBezTo>
                  <a:pt x="208769" y="74912"/>
                  <a:pt x="210072" y="77141"/>
                  <a:pt x="210598" y="79759"/>
                </a:cubicBezTo>
                <a:lnTo>
                  <a:pt x="216096" y="103727"/>
                </a:lnTo>
                <a:lnTo>
                  <a:pt x="295077" y="103727"/>
                </a:lnTo>
                <a:cubicBezTo>
                  <a:pt x="298220" y="103727"/>
                  <a:pt x="300963" y="104905"/>
                  <a:pt x="303329" y="107259"/>
                </a:cubicBezTo>
                <a:cubicBezTo>
                  <a:pt x="305421" y="109362"/>
                  <a:pt x="306473" y="111980"/>
                  <a:pt x="306473" y="115123"/>
                </a:cubicBezTo>
                <a:lnTo>
                  <a:pt x="306473" y="225525"/>
                </a:lnTo>
                <a:cubicBezTo>
                  <a:pt x="306473" y="228669"/>
                  <a:pt x="305421" y="231286"/>
                  <a:pt x="303329" y="233389"/>
                </a:cubicBezTo>
                <a:cubicBezTo>
                  <a:pt x="300963" y="235744"/>
                  <a:pt x="298220" y="236921"/>
                  <a:pt x="295077" y="236921"/>
                </a:cubicBezTo>
                <a:lnTo>
                  <a:pt x="226703" y="236921"/>
                </a:lnTo>
                <a:cubicBezTo>
                  <a:pt x="224085" y="236921"/>
                  <a:pt x="221731" y="236132"/>
                  <a:pt x="219639" y="234566"/>
                </a:cubicBezTo>
                <a:cubicBezTo>
                  <a:pt x="217536" y="232989"/>
                  <a:pt x="216233" y="230772"/>
                  <a:pt x="215707" y="227891"/>
                </a:cubicBezTo>
                <a:lnTo>
                  <a:pt x="210209" y="203923"/>
                </a:lnTo>
                <a:lnTo>
                  <a:pt x="104116" y="203923"/>
                </a:lnTo>
                <a:close/>
                <a:moveTo>
                  <a:pt x="232989" y="218850"/>
                </a:moveTo>
                <a:lnTo>
                  <a:pt x="288790" y="218850"/>
                </a:lnTo>
                <a:lnTo>
                  <a:pt x="288790" y="121798"/>
                </a:lnTo>
                <a:lnTo>
                  <a:pt x="209809" y="121798"/>
                </a:lnTo>
                <a:cubicBezTo>
                  <a:pt x="207192" y="121798"/>
                  <a:pt x="204837" y="121021"/>
                  <a:pt x="202745" y="119443"/>
                </a:cubicBezTo>
                <a:cubicBezTo>
                  <a:pt x="200642" y="117615"/>
                  <a:pt x="199339" y="115386"/>
                  <a:pt x="198813" y="112768"/>
                </a:cubicBezTo>
                <a:lnTo>
                  <a:pt x="193316" y="88400"/>
                </a:lnTo>
                <a:lnTo>
                  <a:pt x="104116" y="88400"/>
                </a:lnTo>
                <a:lnTo>
                  <a:pt x="104116" y="185840"/>
                </a:lnTo>
                <a:lnTo>
                  <a:pt x="216496" y="185840"/>
                </a:lnTo>
                <a:cubicBezTo>
                  <a:pt x="219113" y="185840"/>
                  <a:pt x="221468" y="186629"/>
                  <a:pt x="223559" y="188206"/>
                </a:cubicBezTo>
                <a:cubicBezTo>
                  <a:pt x="225662" y="189772"/>
                  <a:pt x="226966" y="192001"/>
                  <a:pt x="227491" y="194882"/>
                </a:cubicBezTo>
                <a:lnTo>
                  <a:pt x="232989" y="218850"/>
                </a:lnTo>
                <a:close/>
                <a:moveTo>
                  <a:pt x="196459" y="15363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66294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68" name="圖示 循環"/>
          <p:cNvSpPr/>
          <p:nvPr/>
        </p:nvSpPr>
        <p:spPr>
          <a:xfrm>
            <a:off x="153730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4479" y="189384"/>
                </a:moveTo>
                <a:cubicBezTo>
                  <a:pt x="84479" y="194619"/>
                  <a:pt x="84868" y="199991"/>
                  <a:pt x="85656" y="205489"/>
                </a:cubicBezTo>
                <a:cubicBezTo>
                  <a:pt x="86445" y="210723"/>
                  <a:pt x="87622" y="215707"/>
                  <a:pt x="89188" y="220416"/>
                </a:cubicBezTo>
                <a:cubicBezTo>
                  <a:pt x="89714" y="222782"/>
                  <a:pt x="89588" y="225137"/>
                  <a:pt x="88800" y="227491"/>
                </a:cubicBezTo>
                <a:cubicBezTo>
                  <a:pt x="87748" y="229846"/>
                  <a:pt x="86182" y="231549"/>
                  <a:pt x="84079" y="232600"/>
                </a:cubicBezTo>
                <a:cubicBezTo>
                  <a:pt x="81725" y="233389"/>
                  <a:pt x="79496" y="233389"/>
                  <a:pt x="77404" y="232600"/>
                </a:cubicBezTo>
                <a:cubicBezTo>
                  <a:pt x="75049" y="231549"/>
                  <a:pt x="73472" y="229846"/>
                  <a:pt x="72683" y="227491"/>
                </a:cubicBezTo>
                <a:cubicBezTo>
                  <a:pt x="70592" y="221205"/>
                  <a:pt x="69152" y="214918"/>
                  <a:pt x="68363" y="208632"/>
                </a:cubicBezTo>
                <a:cubicBezTo>
                  <a:pt x="67323" y="202345"/>
                  <a:pt x="66797" y="195933"/>
                  <a:pt x="66797" y="189384"/>
                </a:cubicBezTo>
                <a:cubicBezTo>
                  <a:pt x="66797" y="155848"/>
                  <a:pt x="78707" y="127170"/>
                  <a:pt x="102550" y="103339"/>
                </a:cubicBezTo>
                <a:cubicBezTo>
                  <a:pt x="126382" y="79496"/>
                  <a:pt x="155071" y="67586"/>
                  <a:pt x="188595" y="67586"/>
                </a:cubicBezTo>
                <a:lnTo>
                  <a:pt x="211386" y="67586"/>
                </a:lnTo>
                <a:lnTo>
                  <a:pt x="183097" y="39296"/>
                </a:lnTo>
                <a:cubicBezTo>
                  <a:pt x="181520" y="37719"/>
                  <a:pt x="180743" y="35890"/>
                  <a:pt x="180743" y="33787"/>
                </a:cubicBezTo>
                <a:cubicBezTo>
                  <a:pt x="180743" y="31695"/>
                  <a:pt x="181520" y="29729"/>
                  <a:pt x="183097" y="27901"/>
                </a:cubicBezTo>
                <a:cubicBezTo>
                  <a:pt x="184926" y="26323"/>
                  <a:pt x="186892" y="25535"/>
                  <a:pt x="188984" y="25535"/>
                </a:cubicBezTo>
                <a:cubicBezTo>
                  <a:pt x="191350" y="25535"/>
                  <a:pt x="193316" y="26323"/>
                  <a:pt x="194882" y="27901"/>
                </a:cubicBezTo>
                <a:lnTo>
                  <a:pt x="235744" y="68363"/>
                </a:lnTo>
                <a:cubicBezTo>
                  <a:pt x="237835" y="70729"/>
                  <a:pt x="238887" y="73346"/>
                  <a:pt x="238887" y="76227"/>
                </a:cubicBezTo>
                <a:cubicBezTo>
                  <a:pt x="238887" y="79370"/>
                  <a:pt x="237835" y="81987"/>
                  <a:pt x="235744" y="84079"/>
                </a:cubicBezTo>
                <a:lnTo>
                  <a:pt x="195270" y="124553"/>
                </a:lnTo>
                <a:cubicBezTo>
                  <a:pt x="193704" y="126119"/>
                  <a:pt x="191738" y="126907"/>
                  <a:pt x="189384" y="126907"/>
                </a:cubicBezTo>
                <a:cubicBezTo>
                  <a:pt x="187029" y="126907"/>
                  <a:pt x="184926" y="126119"/>
                  <a:pt x="183097" y="124553"/>
                </a:cubicBezTo>
                <a:cubicBezTo>
                  <a:pt x="181520" y="122975"/>
                  <a:pt x="180743" y="121021"/>
                  <a:pt x="180743" y="118655"/>
                </a:cubicBezTo>
                <a:cubicBezTo>
                  <a:pt x="180743" y="116300"/>
                  <a:pt x="181520" y="114209"/>
                  <a:pt x="183097" y="112368"/>
                </a:cubicBezTo>
                <a:lnTo>
                  <a:pt x="210598" y="85256"/>
                </a:lnTo>
                <a:lnTo>
                  <a:pt x="188595" y="85256"/>
                </a:lnTo>
                <a:cubicBezTo>
                  <a:pt x="160043" y="85256"/>
                  <a:pt x="135548" y="95475"/>
                  <a:pt x="115123" y="115912"/>
                </a:cubicBezTo>
                <a:cubicBezTo>
                  <a:pt x="94686" y="136337"/>
                  <a:pt x="84479" y="160832"/>
                  <a:pt x="84479" y="189384"/>
                </a:cubicBezTo>
                <a:close/>
                <a:moveTo>
                  <a:pt x="292711" y="188595"/>
                </a:moveTo>
                <a:cubicBezTo>
                  <a:pt x="292711" y="183360"/>
                  <a:pt x="292322" y="178114"/>
                  <a:pt x="291534" y="172879"/>
                </a:cubicBezTo>
                <a:cubicBezTo>
                  <a:pt x="290756" y="167644"/>
                  <a:pt x="289568" y="162535"/>
                  <a:pt x="288002" y="157551"/>
                </a:cubicBezTo>
                <a:cubicBezTo>
                  <a:pt x="287213" y="154934"/>
                  <a:pt x="287350" y="152579"/>
                  <a:pt x="288390" y="150487"/>
                </a:cubicBezTo>
                <a:cubicBezTo>
                  <a:pt x="289179" y="148121"/>
                  <a:pt x="290756" y="146418"/>
                  <a:pt x="293111" y="145378"/>
                </a:cubicBezTo>
                <a:cubicBezTo>
                  <a:pt x="295203" y="144327"/>
                  <a:pt x="297294" y="144327"/>
                  <a:pt x="299397" y="145378"/>
                </a:cubicBezTo>
                <a:cubicBezTo>
                  <a:pt x="301489" y="146418"/>
                  <a:pt x="302929" y="147996"/>
                  <a:pt x="303718" y="150087"/>
                </a:cubicBezTo>
                <a:cubicBezTo>
                  <a:pt x="306073" y="156374"/>
                  <a:pt x="307776" y="162660"/>
                  <a:pt x="308827" y="168947"/>
                </a:cubicBezTo>
                <a:cubicBezTo>
                  <a:pt x="309867" y="175496"/>
                  <a:pt x="310393" y="182046"/>
                  <a:pt x="310393" y="188595"/>
                </a:cubicBezTo>
                <a:cubicBezTo>
                  <a:pt x="310393" y="222119"/>
                  <a:pt x="298483" y="250808"/>
                  <a:pt x="274640" y="274640"/>
                </a:cubicBezTo>
                <a:cubicBezTo>
                  <a:pt x="250808" y="298734"/>
                  <a:pt x="222119" y="310793"/>
                  <a:pt x="188595" y="310793"/>
                </a:cubicBezTo>
                <a:lnTo>
                  <a:pt x="165415" y="310793"/>
                </a:lnTo>
                <a:lnTo>
                  <a:pt x="193316" y="338682"/>
                </a:lnTo>
                <a:cubicBezTo>
                  <a:pt x="194882" y="340260"/>
                  <a:pt x="195670" y="342088"/>
                  <a:pt x="195670" y="344192"/>
                </a:cubicBezTo>
                <a:cubicBezTo>
                  <a:pt x="195933" y="346546"/>
                  <a:pt x="195144" y="348512"/>
                  <a:pt x="193316" y="350078"/>
                </a:cubicBezTo>
                <a:cubicBezTo>
                  <a:pt x="191738" y="351655"/>
                  <a:pt x="189772" y="352433"/>
                  <a:pt x="187418" y="352433"/>
                </a:cubicBezTo>
                <a:cubicBezTo>
                  <a:pt x="185326" y="352433"/>
                  <a:pt x="183360" y="351655"/>
                  <a:pt x="181520" y="350078"/>
                </a:cubicBezTo>
                <a:lnTo>
                  <a:pt x="141058" y="309616"/>
                </a:lnTo>
                <a:cubicBezTo>
                  <a:pt x="138955" y="307513"/>
                  <a:pt x="137914" y="304895"/>
                  <a:pt x="137914" y="301752"/>
                </a:cubicBezTo>
                <a:cubicBezTo>
                  <a:pt x="137914" y="298872"/>
                  <a:pt x="138955" y="296254"/>
                  <a:pt x="141058" y="293900"/>
                </a:cubicBezTo>
                <a:lnTo>
                  <a:pt x="181520" y="253037"/>
                </a:lnTo>
                <a:cubicBezTo>
                  <a:pt x="183097" y="251460"/>
                  <a:pt x="185063" y="250671"/>
                  <a:pt x="187418" y="250671"/>
                </a:cubicBezTo>
                <a:cubicBezTo>
                  <a:pt x="189772" y="250671"/>
                  <a:pt x="191738" y="251460"/>
                  <a:pt x="193316" y="253037"/>
                </a:cubicBezTo>
                <a:cubicBezTo>
                  <a:pt x="195144" y="254866"/>
                  <a:pt x="196059" y="256832"/>
                  <a:pt x="196059" y="258924"/>
                </a:cubicBezTo>
                <a:cubicBezTo>
                  <a:pt x="196059" y="261278"/>
                  <a:pt x="195144" y="263244"/>
                  <a:pt x="193316" y="264822"/>
                </a:cubicBezTo>
                <a:lnTo>
                  <a:pt x="165415" y="292711"/>
                </a:lnTo>
                <a:lnTo>
                  <a:pt x="188595" y="292711"/>
                </a:lnTo>
                <a:cubicBezTo>
                  <a:pt x="217147" y="292711"/>
                  <a:pt x="241642" y="282504"/>
                  <a:pt x="262067" y="262067"/>
                </a:cubicBezTo>
                <a:cubicBezTo>
                  <a:pt x="282504" y="241905"/>
                  <a:pt x="292711" y="217410"/>
                  <a:pt x="292711" y="188595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35634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950" dirty="0"/>
          </a:p>
        </p:txBody>
      </p:sp>
      <p:sp>
        <p:nvSpPr>
          <p:cNvPr id="170" name="圖示 目標"/>
          <p:cNvSpPr/>
          <p:nvPr/>
        </p:nvSpPr>
        <p:spPr>
          <a:xfrm>
            <a:off x="223070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451" y="326109"/>
                </a:moveTo>
                <a:cubicBezTo>
                  <a:pt x="112105" y="318257"/>
                  <a:pt x="96263" y="307650"/>
                  <a:pt x="82902" y="294288"/>
                </a:cubicBezTo>
                <a:cubicBezTo>
                  <a:pt x="69540" y="280927"/>
                  <a:pt x="58933" y="265085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540" y="96263"/>
                  <a:pt x="82902" y="82902"/>
                </a:cubicBezTo>
                <a:cubicBezTo>
                  <a:pt x="96263" y="69540"/>
                  <a:pt x="112105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5085"/>
                  <a:pt x="307650" y="280927"/>
                  <a:pt x="294288" y="294288"/>
                </a:cubicBezTo>
                <a:cubicBezTo>
                  <a:pt x="280927" y="307650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ubicBezTo>
                  <a:pt x="167907" y="337905"/>
                  <a:pt x="148521" y="333973"/>
                  <a:pt x="130451" y="326109"/>
                </a:cubicBezTo>
                <a:close/>
                <a:moveTo>
                  <a:pt x="281715" y="281715"/>
                </a:moveTo>
                <a:cubicBezTo>
                  <a:pt x="307387" y="256306"/>
                  <a:pt x="320223" y="225262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1928" y="56967"/>
                  <a:pt x="120884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262"/>
                  <a:pt x="69803" y="256306"/>
                  <a:pt x="95475" y="281715"/>
                </a:cubicBezTo>
                <a:cubicBezTo>
                  <a:pt x="120884" y="307387"/>
                  <a:pt x="151928" y="320223"/>
                  <a:pt x="188595" y="320223"/>
                </a:cubicBezTo>
                <a:cubicBezTo>
                  <a:pt x="225262" y="320223"/>
                  <a:pt x="256306" y="307387"/>
                  <a:pt x="281715" y="281715"/>
                </a:cubicBezTo>
                <a:close/>
                <a:moveTo>
                  <a:pt x="127307" y="249894"/>
                </a:moveTo>
                <a:cubicBezTo>
                  <a:pt x="110540" y="233126"/>
                  <a:pt x="102161" y="212689"/>
                  <a:pt x="102161" y="188595"/>
                </a:cubicBezTo>
                <a:cubicBezTo>
                  <a:pt x="102161" y="164501"/>
                  <a:pt x="110540" y="144064"/>
                  <a:pt x="127307" y="127307"/>
                </a:cubicBezTo>
                <a:cubicBezTo>
                  <a:pt x="144064" y="110540"/>
                  <a:pt x="164501" y="102161"/>
                  <a:pt x="188595" y="102161"/>
                </a:cubicBezTo>
                <a:cubicBezTo>
                  <a:pt x="212689" y="102161"/>
                  <a:pt x="233126" y="110540"/>
                  <a:pt x="249894" y="127307"/>
                </a:cubicBezTo>
                <a:cubicBezTo>
                  <a:pt x="266650" y="144064"/>
                  <a:pt x="275040" y="164501"/>
                  <a:pt x="275040" y="188595"/>
                </a:cubicBezTo>
                <a:cubicBezTo>
                  <a:pt x="275040" y="212689"/>
                  <a:pt x="266650" y="233126"/>
                  <a:pt x="249894" y="249894"/>
                </a:cubicBezTo>
                <a:cubicBezTo>
                  <a:pt x="233126" y="266650"/>
                  <a:pt x="212689" y="275040"/>
                  <a:pt x="188595" y="275040"/>
                </a:cubicBezTo>
                <a:cubicBezTo>
                  <a:pt x="164501" y="275040"/>
                  <a:pt x="144064" y="266650"/>
                  <a:pt x="127307" y="249894"/>
                </a:cubicBezTo>
                <a:close/>
                <a:moveTo>
                  <a:pt x="237321" y="237321"/>
                </a:moveTo>
                <a:cubicBezTo>
                  <a:pt x="250671" y="223959"/>
                  <a:pt x="257358" y="207717"/>
                  <a:pt x="257358" y="188595"/>
                </a:cubicBezTo>
                <a:cubicBezTo>
                  <a:pt x="257358" y="169473"/>
                  <a:pt x="250671" y="153231"/>
                  <a:pt x="237321" y="139880"/>
                </a:cubicBezTo>
                <a:cubicBezTo>
                  <a:pt x="223959" y="126519"/>
                  <a:pt x="207717" y="119832"/>
                  <a:pt x="188595" y="119832"/>
                </a:cubicBezTo>
                <a:cubicBezTo>
                  <a:pt x="169473" y="119832"/>
                  <a:pt x="153231" y="126519"/>
                  <a:pt x="139880" y="139880"/>
                </a:cubicBezTo>
                <a:cubicBezTo>
                  <a:pt x="126519" y="153231"/>
                  <a:pt x="119832" y="169473"/>
                  <a:pt x="119832" y="188595"/>
                </a:cubicBezTo>
                <a:cubicBezTo>
                  <a:pt x="119832" y="207717"/>
                  <a:pt x="126519" y="223959"/>
                  <a:pt x="139880" y="237321"/>
                </a:cubicBezTo>
                <a:cubicBezTo>
                  <a:pt x="153231" y="250671"/>
                  <a:pt x="169473" y="257358"/>
                  <a:pt x="188595" y="257358"/>
                </a:cubicBezTo>
                <a:cubicBezTo>
                  <a:pt x="207717" y="257358"/>
                  <a:pt x="223959" y="250671"/>
                  <a:pt x="237321" y="237321"/>
                </a:cubicBezTo>
                <a:close/>
                <a:moveTo>
                  <a:pt x="172090" y="205100"/>
                </a:moveTo>
                <a:cubicBezTo>
                  <a:pt x="167381" y="200642"/>
                  <a:pt x="165026" y="195144"/>
                  <a:pt x="165026" y="188595"/>
                </a:cubicBezTo>
                <a:cubicBezTo>
                  <a:pt x="165026" y="182046"/>
                  <a:pt x="167381" y="176548"/>
                  <a:pt x="172090" y="172090"/>
                </a:cubicBezTo>
                <a:cubicBezTo>
                  <a:pt x="176548" y="167381"/>
                  <a:pt x="182046" y="165026"/>
                  <a:pt x="188595" y="165026"/>
                </a:cubicBezTo>
                <a:cubicBezTo>
                  <a:pt x="195144" y="165026"/>
                  <a:pt x="200642" y="167381"/>
                  <a:pt x="205100" y="172090"/>
                </a:cubicBezTo>
                <a:cubicBezTo>
                  <a:pt x="209809" y="176548"/>
                  <a:pt x="212175" y="182046"/>
                  <a:pt x="212175" y="188595"/>
                </a:cubicBezTo>
                <a:cubicBezTo>
                  <a:pt x="212175" y="195144"/>
                  <a:pt x="209809" y="200642"/>
                  <a:pt x="205100" y="205100"/>
                </a:cubicBezTo>
                <a:cubicBezTo>
                  <a:pt x="200642" y="209809"/>
                  <a:pt x="195144" y="212175"/>
                  <a:pt x="188595" y="212175"/>
                </a:cubicBezTo>
                <a:cubicBezTo>
                  <a:pt x="182046" y="212175"/>
                  <a:pt x="176548" y="209809"/>
                  <a:pt x="172090" y="20510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204974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950" dirty="0"/>
          </a:p>
        </p:txBody>
      </p:sp>
      <p:sp>
        <p:nvSpPr>
          <p:cNvPr id="172" name="圖示 想法"/>
          <p:cNvSpPr/>
          <p:nvPr/>
        </p:nvSpPr>
        <p:spPr>
          <a:xfrm>
            <a:off x="292410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7770" y="330830"/>
                </a:moveTo>
                <a:cubicBezTo>
                  <a:pt x="162009" y="325332"/>
                  <a:pt x="158866" y="318520"/>
                  <a:pt x="158340" y="310393"/>
                </a:cubicBezTo>
                <a:lnTo>
                  <a:pt x="218850" y="310393"/>
                </a:lnTo>
                <a:cubicBezTo>
                  <a:pt x="218324" y="318520"/>
                  <a:pt x="215181" y="325332"/>
                  <a:pt x="209420" y="330830"/>
                </a:cubicBezTo>
                <a:cubicBezTo>
                  <a:pt x="203660" y="336328"/>
                  <a:pt x="196710" y="339082"/>
                  <a:pt x="188595" y="339082"/>
                </a:cubicBezTo>
                <a:cubicBezTo>
                  <a:pt x="180480" y="339082"/>
                  <a:pt x="173530" y="336328"/>
                  <a:pt x="167770" y="330830"/>
                </a:cubicBezTo>
                <a:close/>
                <a:moveTo>
                  <a:pt x="137914" y="282504"/>
                </a:moveTo>
                <a:cubicBezTo>
                  <a:pt x="135285" y="282504"/>
                  <a:pt x="133194" y="281578"/>
                  <a:pt x="131628" y="279749"/>
                </a:cubicBezTo>
                <a:cubicBezTo>
                  <a:pt x="129788" y="278183"/>
                  <a:pt x="128873" y="276080"/>
                  <a:pt x="128873" y="273463"/>
                </a:cubicBezTo>
                <a:cubicBezTo>
                  <a:pt x="128873" y="270845"/>
                  <a:pt x="129788" y="268754"/>
                  <a:pt x="131628" y="267176"/>
                </a:cubicBezTo>
                <a:cubicBezTo>
                  <a:pt x="133194" y="265347"/>
                  <a:pt x="135285" y="264422"/>
                  <a:pt x="137914" y="264422"/>
                </a:cubicBezTo>
                <a:lnTo>
                  <a:pt x="239276" y="264422"/>
                </a:lnTo>
                <a:cubicBezTo>
                  <a:pt x="241905" y="264422"/>
                  <a:pt x="243996" y="265347"/>
                  <a:pt x="245562" y="267176"/>
                </a:cubicBezTo>
                <a:cubicBezTo>
                  <a:pt x="247402" y="268754"/>
                  <a:pt x="248317" y="270845"/>
                  <a:pt x="248317" y="273463"/>
                </a:cubicBezTo>
                <a:cubicBezTo>
                  <a:pt x="248317" y="276080"/>
                  <a:pt x="247402" y="278183"/>
                  <a:pt x="245562" y="279749"/>
                </a:cubicBezTo>
                <a:cubicBezTo>
                  <a:pt x="243996" y="281578"/>
                  <a:pt x="241905" y="282504"/>
                  <a:pt x="239276" y="282504"/>
                </a:cubicBezTo>
                <a:lnTo>
                  <a:pt x="137914" y="282504"/>
                </a:lnTo>
                <a:close/>
                <a:moveTo>
                  <a:pt x="130051" y="236921"/>
                </a:moveTo>
                <a:cubicBezTo>
                  <a:pt x="114071" y="226188"/>
                  <a:pt x="101498" y="212952"/>
                  <a:pt x="92332" y="197236"/>
                </a:cubicBezTo>
                <a:cubicBezTo>
                  <a:pt x="83165" y="181520"/>
                  <a:pt x="78581" y="163975"/>
                  <a:pt x="78581" y="144590"/>
                </a:cubicBezTo>
                <a:cubicBezTo>
                  <a:pt x="78581" y="114471"/>
                  <a:pt x="89451" y="88537"/>
                  <a:pt x="111191" y="66797"/>
                </a:cubicBezTo>
                <a:cubicBezTo>
                  <a:pt x="132668" y="45320"/>
                  <a:pt x="158477" y="34576"/>
                  <a:pt x="188595" y="34576"/>
                </a:cubicBezTo>
                <a:cubicBezTo>
                  <a:pt x="218713" y="34576"/>
                  <a:pt x="244522" y="45320"/>
                  <a:pt x="265999" y="66797"/>
                </a:cubicBezTo>
                <a:cubicBezTo>
                  <a:pt x="287739" y="88537"/>
                  <a:pt x="298609" y="114471"/>
                  <a:pt x="298609" y="144590"/>
                </a:cubicBezTo>
                <a:cubicBezTo>
                  <a:pt x="298609" y="163975"/>
                  <a:pt x="294025" y="181520"/>
                  <a:pt x="284858" y="197236"/>
                </a:cubicBezTo>
                <a:cubicBezTo>
                  <a:pt x="275692" y="212952"/>
                  <a:pt x="263119" y="226188"/>
                  <a:pt x="247139" y="236921"/>
                </a:cubicBezTo>
                <a:lnTo>
                  <a:pt x="130051" y="236921"/>
                </a:lnTo>
                <a:close/>
                <a:moveTo>
                  <a:pt x="136337" y="218850"/>
                </a:moveTo>
                <a:lnTo>
                  <a:pt x="240853" y="218850"/>
                </a:lnTo>
                <a:cubicBezTo>
                  <a:pt x="253426" y="210472"/>
                  <a:pt x="263244" y="199728"/>
                  <a:pt x="270320" y="186629"/>
                </a:cubicBezTo>
                <a:cubicBezTo>
                  <a:pt x="277395" y="173530"/>
                  <a:pt x="280927" y="159517"/>
                  <a:pt x="280927" y="144590"/>
                </a:cubicBezTo>
                <a:cubicBezTo>
                  <a:pt x="280927" y="119181"/>
                  <a:pt x="271897" y="97441"/>
                  <a:pt x="253815" y="79370"/>
                </a:cubicBezTo>
                <a:cubicBezTo>
                  <a:pt x="235744" y="61299"/>
                  <a:pt x="214004" y="52258"/>
                  <a:pt x="188595" y="52258"/>
                </a:cubicBezTo>
                <a:cubicBezTo>
                  <a:pt x="163186" y="52258"/>
                  <a:pt x="141446" y="61299"/>
                  <a:pt x="123375" y="79370"/>
                </a:cubicBezTo>
                <a:cubicBezTo>
                  <a:pt x="105305" y="97441"/>
                  <a:pt x="96263" y="119181"/>
                  <a:pt x="96263" y="144590"/>
                </a:cubicBezTo>
                <a:cubicBezTo>
                  <a:pt x="96263" y="159517"/>
                  <a:pt x="99795" y="173530"/>
                  <a:pt x="106871" y="186629"/>
                </a:cubicBezTo>
                <a:cubicBezTo>
                  <a:pt x="113946" y="199728"/>
                  <a:pt x="123764" y="210472"/>
                  <a:pt x="136337" y="218850"/>
                </a:cubicBezTo>
                <a:close/>
                <a:moveTo>
                  <a:pt x="188595" y="21885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74314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950" dirty="0"/>
          </a:p>
        </p:txBody>
      </p:sp>
      <p:sp>
        <p:nvSpPr>
          <p:cNvPr id="174" name="圖示 啟動"/>
          <p:cNvSpPr/>
          <p:nvPr/>
        </p:nvSpPr>
        <p:spPr>
          <a:xfrm>
            <a:off x="361750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089" y="186240"/>
                </a:moveTo>
                <a:cubicBezTo>
                  <a:pt x="122061" y="176285"/>
                  <a:pt x="127559" y="166467"/>
                  <a:pt x="133594" y="156774"/>
                </a:cubicBezTo>
                <a:cubicBezTo>
                  <a:pt x="139355" y="147081"/>
                  <a:pt x="145641" y="137777"/>
                  <a:pt x="152453" y="128873"/>
                </a:cubicBezTo>
                <a:lnTo>
                  <a:pt x="122975" y="122975"/>
                </a:lnTo>
                <a:cubicBezTo>
                  <a:pt x="122198" y="122712"/>
                  <a:pt x="121409" y="122712"/>
                  <a:pt x="120621" y="122975"/>
                </a:cubicBezTo>
                <a:cubicBezTo>
                  <a:pt x="119832" y="123238"/>
                  <a:pt x="119181" y="123638"/>
                  <a:pt x="118655" y="124164"/>
                </a:cubicBezTo>
                <a:lnTo>
                  <a:pt x="75827" y="166981"/>
                </a:lnTo>
                <a:cubicBezTo>
                  <a:pt x="75312" y="167244"/>
                  <a:pt x="75175" y="167644"/>
                  <a:pt x="75438" y="168170"/>
                </a:cubicBezTo>
                <a:cubicBezTo>
                  <a:pt x="75438" y="168421"/>
                  <a:pt x="75701" y="168684"/>
                  <a:pt x="76227" y="168947"/>
                </a:cubicBezTo>
                <a:lnTo>
                  <a:pt x="117089" y="186240"/>
                </a:lnTo>
                <a:close/>
                <a:moveTo>
                  <a:pt x="311182" y="62865"/>
                </a:moveTo>
                <a:cubicBezTo>
                  <a:pt x="283944" y="64694"/>
                  <a:pt x="260238" y="70329"/>
                  <a:pt x="240064" y="79759"/>
                </a:cubicBezTo>
                <a:cubicBezTo>
                  <a:pt x="219902" y="89188"/>
                  <a:pt x="200254" y="103464"/>
                  <a:pt x="181131" y="122587"/>
                </a:cubicBezTo>
                <a:cubicBezTo>
                  <a:pt x="171964" y="131754"/>
                  <a:pt x="163060" y="142761"/>
                  <a:pt x="154408" y="155597"/>
                </a:cubicBezTo>
                <a:cubicBezTo>
                  <a:pt x="145767" y="168684"/>
                  <a:pt x="138040" y="182571"/>
                  <a:pt x="131228" y="197236"/>
                </a:cubicBezTo>
                <a:lnTo>
                  <a:pt x="181131" y="247139"/>
                </a:lnTo>
                <a:cubicBezTo>
                  <a:pt x="195796" y="240327"/>
                  <a:pt x="209683" y="232600"/>
                  <a:pt x="222782" y="223959"/>
                </a:cubicBezTo>
                <a:cubicBezTo>
                  <a:pt x="235869" y="215318"/>
                  <a:pt x="247002" y="206403"/>
                  <a:pt x="256181" y="197236"/>
                </a:cubicBezTo>
                <a:cubicBezTo>
                  <a:pt x="275292" y="178114"/>
                  <a:pt x="289568" y="158603"/>
                  <a:pt x="298997" y="138692"/>
                </a:cubicBezTo>
                <a:cubicBezTo>
                  <a:pt x="308427" y="118529"/>
                  <a:pt x="313936" y="94823"/>
                  <a:pt x="315502" y="67586"/>
                </a:cubicBezTo>
                <a:cubicBezTo>
                  <a:pt x="315502" y="67060"/>
                  <a:pt x="315502" y="66397"/>
                  <a:pt x="315502" y="65620"/>
                </a:cubicBezTo>
                <a:cubicBezTo>
                  <a:pt x="315239" y="65094"/>
                  <a:pt x="314851" y="64568"/>
                  <a:pt x="314325" y="64042"/>
                </a:cubicBezTo>
                <a:cubicBezTo>
                  <a:pt x="314062" y="63517"/>
                  <a:pt x="313673" y="63254"/>
                  <a:pt x="313148" y="63254"/>
                </a:cubicBezTo>
                <a:cubicBezTo>
                  <a:pt x="312622" y="62991"/>
                  <a:pt x="311970" y="62865"/>
                  <a:pt x="311182" y="62865"/>
                </a:cubicBezTo>
                <a:close/>
                <a:moveTo>
                  <a:pt x="214130" y="140269"/>
                </a:moveTo>
                <a:cubicBezTo>
                  <a:pt x="214130" y="133457"/>
                  <a:pt x="216496" y="127696"/>
                  <a:pt x="221205" y="122975"/>
                </a:cubicBezTo>
                <a:cubicBezTo>
                  <a:pt x="225925" y="118266"/>
                  <a:pt x="231686" y="115912"/>
                  <a:pt x="238498" y="115912"/>
                </a:cubicBezTo>
                <a:cubicBezTo>
                  <a:pt x="245299" y="115912"/>
                  <a:pt x="251071" y="118266"/>
                  <a:pt x="255781" y="122975"/>
                </a:cubicBezTo>
                <a:cubicBezTo>
                  <a:pt x="260501" y="127696"/>
                  <a:pt x="262856" y="133457"/>
                  <a:pt x="262856" y="140269"/>
                </a:cubicBezTo>
                <a:cubicBezTo>
                  <a:pt x="262856" y="147344"/>
                  <a:pt x="260501" y="153231"/>
                  <a:pt x="255781" y="157951"/>
                </a:cubicBezTo>
                <a:cubicBezTo>
                  <a:pt x="251071" y="162397"/>
                  <a:pt x="245299" y="164626"/>
                  <a:pt x="238498" y="164626"/>
                </a:cubicBezTo>
                <a:cubicBezTo>
                  <a:pt x="231686" y="164626"/>
                  <a:pt x="225925" y="162397"/>
                  <a:pt x="221205" y="157951"/>
                </a:cubicBezTo>
                <a:cubicBezTo>
                  <a:pt x="216496" y="153231"/>
                  <a:pt x="214130" y="147344"/>
                  <a:pt x="214130" y="140269"/>
                </a:cubicBezTo>
                <a:close/>
                <a:moveTo>
                  <a:pt x="192127" y="261678"/>
                </a:moveTo>
                <a:lnTo>
                  <a:pt x="209420" y="302541"/>
                </a:lnTo>
                <a:cubicBezTo>
                  <a:pt x="209683" y="302804"/>
                  <a:pt x="209946" y="302929"/>
                  <a:pt x="210209" y="302929"/>
                </a:cubicBezTo>
                <a:cubicBezTo>
                  <a:pt x="210723" y="303192"/>
                  <a:pt x="211124" y="303066"/>
                  <a:pt x="211386" y="302541"/>
                </a:cubicBezTo>
                <a:lnTo>
                  <a:pt x="254215" y="260101"/>
                </a:lnTo>
                <a:cubicBezTo>
                  <a:pt x="254729" y="259575"/>
                  <a:pt x="255129" y="258924"/>
                  <a:pt x="255392" y="258135"/>
                </a:cubicBezTo>
                <a:cubicBezTo>
                  <a:pt x="255655" y="257358"/>
                  <a:pt x="255655" y="256569"/>
                  <a:pt x="255392" y="255781"/>
                </a:cubicBezTo>
                <a:lnTo>
                  <a:pt x="249894" y="226314"/>
                </a:lnTo>
                <a:cubicBezTo>
                  <a:pt x="240979" y="232863"/>
                  <a:pt x="231686" y="239150"/>
                  <a:pt x="221993" y="245174"/>
                </a:cubicBezTo>
                <a:cubicBezTo>
                  <a:pt x="212301" y="251197"/>
                  <a:pt x="202345" y="256695"/>
                  <a:pt x="192127" y="261678"/>
                </a:cubicBezTo>
                <a:close/>
                <a:moveTo>
                  <a:pt x="333973" y="56190"/>
                </a:moveTo>
                <a:cubicBezTo>
                  <a:pt x="333973" y="86571"/>
                  <a:pt x="328601" y="114209"/>
                  <a:pt x="317857" y="139092"/>
                </a:cubicBezTo>
                <a:cubicBezTo>
                  <a:pt x="307387" y="164238"/>
                  <a:pt x="291145" y="187806"/>
                  <a:pt x="269142" y="209809"/>
                </a:cubicBezTo>
                <a:cubicBezTo>
                  <a:pt x="268616" y="210335"/>
                  <a:pt x="267965" y="210861"/>
                  <a:pt x="267176" y="211386"/>
                </a:cubicBezTo>
                <a:cubicBezTo>
                  <a:pt x="266650" y="211912"/>
                  <a:pt x="265999" y="212564"/>
                  <a:pt x="265210" y="213352"/>
                </a:cubicBezTo>
                <a:lnTo>
                  <a:pt x="273074" y="252249"/>
                </a:lnTo>
                <a:cubicBezTo>
                  <a:pt x="273851" y="255918"/>
                  <a:pt x="273726" y="259575"/>
                  <a:pt x="272674" y="263244"/>
                </a:cubicBezTo>
                <a:cubicBezTo>
                  <a:pt x="271371" y="266650"/>
                  <a:pt x="269405" y="269668"/>
                  <a:pt x="266788" y="272285"/>
                </a:cubicBezTo>
                <a:lnTo>
                  <a:pt x="216096" y="323366"/>
                </a:lnTo>
                <a:cubicBezTo>
                  <a:pt x="213215" y="326246"/>
                  <a:pt x="209809" y="327287"/>
                  <a:pt x="205889" y="326509"/>
                </a:cubicBezTo>
                <a:cubicBezTo>
                  <a:pt x="201957" y="325721"/>
                  <a:pt x="199202" y="323366"/>
                  <a:pt x="197636" y="319434"/>
                </a:cubicBezTo>
                <a:lnTo>
                  <a:pt x="174456" y="265210"/>
                </a:lnTo>
                <a:lnTo>
                  <a:pt x="113157" y="203923"/>
                </a:lnTo>
                <a:lnTo>
                  <a:pt x="58933" y="180743"/>
                </a:lnTo>
                <a:cubicBezTo>
                  <a:pt x="55013" y="179165"/>
                  <a:pt x="52784" y="176411"/>
                  <a:pt x="52258" y="172490"/>
                </a:cubicBezTo>
                <a:cubicBezTo>
                  <a:pt x="51469" y="168558"/>
                  <a:pt x="52521" y="165152"/>
                  <a:pt x="55401" y="162272"/>
                </a:cubicBezTo>
                <a:lnTo>
                  <a:pt x="106082" y="111591"/>
                </a:lnTo>
                <a:cubicBezTo>
                  <a:pt x="108699" y="108962"/>
                  <a:pt x="111843" y="107133"/>
                  <a:pt x="115512" y="106082"/>
                </a:cubicBezTo>
                <a:cubicBezTo>
                  <a:pt x="118918" y="104779"/>
                  <a:pt x="122587" y="104516"/>
                  <a:pt x="126519" y="105305"/>
                </a:cubicBezTo>
                <a:lnTo>
                  <a:pt x="165415" y="113157"/>
                </a:lnTo>
                <a:cubicBezTo>
                  <a:pt x="165941" y="112631"/>
                  <a:pt x="166467" y="112105"/>
                  <a:pt x="166981" y="111591"/>
                </a:cubicBezTo>
                <a:cubicBezTo>
                  <a:pt x="167770" y="110802"/>
                  <a:pt x="168421" y="110139"/>
                  <a:pt x="168947" y="109625"/>
                </a:cubicBezTo>
                <a:cubicBezTo>
                  <a:pt x="190950" y="87622"/>
                  <a:pt x="214393" y="71380"/>
                  <a:pt x="239276" y="60899"/>
                </a:cubicBezTo>
                <a:cubicBezTo>
                  <a:pt x="264159" y="50166"/>
                  <a:pt x="291796" y="44794"/>
                  <a:pt x="322189" y="44794"/>
                </a:cubicBezTo>
                <a:cubicBezTo>
                  <a:pt x="323755" y="44794"/>
                  <a:pt x="325195" y="45057"/>
                  <a:pt x="326509" y="45583"/>
                </a:cubicBezTo>
                <a:cubicBezTo>
                  <a:pt x="327812" y="46360"/>
                  <a:pt x="329127" y="47274"/>
                  <a:pt x="330430" y="48326"/>
                </a:cubicBezTo>
                <a:cubicBezTo>
                  <a:pt x="331481" y="49640"/>
                  <a:pt x="332396" y="50944"/>
                  <a:pt x="333185" y="52258"/>
                </a:cubicBezTo>
                <a:cubicBezTo>
                  <a:pt x="333710" y="53310"/>
                  <a:pt x="333973" y="54613"/>
                  <a:pt x="333973" y="56190"/>
                </a:cubicBezTo>
                <a:close/>
                <a:moveTo>
                  <a:pt x="68763" y="251460"/>
                </a:moveTo>
                <a:cubicBezTo>
                  <a:pt x="76352" y="243608"/>
                  <a:pt x="85656" y="239676"/>
                  <a:pt x="96652" y="239676"/>
                </a:cubicBezTo>
                <a:cubicBezTo>
                  <a:pt x="107659" y="239676"/>
                  <a:pt x="117089" y="243608"/>
                  <a:pt x="124941" y="251460"/>
                </a:cubicBezTo>
                <a:cubicBezTo>
                  <a:pt x="132542" y="259061"/>
                  <a:pt x="136337" y="268354"/>
                  <a:pt x="136337" y="279361"/>
                </a:cubicBezTo>
                <a:cubicBezTo>
                  <a:pt x="136074" y="290356"/>
                  <a:pt x="132142" y="299660"/>
                  <a:pt x="124553" y="307250"/>
                </a:cubicBezTo>
                <a:cubicBezTo>
                  <a:pt x="114071" y="317731"/>
                  <a:pt x="101636" y="324143"/>
                  <a:pt x="87222" y="326509"/>
                </a:cubicBezTo>
                <a:cubicBezTo>
                  <a:pt x="72558" y="329127"/>
                  <a:pt x="57893" y="331219"/>
                  <a:pt x="43217" y="332796"/>
                </a:cubicBezTo>
                <a:cubicBezTo>
                  <a:pt x="45057" y="318120"/>
                  <a:pt x="47149" y="303455"/>
                  <a:pt x="49503" y="288790"/>
                </a:cubicBezTo>
                <a:cubicBezTo>
                  <a:pt x="51869" y="274377"/>
                  <a:pt x="58282" y="261941"/>
                  <a:pt x="68763" y="251460"/>
                </a:cubicBezTo>
                <a:close/>
                <a:moveTo>
                  <a:pt x="81336" y="264422"/>
                </a:moveTo>
                <a:cubicBezTo>
                  <a:pt x="75312" y="270708"/>
                  <a:pt x="71380" y="277920"/>
                  <a:pt x="69540" y="286036"/>
                </a:cubicBezTo>
                <a:cubicBezTo>
                  <a:pt x="67711" y="294414"/>
                  <a:pt x="66134" y="302804"/>
                  <a:pt x="64831" y="311182"/>
                </a:cubicBezTo>
                <a:cubicBezTo>
                  <a:pt x="73472" y="309867"/>
                  <a:pt x="81850" y="308301"/>
                  <a:pt x="89977" y="306473"/>
                </a:cubicBezTo>
                <a:cubicBezTo>
                  <a:pt x="98092" y="304369"/>
                  <a:pt x="105305" y="300438"/>
                  <a:pt x="111591" y="294677"/>
                </a:cubicBezTo>
                <a:cubicBezTo>
                  <a:pt x="116300" y="290493"/>
                  <a:pt x="118655" y="285384"/>
                  <a:pt x="118655" y="279361"/>
                </a:cubicBezTo>
                <a:cubicBezTo>
                  <a:pt x="118655" y="273337"/>
                  <a:pt x="116563" y="268091"/>
                  <a:pt x="112368" y="263644"/>
                </a:cubicBezTo>
                <a:cubicBezTo>
                  <a:pt x="107922" y="259450"/>
                  <a:pt x="102676" y="257358"/>
                  <a:pt x="96652" y="257358"/>
                </a:cubicBezTo>
                <a:cubicBezTo>
                  <a:pt x="90628" y="257358"/>
                  <a:pt x="85519" y="259712"/>
                  <a:pt x="81336" y="26442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343654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950" dirty="0"/>
          </a:p>
        </p:txBody>
      </p:sp>
      <p:sp>
        <p:nvSpPr>
          <p:cNvPr id="176" name="圖示 快速"/>
          <p:cNvSpPr/>
          <p:nvPr/>
        </p:nvSpPr>
        <p:spPr>
          <a:xfrm>
            <a:off x="431091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7551" y="305284"/>
                </a:moveTo>
                <a:lnTo>
                  <a:pt x="259324" y="182697"/>
                </a:lnTo>
                <a:lnTo>
                  <a:pt x="190950" y="182697"/>
                </a:lnTo>
                <a:lnTo>
                  <a:pt x="204311" y="76615"/>
                </a:lnTo>
                <a:lnTo>
                  <a:pt x="111980" y="210209"/>
                </a:lnTo>
                <a:lnTo>
                  <a:pt x="170913" y="210209"/>
                </a:lnTo>
                <a:lnTo>
                  <a:pt x="157551" y="305284"/>
                </a:lnTo>
                <a:close/>
                <a:moveTo>
                  <a:pt x="150487" y="227891"/>
                </a:moveTo>
                <a:lnTo>
                  <a:pt x="97052" y="227891"/>
                </a:lnTo>
                <a:cubicBezTo>
                  <a:pt x="93120" y="227891"/>
                  <a:pt x="90240" y="226051"/>
                  <a:pt x="88400" y="222382"/>
                </a:cubicBezTo>
                <a:cubicBezTo>
                  <a:pt x="86308" y="218976"/>
                  <a:pt x="86571" y="215570"/>
                  <a:pt x="89188" y="212175"/>
                </a:cubicBezTo>
                <a:lnTo>
                  <a:pt x="203523" y="46760"/>
                </a:lnTo>
                <a:cubicBezTo>
                  <a:pt x="205100" y="44394"/>
                  <a:pt x="207192" y="42828"/>
                  <a:pt x="209809" y="42040"/>
                </a:cubicBezTo>
                <a:cubicBezTo>
                  <a:pt x="212175" y="41251"/>
                  <a:pt x="214655" y="41388"/>
                  <a:pt x="217273" y="42440"/>
                </a:cubicBezTo>
                <a:cubicBezTo>
                  <a:pt x="219902" y="43480"/>
                  <a:pt x="221856" y="45183"/>
                  <a:pt x="223171" y="47537"/>
                </a:cubicBezTo>
                <a:cubicBezTo>
                  <a:pt x="224748" y="49903"/>
                  <a:pt x="225262" y="52384"/>
                  <a:pt x="224748" y="55013"/>
                </a:cubicBezTo>
                <a:lnTo>
                  <a:pt x="210986" y="165026"/>
                </a:lnTo>
                <a:lnTo>
                  <a:pt x="275817" y="165026"/>
                </a:lnTo>
                <a:cubicBezTo>
                  <a:pt x="280012" y="165026"/>
                  <a:pt x="283018" y="166981"/>
                  <a:pt x="284858" y="170913"/>
                </a:cubicBezTo>
                <a:cubicBezTo>
                  <a:pt x="286687" y="174582"/>
                  <a:pt x="286299" y="178114"/>
                  <a:pt x="283681" y="181520"/>
                </a:cubicBezTo>
                <a:lnTo>
                  <a:pt x="157551" y="332796"/>
                </a:lnTo>
                <a:cubicBezTo>
                  <a:pt x="155985" y="334888"/>
                  <a:pt x="153894" y="336202"/>
                  <a:pt x="151265" y="336716"/>
                </a:cubicBezTo>
                <a:cubicBezTo>
                  <a:pt x="148647" y="337505"/>
                  <a:pt x="146167" y="337379"/>
                  <a:pt x="143801" y="336328"/>
                </a:cubicBezTo>
                <a:cubicBezTo>
                  <a:pt x="141446" y="335276"/>
                  <a:pt x="139617" y="333573"/>
                  <a:pt x="138303" y="331219"/>
                </a:cubicBezTo>
                <a:cubicBezTo>
                  <a:pt x="136989" y="328864"/>
                  <a:pt x="136474" y="326246"/>
                  <a:pt x="136737" y="323366"/>
                </a:cubicBezTo>
                <a:lnTo>
                  <a:pt x="150487" y="227891"/>
                </a:lnTo>
                <a:close/>
                <a:moveTo>
                  <a:pt x="185840" y="19095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412994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950" dirty="0"/>
          </a:p>
        </p:txBody>
      </p:sp>
      <p:sp>
        <p:nvSpPr>
          <p:cNvPr id="178" name="圖示 設定"/>
          <p:cNvSpPr/>
          <p:nvPr/>
        </p:nvSpPr>
        <p:spPr>
          <a:xfrm>
            <a:off x="500431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7770" y="337905"/>
                </a:moveTo>
                <a:cubicBezTo>
                  <a:pt x="164889" y="337905"/>
                  <a:pt x="162272" y="336979"/>
                  <a:pt x="159917" y="335150"/>
                </a:cubicBezTo>
                <a:cubicBezTo>
                  <a:pt x="157551" y="333310"/>
                  <a:pt x="156248" y="330956"/>
                  <a:pt x="155985" y="328075"/>
                </a:cubicBezTo>
                <a:lnTo>
                  <a:pt x="150487" y="290756"/>
                </a:lnTo>
                <a:cubicBezTo>
                  <a:pt x="144978" y="288916"/>
                  <a:pt x="139092" y="286161"/>
                  <a:pt x="132805" y="282504"/>
                </a:cubicBezTo>
                <a:cubicBezTo>
                  <a:pt x="126782" y="279098"/>
                  <a:pt x="121535" y="275429"/>
                  <a:pt x="117089" y="271497"/>
                </a:cubicBezTo>
                <a:lnTo>
                  <a:pt x="82902" y="287213"/>
                </a:lnTo>
                <a:cubicBezTo>
                  <a:pt x="80021" y="288527"/>
                  <a:pt x="77141" y="288653"/>
                  <a:pt x="74261" y="287613"/>
                </a:cubicBezTo>
                <a:cubicBezTo>
                  <a:pt x="71380" y="286824"/>
                  <a:pt x="69152" y="285121"/>
                  <a:pt x="67586" y="282504"/>
                </a:cubicBezTo>
                <a:lnTo>
                  <a:pt x="46760" y="245174"/>
                </a:lnTo>
                <a:cubicBezTo>
                  <a:pt x="44920" y="242556"/>
                  <a:pt x="44394" y="239801"/>
                  <a:pt x="45183" y="236921"/>
                </a:cubicBezTo>
                <a:cubicBezTo>
                  <a:pt x="45971" y="234041"/>
                  <a:pt x="47537" y="231686"/>
                  <a:pt x="49903" y="229846"/>
                </a:cubicBezTo>
                <a:lnTo>
                  <a:pt x="81336" y="206666"/>
                </a:lnTo>
                <a:cubicBezTo>
                  <a:pt x="80810" y="204048"/>
                  <a:pt x="80410" y="201042"/>
                  <a:pt x="80159" y="197636"/>
                </a:cubicBezTo>
                <a:cubicBezTo>
                  <a:pt x="79896" y="194493"/>
                  <a:pt x="79759" y="191475"/>
                  <a:pt x="79759" y="188595"/>
                </a:cubicBezTo>
                <a:cubicBezTo>
                  <a:pt x="79759" y="185978"/>
                  <a:pt x="79896" y="183097"/>
                  <a:pt x="80159" y="179954"/>
                </a:cubicBezTo>
                <a:cubicBezTo>
                  <a:pt x="80410" y="176548"/>
                  <a:pt x="80810" y="173405"/>
                  <a:pt x="81336" y="170524"/>
                </a:cubicBezTo>
                <a:lnTo>
                  <a:pt x="49903" y="147344"/>
                </a:lnTo>
                <a:cubicBezTo>
                  <a:pt x="47537" y="145504"/>
                  <a:pt x="45971" y="143149"/>
                  <a:pt x="45183" y="140269"/>
                </a:cubicBezTo>
                <a:cubicBezTo>
                  <a:pt x="44657" y="137389"/>
                  <a:pt x="45183" y="134508"/>
                  <a:pt x="46760" y="131628"/>
                </a:cubicBezTo>
                <a:lnTo>
                  <a:pt x="67586" y="95086"/>
                </a:lnTo>
                <a:cubicBezTo>
                  <a:pt x="69152" y="92469"/>
                  <a:pt x="71380" y="90766"/>
                  <a:pt x="74261" y="89977"/>
                </a:cubicBezTo>
                <a:cubicBezTo>
                  <a:pt x="77141" y="88925"/>
                  <a:pt x="80021" y="89063"/>
                  <a:pt x="82902" y="90366"/>
                </a:cubicBezTo>
                <a:lnTo>
                  <a:pt x="116689" y="105693"/>
                </a:lnTo>
                <a:cubicBezTo>
                  <a:pt x="121409" y="101761"/>
                  <a:pt x="126782" y="98092"/>
                  <a:pt x="132805" y="94686"/>
                </a:cubicBezTo>
                <a:cubicBezTo>
                  <a:pt x="138829" y="91280"/>
                  <a:pt x="144590" y="88663"/>
                  <a:pt x="150087" y="86834"/>
                </a:cubicBezTo>
                <a:lnTo>
                  <a:pt x="155985" y="49115"/>
                </a:lnTo>
                <a:cubicBezTo>
                  <a:pt x="156248" y="46234"/>
                  <a:pt x="157551" y="43880"/>
                  <a:pt x="159917" y="42040"/>
                </a:cubicBezTo>
                <a:cubicBezTo>
                  <a:pt x="162272" y="40211"/>
                  <a:pt x="164889" y="39296"/>
                  <a:pt x="167770" y="39296"/>
                </a:cubicBezTo>
                <a:lnTo>
                  <a:pt x="209420" y="39296"/>
                </a:lnTo>
                <a:cubicBezTo>
                  <a:pt x="212301" y="39296"/>
                  <a:pt x="214918" y="40211"/>
                  <a:pt x="217273" y="42040"/>
                </a:cubicBezTo>
                <a:cubicBezTo>
                  <a:pt x="219639" y="43880"/>
                  <a:pt x="220942" y="46234"/>
                  <a:pt x="221205" y="49115"/>
                </a:cubicBezTo>
                <a:lnTo>
                  <a:pt x="226703" y="86834"/>
                </a:lnTo>
                <a:cubicBezTo>
                  <a:pt x="232475" y="88925"/>
                  <a:pt x="238361" y="91543"/>
                  <a:pt x="244385" y="94686"/>
                </a:cubicBezTo>
                <a:cubicBezTo>
                  <a:pt x="250146" y="97829"/>
                  <a:pt x="255255" y="101498"/>
                  <a:pt x="259712" y="105693"/>
                </a:cubicBezTo>
                <a:lnTo>
                  <a:pt x="294677" y="90366"/>
                </a:lnTo>
                <a:cubicBezTo>
                  <a:pt x="297557" y="89063"/>
                  <a:pt x="300312" y="88925"/>
                  <a:pt x="302929" y="89977"/>
                </a:cubicBezTo>
                <a:cubicBezTo>
                  <a:pt x="305810" y="90766"/>
                  <a:pt x="308039" y="92469"/>
                  <a:pt x="309616" y="95086"/>
                </a:cubicBezTo>
                <a:lnTo>
                  <a:pt x="330430" y="132017"/>
                </a:lnTo>
                <a:cubicBezTo>
                  <a:pt x="332270" y="134634"/>
                  <a:pt x="332796" y="137389"/>
                  <a:pt x="332007" y="140269"/>
                </a:cubicBezTo>
                <a:cubicBezTo>
                  <a:pt x="331219" y="143412"/>
                  <a:pt x="329653" y="145767"/>
                  <a:pt x="327287" y="147344"/>
                </a:cubicBezTo>
                <a:lnTo>
                  <a:pt x="295466" y="170124"/>
                </a:lnTo>
                <a:cubicBezTo>
                  <a:pt x="295991" y="173267"/>
                  <a:pt x="296380" y="176411"/>
                  <a:pt x="296643" y="179554"/>
                </a:cubicBezTo>
                <a:cubicBezTo>
                  <a:pt x="296906" y="182697"/>
                  <a:pt x="297043" y="185715"/>
                  <a:pt x="297043" y="188595"/>
                </a:cubicBezTo>
                <a:cubicBezTo>
                  <a:pt x="297043" y="191212"/>
                  <a:pt x="296906" y="194093"/>
                  <a:pt x="296643" y="197236"/>
                </a:cubicBezTo>
                <a:cubicBezTo>
                  <a:pt x="296380" y="200379"/>
                  <a:pt x="295991" y="203660"/>
                  <a:pt x="295466" y="207066"/>
                </a:cubicBezTo>
                <a:lnTo>
                  <a:pt x="326898" y="229846"/>
                </a:lnTo>
                <a:cubicBezTo>
                  <a:pt x="329253" y="231423"/>
                  <a:pt x="330830" y="233778"/>
                  <a:pt x="331619" y="236921"/>
                </a:cubicBezTo>
                <a:cubicBezTo>
                  <a:pt x="332396" y="239801"/>
                  <a:pt x="332007" y="242556"/>
                  <a:pt x="330430" y="245174"/>
                </a:cubicBezTo>
                <a:lnTo>
                  <a:pt x="309616" y="282104"/>
                </a:lnTo>
                <a:cubicBezTo>
                  <a:pt x="308039" y="284984"/>
                  <a:pt x="305684" y="286824"/>
                  <a:pt x="302541" y="287613"/>
                </a:cubicBezTo>
                <a:cubicBezTo>
                  <a:pt x="299660" y="288390"/>
                  <a:pt x="296906" y="288265"/>
                  <a:pt x="294288" y="287213"/>
                </a:cubicBezTo>
                <a:lnTo>
                  <a:pt x="259712" y="271497"/>
                </a:lnTo>
                <a:cubicBezTo>
                  <a:pt x="254992" y="275429"/>
                  <a:pt x="249757" y="279223"/>
                  <a:pt x="243996" y="282893"/>
                </a:cubicBezTo>
                <a:cubicBezTo>
                  <a:pt x="238235" y="286299"/>
                  <a:pt x="232475" y="288790"/>
                  <a:pt x="226703" y="290356"/>
                </a:cubicBezTo>
                <a:lnTo>
                  <a:pt x="221205" y="328075"/>
                </a:lnTo>
                <a:cubicBezTo>
                  <a:pt x="220942" y="330956"/>
                  <a:pt x="219639" y="333310"/>
                  <a:pt x="217273" y="335150"/>
                </a:cubicBezTo>
                <a:cubicBezTo>
                  <a:pt x="214918" y="336979"/>
                  <a:pt x="212301" y="337905"/>
                  <a:pt x="209420" y="337905"/>
                </a:cubicBezTo>
                <a:lnTo>
                  <a:pt x="167770" y="337905"/>
                </a:lnTo>
                <a:close/>
                <a:moveTo>
                  <a:pt x="171701" y="320223"/>
                </a:moveTo>
                <a:lnTo>
                  <a:pt x="205100" y="320223"/>
                </a:lnTo>
                <a:lnTo>
                  <a:pt x="210986" y="276217"/>
                </a:lnTo>
                <a:cubicBezTo>
                  <a:pt x="219376" y="274114"/>
                  <a:pt x="227103" y="270971"/>
                  <a:pt x="234178" y="266788"/>
                </a:cubicBezTo>
                <a:cubicBezTo>
                  <a:pt x="241504" y="262593"/>
                  <a:pt x="248442" y="257358"/>
                  <a:pt x="254992" y="251071"/>
                </a:cubicBezTo>
                <a:lnTo>
                  <a:pt x="295854" y="268754"/>
                </a:lnTo>
                <a:lnTo>
                  <a:pt x="311570" y="240853"/>
                </a:lnTo>
                <a:lnTo>
                  <a:pt x="275429" y="214130"/>
                </a:lnTo>
                <a:cubicBezTo>
                  <a:pt x="276480" y="209420"/>
                  <a:pt x="277258" y="205100"/>
                  <a:pt x="277783" y="201168"/>
                </a:cubicBezTo>
                <a:cubicBezTo>
                  <a:pt x="278572" y="196973"/>
                  <a:pt x="278961" y="192790"/>
                  <a:pt x="278961" y="188595"/>
                </a:cubicBezTo>
                <a:cubicBezTo>
                  <a:pt x="278961" y="184137"/>
                  <a:pt x="278698" y="179954"/>
                  <a:pt x="278183" y="176022"/>
                </a:cubicBezTo>
                <a:cubicBezTo>
                  <a:pt x="277658" y="172090"/>
                  <a:pt x="276732" y="167907"/>
                  <a:pt x="275429" y="163449"/>
                </a:cubicBezTo>
                <a:lnTo>
                  <a:pt x="311970" y="136337"/>
                </a:lnTo>
                <a:lnTo>
                  <a:pt x="296254" y="108448"/>
                </a:lnTo>
                <a:lnTo>
                  <a:pt x="254992" y="126119"/>
                </a:lnTo>
                <a:cubicBezTo>
                  <a:pt x="249494" y="119832"/>
                  <a:pt x="242819" y="114334"/>
                  <a:pt x="234955" y="109625"/>
                </a:cubicBezTo>
                <a:cubicBezTo>
                  <a:pt x="227103" y="104905"/>
                  <a:pt x="218976" y="102024"/>
                  <a:pt x="210598" y="100973"/>
                </a:cubicBezTo>
                <a:lnTo>
                  <a:pt x="205489" y="56967"/>
                </a:lnTo>
                <a:lnTo>
                  <a:pt x="171701" y="56967"/>
                </a:lnTo>
                <a:lnTo>
                  <a:pt x="166592" y="100973"/>
                </a:lnTo>
                <a:cubicBezTo>
                  <a:pt x="157951" y="102550"/>
                  <a:pt x="149962" y="105430"/>
                  <a:pt x="142624" y="109625"/>
                </a:cubicBezTo>
                <a:cubicBezTo>
                  <a:pt x="135285" y="113809"/>
                  <a:pt x="128485" y="119318"/>
                  <a:pt x="122198" y="126119"/>
                </a:cubicBezTo>
                <a:lnTo>
                  <a:pt x="80936" y="108448"/>
                </a:lnTo>
                <a:lnTo>
                  <a:pt x="65220" y="136337"/>
                </a:lnTo>
                <a:lnTo>
                  <a:pt x="101373" y="163060"/>
                </a:lnTo>
                <a:cubicBezTo>
                  <a:pt x="100321" y="166981"/>
                  <a:pt x="99532" y="171176"/>
                  <a:pt x="99018" y="175633"/>
                </a:cubicBezTo>
                <a:cubicBezTo>
                  <a:pt x="98229" y="179817"/>
                  <a:pt x="97829" y="184137"/>
                  <a:pt x="97829" y="188595"/>
                </a:cubicBezTo>
                <a:cubicBezTo>
                  <a:pt x="97829" y="193053"/>
                  <a:pt x="98229" y="197373"/>
                  <a:pt x="99018" y="201557"/>
                </a:cubicBezTo>
                <a:cubicBezTo>
                  <a:pt x="99532" y="205751"/>
                  <a:pt x="100321" y="209946"/>
                  <a:pt x="101373" y="214130"/>
                </a:cubicBezTo>
                <a:lnTo>
                  <a:pt x="65220" y="240853"/>
                </a:lnTo>
                <a:lnTo>
                  <a:pt x="80936" y="268754"/>
                </a:lnTo>
                <a:lnTo>
                  <a:pt x="121798" y="251071"/>
                </a:lnTo>
                <a:cubicBezTo>
                  <a:pt x="128085" y="257621"/>
                  <a:pt x="134897" y="262981"/>
                  <a:pt x="142235" y="267176"/>
                </a:cubicBezTo>
                <a:cubicBezTo>
                  <a:pt x="149824" y="271108"/>
                  <a:pt x="157951" y="274114"/>
                  <a:pt x="166592" y="276217"/>
                </a:cubicBezTo>
                <a:lnTo>
                  <a:pt x="171701" y="320223"/>
                </a:lnTo>
                <a:close/>
                <a:moveTo>
                  <a:pt x="188206" y="232989"/>
                </a:moveTo>
                <a:cubicBezTo>
                  <a:pt x="200516" y="232989"/>
                  <a:pt x="210986" y="228669"/>
                  <a:pt x="219639" y="220028"/>
                </a:cubicBezTo>
                <a:cubicBezTo>
                  <a:pt x="228280" y="211386"/>
                  <a:pt x="232600" y="200905"/>
                  <a:pt x="232600" y="188595"/>
                </a:cubicBezTo>
                <a:cubicBezTo>
                  <a:pt x="232600" y="176285"/>
                  <a:pt x="228280" y="165804"/>
                  <a:pt x="219639" y="157163"/>
                </a:cubicBezTo>
                <a:cubicBezTo>
                  <a:pt x="210986" y="148521"/>
                  <a:pt x="200516" y="144201"/>
                  <a:pt x="188206" y="144201"/>
                </a:cubicBezTo>
                <a:cubicBezTo>
                  <a:pt x="175896" y="144201"/>
                  <a:pt x="165415" y="148521"/>
                  <a:pt x="156774" y="157163"/>
                </a:cubicBezTo>
                <a:cubicBezTo>
                  <a:pt x="148121" y="165804"/>
                  <a:pt x="143801" y="176285"/>
                  <a:pt x="143801" y="188595"/>
                </a:cubicBezTo>
                <a:cubicBezTo>
                  <a:pt x="143801" y="200905"/>
                  <a:pt x="148121" y="211386"/>
                  <a:pt x="156774" y="220028"/>
                </a:cubicBezTo>
                <a:cubicBezTo>
                  <a:pt x="165415" y="228669"/>
                  <a:pt x="175896" y="232989"/>
                  <a:pt x="188206" y="2329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482334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950" dirty="0"/>
          </a:p>
        </p:txBody>
      </p:sp>
      <p:sp>
        <p:nvSpPr>
          <p:cNvPr id="180" name="圖示 參數"/>
          <p:cNvSpPr/>
          <p:nvPr/>
        </p:nvSpPr>
        <p:spPr>
          <a:xfrm>
            <a:off x="569771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633" y="323366"/>
                </a:moveTo>
                <a:cubicBezTo>
                  <a:pt x="173793" y="321789"/>
                  <a:pt x="172879" y="319697"/>
                  <a:pt x="172879" y="317080"/>
                </a:cubicBezTo>
                <a:lnTo>
                  <a:pt x="172879" y="252637"/>
                </a:lnTo>
                <a:cubicBezTo>
                  <a:pt x="172879" y="250283"/>
                  <a:pt x="173793" y="248191"/>
                  <a:pt x="175633" y="246351"/>
                </a:cubicBezTo>
                <a:cubicBezTo>
                  <a:pt x="177462" y="244785"/>
                  <a:pt x="179554" y="243996"/>
                  <a:pt x="181920" y="243996"/>
                </a:cubicBezTo>
                <a:cubicBezTo>
                  <a:pt x="184537" y="243996"/>
                  <a:pt x="186629" y="244785"/>
                  <a:pt x="188206" y="246351"/>
                </a:cubicBezTo>
                <a:cubicBezTo>
                  <a:pt x="190035" y="248191"/>
                  <a:pt x="190950" y="250283"/>
                  <a:pt x="190950" y="252637"/>
                </a:cubicBezTo>
                <a:lnTo>
                  <a:pt x="190950" y="276217"/>
                </a:lnTo>
                <a:lnTo>
                  <a:pt x="317080" y="276217"/>
                </a:lnTo>
                <a:cubicBezTo>
                  <a:pt x="319697" y="276217"/>
                  <a:pt x="321789" y="277132"/>
                  <a:pt x="323366" y="278961"/>
                </a:cubicBezTo>
                <a:cubicBezTo>
                  <a:pt x="325195" y="280538"/>
                  <a:pt x="326109" y="282630"/>
                  <a:pt x="326109" y="285247"/>
                </a:cubicBezTo>
                <a:cubicBezTo>
                  <a:pt x="326109" y="287865"/>
                  <a:pt x="325195" y="289968"/>
                  <a:pt x="323366" y="291534"/>
                </a:cubicBezTo>
                <a:cubicBezTo>
                  <a:pt x="321789" y="293111"/>
                  <a:pt x="319697" y="293900"/>
                  <a:pt x="317080" y="293900"/>
                </a:cubicBezTo>
                <a:lnTo>
                  <a:pt x="190950" y="293900"/>
                </a:lnTo>
                <a:lnTo>
                  <a:pt x="190950" y="317080"/>
                </a:lnTo>
                <a:cubicBezTo>
                  <a:pt x="190950" y="319697"/>
                  <a:pt x="190035" y="321789"/>
                  <a:pt x="188206" y="323366"/>
                </a:cubicBezTo>
                <a:cubicBezTo>
                  <a:pt x="186629" y="325195"/>
                  <a:pt x="184537" y="326109"/>
                  <a:pt x="181920" y="326109"/>
                </a:cubicBezTo>
                <a:cubicBezTo>
                  <a:pt x="179291" y="326109"/>
                  <a:pt x="177199" y="325195"/>
                  <a:pt x="175633" y="323366"/>
                </a:cubicBezTo>
                <a:close/>
                <a:moveTo>
                  <a:pt x="60110" y="293900"/>
                </a:moveTo>
                <a:cubicBezTo>
                  <a:pt x="57493" y="293900"/>
                  <a:pt x="55401" y="293111"/>
                  <a:pt x="53824" y="291534"/>
                </a:cubicBezTo>
                <a:cubicBezTo>
                  <a:pt x="51995" y="289705"/>
                  <a:pt x="51081" y="287476"/>
                  <a:pt x="51081" y="284858"/>
                </a:cubicBezTo>
                <a:cubicBezTo>
                  <a:pt x="51081" y="282504"/>
                  <a:pt x="51995" y="280401"/>
                  <a:pt x="53824" y="278572"/>
                </a:cubicBezTo>
                <a:cubicBezTo>
                  <a:pt x="55401" y="276995"/>
                  <a:pt x="57493" y="276217"/>
                  <a:pt x="60110" y="276217"/>
                </a:cubicBezTo>
                <a:lnTo>
                  <a:pt x="130451" y="276217"/>
                </a:lnTo>
                <a:cubicBezTo>
                  <a:pt x="133068" y="276217"/>
                  <a:pt x="135285" y="277132"/>
                  <a:pt x="137126" y="278961"/>
                </a:cubicBezTo>
                <a:cubicBezTo>
                  <a:pt x="138692" y="280538"/>
                  <a:pt x="139480" y="282630"/>
                  <a:pt x="139480" y="285247"/>
                </a:cubicBezTo>
                <a:cubicBezTo>
                  <a:pt x="139480" y="287865"/>
                  <a:pt x="138692" y="289968"/>
                  <a:pt x="137126" y="291534"/>
                </a:cubicBezTo>
                <a:cubicBezTo>
                  <a:pt x="135285" y="293111"/>
                  <a:pt x="133068" y="293900"/>
                  <a:pt x="130451" y="293900"/>
                </a:cubicBezTo>
                <a:lnTo>
                  <a:pt x="60110" y="293900"/>
                </a:lnTo>
                <a:close/>
                <a:moveTo>
                  <a:pt x="124164" y="227103"/>
                </a:moveTo>
                <a:cubicBezTo>
                  <a:pt x="122587" y="225262"/>
                  <a:pt x="121798" y="223171"/>
                  <a:pt x="121798" y="220816"/>
                </a:cubicBezTo>
                <a:lnTo>
                  <a:pt x="121798" y="197636"/>
                </a:lnTo>
                <a:lnTo>
                  <a:pt x="60110" y="197636"/>
                </a:lnTo>
                <a:cubicBezTo>
                  <a:pt x="57493" y="197636"/>
                  <a:pt x="55401" y="196710"/>
                  <a:pt x="53824" y="194882"/>
                </a:cubicBezTo>
                <a:cubicBezTo>
                  <a:pt x="51995" y="193316"/>
                  <a:pt x="51081" y="191212"/>
                  <a:pt x="51081" y="188595"/>
                </a:cubicBezTo>
                <a:cubicBezTo>
                  <a:pt x="51081" y="185978"/>
                  <a:pt x="51995" y="183886"/>
                  <a:pt x="53824" y="182309"/>
                </a:cubicBezTo>
                <a:cubicBezTo>
                  <a:pt x="55401" y="180480"/>
                  <a:pt x="57493" y="179554"/>
                  <a:pt x="60110" y="179554"/>
                </a:cubicBezTo>
                <a:lnTo>
                  <a:pt x="121798" y="179554"/>
                </a:lnTo>
                <a:lnTo>
                  <a:pt x="121798" y="155985"/>
                </a:lnTo>
                <a:cubicBezTo>
                  <a:pt x="121798" y="153631"/>
                  <a:pt x="122587" y="151528"/>
                  <a:pt x="124164" y="149699"/>
                </a:cubicBezTo>
                <a:cubicBezTo>
                  <a:pt x="125993" y="147858"/>
                  <a:pt x="128222" y="146944"/>
                  <a:pt x="130839" y="146944"/>
                </a:cubicBezTo>
                <a:cubicBezTo>
                  <a:pt x="133194" y="146944"/>
                  <a:pt x="135285" y="147858"/>
                  <a:pt x="137126" y="149699"/>
                </a:cubicBezTo>
                <a:cubicBezTo>
                  <a:pt x="138692" y="151528"/>
                  <a:pt x="139480" y="153631"/>
                  <a:pt x="139480" y="155985"/>
                </a:cubicBezTo>
                <a:lnTo>
                  <a:pt x="139480" y="220816"/>
                </a:lnTo>
                <a:cubicBezTo>
                  <a:pt x="139480" y="223171"/>
                  <a:pt x="138692" y="225262"/>
                  <a:pt x="137126" y="227103"/>
                </a:cubicBezTo>
                <a:cubicBezTo>
                  <a:pt x="135285" y="228669"/>
                  <a:pt x="133068" y="229457"/>
                  <a:pt x="130451" y="229457"/>
                </a:cubicBezTo>
                <a:cubicBezTo>
                  <a:pt x="127822" y="229457"/>
                  <a:pt x="125730" y="228669"/>
                  <a:pt x="124164" y="227103"/>
                </a:cubicBezTo>
                <a:close/>
                <a:moveTo>
                  <a:pt x="181920" y="197636"/>
                </a:moveTo>
                <a:cubicBezTo>
                  <a:pt x="179554" y="197636"/>
                  <a:pt x="177462" y="196710"/>
                  <a:pt x="175633" y="194882"/>
                </a:cubicBezTo>
                <a:cubicBezTo>
                  <a:pt x="173793" y="193316"/>
                  <a:pt x="172879" y="191212"/>
                  <a:pt x="172879" y="188595"/>
                </a:cubicBezTo>
                <a:cubicBezTo>
                  <a:pt x="172879" y="185978"/>
                  <a:pt x="173793" y="183886"/>
                  <a:pt x="175633" y="182309"/>
                </a:cubicBezTo>
                <a:cubicBezTo>
                  <a:pt x="177462" y="180480"/>
                  <a:pt x="179554" y="179554"/>
                  <a:pt x="181920" y="179554"/>
                </a:cubicBezTo>
                <a:lnTo>
                  <a:pt x="317080" y="179554"/>
                </a:lnTo>
                <a:cubicBezTo>
                  <a:pt x="319697" y="179554"/>
                  <a:pt x="321789" y="180480"/>
                  <a:pt x="323366" y="182309"/>
                </a:cubicBezTo>
                <a:cubicBezTo>
                  <a:pt x="325195" y="183886"/>
                  <a:pt x="326109" y="185978"/>
                  <a:pt x="326109" y="188595"/>
                </a:cubicBezTo>
                <a:cubicBezTo>
                  <a:pt x="326109" y="191212"/>
                  <a:pt x="325195" y="193316"/>
                  <a:pt x="323366" y="194882"/>
                </a:cubicBezTo>
                <a:cubicBezTo>
                  <a:pt x="321789" y="196710"/>
                  <a:pt x="319697" y="197636"/>
                  <a:pt x="317080" y="197636"/>
                </a:cubicBezTo>
                <a:lnTo>
                  <a:pt x="181920" y="197636"/>
                </a:lnTo>
                <a:close/>
                <a:moveTo>
                  <a:pt x="240064" y="130451"/>
                </a:moveTo>
                <a:cubicBezTo>
                  <a:pt x="238498" y="128873"/>
                  <a:pt x="237710" y="126782"/>
                  <a:pt x="237710" y="124164"/>
                </a:cubicBezTo>
                <a:lnTo>
                  <a:pt x="237710" y="60110"/>
                </a:lnTo>
                <a:cubicBezTo>
                  <a:pt x="237710" y="57493"/>
                  <a:pt x="238624" y="55401"/>
                  <a:pt x="240464" y="53824"/>
                </a:cubicBezTo>
                <a:cubicBezTo>
                  <a:pt x="242030" y="51995"/>
                  <a:pt x="244122" y="51081"/>
                  <a:pt x="246751" y="51081"/>
                </a:cubicBezTo>
                <a:cubicBezTo>
                  <a:pt x="249368" y="51081"/>
                  <a:pt x="251460" y="51995"/>
                  <a:pt x="253037" y="53824"/>
                </a:cubicBezTo>
                <a:cubicBezTo>
                  <a:pt x="254603" y="55401"/>
                  <a:pt x="255392" y="57493"/>
                  <a:pt x="255392" y="60110"/>
                </a:cubicBezTo>
                <a:lnTo>
                  <a:pt x="255392" y="83302"/>
                </a:lnTo>
                <a:lnTo>
                  <a:pt x="317080" y="83302"/>
                </a:lnTo>
                <a:cubicBezTo>
                  <a:pt x="319697" y="83302"/>
                  <a:pt x="321789" y="84079"/>
                  <a:pt x="323366" y="85656"/>
                </a:cubicBezTo>
                <a:cubicBezTo>
                  <a:pt x="325195" y="87485"/>
                  <a:pt x="326109" y="89588"/>
                  <a:pt x="326109" y="91943"/>
                </a:cubicBezTo>
                <a:cubicBezTo>
                  <a:pt x="326109" y="94560"/>
                  <a:pt x="325195" y="96789"/>
                  <a:pt x="323366" y="98618"/>
                </a:cubicBezTo>
                <a:cubicBezTo>
                  <a:pt x="321789" y="100195"/>
                  <a:pt x="319697" y="100973"/>
                  <a:pt x="317080" y="100973"/>
                </a:cubicBezTo>
                <a:lnTo>
                  <a:pt x="255392" y="100973"/>
                </a:lnTo>
                <a:lnTo>
                  <a:pt x="255392" y="124164"/>
                </a:lnTo>
                <a:cubicBezTo>
                  <a:pt x="255392" y="126782"/>
                  <a:pt x="254603" y="128873"/>
                  <a:pt x="253037" y="130451"/>
                </a:cubicBezTo>
                <a:cubicBezTo>
                  <a:pt x="251197" y="132279"/>
                  <a:pt x="248968" y="133194"/>
                  <a:pt x="246351" y="133194"/>
                </a:cubicBezTo>
                <a:cubicBezTo>
                  <a:pt x="243996" y="133194"/>
                  <a:pt x="241905" y="132279"/>
                  <a:pt x="240064" y="130451"/>
                </a:cubicBezTo>
                <a:close/>
                <a:moveTo>
                  <a:pt x="60110" y="100973"/>
                </a:moveTo>
                <a:cubicBezTo>
                  <a:pt x="57493" y="100973"/>
                  <a:pt x="55401" y="100058"/>
                  <a:pt x="53824" y="98229"/>
                </a:cubicBezTo>
                <a:cubicBezTo>
                  <a:pt x="51995" y="96652"/>
                  <a:pt x="51081" y="94560"/>
                  <a:pt x="51081" y="91943"/>
                </a:cubicBezTo>
                <a:cubicBezTo>
                  <a:pt x="51081" y="89325"/>
                  <a:pt x="51995" y="87222"/>
                  <a:pt x="53824" y="85656"/>
                </a:cubicBezTo>
                <a:cubicBezTo>
                  <a:pt x="55401" y="84079"/>
                  <a:pt x="57493" y="83302"/>
                  <a:pt x="60110" y="83302"/>
                </a:cubicBezTo>
                <a:lnTo>
                  <a:pt x="195270" y="83302"/>
                </a:lnTo>
                <a:cubicBezTo>
                  <a:pt x="197636" y="83302"/>
                  <a:pt x="199728" y="84079"/>
                  <a:pt x="201557" y="85656"/>
                </a:cubicBezTo>
                <a:cubicBezTo>
                  <a:pt x="203397" y="87485"/>
                  <a:pt x="204311" y="89714"/>
                  <a:pt x="204311" y="92332"/>
                </a:cubicBezTo>
                <a:cubicBezTo>
                  <a:pt x="204311" y="94686"/>
                  <a:pt x="203397" y="96789"/>
                  <a:pt x="201557" y="98618"/>
                </a:cubicBezTo>
                <a:cubicBezTo>
                  <a:pt x="199728" y="100195"/>
                  <a:pt x="197636" y="100973"/>
                  <a:pt x="195270" y="100973"/>
                </a:cubicBezTo>
                <a:lnTo>
                  <a:pt x="60110" y="10097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551674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950" dirty="0"/>
          </a:p>
        </p:txBody>
      </p:sp>
      <p:sp>
        <p:nvSpPr>
          <p:cNvPr id="182" name="圖示 篩選"/>
          <p:cNvSpPr/>
          <p:nvPr/>
        </p:nvSpPr>
        <p:spPr>
          <a:xfrm>
            <a:off x="639111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8777" y="306473"/>
                </a:moveTo>
                <a:cubicBezTo>
                  <a:pt x="174845" y="306473"/>
                  <a:pt x="171564" y="305158"/>
                  <a:pt x="168947" y="302541"/>
                </a:cubicBezTo>
                <a:cubicBezTo>
                  <a:pt x="166329" y="299923"/>
                  <a:pt x="165026" y="296643"/>
                  <a:pt x="165026" y="292711"/>
                </a:cubicBezTo>
                <a:lnTo>
                  <a:pt x="165026" y="201557"/>
                </a:lnTo>
                <a:lnTo>
                  <a:pt x="75049" y="87222"/>
                </a:lnTo>
                <a:cubicBezTo>
                  <a:pt x="72169" y="83816"/>
                  <a:pt x="71769" y="80284"/>
                  <a:pt x="73872" y="76615"/>
                </a:cubicBezTo>
                <a:cubicBezTo>
                  <a:pt x="75964" y="72683"/>
                  <a:pt x="78970" y="70729"/>
                  <a:pt x="82902" y="70729"/>
                </a:cubicBezTo>
                <a:lnTo>
                  <a:pt x="294288" y="70729"/>
                </a:lnTo>
                <a:cubicBezTo>
                  <a:pt x="298220" y="70729"/>
                  <a:pt x="301226" y="72683"/>
                  <a:pt x="303329" y="76615"/>
                </a:cubicBezTo>
                <a:cubicBezTo>
                  <a:pt x="305421" y="80284"/>
                  <a:pt x="305021" y="83816"/>
                  <a:pt x="302141" y="87222"/>
                </a:cubicBezTo>
                <a:lnTo>
                  <a:pt x="212175" y="201557"/>
                </a:lnTo>
                <a:lnTo>
                  <a:pt x="212175" y="292711"/>
                </a:lnTo>
                <a:cubicBezTo>
                  <a:pt x="212175" y="296643"/>
                  <a:pt x="210861" y="299923"/>
                  <a:pt x="208243" y="302541"/>
                </a:cubicBezTo>
                <a:cubicBezTo>
                  <a:pt x="205626" y="305158"/>
                  <a:pt x="202345" y="306473"/>
                  <a:pt x="198413" y="306473"/>
                </a:cubicBezTo>
                <a:lnTo>
                  <a:pt x="178777" y="306473"/>
                </a:lnTo>
                <a:close/>
                <a:moveTo>
                  <a:pt x="188595" y="202745"/>
                </a:moveTo>
                <a:lnTo>
                  <a:pt x="278572" y="88400"/>
                </a:lnTo>
                <a:lnTo>
                  <a:pt x="98618" y="88400"/>
                </a:lnTo>
                <a:lnTo>
                  <a:pt x="188595" y="202745"/>
                </a:lnTo>
                <a:close/>
                <a:moveTo>
                  <a:pt x="188595" y="20274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621014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950" dirty="0"/>
          </a:p>
        </p:txBody>
      </p:sp>
      <p:sp>
        <p:nvSpPr>
          <p:cNvPr id="184" name="圖示 搜尋"/>
          <p:cNvSpPr/>
          <p:nvPr/>
        </p:nvSpPr>
        <p:spPr>
          <a:xfrm>
            <a:off x="708451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910" y="242819"/>
                </a:moveTo>
                <a:cubicBezTo>
                  <a:pt x="122198" y="242819"/>
                  <a:pt x="99670" y="233515"/>
                  <a:pt x="81336" y="214918"/>
                </a:cubicBezTo>
                <a:cubicBezTo>
                  <a:pt x="62739" y="196585"/>
                  <a:pt x="53435" y="174193"/>
                  <a:pt x="53435" y="147733"/>
                </a:cubicBezTo>
                <a:cubicBezTo>
                  <a:pt x="53435" y="121535"/>
                  <a:pt x="62739" y="99144"/>
                  <a:pt x="81336" y="80547"/>
                </a:cubicBezTo>
                <a:cubicBezTo>
                  <a:pt x="99670" y="62213"/>
                  <a:pt x="122061" y="53047"/>
                  <a:pt x="148521" y="53047"/>
                </a:cubicBezTo>
                <a:cubicBezTo>
                  <a:pt x="174970" y="53047"/>
                  <a:pt x="197373" y="62213"/>
                  <a:pt x="215707" y="80547"/>
                </a:cubicBezTo>
                <a:cubicBezTo>
                  <a:pt x="234304" y="99144"/>
                  <a:pt x="243608" y="121535"/>
                  <a:pt x="243608" y="147733"/>
                </a:cubicBezTo>
                <a:cubicBezTo>
                  <a:pt x="243608" y="158740"/>
                  <a:pt x="241642" y="169473"/>
                  <a:pt x="237710" y="179954"/>
                </a:cubicBezTo>
                <a:cubicBezTo>
                  <a:pt x="234041" y="190424"/>
                  <a:pt x="228669" y="199854"/>
                  <a:pt x="221605" y="208243"/>
                </a:cubicBezTo>
                <a:lnTo>
                  <a:pt x="317080" y="303329"/>
                </a:lnTo>
                <a:cubicBezTo>
                  <a:pt x="318908" y="304895"/>
                  <a:pt x="319823" y="307124"/>
                  <a:pt x="319823" y="310004"/>
                </a:cubicBezTo>
                <a:cubicBezTo>
                  <a:pt x="319823" y="312622"/>
                  <a:pt x="318908" y="314851"/>
                  <a:pt x="317080" y="316680"/>
                </a:cubicBezTo>
                <a:cubicBezTo>
                  <a:pt x="315239" y="318520"/>
                  <a:pt x="313011" y="319434"/>
                  <a:pt x="310393" y="319434"/>
                </a:cubicBezTo>
                <a:cubicBezTo>
                  <a:pt x="307776" y="319434"/>
                  <a:pt x="305684" y="318383"/>
                  <a:pt x="304107" y="316291"/>
                </a:cubicBezTo>
                <a:lnTo>
                  <a:pt x="208632" y="221205"/>
                </a:lnTo>
                <a:cubicBezTo>
                  <a:pt x="200779" y="228017"/>
                  <a:pt x="191613" y="233389"/>
                  <a:pt x="181131" y="237321"/>
                </a:cubicBezTo>
                <a:cubicBezTo>
                  <a:pt x="170913" y="240979"/>
                  <a:pt x="160180" y="242819"/>
                  <a:pt x="148910" y="242819"/>
                </a:cubicBezTo>
                <a:close/>
                <a:moveTo>
                  <a:pt x="148910" y="225137"/>
                </a:moveTo>
                <a:cubicBezTo>
                  <a:pt x="170124" y="225137"/>
                  <a:pt x="188206" y="217536"/>
                  <a:pt x="203134" y="202345"/>
                </a:cubicBezTo>
                <a:cubicBezTo>
                  <a:pt x="218062" y="187418"/>
                  <a:pt x="225525" y="169210"/>
                  <a:pt x="225525" y="147733"/>
                </a:cubicBezTo>
                <a:cubicBezTo>
                  <a:pt x="225525" y="126256"/>
                  <a:pt x="218062" y="108048"/>
                  <a:pt x="203134" y="93120"/>
                </a:cubicBezTo>
                <a:cubicBezTo>
                  <a:pt x="188206" y="78193"/>
                  <a:pt x="170124" y="70729"/>
                  <a:pt x="148910" y="70729"/>
                </a:cubicBezTo>
                <a:cubicBezTo>
                  <a:pt x="127170" y="70729"/>
                  <a:pt x="108836" y="78193"/>
                  <a:pt x="93909" y="93120"/>
                </a:cubicBezTo>
                <a:cubicBezTo>
                  <a:pt x="78970" y="108048"/>
                  <a:pt x="71506" y="126256"/>
                  <a:pt x="71506" y="147733"/>
                </a:cubicBezTo>
                <a:cubicBezTo>
                  <a:pt x="71506" y="169210"/>
                  <a:pt x="78970" y="187418"/>
                  <a:pt x="93909" y="202345"/>
                </a:cubicBezTo>
                <a:cubicBezTo>
                  <a:pt x="108836" y="217536"/>
                  <a:pt x="127170" y="225137"/>
                  <a:pt x="148910" y="22513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6903549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950" dirty="0"/>
          </a:p>
        </p:txBody>
      </p:sp>
      <p:sp>
        <p:nvSpPr>
          <p:cNvPr id="186" name="圖示 鎖定"/>
          <p:cNvSpPr/>
          <p:nvPr/>
        </p:nvSpPr>
        <p:spPr>
          <a:xfrm>
            <a:off x="777791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3509" y="337905"/>
                </a:moveTo>
                <a:cubicBezTo>
                  <a:pt x="87222" y="337905"/>
                  <a:pt x="81850" y="335676"/>
                  <a:pt x="77404" y="331219"/>
                </a:cubicBezTo>
                <a:cubicBezTo>
                  <a:pt x="72946" y="326772"/>
                  <a:pt x="70729" y="321400"/>
                  <a:pt x="70729" y="315114"/>
                </a:cubicBezTo>
                <a:lnTo>
                  <a:pt x="70729" y="157951"/>
                </a:lnTo>
                <a:cubicBezTo>
                  <a:pt x="70729" y="151665"/>
                  <a:pt x="72946" y="146293"/>
                  <a:pt x="77404" y="141835"/>
                </a:cubicBezTo>
                <a:cubicBezTo>
                  <a:pt x="81850" y="137389"/>
                  <a:pt x="87222" y="135160"/>
                  <a:pt x="93509" y="135160"/>
                </a:cubicBezTo>
                <a:lnTo>
                  <a:pt x="120621" y="135160"/>
                </a:lnTo>
                <a:lnTo>
                  <a:pt x="120621" y="99407"/>
                </a:lnTo>
                <a:cubicBezTo>
                  <a:pt x="120621" y="80547"/>
                  <a:pt x="127307" y="64442"/>
                  <a:pt x="140658" y="51081"/>
                </a:cubicBezTo>
                <a:cubicBezTo>
                  <a:pt x="153756" y="37982"/>
                  <a:pt x="169736" y="31433"/>
                  <a:pt x="188595" y="31433"/>
                </a:cubicBezTo>
                <a:cubicBezTo>
                  <a:pt x="207455" y="31433"/>
                  <a:pt x="223434" y="37982"/>
                  <a:pt x="236532" y="51081"/>
                </a:cubicBezTo>
                <a:cubicBezTo>
                  <a:pt x="249894" y="64442"/>
                  <a:pt x="256569" y="80547"/>
                  <a:pt x="256569" y="99407"/>
                </a:cubicBezTo>
                <a:lnTo>
                  <a:pt x="256569" y="135160"/>
                </a:lnTo>
                <a:lnTo>
                  <a:pt x="283681" y="135160"/>
                </a:lnTo>
                <a:cubicBezTo>
                  <a:pt x="289968" y="135160"/>
                  <a:pt x="295340" y="137389"/>
                  <a:pt x="299786" y="141835"/>
                </a:cubicBezTo>
                <a:cubicBezTo>
                  <a:pt x="304244" y="146293"/>
                  <a:pt x="306473" y="151665"/>
                  <a:pt x="306473" y="157951"/>
                </a:cubicBezTo>
                <a:lnTo>
                  <a:pt x="306473" y="315114"/>
                </a:lnTo>
                <a:cubicBezTo>
                  <a:pt x="306473" y="321400"/>
                  <a:pt x="304244" y="326772"/>
                  <a:pt x="299786" y="331219"/>
                </a:cubicBezTo>
                <a:cubicBezTo>
                  <a:pt x="295340" y="335676"/>
                  <a:pt x="289968" y="337905"/>
                  <a:pt x="283681" y="337905"/>
                </a:cubicBezTo>
                <a:lnTo>
                  <a:pt x="93509" y="337905"/>
                </a:lnTo>
                <a:close/>
                <a:moveTo>
                  <a:pt x="93509" y="320223"/>
                </a:moveTo>
                <a:lnTo>
                  <a:pt x="283681" y="320223"/>
                </a:lnTo>
                <a:cubicBezTo>
                  <a:pt x="285247" y="320223"/>
                  <a:pt x="286424" y="319697"/>
                  <a:pt x="287213" y="318646"/>
                </a:cubicBezTo>
                <a:cubicBezTo>
                  <a:pt x="288265" y="317857"/>
                  <a:pt x="288790" y="316680"/>
                  <a:pt x="288790" y="315114"/>
                </a:cubicBezTo>
                <a:lnTo>
                  <a:pt x="288790" y="157951"/>
                </a:lnTo>
                <a:cubicBezTo>
                  <a:pt x="288790" y="156637"/>
                  <a:pt x="288265" y="155459"/>
                  <a:pt x="287213" y="154408"/>
                </a:cubicBezTo>
                <a:cubicBezTo>
                  <a:pt x="286424" y="153631"/>
                  <a:pt x="285247" y="153231"/>
                  <a:pt x="283681" y="153231"/>
                </a:cubicBezTo>
                <a:lnTo>
                  <a:pt x="93509" y="153231"/>
                </a:lnTo>
                <a:cubicBezTo>
                  <a:pt x="91943" y="153231"/>
                  <a:pt x="90766" y="153631"/>
                  <a:pt x="89977" y="154408"/>
                </a:cubicBezTo>
                <a:cubicBezTo>
                  <a:pt x="88925" y="155459"/>
                  <a:pt x="88400" y="156637"/>
                  <a:pt x="88400" y="157951"/>
                </a:cubicBezTo>
                <a:lnTo>
                  <a:pt x="88400" y="315114"/>
                </a:lnTo>
                <a:cubicBezTo>
                  <a:pt x="88400" y="316680"/>
                  <a:pt x="88925" y="317857"/>
                  <a:pt x="89977" y="318646"/>
                </a:cubicBezTo>
                <a:cubicBezTo>
                  <a:pt x="90766" y="319697"/>
                  <a:pt x="91943" y="320223"/>
                  <a:pt x="93509" y="320223"/>
                </a:cubicBezTo>
                <a:close/>
                <a:moveTo>
                  <a:pt x="207455" y="255392"/>
                </a:moveTo>
                <a:cubicBezTo>
                  <a:pt x="212689" y="250408"/>
                  <a:pt x="215318" y="244259"/>
                  <a:pt x="215318" y="236921"/>
                </a:cubicBezTo>
                <a:cubicBezTo>
                  <a:pt x="215318" y="230109"/>
                  <a:pt x="212689" y="223959"/>
                  <a:pt x="207455" y="218462"/>
                </a:cubicBezTo>
                <a:cubicBezTo>
                  <a:pt x="202220" y="212689"/>
                  <a:pt x="195933" y="209809"/>
                  <a:pt x="188595" y="209809"/>
                </a:cubicBezTo>
                <a:cubicBezTo>
                  <a:pt x="181257" y="209809"/>
                  <a:pt x="174970" y="212689"/>
                  <a:pt x="169736" y="218462"/>
                </a:cubicBezTo>
                <a:cubicBezTo>
                  <a:pt x="164501" y="223959"/>
                  <a:pt x="161883" y="230246"/>
                  <a:pt x="161883" y="237321"/>
                </a:cubicBezTo>
                <a:cubicBezTo>
                  <a:pt x="161883" y="244385"/>
                  <a:pt x="164501" y="250546"/>
                  <a:pt x="169736" y="255781"/>
                </a:cubicBezTo>
                <a:cubicBezTo>
                  <a:pt x="174970" y="260764"/>
                  <a:pt x="181257" y="263244"/>
                  <a:pt x="188595" y="263244"/>
                </a:cubicBezTo>
                <a:cubicBezTo>
                  <a:pt x="195933" y="263244"/>
                  <a:pt x="202220" y="260627"/>
                  <a:pt x="207455" y="255392"/>
                </a:cubicBezTo>
                <a:close/>
                <a:moveTo>
                  <a:pt x="138692" y="135160"/>
                </a:moveTo>
                <a:lnTo>
                  <a:pt x="238498" y="135160"/>
                </a:lnTo>
                <a:lnTo>
                  <a:pt x="238498" y="99407"/>
                </a:lnTo>
                <a:cubicBezTo>
                  <a:pt x="238498" y="85519"/>
                  <a:pt x="233652" y="73735"/>
                  <a:pt x="223959" y="64042"/>
                </a:cubicBezTo>
                <a:cubicBezTo>
                  <a:pt x="214267" y="54087"/>
                  <a:pt x="202482" y="49115"/>
                  <a:pt x="188595" y="49115"/>
                </a:cubicBezTo>
                <a:cubicBezTo>
                  <a:pt x="174708" y="49115"/>
                  <a:pt x="162923" y="54087"/>
                  <a:pt x="153231" y="64042"/>
                </a:cubicBezTo>
                <a:cubicBezTo>
                  <a:pt x="143538" y="73735"/>
                  <a:pt x="138692" y="85519"/>
                  <a:pt x="138692" y="99407"/>
                </a:cubicBezTo>
                <a:lnTo>
                  <a:pt x="138692" y="135160"/>
                </a:lnTo>
                <a:close/>
                <a:moveTo>
                  <a:pt x="88400" y="320223"/>
                </a:moveTo>
                <a:lnTo>
                  <a:pt x="88400" y="153231"/>
                </a:lnTo>
                <a:lnTo>
                  <a:pt x="88400" y="32022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75969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950" dirty="0"/>
          </a:p>
        </p:txBody>
      </p:sp>
      <p:sp>
        <p:nvSpPr>
          <p:cNvPr id="188" name="圖示 資安"/>
          <p:cNvSpPr/>
          <p:nvPr/>
        </p:nvSpPr>
        <p:spPr>
          <a:xfrm>
            <a:off x="847131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9046"/>
                </a:moveTo>
                <a:cubicBezTo>
                  <a:pt x="215570" y="310130"/>
                  <a:pt x="238098" y="293637"/>
                  <a:pt x="256181" y="269531"/>
                </a:cubicBezTo>
                <a:cubicBezTo>
                  <a:pt x="273989" y="245436"/>
                  <a:pt x="284470" y="218462"/>
                  <a:pt x="287613" y="188595"/>
                </a:cubicBezTo>
                <a:lnTo>
                  <a:pt x="188595" y="188595"/>
                </a:lnTo>
                <a:lnTo>
                  <a:pt x="188595" y="59333"/>
                </a:lnTo>
                <a:lnTo>
                  <a:pt x="91543" y="95086"/>
                </a:lnTo>
                <a:cubicBezTo>
                  <a:pt x="90766" y="95612"/>
                  <a:pt x="90103" y="96263"/>
                  <a:pt x="89588" y="97052"/>
                </a:cubicBezTo>
                <a:cubicBezTo>
                  <a:pt x="88800" y="97829"/>
                  <a:pt x="88400" y="98755"/>
                  <a:pt x="88400" y="99795"/>
                </a:cubicBezTo>
                <a:lnTo>
                  <a:pt x="88400" y="172879"/>
                </a:lnTo>
                <a:cubicBezTo>
                  <a:pt x="88400" y="175759"/>
                  <a:pt x="88537" y="178251"/>
                  <a:pt x="88800" y="180343"/>
                </a:cubicBezTo>
                <a:cubicBezTo>
                  <a:pt x="88800" y="182697"/>
                  <a:pt x="89063" y="185452"/>
                  <a:pt x="89588" y="188595"/>
                </a:cubicBezTo>
                <a:lnTo>
                  <a:pt x="188595" y="188595"/>
                </a:lnTo>
                <a:lnTo>
                  <a:pt x="188595" y="319046"/>
                </a:lnTo>
                <a:close/>
                <a:moveTo>
                  <a:pt x="184663" y="335539"/>
                </a:moveTo>
                <a:cubicBezTo>
                  <a:pt x="183623" y="335276"/>
                  <a:pt x="182434" y="334888"/>
                  <a:pt x="181131" y="334362"/>
                </a:cubicBezTo>
                <a:cubicBezTo>
                  <a:pt x="147081" y="322315"/>
                  <a:pt x="120095" y="301226"/>
                  <a:pt x="100195" y="271108"/>
                </a:cubicBezTo>
                <a:cubicBezTo>
                  <a:pt x="80547" y="240979"/>
                  <a:pt x="70729" y="208106"/>
                  <a:pt x="70729" y="172490"/>
                </a:cubicBezTo>
                <a:lnTo>
                  <a:pt x="70729" y="99795"/>
                </a:lnTo>
                <a:cubicBezTo>
                  <a:pt x="70729" y="94823"/>
                  <a:pt x="72169" y="90366"/>
                  <a:pt x="75049" y="86445"/>
                </a:cubicBezTo>
                <a:cubicBezTo>
                  <a:pt x="77667" y="82513"/>
                  <a:pt x="81073" y="79759"/>
                  <a:pt x="85256" y="78193"/>
                </a:cubicBezTo>
                <a:lnTo>
                  <a:pt x="180743" y="42828"/>
                </a:lnTo>
                <a:cubicBezTo>
                  <a:pt x="183360" y="41777"/>
                  <a:pt x="185978" y="41251"/>
                  <a:pt x="188595" y="41251"/>
                </a:cubicBezTo>
                <a:cubicBezTo>
                  <a:pt x="191212" y="41251"/>
                  <a:pt x="193830" y="41777"/>
                  <a:pt x="196459" y="42828"/>
                </a:cubicBezTo>
                <a:lnTo>
                  <a:pt x="291934" y="78193"/>
                </a:lnTo>
                <a:cubicBezTo>
                  <a:pt x="296117" y="79759"/>
                  <a:pt x="299523" y="82513"/>
                  <a:pt x="302141" y="86445"/>
                </a:cubicBezTo>
                <a:cubicBezTo>
                  <a:pt x="305021" y="90366"/>
                  <a:pt x="306473" y="94823"/>
                  <a:pt x="306473" y="99795"/>
                </a:cubicBezTo>
                <a:lnTo>
                  <a:pt x="306473" y="172490"/>
                </a:lnTo>
                <a:cubicBezTo>
                  <a:pt x="306473" y="208106"/>
                  <a:pt x="296643" y="240979"/>
                  <a:pt x="276995" y="271108"/>
                </a:cubicBezTo>
                <a:cubicBezTo>
                  <a:pt x="257095" y="301226"/>
                  <a:pt x="230109" y="322315"/>
                  <a:pt x="196059" y="334362"/>
                </a:cubicBezTo>
                <a:cubicBezTo>
                  <a:pt x="194756" y="334888"/>
                  <a:pt x="193567" y="335276"/>
                  <a:pt x="192527" y="335539"/>
                </a:cubicBezTo>
                <a:cubicBezTo>
                  <a:pt x="191212" y="335802"/>
                  <a:pt x="189909" y="335939"/>
                  <a:pt x="188595" y="335939"/>
                </a:cubicBezTo>
                <a:cubicBezTo>
                  <a:pt x="187281" y="335939"/>
                  <a:pt x="185978" y="335802"/>
                  <a:pt x="184663" y="335539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82903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950" dirty="0"/>
          </a:p>
        </p:txBody>
      </p:sp>
      <p:sp>
        <p:nvSpPr>
          <p:cNvPr id="190" name="圖示 認證"/>
          <p:cNvSpPr/>
          <p:nvPr/>
        </p:nvSpPr>
        <p:spPr>
          <a:xfrm>
            <a:off x="916471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490" y="210986"/>
                </a:moveTo>
                <a:lnTo>
                  <a:pt x="140658" y="179165"/>
                </a:lnTo>
                <a:cubicBezTo>
                  <a:pt x="139092" y="177336"/>
                  <a:pt x="136989" y="176411"/>
                  <a:pt x="134371" y="176411"/>
                </a:cubicBezTo>
                <a:cubicBezTo>
                  <a:pt x="131754" y="176411"/>
                  <a:pt x="129525" y="177336"/>
                  <a:pt x="127696" y="179165"/>
                </a:cubicBezTo>
                <a:cubicBezTo>
                  <a:pt x="125856" y="180994"/>
                  <a:pt x="124941" y="183097"/>
                  <a:pt x="124941" y="185452"/>
                </a:cubicBezTo>
                <a:cubicBezTo>
                  <a:pt x="124941" y="188069"/>
                  <a:pt x="125856" y="190298"/>
                  <a:pt x="127696" y="192127"/>
                </a:cubicBezTo>
                <a:lnTo>
                  <a:pt x="163838" y="228280"/>
                </a:lnTo>
                <a:cubicBezTo>
                  <a:pt x="165941" y="230635"/>
                  <a:pt x="168558" y="231812"/>
                  <a:pt x="171701" y="231812"/>
                </a:cubicBezTo>
                <a:cubicBezTo>
                  <a:pt x="174582" y="231812"/>
                  <a:pt x="177199" y="230635"/>
                  <a:pt x="179554" y="228280"/>
                </a:cubicBezTo>
                <a:lnTo>
                  <a:pt x="249105" y="158740"/>
                </a:lnTo>
                <a:cubicBezTo>
                  <a:pt x="250934" y="156900"/>
                  <a:pt x="251849" y="154808"/>
                  <a:pt x="251849" y="152453"/>
                </a:cubicBezTo>
                <a:cubicBezTo>
                  <a:pt x="251849" y="149824"/>
                  <a:pt x="251071" y="147733"/>
                  <a:pt x="249494" y="146167"/>
                </a:cubicBezTo>
                <a:cubicBezTo>
                  <a:pt x="247665" y="144590"/>
                  <a:pt x="245436" y="143801"/>
                  <a:pt x="242819" y="143801"/>
                </a:cubicBezTo>
                <a:cubicBezTo>
                  <a:pt x="240464" y="144064"/>
                  <a:pt x="238498" y="144978"/>
                  <a:pt x="236921" y="146555"/>
                </a:cubicBezTo>
                <a:lnTo>
                  <a:pt x="172490" y="210986"/>
                </a:lnTo>
                <a:close/>
                <a:moveTo>
                  <a:pt x="184663" y="335539"/>
                </a:moveTo>
                <a:cubicBezTo>
                  <a:pt x="183360" y="335276"/>
                  <a:pt x="182183" y="334888"/>
                  <a:pt x="181131" y="334362"/>
                </a:cubicBezTo>
                <a:cubicBezTo>
                  <a:pt x="147081" y="322315"/>
                  <a:pt x="120095" y="301226"/>
                  <a:pt x="100195" y="271108"/>
                </a:cubicBezTo>
                <a:cubicBezTo>
                  <a:pt x="80547" y="240979"/>
                  <a:pt x="70729" y="208106"/>
                  <a:pt x="70729" y="172490"/>
                </a:cubicBezTo>
                <a:lnTo>
                  <a:pt x="70729" y="99795"/>
                </a:lnTo>
                <a:cubicBezTo>
                  <a:pt x="70729" y="94823"/>
                  <a:pt x="72032" y="90366"/>
                  <a:pt x="74649" y="86445"/>
                </a:cubicBezTo>
                <a:cubicBezTo>
                  <a:pt x="77530" y="82513"/>
                  <a:pt x="81073" y="79759"/>
                  <a:pt x="85256" y="78193"/>
                </a:cubicBezTo>
                <a:lnTo>
                  <a:pt x="180743" y="42828"/>
                </a:lnTo>
                <a:cubicBezTo>
                  <a:pt x="183360" y="41777"/>
                  <a:pt x="185978" y="41251"/>
                  <a:pt x="188595" y="41251"/>
                </a:cubicBezTo>
                <a:cubicBezTo>
                  <a:pt x="191212" y="41251"/>
                  <a:pt x="193830" y="41777"/>
                  <a:pt x="196459" y="42828"/>
                </a:cubicBezTo>
                <a:lnTo>
                  <a:pt x="291934" y="78193"/>
                </a:lnTo>
                <a:cubicBezTo>
                  <a:pt x="296117" y="79759"/>
                  <a:pt x="299660" y="82513"/>
                  <a:pt x="302541" y="86445"/>
                </a:cubicBezTo>
                <a:cubicBezTo>
                  <a:pt x="305158" y="90366"/>
                  <a:pt x="306473" y="94823"/>
                  <a:pt x="306473" y="99795"/>
                </a:cubicBezTo>
                <a:lnTo>
                  <a:pt x="306473" y="172490"/>
                </a:lnTo>
                <a:cubicBezTo>
                  <a:pt x="306473" y="208106"/>
                  <a:pt x="296643" y="240979"/>
                  <a:pt x="276995" y="271108"/>
                </a:cubicBezTo>
                <a:cubicBezTo>
                  <a:pt x="257095" y="301226"/>
                  <a:pt x="230109" y="322315"/>
                  <a:pt x="196059" y="334362"/>
                </a:cubicBezTo>
                <a:cubicBezTo>
                  <a:pt x="195007" y="334888"/>
                  <a:pt x="193830" y="335276"/>
                  <a:pt x="192527" y="335539"/>
                </a:cubicBezTo>
                <a:cubicBezTo>
                  <a:pt x="191212" y="335802"/>
                  <a:pt x="189909" y="335939"/>
                  <a:pt x="188595" y="335939"/>
                </a:cubicBezTo>
                <a:cubicBezTo>
                  <a:pt x="187281" y="335939"/>
                  <a:pt x="185978" y="335802"/>
                  <a:pt x="184663" y="335539"/>
                </a:cubicBezTo>
                <a:close/>
                <a:moveTo>
                  <a:pt x="188595" y="318646"/>
                </a:moveTo>
                <a:cubicBezTo>
                  <a:pt x="217936" y="309216"/>
                  <a:pt x="241905" y="290882"/>
                  <a:pt x="260501" y="263644"/>
                </a:cubicBezTo>
                <a:cubicBezTo>
                  <a:pt x="279361" y="236395"/>
                  <a:pt x="288790" y="206014"/>
                  <a:pt x="288790" y="172490"/>
                </a:cubicBezTo>
                <a:lnTo>
                  <a:pt x="288790" y="99407"/>
                </a:lnTo>
                <a:cubicBezTo>
                  <a:pt x="288790" y="98355"/>
                  <a:pt x="288527" y="97441"/>
                  <a:pt x="288002" y="96652"/>
                </a:cubicBezTo>
                <a:cubicBezTo>
                  <a:pt x="287213" y="95875"/>
                  <a:pt x="286424" y="95349"/>
                  <a:pt x="285647" y="95086"/>
                </a:cubicBezTo>
                <a:lnTo>
                  <a:pt x="190172" y="59333"/>
                </a:lnTo>
                <a:cubicBezTo>
                  <a:pt x="189647" y="59070"/>
                  <a:pt x="189121" y="58933"/>
                  <a:pt x="188595" y="58933"/>
                </a:cubicBezTo>
                <a:cubicBezTo>
                  <a:pt x="188069" y="58933"/>
                  <a:pt x="187543" y="59070"/>
                  <a:pt x="187029" y="59333"/>
                </a:cubicBezTo>
                <a:lnTo>
                  <a:pt x="91543" y="95086"/>
                </a:lnTo>
                <a:cubicBezTo>
                  <a:pt x="90766" y="95349"/>
                  <a:pt x="89977" y="95875"/>
                  <a:pt x="89188" y="96652"/>
                </a:cubicBezTo>
                <a:cubicBezTo>
                  <a:pt x="88663" y="97441"/>
                  <a:pt x="88400" y="98355"/>
                  <a:pt x="88400" y="99407"/>
                </a:cubicBezTo>
                <a:lnTo>
                  <a:pt x="88400" y="172490"/>
                </a:lnTo>
                <a:cubicBezTo>
                  <a:pt x="88400" y="206014"/>
                  <a:pt x="97829" y="236395"/>
                  <a:pt x="116689" y="263644"/>
                </a:cubicBezTo>
                <a:cubicBezTo>
                  <a:pt x="135285" y="290882"/>
                  <a:pt x="159254" y="309216"/>
                  <a:pt x="188595" y="318646"/>
                </a:cubicBezTo>
                <a:close/>
                <a:moveTo>
                  <a:pt x="188595" y="18898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898375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950" dirty="0"/>
          </a:p>
        </p:txBody>
      </p:sp>
      <p:sp>
        <p:nvSpPr>
          <p:cNvPr id="192" name="圖示 金鑰"/>
          <p:cNvSpPr/>
          <p:nvPr/>
        </p:nvSpPr>
        <p:spPr>
          <a:xfrm>
            <a:off x="985811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686" y="203923"/>
                </a:moveTo>
                <a:cubicBezTo>
                  <a:pt x="90240" y="199728"/>
                  <a:pt x="88011" y="194619"/>
                  <a:pt x="88011" y="188595"/>
                </a:cubicBezTo>
                <a:cubicBezTo>
                  <a:pt x="88011" y="182571"/>
                  <a:pt x="90240" y="177462"/>
                  <a:pt x="94686" y="173267"/>
                </a:cubicBezTo>
                <a:cubicBezTo>
                  <a:pt x="98881" y="168821"/>
                  <a:pt x="103990" y="166592"/>
                  <a:pt x="110014" y="166592"/>
                </a:cubicBezTo>
                <a:cubicBezTo>
                  <a:pt x="116037" y="166592"/>
                  <a:pt x="121147" y="168821"/>
                  <a:pt x="125341" y="173267"/>
                </a:cubicBezTo>
                <a:cubicBezTo>
                  <a:pt x="129788" y="177462"/>
                  <a:pt x="132017" y="182571"/>
                  <a:pt x="132017" y="188595"/>
                </a:cubicBezTo>
                <a:cubicBezTo>
                  <a:pt x="132017" y="194619"/>
                  <a:pt x="129788" y="199728"/>
                  <a:pt x="125341" y="203923"/>
                </a:cubicBezTo>
                <a:cubicBezTo>
                  <a:pt x="121147" y="208369"/>
                  <a:pt x="116037" y="210598"/>
                  <a:pt x="110014" y="210598"/>
                </a:cubicBezTo>
                <a:cubicBezTo>
                  <a:pt x="103990" y="210598"/>
                  <a:pt x="98881" y="208369"/>
                  <a:pt x="94686" y="203923"/>
                </a:cubicBezTo>
                <a:close/>
                <a:moveTo>
                  <a:pt x="110014" y="275040"/>
                </a:moveTo>
                <a:cubicBezTo>
                  <a:pt x="85919" y="275040"/>
                  <a:pt x="65482" y="266650"/>
                  <a:pt x="48726" y="249894"/>
                </a:cubicBezTo>
                <a:cubicBezTo>
                  <a:pt x="31958" y="233126"/>
                  <a:pt x="23580" y="212689"/>
                  <a:pt x="23580" y="188595"/>
                </a:cubicBezTo>
                <a:cubicBezTo>
                  <a:pt x="23580" y="164501"/>
                  <a:pt x="31958" y="144064"/>
                  <a:pt x="48726" y="127307"/>
                </a:cubicBezTo>
                <a:cubicBezTo>
                  <a:pt x="65482" y="110540"/>
                  <a:pt x="85919" y="102161"/>
                  <a:pt x="110014" y="102161"/>
                </a:cubicBezTo>
                <a:cubicBezTo>
                  <a:pt x="127822" y="102161"/>
                  <a:pt x="143538" y="106608"/>
                  <a:pt x="157163" y="115512"/>
                </a:cubicBezTo>
                <a:cubicBezTo>
                  <a:pt x="170787" y="124416"/>
                  <a:pt x="180994" y="137251"/>
                  <a:pt x="187806" y="154019"/>
                </a:cubicBezTo>
                <a:lnTo>
                  <a:pt x="326109" y="154019"/>
                </a:lnTo>
                <a:cubicBezTo>
                  <a:pt x="327424" y="154019"/>
                  <a:pt x="328727" y="154282"/>
                  <a:pt x="330041" y="154808"/>
                </a:cubicBezTo>
                <a:cubicBezTo>
                  <a:pt x="331356" y="155334"/>
                  <a:pt x="332533" y="156248"/>
                  <a:pt x="333573" y="157551"/>
                </a:cubicBezTo>
                <a:lnTo>
                  <a:pt x="359508" y="183097"/>
                </a:lnTo>
                <a:cubicBezTo>
                  <a:pt x="360822" y="184400"/>
                  <a:pt x="361737" y="185715"/>
                  <a:pt x="362262" y="187029"/>
                </a:cubicBezTo>
                <a:cubicBezTo>
                  <a:pt x="362788" y="188332"/>
                  <a:pt x="363051" y="189772"/>
                  <a:pt x="363051" y="191350"/>
                </a:cubicBezTo>
                <a:cubicBezTo>
                  <a:pt x="363051" y="192916"/>
                  <a:pt x="362651" y="194356"/>
                  <a:pt x="361862" y="195670"/>
                </a:cubicBezTo>
                <a:cubicBezTo>
                  <a:pt x="361348" y="196973"/>
                  <a:pt x="360422" y="198288"/>
                  <a:pt x="359119" y="199602"/>
                </a:cubicBezTo>
                <a:lnTo>
                  <a:pt x="318257" y="237321"/>
                </a:lnTo>
                <a:cubicBezTo>
                  <a:pt x="317205" y="238361"/>
                  <a:pt x="316028" y="239150"/>
                  <a:pt x="314714" y="239676"/>
                </a:cubicBezTo>
                <a:cubicBezTo>
                  <a:pt x="313411" y="240201"/>
                  <a:pt x="312096" y="240464"/>
                  <a:pt x="310793" y="240464"/>
                </a:cubicBezTo>
                <a:cubicBezTo>
                  <a:pt x="309479" y="240464"/>
                  <a:pt x="308301" y="240327"/>
                  <a:pt x="307250" y="240064"/>
                </a:cubicBezTo>
                <a:cubicBezTo>
                  <a:pt x="306210" y="239801"/>
                  <a:pt x="305021" y="239276"/>
                  <a:pt x="303718" y="238498"/>
                </a:cubicBezTo>
                <a:lnTo>
                  <a:pt x="279749" y="220816"/>
                </a:lnTo>
                <a:lnTo>
                  <a:pt x="253815" y="239276"/>
                </a:lnTo>
                <a:cubicBezTo>
                  <a:pt x="252774" y="240064"/>
                  <a:pt x="251723" y="240590"/>
                  <a:pt x="250671" y="240853"/>
                </a:cubicBezTo>
                <a:cubicBezTo>
                  <a:pt x="249631" y="241116"/>
                  <a:pt x="248442" y="241242"/>
                  <a:pt x="247139" y="241242"/>
                </a:cubicBezTo>
                <a:cubicBezTo>
                  <a:pt x="245825" y="241242"/>
                  <a:pt x="244648" y="241116"/>
                  <a:pt x="243608" y="240853"/>
                </a:cubicBezTo>
                <a:cubicBezTo>
                  <a:pt x="242556" y="240327"/>
                  <a:pt x="241504" y="239801"/>
                  <a:pt x="240464" y="239276"/>
                </a:cubicBezTo>
                <a:lnTo>
                  <a:pt x="219639" y="223171"/>
                </a:lnTo>
                <a:lnTo>
                  <a:pt x="187806" y="223171"/>
                </a:lnTo>
                <a:cubicBezTo>
                  <a:pt x="182046" y="238098"/>
                  <a:pt x="172353" y="250546"/>
                  <a:pt x="158740" y="260501"/>
                </a:cubicBezTo>
                <a:cubicBezTo>
                  <a:pt x="145378" y="270194"/>
                  <a:pt x="129136" y="275040"/>
                  <a:pt x="110014" y="275040"/>
                </a:cubicBezTo>
                <a:close/>
                <a:moveTo>
                  <a:pt x="110014" y="257358"/>
                </a:moveTo>
                <a:cubicBezTo>
                  <a:pt x="125467" y="257358"/>
                  <a:pt x="139355" y="252374"/>
                  <a:pt x="151665" y="242419"/>
                </a:cubicBezTo>
                <a:cubicBezTo>
                  <a:pt x="163975" y="232212"/>
                  <a:pt x="171827" y="219765"/>
                  <a:pt x="175233" y="205100"/>
                </a:cubicBezTo>
                <a:lnTo>
                  <a:pt x="225925" y="205100"/>
                </a:lnTo>
                <a:lnTo>
                  <a:pt x="247528" y="221993"/>
                </a:lnTo>
                <a:lnTo>
                  <a:pt x="280138" y="198813"/>
                </a:lnTo>
                <a:lnTo>
                  <a:pt x="309616" y="221605"/>
                </a:lnTo>
                <a:lnTo>
                  <a:pt x="309616" y="221205"/>
                </a:lnTo>
                <a:lnTo>
                  <a:pt x="309616" y="221605"/>
                </a:lnTo>
                <a:lnTo>
                  <a:pt x="341826" y="190950"/>
                </a:lnTo>
                <a:lnTo>
                  <a:pt x="342226" y="190950"/>
                </a:lnTo>
                <a:cubicBezTo>
                  <a:pt x="342226" y="191212"/>
                  <a:pt x="342088" y="191212"/>
                  <a:pt x="341826" y="190950"/>
                </a:cubicBezTo>
                <a:lnTo>
                  <a:pt x="342226" y="190950"/>
                </a:lnTo>
                <a:lnTo>
                  <a:pt x="341826" y="190950"/>
                </a:lnTo>
                <a:lnTo>
                  <a:pt x="322966" y="172090"/>
                </a:lnTo>
                <a:lnTo>
                  <a:pt x="175233" y="172090"/>
                </a:lnTo>
                <a:cubicBezTo>
                  <a:pt x="172090" y="157951"/>
                  <a:pt x="164501" y="145767"/>
                  <a:pt x="152453" y="135548"/>
                </a:cubicBezTo>
                <a:cubicBezTo>
                  <a:pt x="140395" y="125078"/>
                  <a:pt x="126256" y="119832"/>
                  <a:pt x="110014" y="119832"/>
                </a:cubicBezTo>
                <a:cubicBezTo>
                  <a:pt x="90891" y="119832"/>
                  <a:pt x="74649" y="126519"/>
                  <a:pt x="61299" y="139880"/>
                </a:cubicBezTo>
                <a:cubicBezTo>
                  <a:pt x="47937" y="153231"/>
                  <a:pt x="41251" y="169473"/>
                  <a:pt x="41251" y="188595"/>
                </a:cubicBezTo>
                <a:cubicBezTo>
                  <a:pt x="41251" y="207717"/>
                  <a:pt x="47937" y="223959"/>
                  <a:pt x="61299" y="237321"/>
                </a:cubicBezTo>
                <a:cubicBezTo>
                  <a:pt x="74649" y="250671"/>
                  <a:pt x="90891" y="257358"/>
                  <a:pt x="110014" y="25735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967715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950" dirty="0"/>
          </a:p>
        </p:txBody>
      </p:sp>
      <p:sp>
        <p:nvSpPr>
          <p:cNvPr id="194" name="圖示 交換"/>
          <p:cNvSpPr/>
          <p:nvPr/>
        </p:nvSpPr>
        <p:spPr>
          <a:xfrm>
            <a:off x="1055151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3083" y="243996"/>
                </a:moveTo>
                <a:lnTo>
                  <a:pt x="116689" y="287613"/>
                </a:lnTo>
                <a:cubicBezTo>
                  <a:pt x="118529" y="289442"/>
                  <a:pt x="119443" y="291534"/>
                  <a:pt x="119443" y="293900"/>
                </a:cubicBezTo>
                <a:cubicBezTo>
                  <a:pt x="119443" y="296254"/>
                  <a:pt x="118529" y="298346"/>
                  <a:pt x="116689" y="300186"/>
                </a:cubicBezTo>
                <a:cubicBezTo>
                  <a:pt x="114860" y="302015"/>
                  <a:pt x="112768" y="302929"/>
                  <a:pt x="110402" y="302929"/>
                </a:cubicBezTo>
                <a:cubicBezTo>
                  <a:pt x="108048" y="302929"/>
                  <a:pt x="105956" y="302015"/>
                  <a:pt x="104116" y="300186"/>
                </a:cubicBezTo>
                <a:lnTo>
                  <a:pt x="47149" y="243208"/>
                </a:lnTo>
                <a:cubicBezTo>
                  <a:pt x="46097" y="241905"/>
                  <a:pt x="45320" y="240590"/>
                  <a:pt x="44794" y="239276"/>
                </a:cubicBezTo>
                <a:cubicBezTo>
                  <a:pt x="44268" y="238235"/>
                  <a:pt x="44006" y="236921"/>
                  <a:pt x="44006" y="235355"/>
                </a:cubicBezTo>
                <a:cubicBezTo>
                  <a:pt x="44006" y="233778"/>
                  <a:pt x="44268" y="232338"/>
                  <a:pt x="44794" y="231035"/>
                </a:cubicBezTo>
                <a:cubicBezTo>
                  <a:pt x="45320" y="229720"/>
                  <a:pt x="46097" y="228406"/>
                  <a:pt x="47149" y="227103"/>
                </a:cubicBezTo>
                <a:lnTo>
                  <a:pt x="104116" y="170124"/>
                </a:lnTo>
                <a:cubicBezTo>
                  <a:pt x="105956" y="168558"/>
                  <a:pt x="108048" y="167770"/>
                  <a:pt x="110402" y="167770"/>
                </a:cubicBezTo>
                <a:cubicBezTo>
                  <a:pt x="112768" y="167507"/>
                  <a:pt x="114860" y="168295"/>
                  <a:pt x="116689" y="170124"/>
                </a:cubicBezTo>
                <a:cubicBezTo>
                  <a:pt x="118529" y="171964"/>
                  <a:pt x="119443" y="174056"/>
                  <a:pt x="119443" y="176411"/>
                </a:cubicBezTo>
                <a:cubicBezTo>
                  <a:pt x="119443" y="178777"/>
                  <a:pt x="118529" y="180868"/>
                  <a:pt x="116689" y="182697"/>
                </a:cubicBezTo>
                <a:lnTo>
                  <a:pt x="73083" y="226314"/>
                </a:lnTo>
                <a:lnTo>
                  <a:pt x="187029" y="226314"/>
                </a:lnTo>
                <a:cubicBezTo>
                  <a:pt x="189647" y="226314"/>
                  <a:pt x="191738" y="227103"/>
                  <a:pt x="193316" y="228669"/>
                </a:cubicBezTo>
                <a:cubicBezTo>
                  <a:pt x="195144" y="230509"/>
                  <a:pt x="196059" y="232726"/>
                  <a:pt x="196059" y="235355"/>
                </a:cubicBezTo>
                <a:cubicBezTo>
                  <a:pt x="196059" y="237710"/>
                  <a:pt x="195144" y="239801"/>
                  <a:pt x="193316" y="241642"/>
                </a:cubicBezTo>
                <a:cubicBezTo>
                  <a:pt x="191738" y="243208"/>
                  <a:pt x="189647" y="243996"/>
                  <a:pt x="187029" y="243996"/>
                </a:cubicBezTo>
                <a:lnTo>
                  <a:pt x="73083" y="243996"/>
                </a:lnTo>
                <a:close/>
                <a:moveTo>
                  <a:pt x="304107" y="150876"/>
                </a:moveTo>
                <a:lnTo>
                  <a:pt x="190172" y="150876"/>
                </a:lnTo>
                <a:cubicBezTo>
                  <a:pt x="187543" y="150876"/>
                  <a:pt x="185452" y="149962"/>
                  <a:pt x="183886" y="148121"/>
                </a:cubicBezTo>
                <a:cubicBezTo>
                  <a:pt x="182046" y="146555"/>
                  <a:pt x="181131" y="144464"/>
                  <a:pt x="181131" y="141835"/>
                </a:cubicBezTo>
                <a:cubicBezTo>
                  <a:pt x="181131" y="139217"/>
                  <a:pt x="182046" y="137126"/>
                  <a:pt x="183886" y="135548"/>
                </a:cubicBezTo>
                <a:cubicBezTo>
                  <a:pt x="185452" y="133720"/>
                  <a:pt x="187543" y="132805"/>
                  <a:pt x="190172" y="132805"/>
                </a:cubicBezTo>
                <a:lnTo>
                  <a:pt x="304107" y="132805"/>
                </a:lnTo>
                <a:lnTo>
                  <a:pt x="260501" y="89588"/>
                </a:lnTo>
                <a:cubicBezTo>
                  <a:pt x="258661" y="87748"/>
                  <a:pt x="257747" y="85656"/>
                  <a:pt x="257747" y="83302"/>
                </a:cubicBezTo>
                <a:cubicBezTo>
                  <a:pt x="257747" y="80936"/>
                  <a:pt x="258661" y="78844"/>
                  <a:pt x="260501" y="77015"/>
                </a:cubicBezTo>
                <a:cubicBezTo>
                  <a:pt x="262330" y="75175"/>
                  <a:pt x="264422" y="74261"/>
                  <a:pt x="266788" y="74261"/>
                </a:cubicBezTo>
                <a:cubicBezTo>
                  <a:pt x="269142" y="74261"/>
                  <a:pt x="271234" y="75175"/>
                  <a:pt x="273074" y="77015"/>
                </a:cubicBezTo>
                <a:lnTo>
                  <a:pt x="330041" y="133982"/>
                </a:lnTo>
                <a:cubicBezTo>
                  <a:pt x="331093" y="135034"/>
                  <a:pt x="332007" y="136211"/>
                  <a:pt x="332796" y="137514"/>
                </a:cubicBezTo>
                <a:cubicBezTo>
                  <a:pt x="333310" y="138829"/>
                  <a:pt x="333573" y="140269"/>
                  <a:pt x="333573" y="141835"/>
                </a:cubicBezTo>
                <a:cubicBezTo>
                  <a:pt x="333573" y="143412"/>
                  <a:pt x="333310" y="144852"/>
                  <a:pt x="332796" y="146167"/>
                </a:cubicBezTo>
                <a:cubicBezTo>
                  <a:pt x="332007" y="147470"/>
                  <a:pt x="331093" y="148647"/>
                  <a:pt x="330041" y="149699"/>
                </a:cubicBezTo>
                <a:lnTo>
                  <a:pt x="273074" y="206666"/>
                </a:lnTo>
                <a:cubicBezTo>
                  <a:pt x="271234" y="208506"/>
                  <a:pt x="269142" y="209420"/>
                  <a:pt x="266788" y="209420"/>
                </a:cubicBezTo>
                <a:cubicBezTo>
                  <a:pt x="264422" y="209420"/>
                  <a:pt x="262330" y="208506"/>
                  <a:pt x="260501" y="206666"/>
                </a:cubicBezTo>
                <a:cubicBezTo>
                  <a:pt x="258661" y="204837"/>
                  <a:pt x="257747" y="202745"/>
                  <a:pt x="257747" y="200379"/>
                </a:cubicBezTo>
                <a:cubicBezTo>
                  <a:pt x="257747" y="198025"/>
                  <a:pt x="258661" y="195933"/>
                  <a:pt x="260501" y="194093"/>
                </a:cubicBezTo>
                <a:lnTo>
                  <a:pt x="304107" y="15087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1037055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950" dirty="0"/>
          </a:p>
        </p:txBody>
      </p:sp>
      <p:sp>
        <p:nvSpPr>
          <p:cNvPr id="196" name="圖示 分流"/>
          <p:cNvSpPr/>
          <p:nvPr/>
        </p:nvSpPr>
        <p:spPr>
          <a:xfrm>
            <a:off x="1124492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554" y="328864"/>
                </a:moveTo>
                <a:lnTo>
                  <a:pt x="179554" y="269531"/>
                </a:lnTo>
                <a:cubicBezTo>
                  <a:pt x="179554" y="256695"/>
                  <a:pt x="177599" y="245962"/>
                  <a:pt x="173667" y="237321"/>
                </a:cubicBezTo>
                <a:cubicBezTo>
                  <a:pt x="169473" y="228931"/>
                  <a:pt x="163060" y="220553"/>
                  <a:pt x="154408" y="212175"/>
                </a:cubicBezTo>
                <a:lnTo>
                  <a:pt x="167381" y="199602"/>
                </a:lnTo>
                <a:cubicBezTo>
                  <a:pt x="170787" y="202745"/>
                  <a:pt x="174582" y="206929"/>
                  <a:pt x="178777" y="212175"/>
                </a:cubicBezTo>
                <a:cubicBezTo>
                  <a:pt x="182697" y="217410"/>
                  <a:pt x="185978" y="222519"/>
                  <a:pt x="188595" y="227491"/>
                </a:cubicBezTo>
                <a:cubicBezTo>
                  <a:pt x="192527" y="220416"/>
                  <a:pt x="196847" y="214130"/>
                  <a:pt x="201557" y="208632"/>
                </a:cubicBezTo>
                <a:cubicBezTo>
                  <a:pt x="206540" y="202871"/>
                  <a:pt x="211386" y="198025"/>
                  <a:pt x="216096" y="194093"/>
                </a:cubicBezTo>
                <a:cubicBezTo>
                  <a:pt x="231286" y="181257"/>
                  <a:pt x="242293" y="165678"/>
                  <a:pt x="249105" y="147344"/>
                </a:cubicBezTo>
                <a:cubicBezTo>
                  <a:pt x="256181" y="128748"/>
                  <a:pt x="258924" y="104116"/>
                  <a:pt x="257358" y="73472"/>
                </a:cubicBezTo>
                <a:lnTo>
                  <a:pt x="227491" y="103339"/>
                </a:lnTo>
                <a:cubicBezTo>
                  <a:pt x="225662" y="105167"/>
                  <a:pt x="223559" y="106082"/>
                  <a:pt x="221205" y="106082"/>
                </a:cubicBezTo>
                <a:cubicBezTo>
                  <a:pt x="218850" y="106082"/>
                  <a:pt x="216759" y="105167"/>
                  <a:pt x="214918" y="103339"/>
                </a:cubicBezTo>
                <a:cubicBezTo>
                  <a:pt x="213089" y="101761"/>
                  <a:pt x="212175" y="99795"/>
                  <a:pt x="212175" y="97441"/>
                </a:cubicBezTo>
                <a:cubicBezTo>
                  <a:pt x="212175" y="95086"/>
                  <a:pt x="213089" y="92983"/>
                  <a:pt x="214918" y="91154"/>
                </a:cubicBezTo>
                <a:lnTo>
                  <a:pt x="258924" y="47149"/>
                </a:lnTo>
                <a:cubicBezTo>
                  <a:pt x="259975" y="46097"/>
                  <a:pt x="261153" y="45183"/>
                  <a:pt x="262467" y="44394"/>
                </a:cubicBezTo>
                <a:cubicBezTo>
                  <a:pt x="263770" y="43880"/>
                  <a:pt x="265210" y="43617"/>
                  <a:pt x="266788" y="43617"/>
                </a:cubicBezTo>
                <a:cubicBezTo>
                  <a:pt x="268091" y="43617"/>
                  <a:pt x="269405" y="43880"/>
                  <a:pt x="270708" y="44394"/>
                </a:cubicBezTo>
                <a:cubicBezTo>
                  <a:pt x="272023" y="45183"/>
                  <a:pt x="273337" y="46097"/>
                  <a:pt x="274640" y="47149"/>
                </a:cubicBezTo>
                <a:lnTo>
                  <a:pt x="318257" y="91154"/>
                </a:lnTo>
                <a:cubicBezTo>
                  <a:pt x="320086" y="92732"/>
                  <a:pt x="321000" y="94823"/>
                  <a:pt x="321000" y="97441"/>
                </a:cubicBezTo>
                <a:cubicBezTo>
                  <a:pt x="321000" y="99795"/>
                  <a:pt x="320086" y="101761"/>
                  <a:pt x="318257" y="103339"/>
                </a:cubicBezTo>
                <a:cubicBezTo>
                  <a:pt x="316417" y="105167"/>
                  <a:pt x="314325" y="106082"/>
                  <a:pt x="311970" y="106082"/>
                </a:cubicBezTo>
                <a:cubicBezTo>
                  <a:pt x="309616" y="106082"/>
                  <a:pt x="307513" y="105167"/>
                  <a:pt x="305684" y="103339"/>
                </a:cubicBezTo>
                <a:lnTo>
                  <a:pt x="275429" y="73083"/>
                </a:lnTo>
                <a:cubicBezTo>
                  <a:pt x="276732" y="106082"/>
                  <a:pt x="273726" y="132542"/>
                  <a:pt x="266388" y="152453"/>
                </a:cubicBezTo>
                <a:cubicBezTo>
                  <a:pt x="258798" y="172616"/>
                  <a:pt x="245962" y="190950"/>
                  <a:pt x="227891" y="207455"/>
                </a:cubicBezTo>
                <a:cubicBezTo>
                  <a:pt x="216884" y="217410"/>
                  <a:pt x="209158" y="226703"/>
                  <a:pt x="204700" y="235355"/>
                </a:cubicBezTo>
                <a:cubicBezTo>
                  <a:pt x="199991" y="243996"/>
                  <a:pt x="197636" y="255392"/>
                  <a:pt x="197636" y="269531"/>
                </a:cubicBezTo>
                <a:lnTo>
                  <a:pt x="197636" y="328864"/>
                </a:lnTo>
                <a:cubicBezTo>
                  <a:pt x="197636" y="331481"/>
                  <a:pt x="196710" y="333710"/>
                  <a:pt x="194882" y="335539"/>
                </a:cubicBezTo>
                <a:cubicBezTo>
                  <a:pt x="193316" y="337116"/>
                  <a:pt x="191212" y="337905"/>
                  <a:pt x="188595" y="337905"/>
                </a:cubicBezTo>
                <a:cubicBezTo>
                  <a:pt x="185978" y="337905"/>
                  <a:pt x="183886" y="337116"/>
                  <a:pt x="182309" y="335539"/>
                </a:cubicBezTo>
                <a:cubicBezTo>
                  <a:pt x="180480" y="333710"/>
                  <a:pt x="179554" y="331481"/>
                  <a:pt x="179554" y="328864"/>
                </a:cubicBezTo>
                <a:close/>
                <a:moveTo>
                  <a:pt x="104516" y="127307"/>
                </a:moveTo>
                <a:cubicBezTo>
                  <a:pt x="103464" y="122324"/>
                  <a:pt x="102676" y="114860"/>
                  <a:pt x="102161" y="104905"/>
                </a:cubicBezTo>
                <a:cubicBezTo>
                  <a:pt x="101373" y="94949"/>
                  <a:pt x="101110" y="84479"/>
                  <a:pt x="101373" y="73472"/>
                </a:cubicBezTo>
                <a:lnTo>
                  <a:pt x="71506" y="103339"/>
                </a:lnTo>
                <a:cubicBezTo>
                  <a:pt x="69677" y="105167"/>
                  <a:pt x="67586" y="106082"/>
                  <a:pt x="65220" y="106082"/>
                </a:cubicBezTo>
                <a:cubicBezTo>
                  <a:pt x="62865" y="106082"/>
                  <a:pt x="60773" y="105167"/>
                  <a:pt x="58933" y="103339"/>
                </a:cubicBezTo>
                <a:cubicBezTo>
                  <a:pt x="57104" y="101761"/>
                  <a:pt x="56190" y="99795"/>
                  <a:pt x="56190" y="97441"/>
                </a:cubicBezTo>
                <a:cubicBezTo>
                  <a:pt x="56190" y="95086"/>
                  <a:pt x="57104" y="92983"/>
                  <a:pt x="58933" y="91154"/>
                </a:cubicBezTo>
                <a:lnTo>
                  <a:pt x="102550" y="47149"/>
                </a:lnTo>
                <a:cubicBezTo>
                  <a:pt x="103853" y="46097"/>
                  <a:pt x="105167" y="45183"/>
                  <a:pt x="106482" y="44394"/>
                </a:cubicBezTo>
                <a:cubicBezTo>
                  <a:pt x="107785" y="43880"/>
                  <a:pt x="109099" y="43617"/>
                  <a:pt x="110402" y="43617"/>
                </a:cubicBezTo>
                <a:cubicBezTo>
                  <a:pt x="111980" y="43617"/>
                  <a:pt x="113420" y="43880"/>
                  <a:pt x="114734" y="44394"/>
                </a:cubicBezTo>
                <a:cubicBezTo>
                  <a:pt x="116037" y="45183"/>
                  <a:pt x="117352" y="46097"/>
                  <a:pt x="118655" y="47149"/>
                </a:cubicBezTo>
                <a:lnTo>
                  <a:pt x="162272" y="91154"/>
                </a:lnTo>
                <a:cubicBezTo>
                  <a:pt x="164101" y="92732"/>
                  <a:pt x="165026" y="94823"/>
                  <a:pt x="165026" y="97441"/>
                </a:cubicBezTo>
                <a:cubicBezTo>
                  <a:pt x="165026" y="99795"/>
                  <a:pt x="164101" y="101761"/>
                  <a:pt x="162272" y="103339"/>
                </a:cubicBezTo>
                <a:cubicBezTo>
                  <a:pt x="160431" y="105167"/>
                  <a:pt x="158340" y="106082"/>
                  <a:pt x="155985" y="106082"/>
                </a:cubicBezTo>
                <a:cubicBezTo>
                  <a:pt x="153631" y="106082"/>
                  <a:pt x="151528" y="105167"/>
                  <a:pt x="149699" y="103339"/>
                </a:cubicBezTo>
                <a:lnTo>
                  <a:pt x="119832" y="73472"/>
                </a:lnTo>
                <a:cubicBezTo>
                  <a:pt x="119318" y="83690"/>
                  <a:pt x="119181" y="93120"/>
                  <a:pt x="119443" y="101761"/>
                </a:cubicBezTo>
                <a:cubicBezTo>
                  <a:pt x="119969" y="110139"/>
                  <a:pt x="120758" y="117215"/>
                  <a:pt x="121798" y="122975"/>
                </a:cubicBezTo>
                <a:lnTo>
                  <a:pt x="104516" y="127307"/>
                </a:lnTo>
                <a:close/>
                <a:moveTo>
                  <a:pt x="135548" y="193704"/>
                </a:moveTo>
                <a:cubicBezTo>
                  <a:pt x="131365" y="188984"/>
                  <a:pt x="126907" y="182834"/>
                  <a:pt x="122198" y="175233"/>
                </a:cubicBezTo>
                <a:cubicBezTo>
                  <a:pt x="117215" y="167907"/>
                  <a:pt x="113546" y="160569"/>
                  <a:pt x="111191" y="153231"/>
                </a:cubicBezTo>
                <a:lnTo>
                  <a:pt x="128873" y="148521"/>
                </a:lnTo>
                <a:cubicBezTo>
                  <a:pt x="130965" y="154282"/>
                  <a:pt x="133720" y="160180"/>
                  <a:pt x="137126" y="166204"/>
                </a:cubicBezTo>
                <a:cubicBezTo>
                  <a:pt x="140795" y="172227"/>
                  <a:pt x="144464" y="177199"/>
                  <a:pt x="148121" y="181131"/>
                </a:cubicBezTo>
                <a:lnTo>
                  <a:pt x="135548" y="19370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1106395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950" dirty="0"/>
          </a:p>
        </p:txBody>
      </p:sp>
      <p:sp>
        <p:nvSpPr>
          <p:cNvPr id="198" name="圖示 分歧"/>
          <p:cNvSpPr/>
          <p:nvPr/>
        </p:nvSpPr>
        <p:spPr>
          <a:xfrm>
            <a:off x="1193832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8400" y="100973"/>
                </a:moveTo>
                <a:lnTo>
                  <a:pt x="88400" y="143801"/>
                </a:lnTo>
                <a:cubicBezTo>
                  <a:pt x="88400" y="146418"/>
                  <a:pt x="87622" y="148521"/>
                  <a:pt x="86045" y="150087"/>
                </a:cubicBezTo>
                <a:cubicBezTo>
                  <a:pt x="84216" y="151928"/>
                  <a:pt x="82113" y="152842"/>
                  <a:pt x="79759" y="152842"/>
                </a:cubicBezTo>
                <a:cubicBezTo>
                  <a:pt x="77141" y="152842"/>
                  <a:pt x="74912" y="151928"/>
                  <a:pt x="73083" y="150087"/>
                </a:cubicBezTo>
                <a:cubicBezTo>
                  <a:pt x="71506" y="148521"/>
                  <a:pt x="70729" y="146418"/>
                  <a:pt x="70729" y="143801"/>
                </a:cubicBezTo>
                <a:lnTo>
                  <a:pt x="70729" y="82113"/>
                </a:lnTo>
                <a:cubicBezTo>
                  <a:pt x="70729" y="78707"/>
                  <a:pt x="71769" y="75964"/>
                  <a:pt x="73872" y="73872"/>
                </a:cubicBezTo>
                <a:cubicBezTo>
                  <a:pt x="75964" y="71769"/>
                  <a:pt x="78707" y="70729"/>
                  <a:pt x="82113" y="70729"/>
                </a:cubicBezTo>
                <a:lnTo>
                  <a:pt x="144201" y="70729"/>
                </a:lnTo>
                <a:cubicBezTo>
                  <a:pt x="146555" y="70729"/>
                  <a:pt x="148647" y="71643"/>
                  <a:pt x="150487" y="73472"/>
                </a:cubicBezTo>
                <a:cubicBezTo>
                  <a:pt x="152053" y="75049"/>
                  <a:pt x="152842" y="77141"/>
                  <a:pt x="152842" y="79759"/>
                </a:cubicBezTo>
                <a:cubicBezTo>
                  <a:pt x="152842" y="82376"/>
                  <a:pt x="152053" y="84479"/>
                  <a:pt x="150487" y="86045"/>
                </a:cubicBezTo>
                <a:cubicBezTo>
                  <a:pt x="148647" y="87622"/>
                  <a:pt x="146555" y="88400"/>
                  <a:pt x="144201" y="88400"/>
                </a:cubicBezTo>
                <a:lnTo>
                  <a:pt x="101373" y="88400"/>
                </a:lnTo>
                <a:lnTo>
                  <a:pt x="191350" y="178377"/>
                </a:lnTo>
                <a:cubicBezTo>
                  <a:pt x="193178" y="180480"/>
                  <a:pt x="194756" y="182960"/>
                  <a:pt x="196059" y="185840"/>
                </a:cubicBezTo>
                <a:cubicBezTo>
                  <a:pt x="197373" y="188721"/>
                  <a:pt x="198025" y="191738"/>
                  <a:pt x="198025" y="194882"/>
                </a:cubicBezTo>
                <a:lnTo>
                  <a:pt x="198025" y="297431"/>
                </a:lnTo>
                <a:cubicBezTo>
                  <a:pt x="198025" y="300049"/>
                  <a:pt x="197236" y="302141"/>
                  <a:pt x="195670" y="303718"/>
                </a:cubicBezTo>
                <a:cubicBezTo>
                  <a:pt x="193830" y="305547"/>
                  <a:pt x="191613" y="306473"/>
                  <a:pt x="188984" y="306473"/>
                </a:cubicBezTo>
                <a:cubicBezTo>
                  <a:pt x="186629" y="306473"/>
                  <a:pt x="184537" y="305547"/>
                  <a:pt x="182697" y="303718"/>
                </a:cubicBezTo>
                <a:cubicBezTo>
                  <a:pt x="181131" y="302141"/>
                  <a:pt x="180343" y="300049"/>
                  <a:pt x="180343" y="297431"/>
                </a:cubicBezTo>
                <a:lnTo>
                  <a:pt x="180343" y="194882"/>
                </a:lnTo>
                <a:cubicBezTo>
                  <a:pt x="180343" y="194093"/>
                  <a:pt x="180217" y="193441"/>
                  <a:pt x="179954" y="192916"/>
                </a:cubicBezTo>
                <a:cubicBezTo>
                  <a:pt x="179691" y="192390"/>
                  <a:pt x="179291" y="191864"/>
                  <a:pt x="178777" y="191350"/>
                </a:cubicBezTo>
                <a:lnTo>
                  <a:pt x="88400" y="100973"/>
                </a:lnTo>
                <a:close/>
                <a:moveTo>
                  <a:pt x="288790" y="100973"/>
                </a:moveTo>
                <a:lnTo>
                  <a:pt x="225925" y="163449"/>
                </a:lnTo>
                <a:cubicBezTo>
                  <a:pt x="224085" y="165278"/>
                  <a:pt x="221993" y="166204"/>
                  <a:pt x="219639" y="166204"/>
                </a:cubicBezTo>
                <a:cubicBezTo>
                  <a:pt x="217273" y="166204"/>
                  <a:pt x="215181" y="165278"/>
                  <a:pt x="213352" y="163449"/>
                </a:cubicBezTo>
                <a:cubicBezTo>
                  <a:pt x="211512" y="161620"/>
                  <a:pt x="210598" y="159517"/>
                  <a:pt x="210598" y="157163"/>
                </a:cubicBezTo>
                <a:cubicBezTo>
                  <a:pt x="210598" y="154808"/>
                  <a:pt x="211512" y="152842"/>
                  <a:pt x="213352" y="151265"/>
                </a:cubicBezTo>
                <a:lnTo>
                  <a:pt x="275817" y="88400"/>
                </a:lnTo>
                <a:lnTo>
                  <a:pt x="233389" y="88400"/>
                </a:lnTo>
                <a:cubicBezTo>
                  <a:pt x="230772" y="88400"/>
                  <a:pt x="228669" y="87622"/>
                  <a:pt x="227103" y="86045"/>
                </a:cubicBezTo>
                <a:cubicBezTo>
                  <a:pt x="225262" y="84216"/>
                  <a:pt x="224348" y="82113"/>
                  <a:pt x="224348" y="79759"/>
                </a:cubicBezTo>
                <a:cubicBezTo>
                  <a:pt x="224348" y="77141"/>
                  <a:pt x="225262" y="74912"/>
                  <a:pt x="227103" y="73083"/>
                </a:cubicBezTo>
                <a:cubicBezTo>
                  <a:pt x="228669" y="71506"/>
                  <a:pt x="230772" y="70729"/>
                  <a:pt x="233389" y="70729"/>
                </a:cubicBezTo>
                <a:lnTo>
                  <a:pt x="295077" y="70729"/>
                </a:lnTo>
                <a:cubicBezTo>
                  <a:pt x="298483" y="70729"/>
                  <a:pt x="301226" y="71769"/>
                  <a:pt x="303329" y="73872"/>
                </a:cubicBezTo>
                <a:cubicBezTo>
                  <a:pt x="305421" y="75964"/>
                  <a:pt x="306473" y="78707"/>
                  <a:pt x="306473" y="82113"/>
                </a:cubicBezTo>
                <a:lnTo>
                  <a:pt x="306473" y="143801"/>
                </a:lnTo>
                <a:cubicBezTo>
                  <a:pt x="306473" y="146418"/>
                  <a:pt x="305547" y="148521"/>
                  <a:pt x="303718" y="150087"/>
                </a:cubicBezTo>
                <a:cubicBezTo>
                  <a:pt x="302141" y="151928"/>
                  <a:pt x="300049" y="152842"/>
                  <a:pt x="297431" y="152842"/>
                </a:cubicBezTo>
                <a:cubicBezTo>
                  <a:pt x="294814" y="152842"/>
                  <a:pt x="292711" y="151928"/>
                  <a:pt x="291145" y="150087"/>
                </a:cubicBezTo>
                <a:cubicBezTo>
                  <a:pt x="289568" y="148521"/>
                  <a:pt x="288790" y="146418"/>
                  <a:pt x="288790" y="143801"/>
                </a:cubicBezTo>
                <a:lnTo>
                  <a:pt x="288790" y="10097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1175735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950" dirty="0"/>
          </a:p>
        </p:txBody>
      </p:sp>
      <p:sp>
        <p:nvSpPr>
          <p:cNvPr id="200" name="圖示 合併"/>
          <p:cNvSpPr/>
          <p:nvPr/>
        </p:nvSpPr>
        <p:spPr>
          <a:xfrm>
            <a:off x="1263172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34178"/>
                </a:moveTo>
                <a:lnTo>
                  <a:pt x="106871" y="315902"/>
                </a:lnTo>
                <a:cubicBezTo>
                  <a:pt x="105042" y="317731"/>
                  <a:pt x="102939" y="318646"/>
                  <a:pt x="100584" y="318646"/>
                </a:cubicBezTo>
                <a:cubicBezTo>
                  <a:pt x="98229" y="318646"/>
                  <a:pt x="96126" y="317731"/>
                  <a:pt x="94298" y="315902"/>
                </a:cubicBezTo>
                <a:cubicBezTo>
                  <a:pt x="92732" y="314062"/>
                  <a:pt x="91943" y="311970"/>
                  <a:pt x="91943" y="309616"/>
                </a:cubicBezTo>
                <a:cubicBezTo>
                  <a:pt x="91943" y="307250"/>
                  <a:pt x="92732" y="305158"/>
                  <a:pt x="94298" y="303329"/>
                </a:cubicBezTo>
                <a:lnTo>
                  <a:pt x="163838" y="234178"/>
                </a:lnTo>
                <a:cubicBezTo>
                  <a:pt x="170387" y="227628"/>
                  <a:pt x="174708" y="221993"/>
                  <a:pt x="176811" y="217273"/>
                </a:cubicBezTo>
                <a:cubicBezTo>
                  <a:pt x="178639" y="212301"/>
                  <a:pt x="179554" y="204700"/>
                  <a:pt x="179554" y="194493"/>
                </a:cubicBezTo>
                <a:lnTo>
                  <a:pt x="179554" y="88800"/>
                </a:lnTo>
                <a:lnTo>
                  <a:pt x="148910" y="119055"/>
                </a:lnTo>
                <a:cubicBezTo>
                  <a:pt x="147344" y="120884"/>
                  <a:pt x="145378" y="121798"/>
                  <a:pt x="143024" y="121798"/>
                </a:cubicBezTo>
                <a:cubicBezTo>
                  <a:pt x="140658" y="121798"/>
                  <a:pt x="138566" y="120884"/>
                  <a:pt x="136737" y="119055"/>
                </a:cubicBezTo>
                <a:cubicBezTo>
                  <a:pt x="135160" y="117478"/>
                  <a:pt x="134371" y="115512"/>
                  <a:pt x="134371" y="113157"/>
                </a:cubicBezTo>
                <a:cubicBezTo>
                  <a:pt x="134371" y="110802"/>
                  <a:pt x="135160" y="108699"/>
                  <a:pt x="136737" y="106871"/>
                </a:cubicBezTo>
                <a:lnTo>
                  <a:pt x="180743" y="62865"/>
                </a:lnTo>
                <a:cubicBezTo>
                  <a:pt x="182834" y="60773"/>
                  <a:pt x="185452" y="59722"/>
                  <a:pt x="188595" y="59722"/>
                </a:cubicBezTo>
                <a:cubicBezTo>
                  <a:pt x="191738" y="59722"/>
                  <a:pt x="194356" y="60773"/>
                  <a:pt x="196459" y="62865"/>
                </a:cubicBezTo>
                <a:lnTo>
                  <a:pt x="240464" y="106871"/>
                </a:lnTo>
                <a:cubicBezTo>
                  <a:pt x="242293" y="108699"/>
                  <a:pt x="243208" y="110802"/>
                  <a:pt x="243208" y="113157"/>
                </a:cubicBezTo>
                <a:cubicBezTo>
                  <a:pt x="243208" y="115512"/>
                  <a:pt x="242293" y="117478"/>
                  <a:pt x="240464" y="119055"/>
                </a:cubicBezTo>
                <a:cubicBezTo>
                  <a:pt x="238624" y="120884"/>
                  <a:pt x="236532" y="121798"/>
                  <a:pt x="234178" y="121798"/>
                </a:cubicBezTo>
                <a:cubicBezTo>
                  <a:pt x="231812" y="121798"/>
                  <a:pt x="229846" y="120884"/>
                  <a:pt x="228280" y="119055"/>
                </a:cubicBezTo>
                <a:lnTo>
                  <a:pt x="197636" y="88800"/>
                </a:lnTo>
                <a:lnTo>
                  <a:pt x="197636" y="194493"/>
                </a:lnTo>
                <a:cubicBezTo>
                  <a:pt x="197636" y="204700"/>
                  <a:pt x="198676" y="212301"/>
                  <a:pt x="200779" y="217273"/>
                </a:cubicBezTo>
                <a:cubicBezTo>
                  <a:pt x="202871" y="222256"/>
                  <a:pt x="207192" y="228017"/>
                  <a:pt x="213741" y="234566"/>
                </a:cubicBezTo>
                <a:lnTo>
                  <a:pt x="282893" y="303718"/>
                </a:lnTo>
                <a:cubicBezTo>
                  <a:pt x="284721" y="305284"/>
                  <a:pt x="285647" y="307250"/>
                  <a:pt x="285647" y="309616"/>
                </a:cubicBezTo>
                <a:cubicBezTo>
                  <a:pt x="285647" y="311970"/>
                  <a:pt x="284721" y="314062"/>
                  <a:pt x="282893" y="315902"/>
                </a:cubicBezTo>
                <a:cubicBezTo>
                  <a:pt x="281064" y="317731"/>
                  <a:pt x="278961" y="318646"/>
                  <a:pt x="276606" y="318646"/>
                </a:cubicBezTo>
                <a:cubicBezTo>
                  <a:pt x="274251" y="318646"/>
                  <a:pt x="272148" y="317731"/>
                  <a:pt x="270320" y="315902"/>
                </a:cubicBezTo>
                <a:lnTo>
                  <a:pt x="188595" y="2341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1245075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950" dirty="0"/>
          </a:p>
        </p:txBody>
      </p:sp>
      <p:sp>
        <p:nvSpPr>
          <p:cNvPr id="202" name="圖示 路徑"/>
          <p:cNvSpPr/>
          <p:nvPr/>
        </p:nvSpPr>
        <p:spPr>
          <a:xfrm>
            <a:off x="1332512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9407" y="309216"/>
                </a:moveTo>
                <a:cubicBezTo>
                  <a:pt x="88137" y="297957"/>
                  <a:pt x="82513" y="284333"/>
                  <a:pt x="82513" y="268354"/>
                </a:cubicBezTo>
                <a:lnTo>
                  <a:pt x="82513" y="131228"/>
                </a:lnTo>
                <a:cubicBezTo>
                  <a:pt x="73346" y="127822"/>
                  <a:pt x="65883" y="122587"/>
                  <a:pt x="60110" y="115512"/>
                </a:cubicBezTo>
                <a:cubicBezTo>
                  <a:pt x="54087" y="108448"/>
                  <a:pt x="51081" y="100458"/>
                  <a:pt x="51081" y="91543"/>
                </a:cubicBezTo>
                <a:cubicBezTo>
                  <a:pt x="51081" y="80284"/>
                  <a:pt x="55013" y="70729"/>
                  <a:pt x="62865" y="62865"/>
                </a:cubicBezTo>
                <a:cubicBezTo>
                  <a:pt x="70729" y="55013"/>
                  <a:pt x="80284" y="51081"/>
                  <a:pt x="91543" y="51081"/>
                </a:cubicBezTo>
                <a:cubicBezTo>
                  <a:pt x="102813" y="51081"/>
                  <a:pt x="112368" y="55013"/>
                  <a:pt x="120232" y="62865"/>
                </a:cubicBezTo>
                <a:cubicBezTo>
                  <a:pt x="127822" y="70729"/>
                  <a:pt x="131628" y="80284"/>
                  <a:pt x="131628" y="91543"/>
                </a:cubicBezTo>
                <a:cubicBezTo>
                  <a:pt x="131628" y="100195"/>
                  <a:pt x="128748" y="108048"/>
                  <a:pt x="122975" y="115123"/>
                </a:cubicBezTo>
                <a:cubicBezTo>
                  <a:pt x="116952" y="122461"/>
                  <a:pt x="109362" y="127822"/>
                  <a:pt x="100195" y="131228"/>
                </a:cubicBezTo>
                <a:lnTo>
                  <a:pt x="100195" y="268354"/>
                </a:lnTo>
                <a:cubicBezTo>
                  <a:pt x="100195" y="279361"/>
                  <a:pt x="104116" y="288790"/>
                  <a:pt x="111980" y="296643"/>
                </a:cubicBezTo>
                <a:cubicBezTo>
                  <a:pt x="119569" y="304507"/>
                  <a:pt x="128999" y="308427"/>
                  <a:pt x="140269" y="308427"/>
                </a:cubicBezTo>
                <a:cubicBezTo>
                  <a:pt x="151265" y="308427"/>
                  <a:pt x="160569" y="304507"/>
                  <a:pt x="168170" y="296643"/>
                </a:cubicBezTo>
                <a:cubicBezTo>
                  <a:pt x="175759" y="288790"/>
                  <a:pt x="179554" y="279361"/>
                  <a:pt x="179554" y="268354"/>
                </a:cubicBezTo>
                <a:lnTo>
                  <a:pt x="179554" y="108448"/>
                </a:lnTo>
                <a:cubicBezTo>
                  <a:pt x="179554" y="92469"/>
                  <a:pt x="185189" y="78970"/>
                  <a:pt x="196459" y="67974"/>
                </a:cubicBezTo>
                <a:cubicBezTo>
                  <a:pt x="207455" y="56704"/>
                  <a:pt x="221079" y="51081"/>
                  <a:pt x="237321" y="51081"/>
                </a:cubicBezTo>
                <a:cubicBezTo>
                  <a:pt x="253289" y="51081"/>
                  <a:pt x="266913" y="56704"/>
                  <a:pt x="278183" y="67974"/>
                </a:cubicBezTo>
                <a:cubicBezTo>
                  <a:pt x="289179" y="78970"/>
                  <a:pt x="294677" y="92469"/>
                  <a:pt x="294677" y="108448"/>
                </a:cubicBezTo>
                <a:lnTo>
                  <a:pt x="294677" y="245962"/>
                </a:lnTo>
                <a:cubicBezTo>
                  <a:pt x="303844" y="249368"/>
                  <a:pt x="311445" y="254603"/>
                  <a:pt x="317468" y="261678"/>
                </a:cubicBezTo>
                <a:cubicBezTo>
                  <a:pt x="323229" y="268754"/>
                  <a:pt x="326109" y="276732"/>
                  <a:pt x="326109" y="285647"/>
                </a:cubicBezTo>
                <a:cubicBezTo>
                  <a:pt x="326109" y="296906"/>
                  <a:pt x="322189" y="306473"/>
                  <a:pt x="314325" y="314325"/>
                </a:cubicBezTo>
                <a:cubicBezTo>
                  <a:pt x="306473" y="322189"/>
                  <a:pt x="296906" y="326109"/>
                  <a:pt x="285647" y="326109"/>
                </a:cubicBezTo>
                <a:cubicBezTo>
                  <a:pt x="274640" y="326109"/>
                  <a:pt x="265210" y="322189"/>
                  <a:pt x="257358" y="314325"/>
                </a:cubicBezTo>
                <a:cubicBezTo>
                  <a:pt x="249494" y="306473"/>
                  <a:pt x="245562" y="296906"/>
                  <a:pt x="245562" y="285647"/>
                </a:cubicBezTo>
                <a:cubicBezTo>
                  <a:pt x="245562" y="276732"/>
                  <a:pt x="248442" y="268754"/>
                  <a:pt x="254215" y="261678"/>
                </a:cubicBezTo>
                <a:cubicBezTo>
                  <a:pt x="260238" y="254340"/>
                  <a:pt x="267828" y="249105"/>
                  <a:pt x="276995" y="245962"/>
                </a:cubicBezTo>
                <a:lnTo>
                  <a:pt x="276995" y="108448"/>
                </a:lnTo>
                <a:cubicBezTo>
                  <a:pt x="276995" y="97441"/>
                  <a:pt x="273074" y="88137"/>
                  <a:pt x="265210" y="80547"/>
                </a:cubicBezTo>
                <a:cubicBezTo>
                  <a:pt x="257621" y="72683"/>
                  <a:pt x="248317" y="68763"/>
                  <a:pt x="237321" y="68763"/>
                </a:cubicBezTo>
                <a:cubicBezTo>
                  <a:pt x="226314" y="68763"/>
                  <a:pt x="216884" y="72683"/>
                  <a:pt x="209032" y="80547"/>
                </a:cubicBezTo>
                <a:cubicBezTo>
                  <a:pt x="201431" y="88137"/>
                  <a:pt x="197636" y="97441"/>
                  <a:pt x="197636" y="108448"/>
                </a:cubicBezTo>
                <a:lnTo>
                  <a:pt x="197636" y="268354"/>
                </a:lnTo>
                <a:cubicBezTo>
                  <a:pt x="197636" y="284333"/>
                  <a:pt x="192001" y="297957"/>
                  <a:pt x="180743" y="309216"/>
                </a:cubicBezTo>
                <a:cubicBezTo>
                  <a:pt x="169736" y="320486"/>
                  <a:pt x="156111" y="326109"/>
                  <a:pt x="139880" y="326109"/>
                </a:cubicBezTo>
                <a:cubicBezTo>
                  <a:pt x="123901" y="326109"/>
                  <a:pt x="110402" y="320486"/>
                  <a:pt x="99407" y="309216"/>
                </a:cubicBezTo>
                <a:close/>
                <a:moveTo>
                  <a:pt x="91543" y="113946"/>
                </a:moveTo>
                <a:cubicBezTo>
                  <a:pt x="97829" y="113946"/>
                  <a:pt x="103076" y="111717"/>
                  <a:pt x="107259" y="107259"/>
                </a:cubicBezTo>
                <a:cubicBezTo>
                  <a:pt x="111717" y="102813"/>
                  <a:pt x="113946" y="97441"/>
                  <a:pt x="113946" y="91154"/>
                </a:cubicBezTo>
                <a:cubicBezTo>
                  <a:pt x="113946" y="85131"/>
                  <a:pt x="111843" y="79896"/>
                  <a:pt x="107659" y="75438"/>
                </a:cubicBezTo>
                <a:cubicBezTo>
                  <a:pt x="103201" y="70980"/>
                  <a:pt x="97829" y="68763"/>
                  <a:pt x="91543" y="68763"/>
                </a:cubicBezTo>
                <a:cubicBezTo>
                  <a:pt x="85519" y="68763"/>
                  <a:pt x="80284" y="70980"/>
                  <a:pt x="75827" y="75438"/>
                </a:cubicBezTo>
                <a:cubicBezTo>
                  <a:pt x="71117" y="79633"/>
                  <a:pt x="68763" y="84993"/>
                  <a:pt x="68763" y="91543"/>
                </a:cubicBezTo>
                <a:cubicBezTo>
                  <a:pt x="68763" y="97566"/>
                  <a:pt x="71117" y="102813"/>
                  <a:pt x="75827" y="107259"/>
                </a:cubicBezTo>
                <a:cubicBezTo>
                  <a:pt x="80284" y="111717"/>
                  <a:pt x="85519" y="113946"/>
                  <a:pt x="91543" y="113946"/>
                </a:cubicBezTo>
                <a:close/>
                <a:moveTo>
                  <a:pt x="286036" y="308427"/>
                </a:moveTo>
                <a:cubicBezTo>
                  <a:pt x="292059" y="308427"/>
                  <a:pt x="297294" y="306210"/>
                  <a:pt x="301752" y="301752"/>
                </a:cubicBezTo>
                <a:cubicBezTo>
                  <a:pt x="306210" y="297043"/>
                  <a:pt x="308427" y="291671"/>
                  <a:pt x="308427" y="285647"/>
                </a:cubicBezTo>
                <a:cubicBezTo>
                  <a:pt x="308427" y="279361"/>
                  <a:pt x="306210" y="274114"/>
                  <a:pt x="301752" y="269931"/>
                </a:cubicBezTo>
                <a:cubicBezTo>
                  <a:pt x="297557" y="265473"/>
                  <a:pt x="292197" y="263244"/>
                  <a:pt x="285647" y="263244"/>
                </a:cubicBezTo>
                <a:cubicBezTo>
                  <a:pt x="279624" y="263244"/>
                  <a:pt x="274377" y="265347"/>
                  <a:pt x="269931" y="269531"/>
                </a:cubicBezTo>
                <a:cubicBezTo>
                  <a:pt x="265473" y="273989"/>
                  <a:pt x="263244" y="279361"/>
                  <a:pt x="263244" y="285647"/>
                </a:cubicBezTo>
                <a:cubicBezTo>
                  <a:pt x="263244" y="291671"/>
                  <a:pt x="265473" y="297043"/>
                  <a:pt x="269931" y="301752"/>
                </a:cubicBezTo>
                <a:cubicBezTo>
                  <a:pt x="274377" y="306210"/>
                  <a:pt x="279749" y="308427"/>
                  <a:pt x="286036" y="308427"/>
                </a:cubicBezTo>
                <a:close/>
                <a:moveTo>
                  <a:pt x="91543" y="91543"/>
                </a:moveTo>
                <a:close/>
                <a:moveTo>
                  <a:pt x="285647" y="28564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314415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950" dirty="0"/>
          </a:p>
        </p:txBody>
      </p:sp>
      <p:sp>
        <p:nvSpPr>
          <p:cNvPr id="204" name="圖示 付款"/>
          <p:cNvSpPr/>
          <p:nvPr/>
        </p:nvSpPr>
        <p:spPr>
          <a:xfrm>
            <a:off x="1401852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0209" y="205489"/>
                </a:moveTo>
                <a:cubicBezTo>
                  <a:pt x="199202" y="205489"/>
                  <a:pt x="189909" y="201694"/>
                  <a:pt x="182309" y="194093"/>
                </a:cubicBezTo>
                <a:cubicBezTo>
                  <a:pt x="174708" y="186503"/>
                  <a:pt x="170913" y="177199"/>
                  <a:pt x="170913" y="166204"/>
                </a:cubicBezTo>
                <a:cubicBezTo>
                  <a:pt x="170913" y="155197"/>
                  <a:pt x="174708" y="145904"/>
                  <a:pt x="182309" y="138303"/>
                </a:cubicBezTo>
                <a:cubicBezTo>
                  <a:pt x="189909" y="130702"/>
                  <a:pt x="199202" y="126907"/>
                  <a:pt x="210209" y="126907"/>
                </a:cubicBezTo>
                <a:cubicBezTo>
                  <a:pt x="221205" y="126907"/>
                  <a:pt x="230509" y="130702"/>
                  <a:pt x="238098" y="138303"/>
                </a:cubicBezTo>
                <a:cubicBezTo>
                  <a:pt x="245699" y="145904"/>
                  <a:pt x="249494" y="155197"/>
                  <a:pt x="249494" y="166204"/>
                </a:cubicBezTo>
                <a:cubicBezTo>
                  <a:pt x="249494" y="177199"/>
                  <a:pt x="245699" y="186503"/>
                  <a:pt x="238098" y="194093"/>
                </a:cubicBezTo>
                <a:cubicBezTo>
                  <a:pt x="230509" y="201694"/>
                  <a:pt x="221205" y="205489"/>
                  <a:pt x="210209" y="205489"/>
                </a:cubicBezTo>
                <a:close/>
                <a:moveTo>
                  <a:pt x="95086" y="260101"/>
                </a:moveTo>
                <a:cubicBezTo>
                  <a:pt x="89063" y="260101"/>
                  <a:pt x="83816" y="257747"/>
                  <a:pt x="79370" y="253037"/>
                </a:cubicBezTo>
                <a:cubicBezTo>
                  <a:pt x="74912" y="248580"/>
                  <a:pt x="72683" y="243345"/>
                  <a:pt x="72683" y="237321"/>
                </a:cubicBezTo>
                <a:lnTo>
                  <a:pt x="72683" y="95086"/>
                </a:lnTo>
                <a:cubicBezTo>
                  <a:pt x="72683" y="89063"/>
                  <a:pt x="74912" y="83816"/>
                  <a:pt x="79370" y="79370"/>
                </a:cubicBezTo>
                <a:cubicBezTo>
                  <a:pt x="83816" y="74912"/>
                  <a:pt x="89063" y="72683"/>
                  <a:pt x="95086" y="72683"/>
                </a:cubicBezTo>
                <a:lnTo>
                  <a:pt x="325332" y="72683"/>
                </a:lnTo>
                <a:cubicBezTo>
                  <a:pt x="331619" y="72683"/>
                  <a:pt x="336979" y="74912"/>
                  <a:pt x="341437" y="79370"/>
                </a:cubicBezTo>
                <a:cubicBezTo>
                  <a:pt x="345883" y="83816"/>
                  <a:pt x="348112" y="89063"/>
                  <a:pt x="348112" y="95086"/>
                </a:cubicBezTo>
                <a:lnTo>
                  <a:pt x="348112" y="237321"/>
                </a:lnTo>
                <a:cubicBezTo>
                  <a:pt x="348112" y="243345"/>
                  <a:pt x="345883" y="248580"/>
                  <a:pt x="341437" y="253037"/>
                </a:cubicBezTo>
                <a:cubicBezTo>
                  <a:pt x="336979" y="257747"/>
                  <a:pt x="331619" y="260101"/>
                  <a:pt x="325332" y="260101"/>
                </a:cubicBezTo>
                <a:lnTo>
                  <a:pt x="95086" y="260101"/>
                </a:lnTo>
                <a:close/>
                <a:moveTo>
                  <a:pt x="124553" y="242030"/>
                </a:moveTo>
                <a:lnTo>
                  <a:pt x="296254" y="242030"/>
                </a:lnTo>
                <a:cubicBezTo>
                  <a:pt x="296254" y="232600"/>
                  <a:pt x="299523" y="224611"/>
                  <a:pt x="306073" y="218062"/>
                </a:cubicBezTo>
                <a:cubicBezTo>
                  <a:pt x="312885" y="211249"/>
                  <a:pt x="321000" y="207843"/>
                  <a:pt x="330430" y="207843"/>
                </a:cubicBezTo>
                <a:lnTo>
                  <a:pt x="330430" y="124553"/>
                </a:lnTo>
                <a:cubicBezTo>
                  <a:pt x="321000" y="124553"/>
                  <a:pt x="312885" y="121272"/>
                  <a:pt x="306073" y="114734"/>
                </a:cubicBezTo>
                <a:cubicBezTo>
                  <a:pt x="299523" y="107922"/>
                  <a:pt x="296254" y="99795"/>
                  <a:pt x="296254" y="90366"/>
                </a:cubicBezTo>
                <a:lnTo>
                  <a:pt x="124553" y="90366"/>
                </a:lnTo>
                <a:cubicBezTo>
                  <a:pt x="124553" y="99795"/>
                  <a:pt x="121272" y="107922"/>
                  <a:pt x="114734" y="114734"/>
                </a:cubicBezTo>
                <a:cubicBezTo>
                  <a:pt x="107922" y="121272"/>
                  <a:pt x="99795" y="124553"/>
                  <a:pt x="90366" y="124553"/>
                </a:cubicBezTo>
                <a:lnTo>
                  <a:pt x="90366" y="207843"/>
                </a:lnTo>
                <a:cubicBezTo>
                  <a:pt x="99795" y="207843"/>
                  <a:pt x="107922" y="211249"/>
                  <a:pt x="114734" y="218062"/>
                </a:cubicBezTo>
                <a:cubicBezTo>
                  <a:pt x="121272" y="224611"/>
                  <a:pt x="124553" y="232600"/>
                  <a:pt x="124553" y="242030"/>
                </a:cubicBezTo>
                <a:close/>
                <a:moveTo>
                  <a:pt x="292322" y="303329"/>
                </a:moveTo>
                <a:lnTo>
                  <a:pt x="51869" y="303329"/>
                </a:lnTo>
                <a:cubicBezTo>
                  <a:pt x="45583" y="303329"/>
                  <a:pt x="40211" y="301100"/>
                  <a:pt x="35753" y="296643"/>
                </a:cubicBezTo>
                <a:cubicBezTo>
                  <a:pt x="31307" y="292197"/>
                  <a:pt x="29078" y="286950"/>
                  <a:pt x="29078" y="280927"/>
                </a:cubicBezTo>
                <a:lnTo>
                  <a:pt x="29078" y="128485"/>
                </a:lnTo>
                <a:cubicBezTo>
                  <a:pt x="29078" y="125856"/>
                  <a:pt x="29867" y="123638"/>
                  <a:pt x="31433" y="121798"/>
                </a:cubicBezTo>
                <a:cubicBezTo>
                  <a:pt x="33261" y="120232"/>
                  <a:pt x="35490" y="119443"/>
                  <a:pt x="38108" y="119443"/>
                </a:cubicBezTo>
                <a:cubicBezTo>
                  <a:pt x="40474" y="119443"/>
                  <a:pt x="42565" y="120232"/>
                  <a:pt x="44394" y="121798"/>
                </a:cubicBezTo>
                <a:cubicBezTo>
                  <a:pt x="45971" y="123638"/>
                  <a:pt x="46760" y="125856"/>
                  <a:pt x="46760" y="128485"/>
                </a:cubicBezTo>
                <a:lnTo>
                  <a:pt x="46760" y="280927"/>
                </a:lnTo>
                <a:cubicBezTo>
                  <a:pt x="46760" y="281978"/>
                  <a:pt x="47274" y="283018"/>
                  <a:pt x="48326" y="284070"/>
                </a:cubicBezTo>
                <a:cubicBezTo>
                  <a:pt x="49378" y="285121"/>
                  <a:pt x="50555" y="285647"/>
                  <a:pt x="51869" y="285647"/>
                </a:cubicBezTo>
                <a:lnTo>
                  <a:pt x="292322" y="285647"/>
                </a:lnTo>
                <a:cubicBezTo>
                  <a:pt x="294940" y="285647"/>
                  <a:pt x="297043" y="286562"/>
                  <a:pt x="298609" y="288390"/>
                </a:cubicBezTo>
                <a:cubicBezTo>
                  <a:pt x="300438" y="289968"/>
                  <a:pt x="301363" y="292059"/>
                  <a:pt x="301363" y="294677"/>
                </a:cubicBezTo>
                <a:cubicBezTo>
                  <a:pt x="301363" y="297294"/>
                  <a:pt x="300438" y="299397"/>
                  <a:pt x="298609" y="300963"/>
                </a:cubicBezTo>
                <a:cubicBezTo>
                  <a:pt x="297043" y="302541"/>
                  <a:pt x="294940" y="303329"/>
                  <a:pt x="292322" y="303329"/>
                </a:cubicBezTo>
                <a:close/>
                <a:moveTo>
                  <a:pt x="95086" y="242030"/>
                </a:moveTo>
                <a:lnTo>
                  <a:pt x="90366" y="242030"/>
                </a:lnTo>
                <a:lnTo>
                  <a:pt x="90366" y="90366"/>
                </a:lnTo>
                <a:lnTo>
                  <a:pt x="95086" y="90366"/>
                </a:lnTo>
                <a:cubicBezTo>
                  <a:pt x="93772" y="90366"/>
                  <a:pt x="92732" y="90891"/>
                  <a:pt x="91943" y="91943"/>
                </a:cubicBezTo>
                <a:cubicBezTo>
                  <a:pt x="90891" y="92732"/>
                  <a:pt x="90366" y="93772"/>
                  <a:pt x="90366" y="95086"/>
                </a:cubicBezTo>
                <a:lnTo>
                  <a:pt x="90366" y="237321"/>
                </a:lnTo>
                <a:cubicBezTo>
                  <a:pt x="90366" y="238624"/>
                  <a:pt x="90891" y="239676"/>
                  <a:pt x="91943" y="240464"/>
                </a:cubicBezTo>
                <a:cubicBezTo>
                  <a:pt x="92732" y="241504"/>
                  <a:pt x="93772" y="242030"/>
                  <a:pt x="95086" y="24203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383755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950" dirty="0"/>
          </a:p>
        </p:txBody>
      </p:sp>
      <p:sp>
        <p:nvSpPr>
          <p:cNvPr id="206" name="圖示 金額"/>
          <p:cNvSpPr/>
          <p:nvPr/>
        </p:nvSpPr>
        <p:spPr>
          <a:xfrm>
            <a:off x="84390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6109"/>
                </a:moveTo>
                <a:cubicBezTo>
                  <a:pt x="185978" y="326109"/>
                  <a:pt x="183886" y="325332"/>
                  <a:pt x="182309" y="323755"/>
                </a:cubicBezTo>
                <a:cubicBezTo>
                  <a:pt x="180743" y="321926"/>
                  <a:pt x="179954" y="319697"/>
                  <a:pt x="179954" y="317080"/>
                </a:cubicBezTo>
                <a:lnTo>
                  <a:pt x="179954" y="293900"/>
                </a:lnTo>
                <a:cubicBezTo>
                  <a:pt x="167118" y="292059"/>
                  <a:pt x="156248" y="287865"/>
                  <a:pt x="147344" y="281327"/>
                </a:cubicBezTo>
                <a:cubicBezTo>
                  <a:pt x="138429" y="274777"/>
                  <a:pt x="131491" y="266125"/>
                  <a:pt x="126519" y="255392"/>
                </a:cubicBezTo>
                <a:cubicBezTo>
                  <a:pt x="125467" y="253289"/>
                  <a:pt x="125467" y="251071"/>
                  <a:pt x="126519" y="248705"/>
                </a:cubicBezTo>
                <a:cubicBezTo>
                  <a:pt x="127559" y="246351"/>
                  <a:pt x="129262" y="244648"/>
                  <a:pt x="131628" y="243608"/>
                </a:cubicBezTo>
                <a:cubicBezTo>
                  <a:pt x="133720" y="242556"/>
                  <a:pt x="135948" y="242556"/>
                  <a:pt x="138303" y="243608"/>
                </a:cubicBezTo>
                <a:cubicBezTo>
                  <a:pt x="140658" y="244385"/>
                  <a:pt x="142361" y="245962"/>
                  <a:pt x="143412" y="248317"/>
                </a:cubicBezTo>
                <a:cubicBezTo>
                  <a:pt x="148121" y="257747"/>
                  <a:pt x="154408" y="264822"/>
                  <a:pt x="162272" y="269531"/>
                </a:cubicBezTo>
                <a:cubicBezTo>
                  <a:pt x="169861" y="274514"/>
                  <a:pt x="179165" y="276995"/>
                  <a:pt x="190172" y="276995"/>
                </a:cubicBezTo>
                <a:cubicBezTo>
                  <a:pt x="202997" y="276995"/>
                  <a:pt x="214004" y="273726"/>
                  <a:pt x="223171" y="267176"/>
                </a:cubicBezTo>
                <a:cubicBezTo>
                  <a:pt x="232338" y="260627"/>
                  <a:pt x="236921" y="251197"/>
                  <a:pt x="236921" y="238887"/>
                </a:cubicBezTo>
                <a:cubicBezTo>
                  <a:pt x="236921" y="227103"/>
                  <a:pt x="233126" y="217799"/>
                  <a:pt x="225525" y="210986"/>
                </a:cubicBezTo>
                <a:cubicBezTo>
                  <a:pt x="217936" y="204186"/>
                  <a:pt x="204311" y="197636"/>
                  <a:pt x="184663" y="191350"/>
                </a:cubicBezTo>
                <a:cubicBezTo>
                  <a:pt x="165804" y="185326"/>
                  <a:pt x="151928" y="177725"/>
                  <a:pt x="143024" y="168558"/>
                </a:cubicBezTo>
                <a:cubicBezTo>
                  <a:pt x="134108" y="159391"/>
                  <a:pt x="129662" y="147607"/>
                  <a:pt x="129662" y="133194"/>
                </a:cubicBezTo>
                <a:cubicBezTo>
                  <a:pt x="129662" y="119318"/>
                  <a:pt x="134508" y="107785"/>
                  <a:pt x="144201" y="98618"/>
                </a:cubicBezTo>
                <a:cubicBezTo>
                  <a:pt x="154145" y="89188"/>
                  <a:pt x="166066" y="84079"/>
                  <a:pt x="179954" y="83302"/>
                </a:cubicBezTo>
                <a:lnTo>
                  <a:pt x="179954" y="60110"/>
                </a:lnTo>
                <a:cubicBezTo>
                  <a:pt x="179954" y="57493"/>
                  <a:pt x="180743" y="55264"/>
                  <a:pt x="182309" y="53435"/>
                </a:cubicBezTo>
                <a:cubicBezTo>
                  <a:pt x="183886" y="51869"/>
                  <a:pt x="185978" y="51081"/>
                  <a:pt x="188595" y="51081"/>
                </a:cubicBezTo>
                <a:cubicBezTo>
                  <a:pt x="191212" y="51081"/>
                  <a:pt x="193441" y="51869"/>
                  <a:pt x="195270" y="53435"/>
                </a:cubicBezTo>
                <a:cubicBezTo>
                  <a:pt x="196847" y="55264"/>
                  <a:pt x="197636" y="57493"/>
                  <a:pt x="197636" y="60110"/>
                </a:cubicBezTo>
                <a:lnTo>
                  <a:pt x="197636" y="83302"/>
                </a:lnTo>
                <a:cubicBezTo>
                  <a:pt x="207066" y="84342"/>
                  <a:pt x="215318" y="86834"/>
                  <a:pt x="222382" y="90766"/>
                </a:cubicBezTo>
                <a:cubicBezTo>
                  <a:pt x="229720" y="94949"/>
                  <a:pt x="236007" y="100584"/>
                  <a:pt x="241242" y="107659"/>
                </a:cubicBezTo>
                <a:cubicBezTo>
                  <a:pt x="242556" y="109488"/>
                  <a:pt x="242945" y="111591"/>
                  <a:pt x="242419" y="113946"/>
                </a:cubicBezTo>
                <a:cubicBezTo>
                  <a:pt x="241642" y="116300"/>
                  <a:pt x="240064" y="117878"/>
                  <a:pt x="237710" y="118655"/>
                </a:cubicBezTo>
                <a:cubicBezTo>
                  <a:pt x="235618" y="119969"/>
                  <a:pt x="233389" y="120232"/>
                  <a:pt x="231035" y="119443"/>
                </a:cubicBezTo>
                <a:cubicBezTo>
                  <a:pt x="228406" y="118655"/>
                  <a:pt x="226440" y="117215"/>
                  <a:pt x="225137" y="115123"/>
                </a:cubicBezTo>
                <a:cubicBezTo>
                  <a:pt x="221205" y="110139"/>
                  <a:pt x="216358" y="106345"/>
                  <a:pt x="210598" y="103727"/>
                </a:cubicBezTo>
                <a:cubicBezTo>
                  <a:pt x="204837" y="100847"/>
                  <a:pt x="197762" y="99407"/>
                  <a:pt x="189384" y="99407"/>
                </a:cubicBezTo>
                <a:cubicBezTo>
                  <a:pt x="177336" y="99407"/>
                  <a:pt x="167244" y="102413"/>
                  <a:pt x="159128" y="108448"/>
                </a:cubicBezTo>
                <a:cubicBezTo>
                  <a:pt x="151265" y="114471"/>
                  <a:pt x="147344" y="122712"/>
                  <a:pt x="147344" y="133194"/>
                </a:cubicBezTo>
                <a:cubicBezTo>
                  <a:pt x="147344" y="143149"/>
                  <a:pt x="151002" y="151402"/>
                  <a:pt x="158340" y="157951"/>
                </a:cubicBezTo>
                <a:cubicBezTo>
                  <a:pt x="165678" y="164238"/>
                  <a:pt x="179954" y="170650"/>
                  <a:pt x="201168" y="177199"/>
                </a:cubicBezTo>
                <a:cubicBezTo>
                  <a:pt x="219765" y="183223"/>
                  <a:pt x="233252" y="191087"/>
                  <a:pt x="241642" y="200779"/>
                </a:cubicBezTo>
                <a:cubicBezTo>
                  <a:pt x="250283" y="210472"/>
                  <a:pt x="254603" y="222908"/>
                  <a:pt x="254603" y="238098"/>
                </a:cubicBezTo>
                <a:cubicBezTo>
                  <a:pt x="254603" y="253815"/>
                  <a:pt x="249631" y="266525"/>
                  <a:pt x="239676" y="276217"/>
                </a:cubicBezTo>
                <a:cubicBezTo>
                  <a:pt x="229457" y="285910"/>
                  <a:pt x="215444" y="291796"/>
                  <a:pt x="197636" y="293900"/>
                </a:cubicBezTo>
                <a:lnTo>
                  <a:pt x="197636" y="317080"/>
                </a:lnTo>
                <a:cubicBezTo>
                  <a:pt x="197636" y="319697"/>
                  <a:pt x="196847" y="321926"/>
                  <a:pt x="195270" y="323755"/>
                </a:cubicBezTo>
                <a:cubicBezTo>
                  <a:pt x="193441" y="325332"/>
                  <a:pt x="191212" y="326109"/>
                  <a:pt x="188595" y="326109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66294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950" dirty="0"/>
          </a:p>
        </p:txBody>
      </p:sp>
      <p:sp>
        <p:nvSpPr>
          <p:cNvPr id="208" name="圖示 收益"/>
          <p:cNvSpPr/>
          <p:nvPr/>
        </p:nvSpPr>
        <p:spPr>
          <a:xfrm>
            <a:off x="153730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7905"/>
                </a:moveTo>
                <a:cubicBezTo>
                  <a:pt x="168170" y="337905"/>
                  <a:pt x="148910" y="333973"/>
                  <a:pt x="130839" y="326109"/>
                </a:cubicBezTo>
                <a:cubicBezTo>
                  <a:pt x="112505" y="318257"/>
                  <a:pt x="96652" y="307513"/>
                  <a:pt x="83302" y="293900"/>
                </a:cubicBezTo>
                <a:cubicBezTo>
                  <a:pt x="69677" y="280538"/>
                  <a:pt x="58933" y="264685"/>
                  <a:pt x="51081" y="246351"/>
                </a:cubicBezTo>
                <a:cubicBezTo>
                  <a:pt x="43217" y="228280"/>
                  <a:pt x="39296" y="209032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505" y="58933"/>
                  <a:pt x="130839" y="51081"/>
                </a:cubicBezTo>
                <a:cubicBezTo>
                  <a:pt x="148910" y="43217"/>
                  <a:pt x="168170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032"/>
                  <a:pt x="333973" y="228280"/>
                  <a:pt x="326109" y="246351"/>
                </a:cubicBezTo>
                <a:cubicBezTo>
                  <a:pt x="318257" y="264685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595" y="320223"/>
                </a:moveTo>
                <a:cubicBezTo>
                  <a:pt x="225262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190" y="320223"/>
                  <a:pt x="188595" y="320223"/>
                </a:cubicBezTo>
                <a:close/>
                <a:moveTo>
                  <a:pt x="188595" y="188595"/>
                </a:moveTo>
                <a:close/>
                <a:moveTo>
                  <a:pt x="194093" y="295077"/>
                </a:moveTo>
                <a:cubicBezTo>
                  <a:pt x="195933" y="293237"/>
                  <a:pt x="196847" y="291145"/>
                  <a:pt x="196847" y="288790"/>
                </a:cubicBezTo>
                <a:lnTo>
                  <a:pt x="196847" y="277783"/>
                </a:lnTo>
                <a:cubicBezTo>
                  <a:pt x="210723" y="276732"/>
                  <a:pt x="222519" y="272148"/>
                  <a:pt x="232212" y="264033"/>
                </a:cubicBezTo>
                <a:cubicBezTo>
                  <a:pt x="241905" y="255655"/>
                  <a:pt x="246751" y="244522"/>
                  <a:pt x="246751" y="230635"/>
                </a:cubicBezTo>
                <a:cubicBezTo>
                  <a:pt x="246751" y="217799"/>
                  <a:pt x="243082" y="207455"/>
                  <a:pt x="235744" y="199602"/>
                </a:cubicBezTo>
                <a:cubicBezTo>
                  <a:pt x="228143" y="192001"/>
                  <a:pt x="215181" y="185063"/>
                  <a:pt x="196847" y="178777"/>
                </a:cubicBezTo>
                <a:cubicBezTo>
                  <a:pt x="179817" y="173004"/>
                  <a:pt x="168558" y="167507"/>
                  <a:pt x="163060" y="162272"/>
                </a:cubicBezTo>
                <a:cubicBezTo>
                  <a:pt x="157288" y="157037"/>
                  <a:pt x="154408" y="150087"/>
                  <a:pt x="154408" y="141446"/>
                </a:cubicBezTo>
                <a:cubicBezTo>
                  <a:pt x="154408" y="133068"/>
                  <a:pt x="157688" y="126256"/>
                  <a:pt x="164238" y="121021"/>
                </a:cubicBezTo>
                <a:cubicBezTo>
                  <a:pt x="170524" y="116037"/>
                  <a:pt x="178902" y="113546"/>
                  <a:pt x="189384" y="113546"/>
                </a:cubicBezTo>
                <a:cubicBezTo>
                  <a:pt x="196196" y="113546"/>
                  <a:pt x="202082" y="114860"/>
                  <a:pt x="207066" y="117478"/>
                </a:cubicBezTo>
                <a:cubicBezTo>
                  <a:pt x="212301" y="120095"/>
                  <a:pt x="216759" y="123764"/>
                  <a:pt x="220416" y="128485"/>
                </a:cubicBezTo>
                <a:cubicBezTo>
                  <a:pt x="221731" y="130051"/>
                  <a:pt x="223434" y="131102"/>
                  <a:pt x="225525" y="131628"/>
                </a:cubicBezTo>
                <a:cubicBezTo>
                  <a:pt x="227628" y="132405"/>
                  <a:pt x="229583" y="132279"/>
                  <a:pt x="231423" y="131228"/>
                </a:cubicBezTo>
                <a:cubicBezTo>
                  <a:pt x="233778" y="130188"/>
                  <a:pt x="235218" y="128485"/>
                  <a:pt x="235744" y="126119"/>
                </a:cubicBezTo>
                <a:cubicBezTo>
                  <a:pt x="236532" y="124027"/>
                  <a:pt x="236270" y="122061"/>
                  <a:pt x="234955" y="120232"/>
                </a:cubicBezTo>
                <a:cubicBezTo>
                  <a:pt x="230509" y="114209"/>
                  <a:pt x="225000" y="109362"/>
                  <a:pt x="218462" y="105693"/>
                </a:cubicBezTo>
                <a:cubicBezTo>
                  <a:pt x="212175" y="102024"/>
                  <a:pt x="205226" y="99795"/>
                  <a:pt x="197636" y="99018"/>
                </a:cubicBezTo>
                <a:lnTo>
                  <a:pt x="197636" y="88400"/>
                </a:lnTo>
                <a:cubicBezTo>
                  <a:pt x="197636" y="86045"/>
                  <a:pt x="196710" y="84079"/>
                  <a:pt x="194882" y="82513"/>
                </a:cubicBezTo>
                <a:cubicBezTo>
                  <a:pt x="193316" y="80673"/>
                  <a:pt x="191350" y="79759"/>
                  <a:pt x="188984" y="79759"/>
                </a:cubicBezTo>
                <a:cubicBezTo>
                  <a:pt x="186629" y="79759"/>
                  <a:pt x="184663" y="80673"/>
                  <a:pt x="183097" y="82513"/>
                </a:cubicBezTo>
                <a:cubicBezTo>
                  <a:pt x="181257" y="84079"/>
                  <a:pt x="180343" y="86045"/>
                  <a:pt x="180343" y="88400"/>
                </a:cubicBezTo>
                <a:lnTo>
                  <a:pt x="180343" y="99018"/>
                </a:lnTo>
                <a:cubicBezTo>
                  <a:pt x="166718" y="100847"/>
                  <a:pt x="156111" y="105693"/>
                  <a:pt x="148521" y="113546"/>
                </a:cubicBezTo>
                <a:cubicBezTo>
                  <a:pt x="141183" y="121409"/>
                  <a:pt x="137514" y="130702"/>
                  <a:pt x="137514" y="141446"/>
                </a:cubicBezTo>
                <a:cubicBezTo>
                  <a:pt x="137514" y="153756"/>
                  <a:pt x="140920" y="163449"/>
                  <a:pt x="147733" y="170524"/>
                </a:cubicBezTo>
                <a:cubicBezTo>
                  <a:pt x="154282" y="177599"/>
                  <a:pt x="166718" y="184537"/>
                  <a:pt x="185063" y="191350"/>
                </a:cubicBezTo>
                <a:cubicBezTo>
                  <a:pt x="203134" y="198413"/>
                  <a:pt x="215055" y="204574"/>
                  <a:pt x="220816" y="209809"/>
                </a:cubicBezTo>
                <a:cubicBezTo>
                  <a:pt x="226840" y="215055"/>
                  <a:pt x="229846" y="221993"/>
                  <a:pt x="229846" y="230635"/>
                </a:cubicBezTo>
                <a:cubicBezTo>
                  <a:pt x="229846" y="240590"/>
                  <a:pt x="225925" y="248442"/>
                  <a:pt x="218062" y="254215"/>
                </a:cubicBezTo>
                <a:cubicBezTo>
                  <a:pt x="210209" y="259975"/>
                  <a:pt x="201294" y="262856"/>
                  <a:pt x="191350" y="262856"/>
                </a:cubicBezTo>
                <a:cubicBezTo>
                  <a:pt x="182434" y="262856"/>
                  <a:pt x="174319" y="260627"/>
                  <a:pt x="166981" y="256181"/>
                </a:cubicBezTo>
                <a:cubicBezTo>
                  <a:pt x="159654" y="251723"/>
                  <a:pt x="153894" y="245699"/>
                  <a:pt x="149699" y="238098"/>
                </a:cubicBezTo>
                <a:cubicBezTo>
                  <a:pt x="148647" y="236270"/>
                  <a:pt x="147207" y="234955"/>
                  <a:pt x="145378" y="234178"/>
                </a:cubicBezTo>
                <a:cubicBezTo>
                  <a:pt x="143801" y="233389"/>
                  <a:pt x="142098" y="233252"/>
                  <a:pt x="140269" y="233778"/>
                </a:cubicBezTo>
                <a:cubicBezTo>
                  <a:pt x="137389" y="234829"/>
                  <a:pt x="135548" y="236532"/>
                  <a:pt x="134771" y="238887"/>
                </a:cubicBezTo>
                <a:cubicBezTo>
                  <a:pt x="133720" y="240979"/>
                  <a:pt x="133982" y="243082"/>
                  <a:pt x="135548" y="245174"/>
                </a:cubicBezTo>
                <a:cubicBezTo>
                  <a:pt x="140795" y="253815"/>
                  <a:pt x="146944" y="260764"/>
                  <a:pt x="154019" y="265999"/>
                </a:cubicBezTo>
                <a:cubicBezTo>
                  <a:pt x="161357" y="270971"/>
                  <a:pt x="169861" y="274640"/>
                  <a:pt x="179554" y="276995"/>
                </a:cubicBezTo>
                <a:lnTo>
                  <a:pt x="179554" y="289179"/>
                </a:lnTo>
                <a:cubicBezTo>
                  <a:pt x="179554" y="291534"/>
                  <a:pt x="180480" y="293500"/>
                  <a:pt x="182309" y="295077"/>
                </a:cubicBezTo>
                <a:cubicBezTo>
                  <a:pt x="183886" y="296643"/>
                  <a:pt x="185840" y="297431"/>
                  <a:pt x="188206" y="297431"/>
                </a:cubicBezTo>
                <a:cubicBezTo>
                  <a:pt x="190561" y="297431"/>
                  <a:pt x="192527" y="296643"/>
                  <a:pt x="194093" y="29507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35634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950" dirty="0"/>
          </a:p>
        </p:txBody>
      </p:sp>
      <p:sp>
        <p:nvSpPr>
          <p:cNvPr id="210" name="圖示 節省"/>
          <p:cNvSpPr/>
          <p:nvPr/>
        </p:nvSpPr>
        <p:spPr>
          <a:xfrm>
            <a:off x="223070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5475" y="322189"/>
                </a:moveTo>
                <a:cubicBezTo>
                  <a:pt x="90240" y="322189"/>
                  <a:pt x="85256" y="320486"/>
                  <a:pt x="80547" y="317080"/>
                </a:cubicBezTo>
                <a:cubicBezTo>
                  <a:pt x="76090" y="313411"/>
                  <a:pt x="73083" y="309090"/>
                  <a:pt x="71506" y="304107"/>
                </a:cubicBezTo>
                <a:cubicBezTo>
                  <a:pt x="64957" y="281064"/>
                  <a:pt x="59596" y="261678"/>
                  <a:pt x="55401" y="245962"/>
                </a:cubicBezTo>
                <a:cubicBezTo>
                  <a:pt x="51206" y="229983"/>
                  <a:pt x="47937" y="216233"/>
                  <a:pt x="45583" y="204700"/>
                </a:cubicBezTo>
                <a:cubicBezTo>
                  <a:pt x="43217" y="193178"/>
                  <a:pt x="41651" y="183097"/>
                  <a:pt x="40862" y="174456"/>
                </a:cubicBezTo>
                <a:cubicBezTo>
                  <a:pt x="39811" y="165804"/>
                  <a:pt x="39296" y="157425"/>
                  <a:pt x="39296" y="149310"/>
                </a:cubicBezTo>
                <a:cubicBezTo>
                  <a:pt x="39296" y="127307"/>
                  <a:pt x="46886" y="108699"/>
                  <a:pt x="62076" y="93509"/>
                </a:cubicBezTo>
                <a:cubicBezTo>
                  <a:pt x="77267" y="78318"/>
                  <a:pt x="95875" y="70729"/>
                  <a:pt x="117878" y="70729"/>
                </a:cubicBezTo>
                <a:lnTo>
                  <a:pt x="200379" y="70729"/>
                </a:lnTo>
                <a:cubicBezTo>
                  <a:pt x="207455" y="61299"/>
                  <a:pt x="216096" y="53698"/>
                  <a:pt x="226314" y="47937"/>
                </a:cubicBezTo>
                <a:cubicBezTo>
                  <a:pt x="236532" y="42177"/>
                  <a:pt x="247528" y="39296"/>
                  <a:pt x="259324" y="39296"/>
                </a:cubicBezTo>
                <a:cubicBezTo>
                  <a:pt x="263770" y="39296"/>
                  <a:pt x="267439" y="40862"/>
                  <a:pt x="270320" y="44006"/>
                </a:cubicBezTo>
                <a:cubicBezTo>
                  <a:pt x="273463" y="46886"/>
                  <a:pt x="275040" y="50555"/>
                  <a:pt x="275040" y="55013"/>
                </a:cubicBezTo>
                <a:cubicBezTo>
                  <a:pt x="275040" y="56053"/>
                  <a:pt x="274903" y="57104"/>
                  <a:pt x="274640" y="58156"/>
                </a:cubicBezTo>
                <a:cubicBezTo>
                  <a:pt x="274377" y="59196"/>
                  <a:pt x="274114" y="60248"/>
                  <a:pt x="273851" y="61299"/>
                </a:cubicBezTo>
                <a:cubicBezTo>
                  <a:pt x="272548" y="64179"/>
                  <a:pt x="271371" y="67448"/>
                  <a:pt x="270320" y="71117"/>
                </a:cubicBezTo>
                <a:cubicBezTo>
                  <a:pt x="269268" y="74786"/>
                  <a:pt x="268228" y="79370"/>
                  <a:pt x="267176" y="84868"/>
                </a:cubicBezTo>
                <a:lnTo>
                  <a:pt x="308427" y="125730"/>
                </a:lnTo>
                <a:lnTo>
                  <a:pt x="326509" y="125730"/>
                </a:lnTo>
                <a:cubicBezTo>
                  <a:pt x="329916" y="125730"/>
                  <a:pt x="332659" y="126782"/>
                  <a:pt x="334762" y="128873"/>
                </a:cubicBezTo>
                <a:cubicBezTo>
                  <a:pt x="336854" y="130965"/>
                  <a:pt x="337905" y="133720"/>
                  <a:pt x="337905" y="137126"/>
                </a:cubicBezTo>
                <a:lnTo>
                  <a:pt x="337905" y="213352"/>
                </a:lnTo>
                <a:cubicBezTo>
                  <a:pt x="337905" y="215970"/>
                  <a:pt x="337242" y="218324"/>
                  <a:pt x="335939" y="220416"/>
                </a:cubicBezTo>
                <a:cubicBezTo>
                  <a:pt x="334625" y="222256"/>
                  <a:pt x="332659" y="223559"/>
                  <a:pt x="330041" y="224348"/>
                </a:cubicBezTo>
                <a:lnTo>
                  <a:pt x="295077" y="236132"/>
                </a:lnTo>
                <a:lnTo>
                  <a:pt x="274251" y="306073"/>
                </a:lnTo>
                <a:cubicBezTo>
                  <a:pt x="272674" y="310793"/>
                  <a:pt x="269931" y="314714"/>
                  <a:pt x="265999" y="317857"/>
                </a:cubicBezTo>
                <a:cubicBezTo>
                  <a:pt x="261804" y="320737"/>
                  <a:pt x="257221" y="322189"/>
                  <a:pt x="252249" y="322189"/>
                </a:cubicBezTo>
                <a:lnTo>
                  <a:pt x="219239" y="322189"/>
                </a:lnTo>
                <a:cubicBezTo>
                  <a:pt x="212952" y="322189"/>
                  <a:pt x="207580" y="319960"/>
                  <a:pt x="203134" y="315502"/>
                </a:cubicBezTo>
                <a:cubicBezTo>
                  <a:pt x="198676" y="311056"/>
                  <a:pt x="196459" y="305684"/>
                  <a:pt x="196459" y="299397"/>
                </a:cubicBezTo>
                <a:lnTo>
                  <a:pt x="196459" y="290756"/>
                </a:lnTo>
                <a:lnTo>
                  <a:pt x="149310" y="290756"/>
                </a:lnTo>
                <a:lnTo>
                  <a:pt x="149310" y="299397"/>
                </a:lnTo>
                <a:cubicBezTo>
                  <a:pt x="149310" y="305684"/>
                  <a:pt x="147081" y="311056"/>
                  <a:pt x="142624" y="315502"/>
                </a:cubicBezTo>
                <a:cubicBezTo>
                  <a:pt x="138177" y="319960"/>
                  <a:pt x="132805" y="322189"/>
                  <a:pt x="126519" y="322189"/>
                </a:cubicBezTo>
                <a:lnTo>
                  <a:pt x="95475" y="322189"/>
                </a:lnTo>
                <a:close/>
                <a:moveTo>
                  <a:pt x="93909" y="304507"/>
                </a:moveTo>
                <a:lnTo>
                  <a:pt x="126519" y="304507"/>
                </a:lnTo>
                <a:cubicBezTo>
                  <a:pt x="128085" y="304507"/>
                  <a:pt x="129262" y="303981"/>
                  <a:pt x="130051" y="302929"/>
                </a:cubicBezTo>
                <a:cubicBezTo>
                  <a:pt x="131102" y="302141"/>
                  <a:pt x="131628" y="300963"/>
                  <a:pt x="131628" y="299397"/>
                </a:cubicBezTo>
                <a:lnTo>
                  <a:pt x="131628" y="273074"/>
                </a:lnTo>
                <a:lnTo>
                  <a:pt x="214130" y="273074"/>
                </a:lnTo>
                <a:lnTo>
                  <a:pt x="214130" y="299397"/>
                </a:lnTo>
                <a:cubicBezTo>
                  <a:pt x="214130" y="300963"/>
                  <a:pt x="214655" y="302141"/>
                  <a:pt x="215707" y="302929"/>
                </a:cubicBezTo>
                <a:cubicBezTo>
                  <a:pt x="216496" y="303981"/>
                  <a:pt x="217673" y="304507"/>
                  <a:pt x="219239" y="304507"/>
                </a:cubicBezTo>
                <a:lnTo>
                  <a:pt x="252249" y="304507"/>
                </a:lnTo>
                <a:cubicBezTo>
                  <a:pt x="253289" y="304507"/>
                  <a:pt x="254215" y="304107"/>
                  <a:pt x="254992" y="303329"/>
                </a:cubicBezTo>
                <a:cubicBezTo>
                  <a:pt x="255781" y="302804"/>
                  <a:pt x="256432" y="302015"/>
                  <a:pt x="256958" y="300963"/>
                </a:cubicBezTo>
                <a:lnTo>
                  <a:pt x="280538" y="222382"/>
                </a:lnTo>
                <a:lnTo>
                  <a:pt x="320223" y="208632"/>
                </a:lnTo>
                <a:lnTo>
                  <a:pt x="320223" y="143412"/>
                </a:lnTo>
                <a:lnTo>
                  <a:pt x="300963" y="143412"/>
                </a:lnTo>
                <a:lnTo>
                  <a:pt x="249494" y="91943"/>
                </a:lnTo>
                <a:cubicBezTo>
                  <a:pt x="249494" y="87485"/>
                  <a:pt x="250020" y="82250"/>
                  <a:pt x="251071" y="76227"/>
                </a:cubicBezTo>
                <a:cubicBezTo>
                  <a:pt x="252112" y="69940"/>
                  <a:pt x="253689" y="63391"/>
                  <a:pt x="255781" y="56579"/>
                </a:cubicBezTo>
                <a:cubicBezTo>
                  <a:pt x="245825" y="59196"/>
                  <a:pt x="236921" y="63391"/>
                  <a:pt x="229069" y="69152"/>
                </a:cubicBezTo>
                <a:cubicBezTo>
                  <a:pt x="220942" y="74912"/>
                  <a:pt x="214918" y="81336"/>
                  <a:pt x="210986" y="88400"/>
                </a:cubicBezTo>
                <a:lnTo>
                  <a:pt x="117878" y="88400"/>
                </a:lnTo>
                <a:cubicBezTo>
                  <a:pt x="101110" y="88400"/>
                  <a:pt x="86834" y="94423"/>
                  <a:pt x="75049" y="106482"/>
                </a:cubicBezTo>
                <a:cubicBezTo>
                  <a:pt x="62991" y="118266"/>
                  <a:pt x="56967" y="132542"/>
                  <a:pt x="56967" y="149310"/>
                </a:cubicBezTo>
                <a:cubicBezTo>
                  <a:pt x="56967" y="160043"/>
                  <a:pt x="59722" y="178639"/>
                  <a:pt x="65220" y="205100"/>
                </a:cubicBezTo>
                <a:cubicBezTo>
                  <a:pt x="70729" y="231286"/>
                  <a:pt x="78707" y="263119"/>
                  <a:pt x="89188" y="300575"/>
                </a:cubicBezTo>
                <a:cubicBezTo>
                  <a:pt x="89451" y="301626"/>
                  <a:pt x="89977" y="302541"/>
                  <a:pt x="90766" y="303329"/>
                </a:cubicBezTo>
                <a:cubicBezTo>
                  <a:pt x="91806" y="304107"/>
                  <a:pt x="92857" y="304507"/>
                  <a:pt x="93909" y="304507"/>
                </a:cubicBezTo>
                <a:close/>
                <a:moveTo>
                  <a:pt x="261278" y="166981"/>
                </a:moveTo>
                <a:cubicBezTo>
                  <a:pt x="263907" y="164363"/>
                  <a:pt x="265210" y="161094"/>
                  <a:pt x="265210" y="157163"/>
                </a:cubicBezTo>
                <a:cubicBezTo>
                  <a:pt x="265210" y="153231"/>
                  <a:pt x="263907" y="149962"/>
                  <a:pt x="261278" y="147344"/>
                </a:cubicBezTo>
                <a:cubicBezTo>
                  <a:pt x="258661" y="144715"/>
                  <a:pt x="255392" y="143412"/>
                  <a:pt x="251460" y="143412"/>
                </a:cubicBezTo>
                <a:cubicBezTo>
                  <a:pt x="247528" y="143412"/>
                  <a:pt x="244259" y="144715"/>
                  <a:pt x="241642" y="147344"/>
                </a:cubicBezTo>
                <a:cubicBezTo>
                  <a:pt x="239013" y="149962"/>
                  <a:pt x="237710" y="153231"/>
                  <a:pt x="237710" y="157163"/>
                </a:cubicBezTo>
                <a:cubicBezTo>
                  <a:pt x="237710" y="161094"/>
                  <a:pt x="239013" y="164363"/>
                  <a:pt x="241642" y="166981"/>
                </a:cubicBezTo>
                <a:cubicBezTo>
                  <a:pt x="244259" y="169610"/>
                  <a:pt x="247528" y="170913"/>
                  <a:pt x="251460" y="170913"/>
                </a:cubicBezTo>
                <a:cubicBezTo>
                  <a:pt x="255392" y="170913"/>
                  <a:pt x="258661" y="169610"/>
                  <a:pt x="261278" y="166981"/>
                </a:cubicBezTo>
                <a:close/>
                <a:moveTo>
                  <a:pt x="195270" y="131628"/>
                </a:moveTo>
                <a:cubicBezTo>
                  <a:pt x="197899" y="131628"/>
                  <a:pt x="199991" y="130839"/>
                  <a:pt x="201557" y="129262"/>
                </a:cubicBezTo>
                <a:cubicBezTo>
                  <a:pt x="203397" y="127433"/>
                  <a:pt x="204311" y="125341"/>
                  <a:pt x="204311" y="122975"/>
                </a:cubicBezTo>
                <a:cubicBezTo>
                  <a:pt x="204311" y="120358"/>
                  <a:pt x="203397" y="118129"/>
                  <a:pt x="201557" y="116300"/>
                </a:cubicBezTo>
                <a:cubicBezTo>
                  <a:pt x="199991" y="114734"/>
                  <a:pt x="197899" y="113946"/>
                  <a:pt x="195270" y="113946"/>
                </a:cubicBezTo>
                <a:lnTo>
                  <a:pt x="134771" y="113946"/>
                </a:lnTo>
                <a:cubicBezTo>
                  <a:pt x="132142" y="113946"/>
                  <a:pt x="130051" y="114860"/>
                  <a:pt x="128485" y="116689"/>
                </a:cubicBezTo>
                <a:cubicBezTo>
                  <a:pt x="126644" y="118266"/>
                  <a:pt x="125730" y="120358"/>
                  <a:pt x="125730" y="122975"/>
                </a:cubicBezTo>
                <a:cubicBezTo>
                  <a:pt x="125730" y="125604"/>
                  <a:pt x="126644" y="127696"/>
                  <a:pt x="128485" y="129262"/>
                </a:cubicBezTo>
                <a:cubicBezTo>
                  <a:pt x="130051" y="130839"/>
                  <a:pt x="132142" y="131628"/>
                  <a:pt x="134771" y="131628"/>
                </a:cubicBezTo>
                <a:lnTo>
                  <a:pt x="195270" y="131628"/>
                </a:lnTo>
                <a:close/>
                <a:moveTo>
                  <a:pt x="188595" y="18034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204974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950" dirty="0"/>
          </a:p>
        </p:txBody>
      </p:sp>
      <p:sp>
        <p:nvSpPr>
          <p:cNvPr id="212" name="圖示 財務"/>
          <p:cNvSpPr/>
          <p:nvPr/>
        </p:nvSpPr>
        <p:spPr>
          <a:xfrm>
            <a:off x="292410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3909" y="269531"/>
                </a:moveTo>
                <a:lnTo>
                  <a:pt x="93909" y="152453"/>
                </a:lnTo>
                <a:cubicBezTo>
                  <a:pt x="93909" y="149824"/>
                  <a:pt x="94823" y="147733"/>
                  <a:pt x="96652" y="146167"/>
                </a:cubicBezTo>
                <a:cubicBezTo>
                  <a:pt x="98229" y="144327"/>
                  <a:pt x="100321" y="143412"/>
                  <a:pt x="102939" y="143412"/>
                </a:cubicBezTo>
                <a:cubicBezTo>
                  <a:pt x="105556" y="143412"/>
                  <a:pt x="107659" y="144327"/>
                  <a:pt x="109225" y="146167"/>
                </a:cubicBezTo>
                <a:cubicBezTo>
                  <a:pt x="110802" y="147733"/>
                  <a:pt x="111591" y="149824"/>
                  <a:pt x="111591" y="152453"/>
                </a:cubicBezTo>
                <a:lnTo>
                  <a:pt x="111591" y="269531"/>
                </a:lnTo>
                <a:cubicBezTo>
                  <a:pt x="111591" y="272148"/>
                  <a:pt x="110802" y="274251"/>
                  <a:pt x="109225" y="275817"/>
                </a:cubicBezTo>
                <a:cubicBezTo>
                  <a:pt x="107396" y="277658"/>
                  <a:pt x="105167" y="278572"/>
                  <a:pt x="102550" y="278572"/>
                </a:cubicBezTo>
                <a:cubicBezTo>
                  <a:pt x="100195" y="278572"/>
                  <a:pt x="98092" y="277658"/>
                  <a:pt x="96263" y="275817"/>
                </a:cubicBezTo>
                <a:cubicBezTo>
                  <a:pt x="94686" y="274251"/>
                  <a:pt x="93909" y="272148"/>
                  <a:pt x="93909" y="269531"/>
                </a:cubicBezTo>
                <a:close/>
                <a:moveTo>
                  <a:pt x="180743" y="269531"/>
                </a:moveTo>
                <a:lnTo>
                  <a:pt x="180743" y="152453"/>
                </a:lnTo>
                <a:cubicBezTo>
                  <a:pt x="180743" y="149824"/>
                  <a:pt x="181657" y="147733"/>
                  <a:pt x="183486" y="146167"/>
                </a:cubicBezTo>
                <a:cubicBezTo>
                  <a:pt x="185063" y="144327"/>
                  <a:pt x="187155" y="143412"/>
                  <a:pt x="189772" y="143412"/>
                </a:cubicBezTo>
                <a:cubicBezTo>
                  <a:pt x="192390" y="143412"/>
                  <a:pt x="194493" y="144327"/>
                  <a:pt x="196059" y="146167"/>
                </a:cubicBezTo>
                <a:cubicBezTo>
                  <a:pt x="197899" y="147733"/>
                  <a:pt x="198813" y="149824"/>
                  <a:pt x="198813" y="152453"/>
                </a:cubicBezTo>
                <a:lnTo>
                  <a:pt x="198813" y="269531"/>
                </a:lnTo>
                <a:cubicBezTo>
                  <a:pt x="198813" y="272148"/>
                  <a:pt x="197899" y="274251"/>
                  <a:pt x="196059" y="275817"/>
                </a:cubicBezTo>
                <a:cubicBezTo>
                  <a:pt x="194230" y="277658"/>
                  <a:pt x="192127" y="278572"/>
                  <a:pt x="189772" y="278572"/>
                </a:cubicBezTo>
                <a:cubicBezTo>
                  <a:pt x="187155" y="278572"/>
                  <a:pt x="185063" y="277658"/>
                  <a:pt x="183486" y="275817"/>
                </a:cubicBezTo>
                <a:cubicBezTo>
                  <a:pt x="181657" y="274251"/>
                  <a:pt x="180743" y="272148"/>
                  <a:pt x="180743" y="269531"/>
                </a:cubicBezTo>
                <a:close/>
                <a:moveTo>
                  <a:pt x="52258" y="321789"/>
                </a:moveTo>
                <a:cubicBezTo>
                  <a:pt x="49903" y="321789"/>
                  <a:pt x="47800" y="321000"/>
                  <a:pt x="45971" y="319434"/>
                </a:cubicBezTo>
                <a:cubicBezTo>
                  <a:pt x="44394" y="317594"/>
                  <a:pt x="43617" y="315377"/>
                  <a:pt x="43617" y="312759"/>
                </a:cubicBezTo>
                <a:cubicBezTo>
                  <a:pt x="43617" y="310393"/>
                  <a:pt x="44394" y="308301"/>
                  <a:pt x="45971" y="306473"/>
                </a:cubicBezTo>
                <a:cubicBezTo>
                  <a:pt x="47800" y="304895"/>
                  <a:pt x="49903" y="304107"/>
                  <a:pt x="52258" y="304107"/>
                </a:cubicBezTo>
                <a:lnTo>
                  <a:pt x="324932" y="304107"/>
                </a:lnTo>
                <a:cubicBezTo>
                  <a:pt x="327287" y="304107"/>
                  <a:pt x="329390" y="305021"/>
                  <a:pt x="331219" y="306861"/>
                </a:cubicBezTo>
                <a:cubicBezTo>
                  <a:pt x="332796" y="308427"/>
                  <a:pt x="333573" y="310530"/>
                  <a:pt x="333573" y="313148"/>
                </a:cubicBezTo>
                <a:cubicBezTo>
                  <a:pt x="333573" y="315765"/>
                  <a:pt x="332796" y="317857"/>
                  <a:pt x="331219" y="319434"/>
                </a:cubicBezTo>
                <a:cubicBezTo>
                  <a:pt x="329390" y="321000"/>
                  <a:pt x="327287" y="321789"/>
                  <a:pt x="324932" y="321789"/>
                </a:cubicBezTo>
                <a:lnTo>
                  <a:pt x="52258" y="321789"/>
                </a:lnTo>
                <a:close/>
                <a:moveTo>
                  <a:pt x="265610" y="269531"/>
                </a:moveTo>
                <a:lnTo>
                  <a:pt x="265610" y="152453"/>
                </a:lnTo>
                <a:cubicBezTo>
                  <a:pt x="265610" y="149824"/>
                  <a:pt x="266388" y="147733"/>
                  <a:pt x="267965" y="146167"/>
                </a:cubicBezTo>
                <a:cubicBezTo>
                  <a:pt x="269794" y="144327"/>
                  <a:pt x="272023" y="143412"/>
                  <a:pt x="274640" y="143412"/>
                </a:cubicBezTo>
                <a:cubicBezTo>
                  <a:pt x="276995" y="143412"/>
                  <a:pt x="279098" y="144327"/>
                  <a:pt x="280927" y="146167"/>
                </a:cubicBezTo>
                <a:cubicBezTo>
                  <a:pt x="282504" y="147733"/>
                  <a:pt x="283281" y="149824"/>
                  <a:pt x="283281" y="152453"/>
                </a:cubicBezTo>
                <a:lnTo>
                  <a:pt x="283281" y="269531"/>
                </a:lnTo>
                <a:cubicBezTo>
                  <a:pt x="283281" y="272148"/>
                  <a:pt x="282367" y="274251"/>
                  <a:pt x="280538" y="275817"/>
                </a:cubicBezTo>
                <a:cubicBezTo>
                  <a:pt x="278961" y="277658"/>
                  <a:pt x="276869" y="278572"/>
                  <a:pt x="274251" y="278572"/>
                </a:cubicBezTo>
                <a:cubicBezTo>
                  <a:pt x="271634" y="278572"/>
                  <a:pt x="269531" y="277658"/>
                  <a:pt x="267965" y="275817"/>
                </a:cubicBezTo>
                <a:cubicBezTo>
                  <a:pt x="266388" y="274251"/>
                  <a:pt x="265610" y="272148"/>
                  <a:pt x="265610" y="269531"/>
                </a:cubicBezTo>
                <a:close/>
                <a:moveTo>
                  <a:pt x="326509" y="117878"/>
                </a:moveTo>
                <a:lnTo>
                  <a:pt x="49903" y="117878"/>
                </a:lnTo>
                <a:cubicBezTo>
                  <a:pt x="48063" y="117878"/>
                  <a:pt x="46623" y="117215"/>
                  <a:pt x="45583" y="115912"/>
                </a:cubicBezTo>
                <a:cubicBezTo>
                  <a:pt x="44268" y="114597"/>
                  <a:pt x="43617" y="113157"/>
                  <a:pt x="43617" y="111591"/>
                </a:cubicBezTo>
                <a:lnTo>
                  <a:pt x="43617" y="106871"/>
                </a:lnTo>
                <a:cubicBezTo>
                  <a:pt x="43617" y="105819"/>
                  <a:pt x="43880" y="104779"/>
                  <a:pt x="44394" y="103727"/>
                </a:cubicBezTo>
                <a:cubicBezTo>
                  <a:pt x="44920" y="102676"/>
                  <a:pt x="45709" y="101898"/>
                  <a:pt x="46760" y="101373"/>
                </a:cubicBezTo>
                <a:lnTo>
                  <a:pt x="177988" y="29867"/>
                </a:lnTo>
                <a:cubicBezTo>
                  <a:pt x="181394" y="28289"/>
                  <a:pt x="184926" y="27501"/>
                  <a:pt x="188595" y="27501"/>
                </a:cubicBezTo>
                <a:cubicBezTo>
                  <a:pt x="192264" y="27501"/>
                  <a:pt x="195796" y="28289"/>
                  <a:pt x="199202" y="29867"/>
                </a:cubicBezTo>
                <a:lnTo>
                  <a:pt x="330041" y="100973"/>
                </a:lnTo>
                <a:cubicBezTo>
                  <a:pt x="331093" y="101761"/>
                  <a:pt x="332007" y="102676"/>
                  <a:pt x="332796" y="103727"/>
                </a:cubicBezTo>
                <a:cubicBezTo>
                  <a:pt x="333310" y="104779"/>
                  <a:pt x="333573" y="106082"/>
                  <a:pt x="333573" y="107659"/>
                </a:cubicBezTo>
                <a:lnTo>
                  <a:pt x="333573" y="110402"/>
                </a:lnTo>
                <a:cubicBezTo>
                  <a:pt x="333573" y="112505"/>
                  <a:pt x="332922" y="114334"/>
                  <a:pt x="331619" y="115912"/>
                </a:cubicBezTo>
                <a:cubicBezTo>
                  <a:pt x="330304" y="117215"/>
                  <a:pt x="328601" y="117878"/>
                  <a:pt x="326509" y="117878"/>
                </a:cubicBezTo>
                <a:close/>
                <a:moveTo>
                  <a:pt x="86834" y="100195"/>
                </a:moveTo>
                <a:lnTo>
                  <a:pt x="290356" y="100195"/>
                </a:lnTo>
                <a:lnTo>
                  <a:pt x="190561" y="45583"/>
                </a:lnTo>
                <a:cubicBezTo>
                  <a:pt x="190035" y="45320"/>
                  <a:pt x="189384" y="45183"/>
                  <a:pt x="188595" y="45183"/>
                </a:cubicBezTo>
                <a:cubicBezTo>
                  <a:pt x="187806" y="45183"/>
                  <a:pt x="187155" y="45320"/>
                  <a:pt x="186629" y="45583"/>
                </a:cubicBezTo>
                <a:lnTo>
                  <a:pt x="86834" y="10019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74314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950" dirty="0"/>
          </a:p>
        </p:txBody>
      </p:sp>
      <p:sp>
        <p:nvSpPr>
          <p:cNvPr id="214" name="圖示 辦公室"/>
          <p:cNvSpPr/>
          <p:nvPr/>
        </p:nvSpPr>
        <p:spPr>
          <a:xfrm>
            <a:off x="361750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9152" y="323366"/>
                </a:moveTo>
                <a:cubicBezTo>
                  <a:pt x="64179" y="323366"/>
                  <a:pt x="59985" y="321526"/>
                  <a:pt x="56579" y="317857"/>
                </a:cubicBezTo>
                <a:cubicBezTo>
                  <a:pt x="52909" y="314451"/>
                  <a:pt x="51081" y="310267"/>
                  <a:pt x="51081" y="305284"/>
                </a:cubicBezTo>
                <a:lnTo>
                  <a:pt x="51081" y="130839"/>
                </a:lnTo>
                <a:cubicBezTo>
                  <a:pt x="51081" y="125856"/>
                  <a:pt x="52909" y="121535"/>
                  <a:pt x="56579" y="117878"/>
                </a:cubicBezTo>
                <a:cubicBezTo>
                  <a:pt x="59985" y="114471"/>
                  <a:pt x="64179" y="112768"/>
                  <a:pt x="69152" y="112768"/>
                </a:cubicBezTo>
                <a:lnTo>
                  <a:pt x="115512" y="112768"/>
                </a:lnTo>
                <a:lnTo>
                  <a:pt x="115512" y="66397"/>
                </a:lnTo>
                <a:cubicBezTo>
                  <a:pt x="115512" y="61425"/>
                  <a:pt x="117215" y="57230"/>
                  <a:pt x="120621" y="53824"/>
                </a:cubicBezTo>
                <a:cubicBezTo>
                  <a:pt x="124290" y="50166"/>
                  <a:pt x="128610" y="48326"/>
                  <a:pt x="133594" y="48326"/>
                </a:cubicBezTo>
                <a:lnTo>
                  <a:pt x="243608" y="48326"/>
                </a:lnTo>
                <a:cubicBezTo>
                  <a:pt x="248580" y="48326"/>
                  <a:pt x="252900" y="50166"/>
                  <a:pt x="256569" y="53824"/>
                </a:cubicBezTo>
                <a:cubicBezTo>
                  <a:pt x="260238" y="57230"/>
                  <a:pt x="262067" y="61425"/>
                  <a:pt x="262067" y="66397"/>
                </a:cubicBezTo>
                <a:lnTo>
                  <a:pt x="262067" y="176811"/>
                </a:lnTo>
                <a:lnTo>
                  <a:pt x="308039" y="176811"/>
                </a:lnTo>
                <a:cubicBezTo>
                  <a:pt x="313011" y="176811"/>
                  <a:pt x="317205" y="178639"/>
                  <a:pt x="320612" y="182309"/>
                </a:cubicBezTo>
                <a:cubicBezTo>
                  <a:pt x="324281" y="185978"/>
                  <a:pt x="326109" y="190298"/>
                  <a:pt x="326109" y="195270"/>
                </a:cubicBezTo>
                <a:lnTo>
                  <a:pt x="326109" y="305284"/>
                </a:lnTo>
                <a:cubicBezTo>
                  <a:pt x="326109" y="310267"/>
                  <a:pt x="324281" y="314451"/>
                  <a:pt x="320612" y="317857"/>
                </a:cubicBezTo>
                <a:cubicBezTo>
                  <a:pt x="317205" y="321526"/>
                  <a:pt x="313011" y="323366"/>
                  <a:pt x="308039" y="323366"/>
                </a:cubicBezTo>
                <a:lnTo>
                  <a:pt x="212175" y="323366"/>
                </a:lnTo>
                <a:lnTo>
                  <a:pt x="212175" y="258924"/>
                </a:lnTo>
                <a:lnTo>
                  <a:pt x="165026" y="258924"/>
                </a:lnTo>
                <a:lnTo>
                  <a:pt x="165026" y="323366"/>
                </a:lnTo>
                <a:lnTo>
                  <a:pt x="69152" y="323366"/>
                </a:lnTo>
                <a:close/>
                <a:moveTo>
                  <a:pt x="68763" y="305684"/>
                </a:moveTo>
                <a:lnTo>
                  <a:pt x="115512" y="305684"/>
                </a:lnTo>
                <a:lnTo>
                  <a:pt x="115512" y="258924"/>
                </a:lnTo>
                <a:lnTo>
                  <a:pt x="68763" y="258924"/>
                </a:lnTo>
                <a:lnTo>
                  <a:pt x="68763" y="305684"/>
                </a:lnTo>
                <a:close/>
                <a:moveTo>
                  <a:pt x="68763" y="241242"/>
                </a:moveTo>
                <a:lnTo>
                  <a:pt x="115512" y="241242"/>
                </a:lnTo>
                <a:lnTo>
                  <a:pt x="115512" y="194882"/>
                </a:lnTo>
                <a:lnTo>
                  <a:pt x="68763" y="194882"/>
                </a:lnTo>
                <a:lnTo>
                  <a:pt x="68763" y="241242"/>
                </a:lnTo>
                <a:close/>
                <a:moveTo>
                  <a:pt x="68763" y="176811"/>
                </a:moveTo>
                <a:lnTo>
                  <a:pt x="115512" y="176811"/>
                </a:lnTo>
                <a:lnTo>
                  <a:pt x="115512" y="130451"/>
                </a:lnTo>
                <a:lnTo>
                  <a:pt x="68763" y="130451"/>
                </a:lnTo>
                <a:lnTo>
                  <a:pt x="68763" y="176811"/>
                </a:lnTo>
                <a:close/>
                <a:moveTo>
                  <a:pt x="133194" y="241242"/>
                </a:moveTo>
                <a:lnTo>
                  <a:pt x="179554" y="241242"/>
                </a:lnTo>
                <a:lnTo>
                  <a:pt x="179554" y="194882"/>
                </a:lnTo>
                <a:lnTo>
                  <a:pt x="133194" y="194882"/>
                </a:lnTo>
                <a:lnTo>
                  <a:pt x="133194" y="241242"/>
                </a:lnTo>
                <a:close/>
                <a:moveTo>
                  <a:pt x="133194" y="176811"/>
                </a:moveTo>
                <a:lnTo>
                  <a:pt x="179554" y="176811"/>
                </a:lnTo>
                <a:lnTo>
                  <a:pt x="179554" y="130451"/>
                </a:lnTo>
                <a:lnTo>
                  <a:pt x="133194" y="130451"/>
                </a:lnTo>
                <a:lnTo>
                  <a:pt x="133194" y="176811"/>
                </a:lnTo>
                <a:close/>
                <a:moveTo>
                  <a:pt x="133194" y="112768"/>
                </a:moveTo>
                <a:lnTo>
                  <a:pt x="179554" y="112768"/>
                </a:lnTo>
                <a:lnTo>
                  <a:pt x="179554" y="66008"/>
                </a:lnTo>
                <a:lnTo>
                  <a:pt x="133194" y="66008"/>
                </a:lnTo>
                <a:lnTo>
                  <a:pt x="133194" y="112768"/>
                </a:lnTo>
                <a:close/>
                <a:moveTo>
                  <a:pt x="197636" y="241242"/>
                </a:moveTo>
                <a:lnTo>
                  <a:pt x="243996" y="241242"/>
                </a:lnTo>
                <a:lnTo>
                  <a:pt x="243996" y="194882"/>
                </a:lnTo>
                <a:lnTo>
                  <a:pt x="197636" y="194882"/>
                </a:lnTo>
                <a:lnTo>
                  <a:pt x="197636" y="241242"/>
                </a:lnTo>
                <a:close/>
                <a:moveTo>
                  <a:pt x="197636" y="176811"/>
                </a:moveTo>
                <a:lnTo>
                  <a:pt x="243996" y="176811"/>
                </a:lnTo>
                <a:lnTo>
                  <a:pt x="243996" y="130451"/>
                </a:lnTo>
                <a:lnTo>
                  <a:pt x="197636" y="130451"/>
                </a:lnTo>
                <a:lnTo>
                  <a:pt x="197636" y="176811"/>
                </a:lnTo>
                <a:close/>
                <a:moveTo>
                  <a:pt x="197636" y="112768"/>
                </a:moveTo>
                <a:lnTo>
                  <a:pt x="243996" y="112768"/>
                </a:lnTo>
                <a:lnTo>
                  <a:pt x="243996" y="66008"/>
                </a:lnTo>
                <a:lnTo>
                  <a:pt x="197636" y="66008"/>
                </a:lnTo>
                <a:lnTo>
                  <a:pt x="197636" y="112768"/>
                </a:lnTo>
                <a:close/>
                <a:moveTo>
                  <a:pt x="262067" y="305684"/>
                </a:moveTo>
                <a:lnTo>
                  <a:pt x="308427" y="305684"/>
                </a:lnTo>
                <a:lnTo>
                  <a:pt x="308427" y="258924"/>
                </a:lnTo>
                <a:lnTo>
                  <a:pt x="262067" y="258924"/>
                </a:lnTo>
                <a:lnTo>
                  <a:pt x="262067" y="305684"/>
                </a:lnTo>
                <a:close/>
                <a:moveTo>
                  <a:pt x="262067" y="241242"/>
                </a:moveTo>
                <a:lnTo>
                  <a:pt x="308427" y="241242"/>
                </a:lnTo>
                <a:lnTo>
                  <a:pt x="308427" y="194882"/>
                </a:lnTo>
                <a:lnTo>
                  <a:pt x="262067" y="194882"/>
                </a:lnTo>
                <a:lnTo>
                  <a:pt x="262067" y="24124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343654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950" dirty="0"/>
          </a:p>
        </p:txBody>
      </p:sp>
      <p:sp>
        <p:nvSpPr>
          <p:cNvPr id="216" name="圖示 公告"/>
          <p:cNvSpPr/>
          <p:nvPr/>
        </p:nvSpPr>
        <p:spPr>
          <a:xfrm>
            <a:off x="431091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0041" y="197636"/>
                </a:moveTo>
                <a:lnTo>
                  <a:pt x="293900" y="197636"/>
                </a:lnTo>
                <a:cubicBezTo>
                  <a:pt x="291534" y="197636"/>
                  <a:pt x="289442" y="196710"/>
                  <a:pt x="287613" y="194882"/>
                </a:cubicBezTo>
                <a:cubicBezTo>
                  <a:pt x="286036" y="193316"/>
                  <a:pt x="285247" y="191212"/>
                  <a:pt x="285247" y="188595"/>
                </a:cubicBezTo>
                <a:cubicBezTo>
                  <a:pt x="285247" y="185978"/>
                  <a:pt x="286036" y="183886"/>
                  <a:pt x="287613" y="182309"/>
                </a:cubicBezTo>
                <a:cubicBezTo>
                  <a:pt x="289442" y="180480"/>
                  <a:pt x="291534" y="179554"/>
                  <a:pt x="293900" y="179554"/>
                </a:cubicBezTo>
                <a:lnTo>
                  <a:pt x="330041" y="179554"/>
                </a:lnTo>
                <a:cubicBezTo>
                  <a:pt x="332659" y="179554"/>
                  <a:pt x="334888" y="180480"/>
                  <a:pt x="336716" y="182309"/>
                </a:cubicBezTo>
                <a:cubicBezTo>
                  <a:pt x="338294" y="183886"/>
                  <a:pt x="339082" y="185978"/>
                  <a:pt x="339082" y="188595"/>
                </a:cubicBezTo>
                <a:cubicBezTo>
                  <a:pt x="339082" y="191212"/>
                  <a:pt x="338294" y="193316"/>
                  <a:pt x="336716" y="194882"/>
                </a:cubicBezTo>
                <a:cubicBezTo>
                  <a:pt x="334888" y="196710"/>
                  <a:pt x="332659" y="197636"/>
                  <a:pt x="330041" y="197636"/>
                </a:cubicBezTo>
                <a:close/>
                <a:moveTo>
                  <a:pt x="265610" y="266788"/>
                </a:moveTo>
                <a:cubicBezTo>
                  <a:pt x="267176" y="264685"/>
                  <a:pt x="269142" y="263507"/>
                  <a:pt x="271497" y="263244"/>
                </a:cubicBezTo>
                <a:cubicBezTo>
                  <a:pt x="273851" y="262719"/>
                  <a:pt x="276080" y="263244"/>
                  <a:pt x="278183" y="264822"/>
                </a:cubicBezTo>
                <a:lnTo>
                  <a:pt x="307250" y="286424"/>
                </a:lnTo>
                <a:cubicBezTo>
                  <a:pt x="309353" y="288002"/>
                  <a:pt x="310530" y="289968"/>
                  <a:pt x="310793" y="292322"/>
                </a:cubicBezTo>
                <a:cubicBezTo>
                  <a:pt x="311307" y="294677"/>
                  <a:pt x="310793" y="296906"/>
                  <a:pt x="309216" y="298997"/>
                </a:cubicBezTo>
                <a:cubicBezTo>
                  <a:pt x="307650" y="301100"/>
                  <a:pt x="305684" y="302278"/>
                  <a:pt x="303329" y="302541"/>
                </a:cubicBezTo>
                <a:cubicBezTo>
                  <a:pt x="300700" y="303066"/>
                  <a:pt x="298483" y="302541"/>
                  <a:pt x="296643" y="300963"/>
                </a:cubicBezTo>
                <a:lnTo>
                  <a:pt x="267565" y="279361"/>
                </a:lnTo>
                <a:cubicBezTo>
                  <a:pt x="265473" y="277783"/>
                  <a:pt x="264296" y="275817"/>
                  <a:pt x="264033" y="273463"/>
                </a:cubicBezTo>
                <a:cubicBezTo>
                  <a:pt x="263507" y="271108"/>
                  <a:pt x="264033" y="268879"/>
                  <a:pt x="265610" y="266788"/>
                </a:cubicBezTo>
                <a:close/>
                <a:moveTo>
                  <a:pt x="306473" y="89977"/>
                </a:moveTo>
                <a:lnTo>
                  <a:pt x="278572" y="111591"/>
                </a:lnTo>
                <a:cubicBezTo>
                  <a:pt x="276480" y="113157"/>
                  <a:pt x="274251" y="113683"/>
                  <a:pt x="271897" y="113157"/>
                </a:cubicBezTo>
                <a:cubicBezTo>
                  <a:pt x="269531" y="112631"/>
                  <a:pt x="267565" y="111454"/>
                  <a:pt x="265999" y="109625"/>
                </a:cubicBezTo>
                <a:cubicBezTo>
                  <a:pt x="264422" y="107522"/>
                  <a:pt x="263770" y="105305"/>
                  <a:pt x="264033" y="102939"/>
                </a:cubicBezTo>
                <a:cubicBezTo>
                  <a:pt x="264559" y="100584"/>
                  <a:pt x="265736" y="98618"/>
                  <a:pt x="267565" y="97052"/>
                </a:cubicBezTo>
                <a:lnTo>
                  <a:pt x="295854" y="75827"/>
                </a:lnTo>
                <a:cubicBezTo>
                  <a:pt x="297957" y="74261"/>
                  <a:pt x="300186" y="73609"/>
                  <a:pt x="302541" y="73872"/>
                </a:cubicBezTo>
                <a:cubicBezTo>
                  <a:pt x="304895" y="74386"/>
                  <a:pt x="306861" y="75564"/>
                  <a:pt x="308427" y="77404"/>
                </a:cubicBezTo>
                <a:cubicBezTo>
                  <a:pt x="310004" y="79496"/>
                  <a:pt x="310656" y="81725"/>
                  <a:pt x="310393" y="84079"/>
                </a:cubicBezTo>
                <a:cubicBezTo>
                  <a:pt x="309867" y="86445"/>
                  <a:pt x="308564" y="88400"/>
                  <a:pt x="306473" y="89977"/>
                </a:cubicBezTo>
                <a:close/>
                <a:moveTo>
                  <a:pt x="85256" y="229069"/>
                </a:moveTo>
                <a:lnTo>
                  <a:pt x="60899" y="229069"/>
                </a:lnTo>
                <a:cubicBezTo>
                  <a:pt x="54613" y="229069"/>
                  <a:pt x="49240" y="226840"/>
                  <a:pt x="44794" y="222382"/>
                </a:cubicBezTo>
                <a:cubicBezTo>
                  <a:pt x="40336" y="217936"/>
                  <a:pt x="38108" y="212564"/>
                  <a:pt x="38108" y="206277"/>
                </a:cubicBezTo>
                <a:lnTo>
                  <a:pt x="38108" y="170913"/>
                </a:lnTo>
                <a:cubicBezTo>
                  <a:pt x="38108" y="164626"/>
                  <a:pt x="40336" y="159254"/>
                  <a:pt x="44794" y="154808"/>
                </a:cubicBezTo>
                <a:cubicBezTo>
                  <a:pt x="49240" y="150350"/>
                  <a:pt x="54613" y="148121"/>
                  <a:pt x="60899" y="148121"/>
                </a:cubicBezTo>
                <a:lnTo>
                  <a:pt x="127307" y="148121"/>
                </a:lnTo>
                <a:lnTo>
                  <a:pt x="180743" y="116300"/>
                </a:lnTo>
                <a:cubicBezTo>
                  <a:pt x="184400" y="113946"/>
                  <a:pt x="188206" y="113946"/>
                  <a:pt x="192127" y="116300"/>
                </a:cubicBezTo>
                <a:cubicBezTo>
                  <a:pt x="195796" y="118392"/>
                  <a:pt x="197636" y="121672"/>
                  <a:pt x="197636" y="126119"/>
                </a:cubicBezTo>
                <a:lnTo>
                  <a:pt x="197636" y="251071"/>
                </a:lnTo>
                <a:cubicBezTo>
                  <a:pt x="197636" y="255518"/>
                  <a:pt x="195796" y="258798"/>
                  <a:pt x="192127" y="260890"/>
                </a:cubicBezTo>
                <a:cubicBezTo>
                  <a:pt x="188206" y="263244"/>
                  <a:pt x="184400" y="263244"/>
                  <a:pt x="180743" y="260890"/>
                </a:cubicBezTo>
                <a:lnTo>
                  <a:pt x="127307" y="229069"/>
                </a:lnTo>
                <a:lnTo>
                  <a:pt x="103339" y="229069"/>
                </a:lnTo>
                <a:lnTo>
                  <a:pt x="103339" y="281715"/>
                </a:lnTo>
                <a:cubicBezTo>
                  <a:pt x="103339" y="284070"/>
                  <a:pt x="102413" y="286161"/>
                  <a:pt x="100584" y="288002"/>
                </a:cubicBezTo>
                <a:cubicBezTo>
                  <a:pt x="99018" y="289568"/>
                  <a:pt x="96915" y="290356"/>
                  <a:pt x="94298" y="290356"/>
                </a:cubicBezTo>
                <a:cubicBezTo>
                  <a:pt x="91680" y="290356"/>
                  <a:pt x="89588" y="289568"/>
                  <a:pt x="88011" y="288002"/>
                </a:cubicBezTo>
                <a:cubicBezTo>
                  <a:pt x="86182" y="286161"/>
                  <a:pt x="85256" y="284070"/>
                  <a:pt x="85256" y="281715"/>
                </a:cubicBezTo>
                <a:lnTo>
                  <a:pt x="85256" y="229069"/>
                </a:lnTo>
                <a:close/>
                <a:moveTo>
                  <a:pt x="179954" y="239676"/>
                </a:moveTo>
                <a:lnTo>
                  <a:pt x="179954" y="137514"/>
                </a:lnTo>
                <a:lnTo>
                  <a:pt x="132017" y="165804"/>
                </a:lnTo>
                <a:lnTo>
                  <a:pt x="60899" y="165804"/>
                </a:lnTo>
                <a:cubicBezTo>
                  <a:pt x="59596" y="165804"/>
                  <a:pt x="58407" y="166329"/>
                  <a:pt x="57367" y="167381"/>
                </a:cubicBezTo>
                <a:cubicBezTo>
                  <a:pt x="56316" y="168421"/>
                  <a:pt x="55790" y="169610"/>
                  <a:pt x="55790" y="170913"/>
                </a:cubicBezTo>
                <a:lnTo>
                  <a:pt x="55790" y="206277"/>
                </a:lnTo>
                <a:cubicBezTo>
                  <a:pt x="55790" y="207580"/>
                  <a:pt x="56316" y="208769"/>
                  <a:pt x="57367" y="209809"/>
                </a:cubicBezTo>
                <a:cubicBezTo>
                  <a:pt x="58407" y="210861"/>
                  <a:pt x="59596" y="211386"/>
                  <a:pt x="60899" y="211386"/>
                </a:cubicBezTo>
                <a:lnTo>
                  <a:pt x="132017" y="211386"/>
                </a:lnTo>
                <a:lnTo>
                  <a:pt x="179954" y="239676"/>
                </a:lnTo>
                <a:close/>
                <a:moveTo>
                  <a:pt x="219239" y="237710"/>
                </a:moveTo>
                <a:lnTo>
                  <a:pt x="219239" y="139480"/>
                </a:lnTo>
                <a:cubicBezTo>
                  <a:pt x="225525" y="145241"/>
                  <a:pt x="230509" y="152316"/>
                  <a:pt x="234178" y="160694"/>
                </a:cubicBezTo>
                <a:cubicBezTo>
                  <a:pt x="238098" y="169084"/>
                  <a:pt x="240064" y="178377"/>
                  <a:pt x="240064" y="188595"/>
                </a:cubicBezTo>
                <a:cubicBezTo>
                  <a:pt x="240064" y="198813"/>
                  <a:pt x="238098" y="208106"/>
                  <a:pt x="234178" y="216496"/>
                </a:cubicBezTo>
                <a:cubicBezTo>
                  <a:pt x="230509" y="224874"/>
                  <a:pt x="225525" y="231949"/>
                  <a:pt x="219239" y="237710"/>
                </a:cubicBezTo>
                <a:close/>
                <a:moveTo>
                  <a:pt x="117878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412994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950" dirty="0"/>
          </a:p>
        </p:txBody>
      </p:sp>
      <p:sp>
        <p:nvSpPr>
          <p:cNvPr id="218" name="圖示 郵件"/>
          <p:cNvSpPr/>
          <p:nvPr/>
        </p:nvSpPr>
        <p:spPr>
          <a:xfrm>
            <a:off x="500431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2076" y="306473"/>
                </a:moveTo>
                <a:cubicBezTo>
                  <a:pt x="55790" y="306473"/>
                  <a:pt x="50418" y="304244"/>
                  <a:pt x="45971" y="299786"/>
                </a:cubicBezTo>
                <a:cubicBezTo>
                  <a:pt x="41514" y="295340"/>
                  <a:pt x="39296" y="289968"/>
                  <a:pt x="39296" y="283681"/>
                </a:cubicBezTo>
                <a:lnTo>
                  <a:pt x="39296" y="93509"/>
                </a:lnTo>
                <a:cubicBezTo>
                  <a:pt x="39296" y="87222"/>
                  <a:pt x="41514" y="81850"/>
                  <a:pt x="45971" y="77404"/>
                </a:cubicBezTo>
                <a:cubicBezTo>
                  <a:pt x="50418" y="72946"/>
                  <a:pt x="55790" y="70729"/>
                  <a:pt x="62076" y="70729"/>
                </a:cubicBezTo>
                <a:lnTo>
                  <a:pt x="315114" y="70729"/>
                </a:lnTo>
                <a:cubicBezTo>
                  <a:pt x="321400" y="70729"/>
                  <a:pt x="326772" y="72946"/>
                  <a:pt x="331219" y="77404"/>
                </a:cubicBezTo>
                <a:cubicBezTo>
                  <a:pt x="335676" y="81850"/>
                  <a:pt x="337905" y="87222"/>
                  <a:pt x="337905" y="93509"/>
                </a:cubicBezTo>
                <a:lnTo>
                  <a:pt x="337905" y="283681"/>
                </a:lnTo>
                <a:cubicBezTo>
                  <a:pt x="337905" y="289968"/>
                  <a:pt x="335676" y="295340"/>
                  <a:pt x="331219" y="299786"/>
                </a:cubicBezTo>
                <a:cubicBezTo>
                  <a:pt x="326772" y="304244"/>
                  <a:pt x="321400" y="306473"/>
                  <a:pt x="315114" y="306473"/>
                </a:cubicBezTo>
                <a:lnTo>
                  <a:pt x="62076" y="306473"/>
                </a:lnTo>
                <a:close/>
                <a:moveTo>
                  <a:pt x="320223" y="104116"/>
                </a:moveTo>
                <a:lnTo>
                  <a:pt x="194882" y="186629"/>
                </a:lnTo>
                <a:cubicBezTo>
                  <a:pt x="193830" y="187155"/>
                  <a:pt x="192790" y="187681"/>
                  <a:pt x="191738" y="188206"/>
                </a:cubicBezTo>
                <a:cubicBezTo>
                  <a:pt x="190950" y="188469"/>
                  <a:pt x="189909" y="188595"/>
                  <a:pt x="188595" y="188595"/>
                </a:cubicBezTo>
                <a:cubicBezTo>
                  <a:pt x="187281" y="188595"/>
                  <a:pt x="186240" y="188469"/>
                  <a:pt x="185452" y="188206"/>
                </a:cubicBezTo>
                <a:cubicBezTo>
                  <a:pt x="184400" y="187681"/>
                  <a:pt x="183360" y="187155"/>
                  <a:pt x="182309" y="186629"/>
                </a:cubicBezTo>
                <a:lnTo>
                  <a:pt x="56967" y="104116"/>
                </a:lnTo>
                <a:lnTo>
                  <a:pt x="56967" y="283681"/>
                </a:lnTo>
                <a:cubicBezTo>
                  <a:pt x="56967" y="285247"/>
                  <a:pt x="57493" y="286424"/>
                  <a:pt x="58544" y="287213"/>
                </a:cubicBezTo>
                <a:cubicBezTo>
                  <a:pt x="59333" y="288265"/>
                  <a:pt x="60510" y="288790"/>
                  <a:pt x="62076" y="288790"/>
                </a:cubicBezTo>
                <a:lnTo>
                  <a:pt x="315114" y="288790"/>
                </a:lnTo>
                <a:cubicBezTo>
                  <a:pt x="316680" y="288790"/>
                  <a:pt x="317857" y="288265"/>
                  <a:pt x="318646" y="287213"/>
                </a:cubicBezTo>
                <a:cubicBezTo>
                  <a:pt x="319697" y="286424"/>
                  <a:pt x="320223" y="285247"/>
                  <a:pt x="320223" y="283681"/>
                </a:cubicBezTo>
                <a:lnTo>
                  <a:pt x="320223" y="104116"/>
                </a:lnTo>
                <a:close/>
                <a:moveTo>
                  <a:pt x="188595" y="172090"/>
                </a:moveTo>
                <a:lnTo>
                  <a:pt x="316680" y="88400"/>
                </a:lnTo>
                <a:lnTo>
                  <a:pt x="60899" y="88400"/>
                </a:lnTo>
                <a:lnTo>
                  <a:pt x="188595" y="172090"/>
                </a:lnTo>
                <a:close/>
                <a:moveTo>
                  <a:pt x="56967" y="104116"/>
                </a:moveTo>
                <a:lnTo>
                  <a:pt x="56967" y="106871"/>
                </a:lnTo>
                <a:lnTo>
                  <a:pt x="56967" y="94686"/>
                </a:lnTo>
                <a:lnTo>
                  <a:pt x="56967" y="95086"/>
                </a:lnTo>
                <a:lnTo>
                  <a:pt x="56967" y="88400"/>
                </a:lnTo>
                <a:lnTo>
                  <a:pt x="56967" y="94686"/>
                </a:lnTo>
                <a:lnTo>
                  <a:pt x="56967" y="94298"/>
                </a:lnTo>
                <a:lnTo>
                  <a:pt x="56967" y="106871"/>
                </a:lnTo>
                <a:lnTo>
                  <a:pt x="56967" y="104116"/>
                </a:lnTo>
                <a:lnTo>
                  <a:pt x="56967" y="288790"/>
                </a:lnTo>
                <a:lnTo>
                  <a:pt x="56967" y="10411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482334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950" dirty="0"/>
          </a:p>
        </p:txBody>
      </p:sp>
      <p:sp>
        <p:nvSpPr>
          <p:cNvPr id="220" name="圖示 訊息"/>
          <p:cNvSpPr/>
          <p:nvPr/>
        </p:nvSpPr>
        <p:spPr>
          <a:xfrm>
            <a:off x="569771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5086" y="275040"/>
                </a:moveTo>
                <a:lnTo>
                  <a:pt x="58544" y="311182"/>
                </a:lnTo>
                <a:cubicBezTo>
                  <a:pt x="54875" y="314851"/>
                  <a:pt x="50818" y="315765"/>
                  <a:pt x="46360" y="313936"/>
                </a:cubicBezTo>
                <a:cubicBezTo>
                  <a:pt x="41651" y="311833"/>
                  <a:pt x="39296" y="308301"/>
                  <a:pt x="39296" y="303329"/>
                </a:cubicBezTo>
                <a:lnTo>
                  <a:pt x="39296" y="62076"/>
                </a:lnTo>
                <a:cubicBezTo>
                  <a:pt x="39296" y="55790"/>
                  <a:pt x="41514" y="50418"/>
                  <a:pt x="45971" y="45971"/>
                </a:cubicBezTo>
                <a:cubicBezTo>
                  <a:pt x="50418" y="41514"/>
                  <a:pt x="55790" y="39296"/>
                  <a:pt x="62076" y="39296"/>
                </a:cubicBezTo>
                <a:lnTo>
                  <a:pt x="315114" y="39296"/>
                </a:lnTo>
                <a:cubicBezTo>
                  <a:pt x="321400" y="39296"/>
                  <a:pt x="326772" y="41514"/>
                  <a:pt x="331219" y="45971"/>
                </a:cubicBezTo>
                <a:cubicBezTo>
                  <a:pt x="335676" y="50418"/>
                  <a:pt x="337905" y="55790"/>
                  <a:pt x="337905" y="62076"/>
                </a:cubicBezTo>
                <a:lnTo>
                  <a:pt x="337905" y="252249"/>
                </a:lnTo>
                <a:cubicBezTo>
                  <a:pt x="337905" y="258535"/>
                  <a:pt x="335676" y="263907"/>
                  <a:pt x="331219" y="268354"/>
                </a:cubicBezTo>
                <a:cubicBezTo>
                  <a:pt x="326772" y="272811"/>
                  <a:pt x="321400" y="275040"/>
                  <a:pt x="315114" y="275040"/>
                </a:cubicBezTo>
                <a:lnTo>
                  <a:pt x="95086" y="275040"/>
                </a:lnTo>
                <a:close/>
                <a:moveTo>
                  <a:pt x="87222" y="257358"/>
                </a:moveTo>
                <a:lnTo>
                  <a:pt x="315114" y="257358"/>
                </a:lnTo>
                <a:cubicBezTo>
                  <a:pt x="316417" y="257358"/>
                  <a:pt x="317594" y="256832"/>
                  <a:pt x="318646" y="255781"/>
                </a:cubicBezTo>
                <a:cubicBezTo>
                  <a:pt x="319697" y="254729"/>
                  <a:pt x="320223" y="253552"/>
                  <a:pt x="320223" y="252249"/>
                </a:cubicBezTo>
                <a:lnTo>
                  <a:pt x="320223" y="62076"/>
                </a:lnTo>
                <a:cubicBezTo>
                  <a:pt x="320223" y="60773"/>
                  <a:pt x="319697" y="59596"/>
                  <a:pt x="318646" y="58544"/>
                </a:cubicBezTo>
                <a:cubicBezTo>
                  <a:pt x="317594" y="57493"/>
                  <a:pt x="316417" y="56967"/>
                  <a:pt x="315114" y="56967"/>
                </a:cubicBezTo>
                <a:lnTo>
                  <a:pt x="62076" y="56967"/>
                </a:lnTo>
                <a:cubicBezTo>
                  <a:pt x="60773" y="56967"/>
                  <a:pt x="59596" y="57493"/>
                  <a:pt x="58544" y="58544"/>
                </a:cubicBezTo>
                <a:cubicBezTo>
                  <a:pt x="57493" y="59596"/>
                  <a:pt x="56967" y="60773"/>
                  <a:pt x="56967" y="62076"/>
                </a:cubicBezTo>
                <a:lnTo>
                  <a:pt x="56967" y="288790"/>
                </a:lnTo>
                <a:lnTo>
                  <a:pt x="87222" y="257358"/>
                </a:lnTo>
                <a:close/>
                <a:moveTo>
                  <a:pt x="56967" y="257358"/>
                </a:moveTo>
                <a:lnTo>
                  <a:pt x="56967" y="56967"/>
                </a:lnTo>
                <a:lnTo>
                  <a:pt x="56967" y="257358"/>
                </a:lnTo>
                <a:close/>
                <a:moveTo>
                  <a:pt x="107259" y="216496"/>
                </a:moveTo>
                <a:lnTo>
                  <a:pt x="205100" y="216496"/>
                </a:lnTo>
                <a:cubicBezTo>
                  <a:pt x="207717" y="216496"/>
                  <a:pt x="209809" y="215570"/>
                  <a:pt x="211386" y="213741"/>
                </a:cubicBezTo>
                <a:cubicBezTo>
                  <a:pt x="213215" y="211912"/>
                  <a:pt x="214130" y="209809"/>
                  <a:pt x="214130" y="207455"/>
                </a:cubicBezTo>
                <a:cubicBezTo>
                  <a:pt x="214130" y="204837"/>
                  <a:pt x="213215" y="202745"/>
                  <a:pt x="211386" y="201168"/>
                </a:cubicBezTo>
                <a:cubicBezTo>
                  <a:pt x="209809" y="199339"/>
                  <a:pt x="207717" y="198413"/>
                  <a:pt x="205100" y="198413"/>
                </a:cubicBezTo>
                <a:lnTo>
                  <a:pt x="107259" y="198413"/>
                </a:lnTo>
                <a:cubicBezTo>
                  <a:pt x="104642" y="198413"/>
                  <a:pt x="102550" y="199339"/>
                  <a:pt x="100973" y="201168"/>
                </a:cubicBezTo>
                <a:cubicBezTo>
                  <a:pt x="99144" y="202745"/>
                  <a:pt x="98229" y="204837"/>
                  <a:pt x="98229" y="207455"/>
                </a:cubicBezTo>
                <a:cubicBezTo>
                  <a:pt x="98229" y="210072"/>
                  <a:pt x="99144" y="212175"/>
                  <a:pt x="100973" y="213741"/>
                </a:cubicBezTo>
                <a:cubicBezTo>
                  <a:pt x="102550" y="215570"/>
                  <a:pt x="104642" y="216496"/>
                  <a:pt x="107259" y="216496"/>
                </a:cubicBezTo>
                <a:close/>
                <a:moveTo>
                  <a:pt x="107259" y="166204"/>
                </a:moveTo>
                <a:lnTo>
                  <a:pt x="269931" y="166204"/>
                </a:lnTo>
                <a:cubicBezTo>
                  <a:pt x="272548" y="166204"/>
                  <a:pt x="274640" y="165415"/>
                  <a:pt x="276217" y="163838"/>
                </a:cubicBezTo>
                <a:cubicBezTo>
                  <a:pt x="278046" y="162009"/>
                  <a:pt x="278961" y="159780"/>
                  <a:pt x="278961" y="157163"/>
                </a:cubicBezTo>
                <a:cubicBezTo>
                  <a:pt x="278961" y="154808"/>
                  <a:pt x="278046" y="152705"/>
                  <a:pt x="276217" y="150876"/>
                </a:cubicBezTo>
                <a:cubicBezTo>
                  <a:pt x="274640" y="149310"/>
                  <a:pt x="272548" y="148521"/>
                  <a:pt x="269931" y="148521"/>
                </a:cubicBezTo>
                <a:lnTo>
                  <a:pt x="107259" y="148521"/>
                </a:lnTo>
                <a:cubicBezTo>
                  <a:pt x="104642" y="148521"/>
                  <a:pt x="102550" y="149310"/>
                  <a:pt x="100973" y="150876"/>
                </a:cubicBezTo>
                <a:cubicBezTo>
                  <a:pt x="99144" y="152705"/>
                  <a:pt x="98229" y="154934"/>
                  <a:pt x="98229" y="157551"/>
                </a:cubicBezTo>
                <a:cubicBezTo>
                  <a:pt x="98229" y="160180"/>
                  <a:pt x="99144" y="162272"/>
                  <a:pt x="100973" y="163838"/>
                </a:cubicBezTo>
                <a:cubicBezTo>
                  <a:pt x="102550" y="165415"/>
                  <a:pt x="104642" y="166204"/>
                  <a:pt x="107259" y="166204"/>
                </a:cubicBezTo>
                <a:close/>
                <a:moveTo>
                  <a:pt x="107259" y="116300"/>
                </a:moveTo>
                <a:lnTo>
                  <a:pt x="269931" y="116300"/>
                </a:lnTo>
                <a:cubicBezTo>
                  <a:pt x="272548" y="116300"/>
                  <a:pt x="274640" y="115386"/>
                  <a:pt x="276217" y="113546"/>
                </a:cubicBezTo>
                <a:cubicBezTo>
                  <a:pt x="278046" y="111980"/>
                  <a:pt x="278961" y="109888"/>
                  <a:pt x="278961" y="107259"/>
                </a:cubicBezTo>
                <a:cubicBezTo>
                  <a:pt x="278961" y="104642"/>
                  <a:pt x="278046" y="102550"/>
                  <a:pt x="276217" y="100973"/>
                </a:cubicBezTo>
                <a:cubicBezTo>
                  <a:pt x="274640" y="99407"/>
                  <a:pt x="272548" y="98618"/>
                  <a:pt x="269931" y="98618"/>
                </a:cubicBezTo>
                <a:lnTo>
                  <a:pt x="107259" y="98618"/>
                </a:lnTo>
                <a:cubicBezTo>
                  <a:pt x="104642" y="98618"/>
                  <a:pt x="102550" y="99407"/>
                  <a:pt x="100973" y="100973"/>
                </a:cubicBezTo>
                <a:cubicBezTo>
                  <a:pt x="99144" y="102813"/>
                  <a:pt x="98229" y="104905"/>
                  <a:pt x="98229" y="107259"/>
                </a:cubicBezTo>
                <a:cubicBezTo>
                  <a:pt x="98229" y="109888"/>
                  <a:pt x="99144" y="112105"/>
                  <a:pt x="100973" y="113946"/>
                </a:cubicBezTo>
                <a:cubicBezTo>
                  <a:pt x="102550" y="115512"/>
                  <a:pt x="104642" y="116300"/>
                  <a:pt x="107259" y="11630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5516747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950" dirty="0"/>
          </a:p>
        </p:txBody>
      </p:sp>
      <p:sp>
        <p:nvSpPr>
          <p:cNvPr id="222" name="圖示 討論"/>
          <p:cNvSpPr/>
          <p:nvPr/>
        </p:nvSpPr>
        <p:spPr>
          <a:xfrm>
            <a:off x="6391113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28075" y="304107"/>
                </a:moveTo>
                <a:cubicBezTo>
                  <a:pt x="327287" y="305947"/>
                  <a:pt x="325584" y="307124"/>
                  <a:pt x="322966" y="307650"/>
                </a:cubicBezTo>
                <a:cubicBezTo>
                  <a:pt x="320349" y="308164"/>
                  <a:pt x="317857" y="307250"/>
                  <a:pt x="315502" y="304895"/>
                </a:cubicBezTo>
                <a:lnTo>
                  <a:pt x="279361" y="269142"/>
                </a:lnTo>
                <a:lnTo>
                  <a:pt x="119832" y="269142"/>
                </a:lnTo>
                <a:cubicBezTo>
                  <a:pt x="113809" y="269142"/>
                  <a:pt x="108699" y="266913"/>
                  <a:pt x="104516" y="262467"/>
                </a:cubicBezTo>
                <a:cubicBezTo>
                  <a:pt x="100058" y="258272"/>
                  <a:pt x="97829" y="253037"/>
                  <a:pt x="97829" y="246751"/>
                </a:cubicBezTo>
                <a:lnTo>
                  <a:pt x="97829" y="225925"/>
                </a:lnTo>
                <a:lnTo>
                  <a:pt x="269142" y="225925"/>
                </a:lnTo>
                <a:cubicBezTo>
                  <a:pt x="275166" y="225925"/>
                  <a:pt x="280401" y="223697"/>
                  <a:pt x="284858" y="219239"/>
                </a:cubicBezTo>
                <a:cubicBezTo>
                  <a:pt x="289305" y="214530"/>
                  <a:pt x="291534" y="209158"/>
                  <a:pt x="291534" y="203134"/>
                </a:cubicBezTo>
                <a:lnTo>
                  <a:pt x="291534" y="94298"/>
                </a:lnTo>
                <a:lnTo>
                  <a:pt x="312759" y="94298"/>
                </a:lnTo>
                <a:cubicBezTo>
                  <a:pt x="318783" y="94298"/>
                  <a:pt x="324018" y="96526"/>
                  <a:pt x="328475" y="100973"/>
                </a:cubicBezTo>
                <a:cubicBezTo>
                  <a:pt x="332659" y="105167"/>
                  <a:pt x="334762" y="110277"/>
                  <a:pt x="334762" y="116300"/>
                </a:cubicBezTo>
                <a:lnTo>
                  <a:pt x="334762" y="297043"/>
                </a:lnTo>
                <a:cubicBezTo>
                  <a:pt x="334762" y="299135"/>
                  <a:pt x="334099" y="300838"/>
                  <a:pt x="332796" y="302141"/>
                </a:cubicBezTo>
                <a:cubicBezTo>
                  <a:pt x="331219" y="303455"/>
                  <a:pt x="329653" y="304107"/>
                  <a:pt x="328075" y="304107"/>
                </a:cubicBezTo>
                <a:close/>
                <a:moveTo>
                  <a:pt x="60110" y="212564"/>
                </a:moveTo>
                <a:lnTo>
                  <a:pt x="90366" y="182309"/>
                </a:lnTo>
                <a:lnTo>
                  <a:pt x="243208" y="182309"/>
                </a:lnTo>
                <a:cubicBezTo>
                  <a:pt x="244785" y="182309"/>
                  <a:pt x="245962" y="181783"/>
                  <a:pt x="246751" y="180743"/>
                </a:cubicBezTo>
                <a:cubicBezTo>
                  <a:pt x="247791" y="179954"/>
                  <a:pt x="248317" y="178902"/>
                  <a:pt x="248317" y="177599"/>
                </a:cubicBezTo>
                <a:lnTo>
                  <a:pt x="248317" y="62076"/>
                </a:lnTo>
                <a:cubicBezTo>
                  <a:pt x="248317" y="60510"/>
                  <a:pt x="247791" y="59333"/>
                  <a:pt x="246751" y="58544"/>
                </a:cubicBezTo>
                <a:cubicBezTo>
                  <a:pt x="245962" y="57493"/>
                  <a:pt x="244785" y="56967"/>
                  <a:pt x="243208" y="56967"/>
                </a:cubicBezTo>
                <a:lnTo>
                  <a:pt x="64831" y="56967"/>
                </a:lnTo>
                <a:cubicBezTo>
                  <a:pt x="63517" y="56967"/>
                  <a:pt x="62476" y="57493"/>
                  <a:pt x="61688" y="58544"/>
                </a:cubicBezTo>
                <a:cubicBezTo>
                  <a:pt x="60636" y="59333"/>
                  <a:pt x="60110" y="60510"/>
                  <a:pt x="60110" y="62076"/>
                </a:cubicBezTo>
                <a:lnTo>
                  <a:pt x="60110" y="212564"/>
                </a:lnTo>
                <a:close/>
                <a:moveTo>
                  <a:pt x="53435" y="239676"/>
                </a:moveTo>
                <a:cubicBezTo>
                  <a:pt x="50818" y="239676"/>
                  <a:pt x="48326" y="238761"/>
                  <a:pt x="45971" y="236921"/>
                </a:cubicBezTo>
                <a:cubicBezTo>
                  <a:pt x="43617" y="234829"/>
                  <a:pt x="42440" y="231949"/>
                  <a:pt x="42440" y="228280"/>
                </a:cubicBezTo>
                <a:lnTo>
                  <a:pt x="42440" y="62076"/>
                </a:lnTo>
                <a:cubicBezTo>
                  <a:pt x="42440" y="55790"/>
                  <a:pt x="44657" y="50418"/>
                  <a:pt x="49115" y="45971"/>
                </a:cubicBezTo>
                <a:cubicBezTo>
                  <a:pt x="53561" y="41514"/>
                  <a:pt x="58807" y="39296"/>
                  <a:pt x="64831" y="39296"/>
                </a:cubicBezTo>
                <a:lnTo>
                  <a:pt x="243208" y="39296"/>
                </a:lnTo>
                <a:cubicBezTo>
                  <a:pt x="249494" y="39296"/>
                  <a:pt x="254866" y="41514"/>
                  <a:pt x="259324" y="45971"/>
                </a:cubicBezTo>
                <a:cubicBezTo>
                  <a:pt x="263770" y="50418"/>
                  <a:pt x="265999" y="55790"/>
                  <a:pt x="265999" y="62076"/>
                </a:cubicBezTo>
                <a:lnTo>
                  <a:pt x="265999" y="177599"/>
                </a:lnTo>
                <a:cubicBezTo>
                  <a:pt x="265999" y="183623"/>
                  <a:pt x="263770" y="188858"/>
                  <a:pt x="259324" y="193316"/>
                </a:cubicBezTo>
                <a:cubicBezTo>
                  <a:pt x="254866" y="197762"/>
                  <a:pt x="249494" y="199991"/>
                  <a:pt x="243208" y="199991"/>
                </a:cubicBezTo>
                <a:lnTo>
                  <a:pt x="97829" y="199991"/>
                </a:lnTo>
                <a:lnTo>
                  <a:pt x="61688" y="236532"/>
                </a:lnTo>
                <a:cubicBezTo>
                  <a:pt x="60373" y="237573"/>
                  <a:pt x="59070" y="238361"/>
                  <a:pt x="57756" y="238887"/>
                </a:cubicBezTo>
                <a:cubicBezTo>
                  <a:pt x="56453" y="239413"/>
                  <a:pt x="55013" y="239676"/>
                  <a:pt x="53435" y="239676"/>
                </a:cubicBezTo>
                <a:close/>
                <a:moveTo>
                  <a:pt x="60110" y="177599"/>
                </a:moveTo>
                <a:lnTo>
                  <a:pt x="60110" y="56967"/>
                </a:lnTo>
                <a:lnTo>
                  <a:pt x="60110" y="17759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6210148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950" dirty="0"/>
          </a:p>
        </p:txBody>
      </p:sp>
      <p:sp>
        <p:nvSpPr>
          <p:cNvPr id="224" name="圖示 電話"/>
          <p:cNvSpPr/>
          <p:nvPr/>
        </p:nvSpPr>
        <p:spPr>
          <a:xfrm>
            <a:off x="7084514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4507" y="322189"/>
                </a:moveTo>
                <a:cubicBezTo>
                  <a:pt x="276732" y="322189"/>
                  <a:pt x="248054" y="315114"/>
                  <a:pt x="218462" y="300963"/>
                </a:cubicBezTo>
                <a:cubicBezTo>
                  <a:pt x="188858" y="287087"/>
                  <a:pt x="161220" y="267302"/>
                  <a:pt x="135548" y="241642"/>
                </a:cubicBezTo>
                <a:cubicBezTo>
                  <a:pt x="109888" y="215970"/>
                  <a:pt x="90103" y="188332"/>
                  <a:pt x="76227" y="158740"/>
                </a:cubicBezTo>
                <a:cubicBezTo>
                  <a:pt x="62076" y="129136"/>
                  <a:pt x="55013" y="100458"/>
                  <a:pt x="55013" y="72683"/>
                </a:cubicBezTo>
                <a:cubicBezTo>
                  <a:pt x="55013" y="67711"/>
                  <a:pt x="56704" y="63517"/>
                  <a:pt x="60110" y="60110"/>
                </a:cubicBezTo>
                <a:cubicBezTo>
                  <a:pt x="63254" y="56704"/>
                  <a:pt x="67323" y="55013"/>
                  <a:pt x="72295" y="55013"/>
                </a:cubicBezTo>
                <a:lnTo>
                  <a:pt x="117089" y="55013"/>
                </a:lnTo>
                <a:cubicBezTo>
                  <a:pt x="121272" y="55013"/>
                  <a:pt x="124816" y="56316"/>
                  <a:pt x="127696" y="58933"/>
                </a:cubicBezTo>
                <a:cubicBezTo>
                  <a:pt x="130576" y="61551"/>
                  <a:pt x="132542" y="65094"/>
                  <a:pt x="133594" y="69540"/>
                </a:cubicBezTo>
                <a:lnTo>
                  <a:pt x="143024" y="111591"/>
                </a:lnTo>
                <a:cubicBezTo>
                  <a:pt x="143538" y="115512"/>
                  <a:pt x="143412" y="119055"/>
                  <a:pt x="142624" y="122198"/>
                </a:cubicBezTo>
                <a:cubicBezTo>
                  <a:pt x="141835" y="125341"/>
                  <a:pt x="140269" y="127959"/>
                  <a:pt x="137914" y="130051"/>
                </a:cubicBezTo>
                <a:lnTo>
                  <a:pt x="100973" y="166204"/>
                </a:lnTo>
                <a:cubicBezTo>
                  <a:pt x="107785" y="178251"/>
                  <a:pt x="115123" y="189384"/>
                  <a:pt x="122975" y="199602"/>
                </a:cubicBezTo>
                <a:cubicBezTo>
                  <a:pt x="130839" y="209809"/>
                  <a:pt x="139355" y="219502"/>
                  <a:pt x="148521" y="228669"/>
                </a:cubicBezTo>
                <a:cubicBezTo>
                  <a:pt x="158214" y="238624"/>
                  <a:pt x="168558" y="247791"/>
                  <a:pt x="179554" y="256181"/>
                </a:cubicBezTo>
                <a:cubicBezTo>
                  <a:pt x="190561" y="264559"/>
                  <a:pt x="202345" y="272023"/>
                  <a:pt x="214918" y="278572"/>
                </a:cubicBezTo>
                <a:lnTo>
                  <a:pt x="250671" y="242030"/>
                </a:lnTo>
                <a:cubicBezTo>
                  <a:pt x="253289" y="239150"/>
                  <a:pt x="256306" y="237184"/>
                  <a:pt x="259712" y="236132"/>
                </a:cubicBezTo>
                <a:cubicBezTo>
                  <a:pt x="262856" y="235092"/>
                  <a:pt x="266125" y="234829"/>
                  <a:pt x="269531" y="235355"/>
                </a:cubicBezTo>
                <a:lnTo>
                  <a:pt x="307650" y="243996"/>
                </a:lnTo>
                <a:cubicBezTo>
                  <a:pt x="312096" y="244785"/>
                  <a:pt x="315639" y="246877"/>
                  <a:pt x="318257" y="250283"/>
                </a:cubicBezTo>
                <a:cubicBezTo>
                  <a:pt x="320874" y="253689"/>
                  <a:pt x="322189" y="257484"/>
                  <a:pt x="322189" y="261678"/>
                </a:cubicBezTo>
                <a:lnTo>
                  <a:pt x="322189" y="304895"/>
                </a:lnTo>
                <a:cubicBezTo>
                  <a:pt x="322189" y="309867"/>
                  <a:pt x="320486" y="313936"/>
                  <a:pt x="317080" y="317080"/>
                </a:cubicBezTo>
                <a:cubicBezTo>
                  <a:pt x="313936" y="320486"/>
                  <a:pt x="309742" y="322189"/>
                  <a:pt x="304507" y="322189"/>
                </a:cubicBezTo>
                <a:close/>
                <a:moveTo>
                  <a:pt x="91943" y="150087"/>
                </a:moveTo>
                <a:lnTo>
                  <a:pt x="124553" y="118655"/>
                </a:lnTo>
                <a:cubicBezTo>
                  <a:pt x="124816" y="118129"/>
                  <a:pt x="125078" y="117615"/>
                  <a:pt x="125341" y="117089"/>
                </a:cubicBezTo>
                <a:cubicBezTo>
                  <a:pt x="125341" y="116300"/>
                  <a:pt x="125341" y="115649"/>
                  <a:pt x="125341" y="115123"/>
                </a:cubicBezTo>
                <a:lnTo>
                  <a:pt x="116689" y="75438"/>
                </a:lnTo>
                <a:cubicBezTo>
                  <a:pt x="116689" y="74386"/>
                  <a:pt x="116426" y="73735"/>
                  <a:pt x="115912" y="73472"/>
                </a:cubicBezTo>
                <a:cubicBezTo>
                  <a:pt x="115123" y="72946"/>
                  <a:pt x="114334" y="72683"/>
                  <a:pt x="113546" y="72683"/>
                </a:cubicBezTo>
                <a:lnTo>
                  <a:pt x="75049" y="72683"/>
                </a:lnTo>
                <a:cubicBezTo>
                  <a:pt x="74261" y="72683"/>
                  <a:pt x="73735" y="72946"/>
                  <a:pt x="73472" y="73472"/>
                </a:cubicBezTo>
                <a:cubicBezTo>
                  <a:pt x="72946" y="73735"/>
                  <a:pt x="72683" y="74261"/>
                  <a:pt x="72683" y="75049"/>
                </a:cubicBezTo>
                <a:cubicBezTo>
                  <a:pt x="72946" y="85782"/>
                  <a:pt x="74649" y="97315"/>
                  <a:pt x="77793" y="109625"/>
                </a:cubicBezTo>
                <a:cubicBezTo>
                  <a:pt x="80936" y="122198"/>
                  <a:pt x="85656" y="135686"/>
                  <a:pt x="91943" y="150087"/>
                </a:cubicBezTo>
                <a:close/>
                <a:moveTo>
                  <a:pt x="231812" y="287213"/>
                </a:moveTo>
                <a:cubicBezTo>
                  <a:pt x="242556" y="292448"/>
                  <a:pt x="254340" y="296643"/>
                  <a:pt x="267176" y="299786"/>
                </a:cubicBezTo>
                <a:cubicBezTo>
                  <a:pt x="280012" y="302666"/>
                  <a:pt x="291671" y="304244"/>
                  <a:pt x="302141" y="304507"/>
                </a:cubicBezTo>
                <a:cubicBezTo>
                  <a:pt x="302929" y="304507"/>
                  <a:pt x="303455" y="304244"/>
                  <a:pt x="303718" y="303718"/>
                </a:cubicBezTo>
                <a:cubicBezTo>
                  <a:pt x="304244" y="303455"/>
                  <a:pt x="304507" y="303066"/>
                  <a:pt x="304507" y="302541"/>
                </a:cubicBezTo>
                <a:lnTo>
                  <a:pt x="304507" y="263644"/>
                </a:lnTo>
                <a:cubicBezTo>
                  <a:pt x="304507" y="262856"/>
                  <a:pt x="304244" y="262204"/>
                  <a:pt x="303718" y="261678"/>
                </a:cubicBezTo>
                <a:cubicBezTo>
                  <a:pt x="303455" y="261153"/>
                  <a:pt x="302804" y="260890"/>
                  <a:pt x="301752" y="260890"/>
                </a:cubicBezTo>
                <a:lnTo>
                  <a:pt x="266388" y="253426"/>
                </a:lnTo>
                <a:cubicBezTo>
                  <a:pt x="265610" y="253426"/>
                  <a:pt x="265085" y="253426"/>
                  <a:pt x="264822" y="253426"/>
                </a:cubicBezTo>
                <a:cubicBezTo>
                  <a:pt x="264296" y="253689"/>
                  <a:pt x="263770" y="253952"/>
                  <a:pt x="263244" y="254215"/>
                </a:cubicBezTo>
                <a:lnTo>
                  <a:pt x="231812" y="287213"/>
                </a:lnTo>
                <a:close/>
                <a:moveTo>
                  <a:pt x="91943" y="150087"/>
                </a:moveTo>
                <a:close/>
                <a:moveTo>
                  <a:pt x="231812" y="28721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6903549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950" dirty="0"/>
          </a:p>
        </p:txBody>
      </p:sp>
      <p:sp>
        <p:nvSpPr>
          <p:cNvPr id="226" name="圖示 視訊"/>
          <p:cNvSpPr/>
          <p:nvPr/>
        </p:nvSpPr>
        <p:spPr>
          <a:xfrm>
            <a:off x="777791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5620" y="306473"/>
                </a:moveTo>
                <a:cubicBezTo>
                  <a:pt x="59596" y="306473"/>
                  <a:pt x="54350" y="304244"/>
                  <a:pt x="49903" y="299786"/>
                </a:cubicBezTo>
                <a:cubicBezTo>
                  <a:pt x="45446" y="295340"/>
                  <a:pt x="43217" y="289968"/>
                  <a:pt x="43217" y="283681"/>
                </a:cubicBezTo>
                <a:lnTo>
                  <a:pt x="43217" y="93509"/>
                </a:lnTo>
                <a:cubicBezTo>
                  <a:pt x="43217" y="87222"/>
                  <a:pt x="45446" y="81850"/>
                  <a:pt x="49903" y="77404"/>
                </a:cubicBezTo>
                <a:cubicBezTo>
                  <a:pt x="54350" y="72946"/>
                  <a:pt x="59596" y="70729"/>
                  <a:pt x="65620" y="70729"/>
                </a:cubicBezTo>
                <a:lnTo>
                  <a:pt x="256181" y="70729"/>
                </a:lnTo>
                <a:cubicBezTo>
                  <a:pt x="262204" y="70729"/>
                  <a:pt x="267565" y="72946"/>
                  <a:pt x="272285" y="77404"/>
                </a:cubicBezTo>
                <a:cubicBezTo>
                  <a:pt x="276732" y="81850"/>
                  <a:pt x="278961" y="87222"/>
                  <a:pt x="278961" y="93509"/>
                </a:cubicBezTo>
                <a:lnTo>
                  <a:pt x="278961" y="175233"/>
                </a:lnTo>
                <a:lnTo>
                  <a:pt x="324143" y="130051"/>
                </a:lnTo>
                <a:cubicBezTo>
                  <a:pt x="325984" y="128222"/>
                  <a:pt x="328075" y="127696"/>
                  <a:pt x="330430" y="128485"/>
                </a:cubicBezTo>
                <a:cubicBezTo>
                  <a:pt x="332796" y="129525"/>
                  <a:pt x="333973" y="131228"/>
                  <a:pt x="333973" y="133594"/>
                </a:cubicBezTo>
                <a:lnTo>
                  <a:pt x="333973" y="243608"/>
                </a:lnTo>
                <a:cubicBezTo>
                  <a:pt x="333973" y="245962"/>
                  <a:pt x="332796" y="247665"/>
                  <a:pt x="330430" y="248705"/>
                </a:cubicBezTo>
                <a:cubicBezTo>
                  <a:pt x="328075" y="249494"/>
                  <a:pt x="325984" y="248968"/>
                  <a:pt x="324143" y="247139"/>
                </a:cubicBezTo>
                <a:lnTo>
                  <a:pt x="278961" y="201557"/>
                </a:lnTo>
                <a:lnTo>
                  <a:pt x="278961" y="283681"/>
                </a:lnTo>
                <a:cubicBezTo>
                  <a:pt x="278961" y="289968"/>
                  <a:pt x="276732" y="295340"/>
                  <a:pt x="272285" y="299786"/>
                </a:cubicBezTo>
                <a:cubicBezTo>
                  <a:pt x="267565" y="304244"/>
                  <a:pt x="262204" y="306473"/>
                  <a:pt x="256181" y="306473"/>
                </a:cubicBezTo>
                <a:lnTo>
                  <a:pt x="65620" y="306473"/>
                </a:lnTo>
                <a:close/>
                <a:moveTo>
                  <a:pt x="65620" y="288790"/>
                </a:moveTo>
                <a:lnTo>
                  <a:pt x="256181" y="288790"/>
                </a:lnTo>
                <a:cubicBezTo>
                  <a:pt x="257484" y="288790"/>
                  <a:pt x="258661" y="288265"/>
                  <a:pt x="259712" y="287213"/>
                </a:cubicBezTo>
                <a:cubicBezTo>
                  <a:pt x="260501" y="286424"/>
                  <a:pt x="260890" y="285247"/>
                  <a:pt x="260890" y="283681"/>
                </a:cubicBezTo>
                <a:lnTo>
                  <a:pt x="260890" y="93509"/>
                </a:lnTo>
                <a:cubicBezTo>
                  <a:pt x="260890" y="91943"/>
                  <a:pt x="260501" y="90766"/>
                  <a:pt x="259712" y="89977"/>
                </a:cubicBezTo>
                <a:cubicBezTo>
                  <a:pt x="258661" y="88925"/>
                  <a:pt x="257484" y="88400"/>
                  <a:pt x="256181" y="88400"/>
                </a:cubicBezTo>
                <a:lnTo>
                  <a:pt x="65620" y="88400"/>
                </a:lnTo>
                <a:cubicBezTo>
                  <a:pt x="64305" y="88400"/>
                  <a:pt x="63128" y="88925"/>
                  <a:pt x="62076" y="89977"/>
                </a:cubicBezTo>
                <a:cubicBezTo>
                  <a:pt x="61299" y="90766"/>
                  <a:pt x="60899" y="91943"/>
                  <a:pt x="60899" y="93509"/>
                </a:cubicBezTo>
                <a:lnTo>
                  <a:pt x="60899" y="283681"/>
                </a:lnTo>
                <a:cubicBezTo>
                  <a:pt x="60899" y="285247"/>
                  <a:pt x="61299" y="286424"/>
                  <a:pt x="62076" y="287213"/>
                </a:cubicBezTo>
                <a:cubicBezTo>
                  <a:pt x="63128" y="288265"/>
                  <a:pt x="64305" y="288790"/>
                  <a:pt x="65620" y="288790"/>
                </a:cubicBezTo>
                <a:close/>
                <a:moveTo>
                  <a:pt x="60899" y="288790"/>
                </a:moveTo>
                <a:lnTo>
                  <a:pt x="60899" y="88400"/>
                </a:lnTo>
                <a:lnTo>
                  <a:pt x="60899" y="28879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75969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950" dirty="0"/>
          </a:p>
        </p:txBody>
      </p:sp>
      <p:sp>
        <p:nvSpPr>
          <p:cNvPr id="228" name="圖示 物流"/>
          <p:cNvSpPr/>
          <p:nvPr/>
        </p:nvSpPr>
        <p:spPr>
          <a:xfrm>
            <a:off x="847131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6579" y="294288"/>
                </a:moveTo>
                <a:cubicBezTo>
                  <a:pt x="47937" y="285910"/>
                  <a:pt x="43617" y="275692"/>
                  <a:pt x="43617" y="263644"/>
                </a:cubicBezTo>
                <a:lnTo>
                  <a:pt x="32610" y="263644"/>
                </a:lnTo>
                <a:cubicBezTo>
                  <a:pt x="29204" y="263644"/>
                  <a:pt x="26460" y="262467"/>
                  <a:pt x="24357" y="260101"/>
                </a:cubicBezTo>
                <a:cubicBezTo>
                  <a:pt x="22266" y="258009"/>
                  <a:pt x="21214" y="255392"/>
                  <a:pt x="21214" y="252249"/>
                </a:cubicBezTo>
                <a:lnTo>
                  <a:pt x="21214" y="93509"/>
                </a:lnTo>
                <a:cubicBezTo>
                  <a:pt x="21214" y="87222"/>
                  <a:pt x="23443" y="81850"/>
                  <a:pt x="27901" y="77404"/>
                </a:cubicBezTo>
                <a:cubicBezTo>
                  <a:pt x="32347" y="72946"/>
                  <a:pt x="37719" y="70729"/>
                  <a:pt x="44006" y="70729"/>
                </a:cubicBezTo>
                <a:lnTo>
                  <a:pt x="240464" y="70729"/>
                </a:lnTo>
                <a:cubicBezTo>
                  <a:pt x="246751" y="70729"/>
                  <a:pt x="252112" y="72946"/>
                  <a:pt x="256569" y="77404"/>
                </a:cubicBezTo>
                <a:cubicBezTo>
                  <a:pt x="261015" y="81850"/>
                  <a:pt x="263244" y="87222"/>
                  <a:pt x="263244" y="93509"/>
                </a:cubicBezTo>
                <a:lnTo>
                  <a:pt x="263244" y="132405"/>
                </a:lnTo>
                <a:lnTo>
                  <a:pt x="289179" y="132405"/>
                </a:lnTo>
                <a:cubicBezTo>
                  <a:pt x="292848" y="132405"/>
                  <a:pt x="296254" y="133331"/>
                  <a:pt x="299397" y="135160"/>
                </a:cubicBezTo>
                <a:cubicBezTo>
                  <a:pt x="302541" y="136737"/>
                  <a:pt x="305158" y="138955"/>
                  <a:pt x="307250" y="141835"/>
                </a:cubicBezTo>
                <a:lnTo>
                  <a:pt x="354010" y="203523"/>
                </a:lnTo>
                <a:cubicBezTo>
                  <a:pt x="354536" y="204574"/>
                  <a:pt x="355062" y="205626"/>
                  <a:pt x="355576" y="206666"/>
                </a:cubicBezTo>
                <a:cubicBezTo>
                  <a:pt x="355839" y="207717"/>
                  <a:pt x="355976" y="208895"/>
                  <a:pt x="355976" y="210209"/>
                </a:cubicBezTo>
                <a:lnTo>
                  <a:pt x="355976" y="252249"/>
                </a:lnTo>
                <a:cubicBezTo>
                  <a:pt x="355976" y="255392"/>
                  <a:pt x="354924" y="258009"/>
                  <a:pt x="352833" y="260101"/>
                </a:cubicBezTo>
                <a:cubicBezTo>
                  <a:pt x="350730" y="262467"/>
                  <a:pt x="347986" y="263644"/>
                  <a:pt x="344580" y="263644"/>
                </a:cubicBezTo>
                <a:lnTo>
                  <a:pt x="330430" y="263644"/>
                </a:lnTo>
                <a:cubicBezTo>
                  <a:pt x="330430" y="275692"/>
                  <a:pt x="326109" y="285910"/>
                  <a:pt x="317468" y="294288"/>
                </a:cubicBezTo>
                <a:cubicBezTo>
                  <a:pt x="309090" y="302929"/>
                  <a:pt x="298734" y="307250"/>
                  <a:pt x="286424" y="307250"/>
                </a:cubicBezTo>
                <a:cubicBezTo>
                  <a:pt x="274640" y="307250"/>
                  <a:pt x="264422" y="302929"/>
                  <a:pt x="255781" y="294288"/>
                </a:cubicBezTo>
                <a:cubicBezTo>
                  <a:pt x="247402" y="285910"/>
                  <a:pt x="243208" y="275692"/>
                  <a:pt x="243208" y="263644"/>
                </a:cubicBezTo>
                <a:lnTo>
                  <a:pt x="130839" y="263644"/>
                </a:lnTo>
                <a:cubicBezTo>
                  <a:pt x="130839" y="275692"/>
                  <a:pt x="126644" y="285910"/>
                  <a:pt x="118266" y="294288"/>
                </a:cubicBezTo>
                <a:cubicBezTo>
                  <a:pt x="109625" y="302929"/>
                  <a:pt x="99270" y="307250"/>
                  <a:pt x="87222" y="307250"/>
                </a:cubicBezTo>
                <a:cubicBezTo>
                  <a:pt x="75175" y="307250"/>
                  <a:pt x="64957" y="302929"/>
                  <a:pt x="56579" y="294288"/>
                </a:cubicBezTo>
                <a:close/>
                <a:moveTo>
                  <a:pt x="105693" y="281715"/>
                </a:moveTo>
                <a:cubicBezTo>
                  <a:pt x="110665" y="276732"/>
                  <a:pt x="113157" y="270708"/>
                  <a:pt x="113157" y="263644"/>
                </a:cubicBezTo>
                <a:cubicBezTo>
                  <a:pt x="113157" y="256569"/>
                  <a:pt x="110665" y="250408"/>
                  <a:pt x="105693" y="245174"/>
                </a:cubicBezTo>
                <a:cubicBezTo>
                  <a:pt x="100710" y="240201"/>
                  <a:pt x="94560" y="237710"/>
                  <a:pt x="87222" y="237710"/>
                </a:cubicBezTo>
                <a:cubicBezTo>
                  <a:pt x="80159" y="237710"/>
                  <a:pt x="74124" y="240201"/>
                  <a:pt x="69152" y="245174"/>
                </a:cubicBezTo>
                <a:cubicBezTo>
                  <a:pt x="64179" y="250408"/>
                  <a:pt x="61688" y="256569"/>
                  <a:pt x="61688" y="263644"/>
                </a:cubicBezTo>
                <a:cubicBezTo>
                  <a:pt x="61688" y="270708"/>
                  <a:pt x="64179" y="276732"/>
                  <a:pt x="69152" y="281715"/>
                </a:cubicBezTo>
                <a:cubicBezTo>
                  <a:pt x="74124" y="286687"/>
                  <a:pt x="80159" y="289179"/>
                  <a:pt x="87222" y="289179"/>
                </a:cubicBezTo>
                <a:cubicBezTo>
                  <a:pt x="94560" y="289179"/>
                  <a:pt x="100710" y="286687"/>
                  <a:pt x="105693" y="281715"/>
                </a:cubicBezTo>
                <a:close/>
                <a:moveTo>
                  <a:pt x="38896" y="245562"/>
                </a:moveTo>
                <a:lnTo>
                  <a:pt x="47537" y="245562"/>
                </a:lnTo>
                <a:cubicBezTo>
                  <a:pt x="50944" y="238235"/>
                  <a:pt x="56190" y="232075"/>
                  <a:pt x="63254" y="227103"/>
                </a:cubicBezTo>
                <a:cubicBezTo>
                  <a:pt x="70329" y="222119"/>
                  <a:pt x="78318" y="219639"/>
                  <a:pt x="87222" y="219639"/>
                </a:cubicBezTo>
                <a:cubicBezTo>
                  <a:pt x="95612" y="219639"/>
                  <a:pt x="103464" y="222119"/>
                  <a:pt x="110802" y="227103"/>
                </a:cubicBezTo>
                <a:cubicBezTo>
                  <a:pt x="118129" y="232075"/>
                  <a:pt x="123501" y="238235"/>
                  <a:pt x="126907" y="245562"/>
                </a:cubicBezTo>
                <a:lnTo>
                  <a:pt x="245562" y="245562"/>
                </a:lnTo>
                <a:lnTo>
                  <a:pt x="245562" y="93509"/>
                </a:lnTo>
                <a:cubicBezTo>
                  <a:pt x="245562" y="91943"/>
                  <a:pt x="245048" y="90766"/>
                  <a:pt x="243996" y="89977"/>
                </a:cubicBezTo>
                <a:cubicBezTo>
                  <a:pt x="242945" y="88925"/>
                  <a:pt x="241767" y="88400"/>
                  <a:pt x="240464" y="88400"/>
                </a:cubicBezTo>
                <a:lnTo>
                  <a:pt x="44006" y="88400"/>
                </a:lnTo>
                <a:cubicBezTo>
                  <a:pt x="42691" y="88400"/>
                  <a:pt x="41514" y="88925"/>
                  <a:pt x="40474" y="89977"/>
                </a:cubicBezTo>
                <a:cubicBezTo>
                  <a:pt x="39422" y="91029"/>
                  <a:pt x="38896" y="92206"/>
                  <a:pt x="38896" y="93509"/>
                </a:cubicBezTo>
                <a:lnTo>
                  <a:pt x="38896" y="245562"/>
                </a:lnTo>
                <a:close/>
                <a:moveTo>
                  <a:pt x="304895" y="281715"/>
                </a:moveTo>
                <a:cubicBezTo>
                  <a:pt x="309867" y="276732"/>
                  <a:pt x="312359" y="270708"/>
                  <a:pt x="312359" y="263644"/>
                </a:cubicBezTo>
                <a:cubicBezTo>
                  <a:pt x="312359" y="256569"/>
                  <a:pt x="309867" y="250408"/>
                  <a:pt x="304895" y="245174"/>
                </a:cubicBezTo>
                <a:cubicBezTo>
                  <a:pt x="299923" y="240201"/>
                  <a:pt x="293900" y="237710"/>
                  <a:pt x="286824" y="237710"/>
                </a:cubicBezTo>
                <a:cubicBezTo>
                  <a:pt x="279486" y="237710"/>
                  <a:pt x="273337" y="240201"/>
                  <a:pt x="268354" y="245174"/>
                </a:cubicBezTo>
                <a:cubicBezTo>
                  <a:pt x="263381" y="250408"/>
                  <a:pt x="260890" y="256569"/>
                  <a:pt x="260890" y="263644"/>
                </a:cubicBezTo>
                <a:cubicBezTo>
                  <a:pt x="260890" y="270708"/>
                  <a:pt x="263381" y="276732"/>
                  <a:pt x="268354" y="281715"/>
                </a:cubicBezTo>
                <a:cubicBezTo>
                  <a:pt x="273337" y="286687"/>
                  <a:pt x="279486" y="289179"/>
                  <a:pt x="286824" y="289179"/>
                </a:cubicBezTo>
                <a:cubicBezTo>
                  <a:pt x="293900" y="289179"/>
                  <a:pt x="299923" y="286687"/>
                  <a:pt x="304895" y="281715"/>
                </a:cubicBezTo>
                <a:close/>
                <a:moveTo>
                  <a:pt x="263244" y="212564"/>
                </a:moveTo>
                <a:lnTo>
                  <a:pt x="338294" y="212564"/>
                </a:lnTo>
                <a:lnTo>
                  <a:pt x="293111" y="152453"/>
                </a:lnTo>
                <a:cubicBezTo>
                  <a:pt x="292585" y="151665"/>
                  <a:pt x="291934" y="151139"/>
                  <a:pt x="291145" y="150876"/>
                </a:cubicBezTo>
                <a:cubicBezTo>
                  <a:pt x="290619" y="150613"/>
                  <a:pt x="289968" y="150487"/>
                  <a:pt x="289179" y="150487"/>
                </a:cubicBezTo>
                <a:lnTo>
                  <a:pt x="263244" y="150487"/>
                </a:lnTo>
                <a:lnTo>
                  <a:pt x="263244" y="212564"/>
                </a:lnTo>
                <a:close/>
                <a:moveTo>
                  <a:pt x="142235" y="16698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82903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950" dirty="0"/>
          </a:p>
        </p:txBody>
      </p:sp>
      <p:sp>
        <p:nvSpPr>
          <p:cNvPr id="230" name="圖示 倉儲"/>
          <p:cNvSpPr/>
          <p:nvPr/>
        </p:nvSpPr>
        <p:spPr>
          <a:xfrm>
            <a:off x="916471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74649"/>
                </a:moveTo>
                <a:lnTo>
                  <a:pt x="60110" y="126119"/>
                </a:lnTo>
                <a:cubicBezTo>
                  <a:pt x="59333" y="126382"/>
                  <a:pt x="58544" y="126907"/>
                  <a:pt x="57756" y="127696"/>
                </a:cubicBezTo>
                <a:cubicBezTo>
                  <a:pt x="57230" y="128485"/>
                  <a:pt x="56967" y="129399"/>
                  <a:pt x="56967" y="130451"/>
                </a:cubicBezTo>
                <a:lnTo>
                  <a:pt x="56967" y="299397"/>
                </a:lnTo>
                <a:cubicBezTo>
                  <a:pt x="56967" y="300700"/>
                  <a:pt x="57493" y="301878"/>
                  <a:pt x="58544" y="302929"/>
                </a:cubicBezTo>
                <a:cubicBezTo>
                  <a:pt x="59596" y="303981"/>
                  <a:pt x="60773" y="304507"/>
                  <a:pt x="62076" y="304507"/>
                </a:cubicBezTo>
                <a:lnTo>
                  <a:pt x="108048" y="304507"/>
                </a:lnTo>
                <a:lnTo>
                  <a:pt x="108048" y="201168"/>
                </a:lnTo>
                <a:cubicBezTo>
                  <a:pt x="108048" y="195144"/>
                  <a:pt x="110277" y="189909"/>
                  <a:pt x="114734" y="185452"/>
                </a:cubicBezTo>
                <a:cubicBezTo>
                  <a:pt x="119181" y="180994"/>
                  <a:pt x="124416" y="178777"/>
                  <a:pt x="130451" y="178777"/>
                </a:cubicBezTo>
                <a:lnTo>
                  <a:pt x="246751" y="178777"/>
                </a:lnTo>
                <a:cubicBezTo>
                  <a:pt x="252774" y="178777"/>
                  <a:pt x="258009" y="180994"/>
                  <a:pt x="262467" y="185452"/>
                </a:cubicBezTo>
                <a:cubicBezTo>
                  <a:pt x="266913" y="189909"/>
                  <a:pt x="269142" y="195144"/>
                  <a:pt x="269142" y="201168"/>
                </a:cubicBezTo>
                <a:lnTo>
                  <a:pt x="269142" y="304507"/>
                </a:lnTo>
                <a:lnTo>
                  <a:pt x="315114" y="304507"/>
                </a:lnTo>
                <a:cubicBezTo>
                  <a:pt x="316417" y="304507"/>
                  <a:pt x="317594" y="303981"/>
                  <a:pt x="318646" y="302929"/>
                </a:cubicBezTo>
                <a:cubicBezTo>
                  <a:pt x="319697" y="301878"/>
                  <a:pt x="320223" y="300700"/>
                  <a:pt x="320223" y="299397"/>
                </a:cubicBezTo>
                <a:lnTo>
                  <a:pt x="320223" y="130451"/>
                </a:lnTo>
                <a:cubicBezTo>
                  <a:pt x="320223" y="129399"/>
                  <a:pt x="319823" y="128485"/>
                  <a:pt x="319046" y="127696"/>
                </a:cubicBezTo>
                <a:cubicBezTo>
                  <a:pt x="318520" y="126907"/>
                  <a:pt x="317857" y="126382"/>
                  <a:pt x="317080" y="126119"/>
                </a:cubicBezTo>
                <a:lnTo>
                  <a:pt x="188595" y="74649"/>
                </a:lnTo>
                <a:close/>
                <a:moveTo>
                  <a:pt x="39296" y="299397"/>
                </a:moveTo>
                <a:lnTo>
                  <a:pt x="39296" y="130839"/>
                </a:lnTo>
                <a:cubicBezTo>
                  <a:pt x="39296" y="126119"/>
                  <a:pt x="40599" y="121798"/>
                  <a:pt x="43217" y="117878"/>
                </a:cubicBezTo>
                <a:cubicBezTo>
                  <a:pt x="45834" y="114209"/>
                  <a:pt x="49240" y="111454"/>
                  <a:pt x="53435" y="109625"/>
                </a:cubicBezTo>
                <a:lnTo>
                  <a:pt x="180343" y="58933"/>
                </a:lnTo>
                <a:cubicBezTo>
                  <a:pt x="182960" y="57893"/>
                  <a:pt x="185715" y="57367"/>
                  <a:pt x="188595" y="57367"/>
                </a:cubicBezTo>
                <a:cubicBezTo>
                  <a:pt x="191475" y="57367"/>
                  <a:pt x="194230" y="57893"/>
                  <a:pt x="196847" y="58933"/>
                </a:cubicBezTo>
                <a:lnTo>
                  <a:pt x="323755" y="109625"/>
                </a:lnTo>
                <a:cubicBezTo>
                  <a:pt x="327950" y="111454"/>
                  <a:pt x="331356" y="114209"/>
                  <a:pt x="333973" y="117878"/>
                </a:cubicBezTo>
                <a:cubicBezTo>
                  <a:pt x="336591" y="121798"/>
                  <a:pt x="337905" y="126119"/>
                  <a:pt x="337905" y="130839"/>
                </a:cubicBezTo>
                <a:lnTo>
                  <a:pt x="337905" y="299397"/>
                </a:lnTo>
                <a:cubicBezTo>
                  <a:pt x="337905" y="305684"/>
                  <a:pt x="335676" y="311056"/>
                  <a:pt x="331219" y="315502"/>
                </a:cubicBezTo>
                <a:cubicBezTo>
                  <a:pt x="326772" y="319960"/>
                  <a:pt x="321400" y="322189"/>
                  <a:pt x="315114" y="322189"/>
                </a:cubicBezTo>
                <a:lnTo>
                  <a:pt x="251460" y="322189"/>
                </a:lnTo>
                <a:lnTo>
                  <a:pt x="251460" y="201168"/>
                </a:lnTo>
                <a:cubicBezTo>
                  <a:pt x="251460" y="199854"/>
                  <a:pt x="251071" y="198676"/>
                  <a:pt x="250283" y="197636"/>
                </a:cubicBezTo>
                <a:cubicBezTo>
                  <a:pt x="249231" y="196847"/>
                  <a:pt x="248054" y="196459"/>
                  <a:pt x="246751" y="196459"/>
                </a:cubicBezTo>
                <a:lnTo>
                  <a:pt x="130451" y="196459"/>
                </a:lnTo>
                <a:cubicBezTo>
                  <a:pt x="129136" y="196459"/>
                  <a:pt x="127959" y="196847"/>
                  <a:pt x="126907" y="197636"/>
                </a:cubicBezTo>
                <a:cubicBezTo>
                  <a:pt x="126119" y="198676"/>
                  <a:pt x="125730" y="199854"/>
                  <a:pt x="125730" y="201168"/>
                </a:cubicBezTo>
                <a:lnTo>
                  <a:pt x="125730" y="322189"/>
                </a:lnTo>
                <a:lnTo>
                  <a:pt x="62076" y="322189"/>
                </a:lnTo>
                <a:cubicBezTo>
                  <a:pt x="55790" y="322189"/>
                  <a:pt x="50418" y="319960"/>
                  <a:pt x="45971" y="315502"/>
                </a:cubicBezTo>
                <a:cubicBezTo>
                  <a:pt x="41514" y="311056"/>
                  <a:pt x="39296" y="305684"/>
                  <a:pt x="39296" y="299397"/>
                </a:cubicBezTo>
                <a:close/>
                <a:moveTo>
                  <a:pt x="148521" y="322189"/>
                </a:moveTo>
                <a:lnTo>
                  <a:pt x="148521" y="300186"/>
                </a:lnTo>
                <a:lnTo>
                  <a:pt x="170913" y="300186"/>
                </a:lnTo>
                <a:lnTo>
                  <a:pt x="170913" y="322189"/>
                </a:lnTo>
                <a:lnTo>
                  <a:pt x="148521" y="322189"/>
                </a:lnTo>
                <a:close/>
                <a:moveTo>
                  <a:pt x="177599" y="275040"/>
                </a:moveTo>
                <a:lnTo>
                  <a:pt x="177599" y="253037"/>
                </a:lnTo>
                <a:lnTo>
                  <a:pt x="199602" y="253037"/>
                </a:lnTo>
                <a:lnTo>
                  <a:pt x="199602" y="275040"/>
                </a:lnTo>
                <a:lnTo>
                  <a:pt x="177599" y="275040"/>
                </a:lnTo>
                <a:close/>
                <a:moveTo>
                  <a:pt x="206277" y="322189"/>
                </a:moveTo>
                <a:lnTo>
                  <a:pt x="206277" y="300186"/>
                </a:lnTo>
                <a:lnTo>
                  <a:pt x="228669" y="300186"/>
                </a:lnTo>
                <a:lnTo>
                  <a:pt x="228669" y="322189"/>
                </a:lnTo>
                <a:lnTo>
                  <a:pt x="206277" y="32218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898375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950" dirty="0"/>
          </a:p>
        </p:txBody>
      </p:sp>
      <p:sp>
        <p:nvSpPr>
          <p:cNvPr id="232" name="圖示 全球"/>
          <p:cNvSpPr/>
          <p:nvPr/>
        </p:nvSpPr>
        <p:spPr>
          <a:xfrm>
            <a:off x="985811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451" y="326109"/>
                </a:moveTo>
                <a:cubicBezTo>
                  <a:pt x="112105" y="318257"/>
                  <a:pt x="96263" y="307650"/>
                  <a:pt x="82902" y="294288"/>
                </a:cubicBezTo>
                <a:cubicBezTo>
                  <a:pt x="69540" y="280927"/>
                  <a:pt x="58933" y="265085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540" y="96263"/>
                  <a:pt x="82902" y="82902"/>
                </a:cubicBezTo>
                <a:cubicBezTo>
                  <a:pt x="96263" y="69540"/>
                  <a:pt x="112105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5085"/>
                  <a:pt x="307650" y="280927"/>
                  <a:pt x="294288" y="294288"/>
                </a:cubicBezTo>
                <a:cubicBezTo>
                  <a:pt x="280927" y="307650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ubicBezTo>
                  <a:pt x="167907" y="337905"/>
                  <a:pt x="148521" y="333973"/>
                  <a:pt x="130451" y="326109"/>
                </a:cubicBezTo>
                <a:close/>
                <a:moveTo>
                  <a:pt x="172090" y="319434"/>
                </a:moveTo>
                <a:lnTo>
                  <a:pt x="172090" y="287613"/>
                </a:lnTo>
                <a:cubicBezTo>
                  <a:pt x="162923" y="287613"/>
                  <a:pt x="155197" y="284333"/>
                  <a:pt x="148910" y="277783"/>
                </a:cubicBezTo>
                <a:cubicBezTo>
                  <a:pt x="142886" y="271234"/>
                  <a:pt x="139880" y="263381"/>
                  <a:pt x="139880" y="254215"/>
                </a:cubicBezTo>
                <a:lnTo>
                  <a:pt x="139880" y="237321"/>
                </a:lnTo>
                <a:lnTo>
                  <a:pt x="60510" y="158340"/>
                </a:lnTo>
                <a:cubicBezTo>
                  <a:pt x="59459" y="163323"/>
                  <a:pt x="58670" y="168295"/>
                  <a:pt x="58156" y="173267"/>
                </a:cubicBezTo>
                <a:cubicBezTo>
                  <a:pt x="57367" y="178251"/>
                  <a:pt x="56967" y="183360"/>
                  <a:pt x="56967" y="188595"/>
                </a:cubicBezTo>
                <a:cubicBezTo>
                  <a:pt x="56967" y="222119"/>
                  <a:pt x="67974" y="251334"/>
                  <a:pt x="89977" y="276217"/>
                </a:cubicBezTo>
                <a:cubicBezTo>
                  <a:pt x="111717" y="301100"/>
                  <a:pt x="139092" y="315502"/>
                  <a:pt x="172090" y="319434"/>
                </a:cubicBezTo>
                <a:close/>
                <a:moveTo>
                  <a:pt x="285647" y="277783"/>
                </a:moveTo>
                <a:cubicBezTo>
                  <a:pt x="296906" y="265473"/>
                  <a:pt x="305421" y="251586"/>
                  <a:pt x="311182" y="236132"/>
                </a:cubicBezTo>
                <a:cubicBezTo>
                  <a:pt x="317205" y="220942"/>
                  <a:pt x="320223" y="205100"/>
                  <a:pt x="320223" y="188595"/>
                </a:cubicBezTo>
                <a:cubicBezTo>
                  <a:pt x="320223" y="161357"/>
                  <a:pt x="312759" y="136600"/>
                  <a:pt x="297820" y="114334"/>
                </a:cubicBezTo>
                <a:cubicBezTo>
                  <a:pt x="282893" y="91806"/>
                  <a:pt x="262856" y="75438"/>
                  <a:pt x="237710" y="65220"/>
                </a:cubicBezTo>
                <a:lnTo>
                  <a:pt x="237710" y="72683"/>
                </a:lnTo>
                <a:cubicBezTo>
                  <a:pt x="237710" y="81599"/>
                  <a:pt x="234566" y="89451"/>
                  <a:pt x="228280" y="96263"/>
                </a:cubicBezTo>
                <a:cubicBezTo>
                  <a:pt x="222256" y="102813"/>
                  <a:pt x="214655" y="106082"/>
                  <a:pt x="205489" y="106082"/>
                </a:cubicBezTo>
                <a:lnTo>
                  <a:pt x="172090" y="106082"/>
                </a:lnTo>
                <a:lnTo>
                  <a:pt x="172090" y="139480"/>
                </a:lnTo>
                <a:cubicBezTo>
                  <a:pt x="172090" y="143938"/>
                  <a:pt x="170387" y="147607"/>
                  <a:pt x="166981" y="150487"/>
                </a:cubicBezTo>
                <a:cubicBezTo>
                  <a:pt x="163575" y="153368"/>
                  <a:pt x="159654" y="154808"/>
                  <a:pt x="155197" y="154808"/>
                </a:cubicBezTo>
                <a:lnTo>
                  <a:pt x="122975" y="154808"/>
                </a:lnTo>
                <a:lnTo>
                  <a:pt x="122975" y="188595"/>
                </a:lnTo>
                <a:lnTo>
                  <a:pt x="222382" y="188595"/>
                </a:lnTo>
                <a:cubicBezTo>
                  <a:pt x="226840" y="188595"/>
                  <a:pt x="230509" y="190298"/>
                  <a:pt x="233389" y="193704"/>
                </a:cubicBezTo>
                <a:cubicBezTo>
                  <a:pt x="236270" y="196847"/>
                  <a:pt x="237710" y="200642"/>
                  <a:pt x="237710" y="205100"/>
                </a:cubicBezTo>
                <a:lnTo>
                  <a:pt x="237710" y="254215"/>
                </a:lnTo>
                <a:lnTo>
                  <a:pt x="254215" y="254215"/>
                </a:lnTo>
                <a:cubicBezTo>
                  <a:pt x="261804" y="254215"/>
                  <a:pt x="268354" y="256432"/>
                  <a:pt x="273851" y="260890"/>
                </a:cubicBezTo>
                <a:cubicBezTo>
                  <a:pt x="279624" y="265085"/>
                  <a:pt x="283544" y="270708"/>
                  <a:pt x="285647" y="27778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967715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950" dirty="0"/>
          </a:p>
        </p:txBody>
      </p:sp>
      <p:sp>
        <p:nvSpPr>
          <p:cNvPr id="234" name="圖示 地點"/>
          <p:cNvSpPr/>
          <p:nvPr/>
        </p:nvSpPr>
        <p:spPr>
          <a:xfrm>
            <a:off x="1055151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4325"/>
                </a:moveTo>
                <a:cubicBezTo>
                  <a:pt x="221342" y="284984"/>
                  <a:pt x="246351" y="257095"/>
                  <a:pt x="263644" y="230635"/>
                </a:cubicBezTo>
                <a:cubicBezTo>
                  <a:pt x="280927" y="204186"/>
                  <a:pt x="289568" y="180994"/>
                  <a:pt x="289568" y="161094"/>
                </a:cubicBezTo>
                <a:cubicBezTo>
                  <a:pt x="289568" y="130702"/>
                  <a:pt x="279875" y="105693"/>
                  <a:pt x="260501" y="86045"/>
                </a:cubicBezTo>
                <a:cubicBezTo>
                  <a:pt x="241116" y="66660"/>
                  <a:pt x="217147" y="56967"/>
                  <a:pt x="188595" y="56967"/>
                </a:cubicBezTo>
                <a:cubicBezTo>
                  <a:pt x="160043" y="56967"/>
                  <a:pt x="136074" y="66660"/>
                  <a:pt x="116689" y="86045"/>
                </a:cubicBezTo>
                <a:cubicBezTo>
                  <a:pt x="97315" y="105693"/>
                  <a:pt x="87622" y="130702"/>
                  <a:pt x="87622" y="161094"/>
                </a:cubicBezTo>
                <a:cubicBezTo>
                  <a:pt x="87622" y="180994"/>
                  <a:pt x="96389" y="204186"/>
                  <a:pt x="113946" y="230635"/>
                </a:cubicBezTo>
                <a:cubicBezTo>
                  <a:pt x="131491" y="257095"/>
                  <a:pt x="156374" y="284984"/>
                  <a:pt x="188595" y="314325"/>
                </a:cubicBezTo>
                <a:close/>
                <a:moveTo>
                  <a:pt x="181131" y="330041"/>
                </a:moveTo>
                <a:cubicBezTo>
                  <a:pt x="178777" y="329253"/>
                  <a:pt x="176674" y="327950"/>
                  <a:pt x="174845" y="326109"/>
                </a:cubicBezTo>
                <a:cubicBezTo>
                  <a:pt x="165152" y="317205"/>
                  <a:pt x="154282" y="306598"/>
                  <a:pt x="142235" y="294288"/>
                </a:cubicBezTo>
                <a:cubicBezTo>
                  <a:pt x="129925" y="281978"/>
                  <a:pt x="118529" y="268616"/>
                  <a:pt x="108048" y="254215"/>
                </a:cubicBezTo>
                <a:cubicBezTo>
                  <a:pt x="97315" y="239801"/>
                  <a:pt x="88274" y="224611"/>
                  <a:pt x="80936" y="208632"/>
                </a:cubicBezTo>
                <a:cubicBezTo>
                  <a:pt x="73609" y="192653"/>
                  <a:pt x="69940" y="176811"/>
                  <a:pt x="69940" y="161094"/>
                </a:cubicBezTo>
                <a:cubicBezTo>
                  <a:pt x="69940" y="124678"/>
                  <a:pt x="81725" y="95349"/>
                  <a:pt x="105305" y="73083"/>
                </a:cubicBezTo>
                <a:cubicBezTo>
                  <a:pt x="128610" y="50555"/>
                  <a:pt x="156374" y="39296"/>
                  <a:pt x="188595" y="39296"/>
                </a:cubicBezTo>
                <a:cubicBezTo>
                  <a:pt x="220816" y="39296"/>
                  <a:pt x="248580" y="50555"/>
                  <a:pt x="271897" y="73083"/>
                </a:cubicBezTo>
                <a:cubicBezTo>
                  <a:pt x="295466" y="95349"/>
                  <a:pt x="307250" y="124678"/>
                  <a:pt x="307250" y="161094"/>
                </a:cubicBezTo>
                <a:cubicBezTo>
                  <a:pt x="307250" y="176811"/>
                  <a:pt x="303581" y="192653"/>
                  <a:pt x="296254" y="208632"/>
                </a:cubicBezTo>
                <a:cubicBezTo>
                  <a:pt x="288916" y="224611"/>
                  <a:pt x="280012" y="239801"/>
                  <a:pt x="269531" y="254215"/>
                </a:cubicBezTo>
                <a:cubicBezTo>
                  <a:pt x="258798" y="268616"/>
                  <a:pt x="247402" y="281978"/>
                  <a:pt x="235355" y="294288"/>
                </a:cubicBezTo>
                <a:cubicBezTo>
                  <a:pt x="223045" y="306598"/>
                  <a:pt x="212038" y="317205"/>
                  <a:pt x="202345" y="326109"/>
                </a:cubicBezTo>
                <a:cubicBezTo>
                  <a:pt x="200516" y="327687"/>
                  <a:pt x="198413" y="328990"/>
                  <a:pt x="196059" y="330041"/>
                </a:cubicBezTo>
                <a:cubicBezTo>
                  <a:pt x="193441" y="330830"/>
                  <a:pt x="190950" y="331219"/>
                  <a:pt x="188595" y="331219"/>
                </a:cubicBezTo>
                <a:cubicBezTo>
                  <a:pt x="186240" y="331219"/>
                  <a:pt x="183749" y="330830"/>
                  <a:pt x="181131" y="330041"/>
                </a:cubicBezTo>
                <a:close/>
                <a:moveTo>
                  <a:pt x="188595" y="157951"/>
                </a:moveTo>
                <a:close/>
                <a:moveTo>
                  <a:pt x="206666" y="176022"/>
                </a:moveTo>
                <a:cubicBezTo>
                  <a:pt x="211649" y="171050"/>
                  <a:pt x="214130" y="165026"/>
                  <a:pt x="214130" y="157951"/>
                </a:cubicBezTo>
                <a:cubicBezTo>
                  <a:pt x="214130" y="150876"/>
                  <a:pt x="211649" y="144852"/>
                  <a:pt x="206666" y="139880"/>
                </a:cubicBezTo>
                <a:cubicBezTo>
                  <a:pt x="201694" y="134897"/>
                  <a:pt x="195670" y="132405"/>
                  <a:pt x="188595" y="132405"/>
                </a:cubicBezTo>
                <a:cubicBezTo>
                  <a:pt x="181520" y="132405"/>
                  <a:pt x="175496" y="134897"/>
                  <a:pt x="170524" y="139880"/>
                </a:cubicBezTo>
                <a:cubicBezTo>
                  <a:pt x="165541" y="144852"/>
                  <a:pt x="163060" y="150876"/>
                  <a:pt x="163060" y="157951"/>
                </a:cubicBezTo>
                <a:cubicBezTo>
                  <a:pt x="163060" y="165026"/>
                  <a:pt x="165541" y="171050"/>
                  <a:pt x="170524" y="176022"/>
                </a:cubicBezTo>
                <a:cubicBezTo>
                  <a:pt x="175496" y="180994"/>
                  <a:pt x="181520" y="183486"/>
                  <a:pt x="188595" y="183486"/>
                </a:cubicBezTo>
                <a:cubicBezTo>
                  <a:pt x="195670" y="183486"/>
                  <a:pt x="201694" y="180994"/>
                  <a:pt x="206666" y="17602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1037055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950" dirty="0"/>
          </a:p>
        </p:txBody>
      </p:sp>
      <p:sp>
        <p:nvSpPr>
          <p:cNvPr id="236" name="圖示 環保"/>
          <p:cNvSpPr/>
          <p:nvPr/>
        </p:nvSpPr>
        <p:spPr>
          <a:xfrm>
            <a:off x="1124492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9588" y="302929"/>
                </a:moveTo>
                <a:cubicBezTo>
                  <a:pt x="78844" y="291671"/>
                  <a:pt x="70329" y="278835"/>
                  <a:pt x="64042" y="264422"/>
                </a:cubicBezTo>
                <a:cubicBezTo>
                  <a:pt x="58019" y="250020"/>
                  <a:pt x="55013" y="235218"/>
                  <a:pt x="55013" y="220028"/>
                </a:cubicBezTo>
                <a:cubicBezTo>
                  <a:pt x="55013" y="202482"/>
                  <a:pt x="58156" y="186240"/>
                  <a:pt x="64442" y="171313"/>
                </a:cubicBezTo>
                <a:cubicBezTo>
                  <a:pt x="70729" y="156111"/>
                  <a:pt x="80159" y="142235"/>
                  <a:pt x="92732" y="129662"/>
                </a:cubicBezTo>
                <a:cubicBezTo>
                  <a:pt x="110014" y="112368"/>
                  <a:pt x="134771" y="100584"/>
                  <a:pt x="166981" y="94298"/>
                </a:cubicBezTo>
                <a:cubicBezTo>
                  <a:pt x="199465" y="88274"/>
                  <a:pt x="235869" y="85782"/>
                  <a:pt x="276217" y="86834"/>
                </a:cubicBezTo>
                <a:cubicBezTo>
                  <a:pt x="280401" y="87359"/>
                  <a:pt x="284207" y="88274"/>
                  <a:pt x="287613" y="89588"/>
                </a:cubicBezTo>
                <a:cubicBezTo>
                  <a:pt x="290756" y="91154"/>
                  <a:pt x="293637" y="93246"/>
                  <a:pt x="296254" y="95875"/>
                </a:cubicBezTo>
                <a:cubicBezTo>
                  <a:pt x="298872" y="98492"/>
                  <a:pt x="300838" y="101373"/>
                  <a:pt x="302141" y="104516"/>
                </a:cubicBezTo>
                <a:cubicBezTo>
                  <a:pt x="303718" y="107659"/>
                  <a:pt x="304632" y="111191"/>
                  <a:pt x="304895" y="115123"/>
                </a:cubicBezTo>
                <a:cubicBezTo>
                  <a:pt x="305684" y="135548"/>
                  <a:pt x="305547" y="154934"/>
                  <a:pt x="304507" y="173267"/>
                </a:cubicBezTo>
                <a:cubicBezTo>
                  <a:pt x="303192" y="191613"/>
                  <a:pt x="300963" y="208769"/>
                  <a:pt x="297820" y="224748"/>
                </a:cubicBezTo>
                <a:cubicBezTo>
                  <a:pt x="294414" y="240716"/>
                  <a:pt x="289831" y="255129"/>
                  <a:pt x="284070" y="267965"/>
                </a:cubicBezTo>
                <a:cubicBezTo>
                  <a:pt x="278309" y="280538"/>
                  <a:pt x="270971" y="291271"/>
                  <a:pt x="262067" y="300186"/>
                </a:cubicBezTo>
                <a:cubicBezTo>
                  <a:pt x="249494" y="312759"/>
                  <a:pt x="235869" y="322189"/>
                  <a:pt x="221205" y="328475"/>
                </a:cubicBezTo>
                <a:cubicBezTo>
                  <a:pt x="206540" y="334762"/>
                  <a:pt x="191087" y="337905"/>
                  <a:pt x="174845" y="337905"/>
                </a:cubicBezTo>
                <a:cubicBezTo>
                  <a:pt x="158340" y="337905"/>
                  <a:pt x="142886" y="335013"/>
                  <a:pt x="128485" y="329253"/>
                </a:cubicBezTo>
                <a:cubicBezTo>
                  <a:pt x="113809" y="323229"/>
                  <a:pt x="100847" y="314451"/>
                  <a:pt x="89588" y="302929"/>
                </a:cubicBezTo>
                <a:close/>
                <a:moveTo>
                  <a:pt x="122198" y="304895"/>
                </a:moveTo>
                <a:cubicBezTo>
                  <a:pt x="129262" y="309867"/>
                  <a:pt x="137389" y="313673"/>
                  <a:pt x="146555" y="316291"/>
                </a:cubicBezTo>
                <a:cubicBezTo>
                  <a:pt x="155985" y="318908"/>
                  <a:pt x="165415" y="320223"/>
                  <a:pt x="174845" y="320223"/>
                </a:cubicBezTo>
                <a:cubicBezTo>
                  <a:pt x="188469" y="320223"/>
                  <a:pt x="201694" y="317468"/>
                  <a:pt x="214530" y="311970"/>
                </a:cubicBezTo>
                <a:cubicBezTo>
                  <a:pt x="227366" y="306473"/>
                  <a:pt x="239013" y="298220"/>
                  <a:pt x="249494" y="287213"/>
                </a:cubicBezTo>
                <a:cubicBezTo>
                  <a:pt x="256043" y="280664"/>
                  <a:pt x="261804" y="272148"/>
                  <a:pt x="266788" y="261678"/>
                </a:cubicBezTo>
                <a:cubicBezTo>
                  <a:pt x="271497" y="250934"/>
                  <a:pt x="275554" y="237973"/>
                  <a:pt x="278961" y="222782"/>
                </a:cubicBezTo>
                <a:cubicBezTo>
                  <a:pt x="282104" y="207843"/>
                  <a:pt x="284333" y="190561"/>
                  <a:pt x="285647" y="170913"/>
                </a:cubicBezTo>
                <a:cubicBezTo>
                  <a:pt x="286950" y="151265"/>
                  <a:pt x="287087" y="129262"/>
                  <a:pt x="286036" y="104905"/>
                </a:cubicBezTo>
                <a:cubicBezTo>
                  <a:pt x="264822" y="104379"/>
                  <a:pt x="244785" y="104642"/>
                  <a:pt x="225925" y="105693"/>
                </a:cubicBezTo>
                <a:cubicBezTo>
                  <a:pt x="207066" y="106482"/>
                  <a:pt x="190035" y="108448"/>
                  <a:pt x="174845" y="111591"/>
                </a:cubicBezTo>
                <a:cubicBezTo>
                  <a:pt x="159391" y="114471"/>
                  <a:pt x="145904" y="118392"/>
                  <a:pt x="134371" y="123375"/>
                </a:cubicBezTo>
                <a:cubicBezTo>
                  <a:pt x="122587" y="128085"/>
                  <a:pt x="113157" y="134108"/>
                  <a:pt x="106082" y="141446"/>
                </a:cubicBezTo>
                <a:cubicBezTo>
                  <a:pt x="94823" y="152705"/>
                  <a:pt x="86445" y="164763"/>
                  <a:pt x="80936" y="177599"/>
                </a:cubicBezTo>
                <a:cubicBezTo>
                  <a:pt x="75438" y="190424"/>
                  <a:pt x="72683" y="202997"/>
                  <a:pt x="72683" y="215318"/>
                </a:cubicBezTo>
                <a:cubicBezTo>
                  <a:pt x="72683" y="228143"/>
                  <a:pt x="75438" y="241379"/>
                  <a:pt x="80936" y="254992"/>
                </a:cubicBezTo>
                <a:cubicBezTo>
                  <a:pt x="86445" y="268354"/>
                  <a:pt x="93509" y="279361"/>
                  <a:pt x="102161" y="288002"/>
                </a:cubicBezTo>
                <a:cubicBezTo>
                  <a:pt x="112894" y="264685"/>
                  <a:pt x="126782" y="243470"/>
                  <a:pt x="143801" y="224348"/>
                </a:cubicBezTo>
                <a:cubicBezTo>
                  <a:pt x="160569" y="205489"/>
                  <a:pt x="180343" y="189509"/>
                  <a:pt x="203134" y="176411"/>
                </a:cubicBezTo>
                <a:cubicBezTo>
                  <a:pt x="181920" y="194756"/>
                  <a:pt x="164626" y="214267"/>
                  <a:pt x="151265" y="234955"/>
                </a:cubicBezTo>
                <a:cubicBezTo>
                  <a:pt x="138177" y="255918"/>
                  <a:pt x="128485" y="279223"/>
                  <a:pt x="122198" y="304895"/>
                </a:cubicBezTo>
                <a:close/>
                <a:moveTo>
                  <a:pt x="122198" y="304895"/>
                </a:moveTo>
                <a:close/>
                <a:moveTo>
                  <a:pt x="122198" y="3048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1106395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950" dirty="0"/>
          </a:p>
        </p:txBody>
      </p:sp>
      <p:sp>
        <p:nvSpPr>
          <p:cNvPr id="238" name="圖示 節能"/>
          <p:cNvSpPr/>
          <p:nvPr/>
        </p:nvSpPr>
        <p:spPr>
          <a:xfrm>
            <a:off x="1193832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00186"/>
                </a:moveTo>
                <a:cubicBezTo>
                  <a:pt x="219502" y="300186"/>
                  <a:pt x="245825" y="289305"/>
                  <a:pt x="267565" y="267565"/>
                </a:cubicBezTo>
                <a:cubicBezTo>
                  <a:pt x="289305" y="245825"/>
                  <a:pt x="300186" y="219502"/>
                  <a:pt x="300186" y="188595"/>
                </a:cubicBezTo>
                <a:lnTo>
                  <a:pt x="300186" y="81725"/>
                </a:lnTo>
                <a:cubicBezTo>
                  <a:pt x="300186" y="80410"/>
                  <a:pt x="299660" y="79370"/>
                  <a:pt x="298609" y="78581"/>
                </a:cubicBezTo>
                <a:cubicBezTo>
                  <a:pt x="297820" y="77530"/>
                  <a:pt x="296780" y="77015"/>
                  <a:pt x="295466" y="77015"/>
                </a:cubicBezTo>
                <a:lnTo>
                  <a:pt x="188595" y="77015"/>
                </a:lnTo>
                <a:cubicBezTo>
                  <a:pt x="157688" y="77015"/>
                  <a:pt x="131365" y="87885"/>
                  <a:pt x="109625" y="109625"/>
                </a:cubicBezTo>
                <a:cubicBezTo>
                  <a:pt x="87885" y="131365"/>
                  <a:pt x="77015" y="157688"/>
                  <a:pt x="77015" y="188595"/>
                </a:cubicBezTo>
                <a:cubicBezTo>
                  <a:pt x="77015" y="219502"/>
                  <a:pt x="87885" y="245825"/>
                  <a:pt x="109625" y="267565"/>
                </a:cubicBezTo>
                <a:cubicBezTo>
                  <a:pt x="131365" y="289305"/>
                  <a:pt x="157688" y="300186"/>
                  <a:pt x="188595" y="300186"/>
                </a:cubicBezTo>
                <a:close/>
                <a:moveTo>
                  <a:pt x="170124" y="257358"/>
                </a:moveTo>
                <a:lnTo>
                  <a:pt x="242819" y="192127"/>
                </a:lnTo>
                <a:cubicBezTo>
                  <a:pt x="245174" y="190035"/>
                  <a:pt x="245825" y="187418"/>
                  <a:pt x="244785" y="184274"/>
                </a:cubicBezTo>
                <a:cubicBezTo>
                  <a:pt x="243996" y="181394"/>
                  <a:pt x="241905" y="179691"/>
                  <a:pt x="238498" y="179165"/>
                </a:cubicBezTo>
                <a:lnTo>
                  <a:pt x="181520" y="173667"/>
                </a:lnTo>
                <a:lnTo>
                  <a:pt x="216096" y="126907"/>
                </a:lnTo>
                <a:cubicBezTo>
                  <a:pt x="216884" y="125604"/>
                  <a:pt x="217147" y="124416"/>
                  <a:pt x="216884" y="123375"/>
                </a:cubicBezTo>
                <a:cubicBezTo>
                  <a:pt x="216884" y="122061"/>
                  <a:pt x="216358" y="120758"/>
                  <a:pt x="215318" y="119443"/>
                </a:cubicBezTo>
                <a:cubicBezTo>
                  <a:pt x="214267" y="118392"/>
                  <a:pt x="212952" y="117878"/>
                  <a:pt x="211386" y="117878"/>
                </a:cubicBezTo>
                <a:cubicBezTo>
                  <a:pt x="209809" y="117878"/>
                  <a:pt x="208506" y="118392"/>
                  <a:pt x="207455" y="119443"/>
                </a:cubicBezTo>
                <a:lnTo>
                  <a:pt x="134771" y="184663"/>
                </a:lnTo>
                <a:cubicBezTo>
                  <a:pt x="132405" y="186766"/>
                  <a:pt x="131754" y="189247"/>
                  <a:pt x="132805" y="192127"/>
                </a:cubicBezTo>
                <a:cubicBezTo>
                  <a:pt x="133594" y="195270"/>
                  <a:pt x="135686" y="197110"/>
                  <a:pt x="139092" y="197636"/>
                </a:cubicBezTo>
                <a:lnTo>
                  <a:pt x="196059" y="202745"/>
                </a:lnTo>
                <a:lnTo>
                  <a:pt x="161483" y="249894"/>
                </a:lnTo>
                <a:cubicBezTo>
                  <a:pt x="160694" y="251197"/>
                  <a:pt x="160306" y="252374"/>
                  <a:pt x="160306" y="253426"/>
                </a:cubicBezTo>
                <a:cubicBezTo>
                  <a:pt x="160569" y="254729"/>
                  <a:pt x="161220" y="256043"/>
                  <a:pt x="162272" y="257358"/>
                </a:cubicBezTo>
                <a:cubicBezTo>
                  <a:pt x="163323" y="258398"/>
                  <a:pt x="164626" y="258924"/>
                  <a:pt x="166204" y="258924"/>
                </a:cubicBezTo>
                <a:cubicBezTo>
                  <a:pt x="167507" y="258924"/>
                  <a:pt x="168821" y="258398"/>
                  <a:pt x="170124" y="257358"/>
                </a:cubicBezTo>
                <a:close/>
                <a:moveTo>
                  <a:pt x="188595" y="317857"/>
                </a:moveTo>
                <a:cubicBezTo>
                  <a:pt x="172353" y="317857"/>
                  <a:pt x="157037" y="315114"/>
                  <a:pt x="142624" y="309616"/>
                </a:cubicBezTo>
                <a:cubicBezTo>
                  <a:pt x="128222" y="304107"/>
                  <a:pt x="115249" y="296254"/>
                  <a:pt x="103727" y="286036"/>
                </a:cubicBezTo>
                <a:lnTo>
                  <a:pt x="74261" y="315502"/>
                </a:lnTo>
                <a:cubicBezTo>
                  <a:pt x="73472" y="316291"/>
                  <a:pt x="72558" y="316942"/>
                  <a:pt x="71506" y="317468"/>
                </a:cubicBezTo>
                <a:cubicBezTo>
                  <a:pt x="70466" y="317731"/>
                  <a:pt x="69277" y="317857"/>
                  <a:pt x="67974" y="317857"/>
                </a:cubicBezTo>
                <a:cubicBezTo>
                  <a:pt x="65620" y="317857"/>
                  <a:pt x="63517" y="317080"/>
                  <a:pt x="61688" y="315502"/>
                </a:cubicBezTo>
                <a:cubicBezTo>
                  <a:pt x="60110" y="313673"/>
                  <a:pt x="59333" y="311445"/>
                  <a:pt x="59333" y="308827"/>
                </a:cubicBezTo>
                <a:cubicBezTo>
                  <a:pt x="59333" y="307776"/>
                  <a:pt x="59459" y="306724"/>
                  <a:pt x="59722" y="305684"/>
                </a:cubicBezTo>
                <a:cubicBezTo>
                  <a:pt x="60248" y="304632"/>
                  <a:pt x="60899" y="303718"/>
                  <a:pt x="61688" y="302929"/>
                </a:cubicBezTo>
                <a:lnTo>
                  <a:pt x="91154" y="273463"/>
                </a:lnTo>
                <a:cubicBezTo>
                  <a:pt x="80936" y="261941"/>
                  <a:pt x="73083" y="248968"/>
                  <a:pt x="67586" y="234566"/>
                </a:cubicBezTo>
                <a:cubicBezTo>
                  <a:pt x="62076" y="220153"/>
                  <a:pt x="59333" y="204837"/>
                  <a:pt x="59333" y="188595"/>
                </a:cubicBezTo>
                <a:cubicBezTo>
                  <a:pt x="59333" y="152453"/>
                  <a:pt x="71906" y="121935"/>
                  <a:pt x="97052" y="97052"/>
                </a:cubicBezTo>
                <a:cubicBezTo>
                  <a:pt x="122198" y="71906"/>
                  <a:pt x="152705" y="59333"/>
                  <a:pt x="188595" y="59333"/>
                </a:cubicBezTo>
                <a:lnTo>
                  <a:pt x="295466" y="59333"/>
                </a:lnTo>
                <a:cubicBezTo>
                  <a:pt x="301489" y="59333"/>
                  <a:pt x="306724" y="61551"/>
                  <a:pt x="311182" y="66008"/>
                </a:cubicBezTo>
                <a:cubicBezTo>
                  <a:pt x="315639" y="70466"/>
                  <a:pt x="317857" y="75701"/>
                  <a:pt x="317857" y="81725"/>
                </a:cubicBezTo>
                <a:lnTo>
                  <a:pt x="317857" y="188595"/>
                </a:lnTo>
                <a:cubicBezTo>
                  <a:pt x="317857" y="224485"/>
                  <a:pt x="305284" y="254992"/>
                  <a:pt x="280138" y="280138"/>
                </a:cubicBezTo>
                <a:cubicBezTo>
                  <a:pt x="255255" y="305284"/>
                  <a:pt x="224748" y="317857"/>
                  <a:pt x="188595" y="317857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1175735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950" dirty="0"/>
          </a:p>
        </p:txBody>
      </p:sp>
      <p:sp>
        <p:nvSpPr>
          <p:cNvPr id="240" name="圖示 回收"/>
          <p:cNvSpPr/>
          <p:nvPr/>
        </p:nvSpPr>
        <p:spPr>
          <a:xfrm>
            <a:off x="1263172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631" y="138692"/>
                </a:moveTo>
                <a:lnTo>
                  <a:pt x="180343" y="95475"/>
                </a:lnTo>
                <a:lnTo>
                  <a:pt x="158740" y="59722"/>
                </a:lnTo>
                <a:cubicBezTo>
                  <a:pt x="155848" y="54750"/>
                  <a:pt x="151665" y="52258"/>
                  <a:pt x="146167" y="52258"/>
                </a:cubicBezTo>
                <a:cubicBezTo>
                  <a:pt x="140658" y="52258"/>
                  <a:pt x="136600" y="54750"/>
                  <a:pt x="133982" y="59722"/>
                </a:cubicBezTo>
                <a:lnTo>
                  <a:pt x="103727" y="108836"/>
                </a:lnTo>
                <a:cubicBezTo>
                  <a:pt x="102161" y="111717"/>
                  <a:pt x="101898" y="114597"/>
                  <a:pt x="102939" y="117478"/>
                </a:cubicBezTo>
                <a:cubicBezTo>
                  <a:pt x="103727" y="120621"/>
                  <a:pt x="105430" y="122975"/>
                  <a:pt x="108048" y="124553"/>
                </a:cubicBezTo>
                <a:lnTo>
                  <a:pt x="138303" y="142624"/>
                </a:lnTo>
                <a:cubicBezTo>
                  <a:pt x="140920" y="144201"/>
                  <a:pt x="143675" y="144715"/>
                  <a:pt x="146555" y="144201"/>
                </a:cubicBezTo>
                <a:cubicBezTo>
                  <a:pt x="149436" y="143412"/>
                  <a:pt x="151790" y="141572"/>
                  <a:pt x="153631" y="138692"/>
                </a:cubicBezTo>
                <a:close/>
                <a:moveTo>
                  <a:pt x="288390" y="247139"/>
                </a:moveTo>
                <a:lnTo>
                  <a:pt x="262067" y="203523"/>
                </a:lnTo>
                <a:cubicBezTo>
                  <a:pt x="260238" y="200642"/>
                  <a:pt x="259712" y="197762"/>
                  <a:pt x="260501" y="194882"/>
                </a:cubicBezTo>
                <a:cubicBezTo>
                  <a:pt x="261541" y="191738"/>
                  <a:pt x="263507" y="189384"/>
                  <a:pt x="266388" y="187806"/>
                </a:cubicBezTo>
                <a:lnTo>
                  <a:pt x="296643" y="170124"/>
                </a:lnTo>
                <a:cubicBezTo>
                  <a:pt x="299260" y="168821"/>
                  <a:pt x="302141" y="168421"/>
                  <a:pt x="305284" y="168947"/>
                </a:cubicBezTo>
                <a:cubicBezTo>
                  <a:pt x="308427" y="169736"/>
                  <a:pt x="310793" y="171439"/>
                  <a:pt x="312359" y="174056"/>
                </a:cubicBezTo>
                <a:lnTo>
                  <a:pt x="329653" y="203134"/>
                </a:lnTo>
                <a:cubicBezTo>
                  <a:pt x="332270" y="207329"/>
                  <a:pt x="333710" y="212038"/>
                  <a:pt x="333973" y="217273"/>
                </a:cubicBezTo>
                <a:cubicBezTo>
                  <a:pt x="334236" y="222256"/>
                  <a:pt x="333185" y="226966"/>
                  <a:pt x="330830" y="231423"/>
                </a:cubicBezTo>
                <a:cubicBezTo>
                  <a:pt x="328475" y="236395"/>
                  <a:pt x="324932" y="240201"/>
                  <a:pt x="320223" y="242819"/>
                </a:cubicBezTo>
                <a:cubicBezTo>
                  <a:pt x="315239" y="245699"/>
                  <a:pt x="310004" y="247139"/>
                  <a:pt x="304507" y="247139"/>
                </a:cubicBezTo>
                <a:lnTo>
                  <a:pt x="288390" y="247139"/>
                </a:lnTo>
                <a:close/>
                <a:moveTo>
                  <a:pt x="236532" y="338682"/>
                </a:moveTo>
                <a:lnTo>
                  <a:pt x="196459" y="298609"/>
                </a:lnTo>
                <a:cubicBezTo>
                  <a:pt x="194356" y="296517"/>
                  <a:pt x="193316" y="293900"/>
                  <a:pt x="193316" y="290756"/>
                </a:cubicBezTo>
                <a:cubicBezTo>
                  <a:pt x="193316" y="287613"/>
                  <a:pt x="194356" y="284984"/>
                  <a:pt x="196459" y="282893"/>
                </a:cubicBezTo>
                <a:lnTo>
                  <a:pt x="236532" y="242819"/>
                </a:lnTo>
                <a:cubicBezTo>
                  <a:pt x="238361" y="240979"/>
                  <a:pt x="240464" y="240464"/>
                  <a:pt x="242819" y="241242"/>
                </a:cubicBezTo>
                <a:cubicBezTo>
                  <a:pt x="245436" y="242293"/>
                  <a:pt x="246751" y="243996"/>
                  <a:pt x="246751" y="246351"/>
                </a:cubicBezTo>
                <a:lnTo>
                  <a:pt x="246751" y="261678"/>
                </a:lnTo>
                <a:lnTo>
                  <a:pt x="315502" y="261678"/>
                </a:lnTo>
                <a:lnTo>
                  <a:pt x="294677" y="303718"/>
                </a:lnTo>
                <a:cubicBezTo>
                  <a:pt x="291796" y="308690"/>
                  <a:pt x="288127" y="312622"/>
                  <a:pt x="283681" y="315502"/>
                </a:cubicBezTo>
                <a:cubicBezTo>
                  <a:pt x="278961" y="318383"/>
                  <a:pt x="273851" y="319823"/>
                  <a:pt x="268354" y="319823"/>
                </a:cubicBezTo>
                <a:lnTo>
                  <a:pt x="246751" y="319823"/>
                </a:lnTo>
                <a:lnTo>
                  <a:pt x="246751" y="335150"/>
                </a:lnTo>
                <a:cubicBezTo>
                  <a:pt x="246751" y="337505"/>
                  <a:pt x="245436" y="339208"/>
                  <a:pt x="242819" y="340260"/>
                </a:cubicBezTo>
                <a:cubicBezTo>
                  <a:pt x="240464" y="341048"/>
                  <a:pt x="238361" y="340523"/>
                  <a:pt x="236532" y="338682"/>
                </a:cubicBezTo>
                <a:close/>
                <a:moveTo>
                  <a:pt x="106082" y="319823"/>
                </a:moveTo>
                <a:cubicBezTo>
                  <a:pt x="101373" y="319823"/>
                  <a:pt x="97052" y="318520"/>
                  <a:pt x="93120" y="315902"/>
                </a:cubicBezTo>
                <a:cubicBezTo>
                  <a:pt x="89188" y="313536"/>
                  <a:pt x="86182" y="310267"/>
                  <a:pt x="84079" y="306073"/>
                </a:cubicBezTo>
                <a:cubicBezTo>
                  <a:pt x="82250" y="302141"/>
                  <a:pt x="81336" y="298083"/>
                  <a:pt x="81336" y="293900"/>
                </a:cubicBezTo>
                <a:cubicBezTo>
                  <a:pt x="81599" y="289705"/>
                  <a:pt x="82776" y="285773"/>
                  <a:pt x="84868" y="282104"/>
                </a:cubicBezTo>
                <a:lnTo>
                  <a:pt x="97052" y="261678"/>
                </a:lnTo>
                <a:lnTo>
                  <a:pt x="148121" y="261678"/>
                </a:lnTo>
                <a:cubicBezTo>
                  <a:pt x="151528" y="261678"/>
                  <a:pt x="154282" y="262719"/>
                  <a:pt x="156374" y="264822"/>
                </a:cubicBezTo>
                <a:cubicBezTo>
                  <a:pt x="158477" y="266913"/>
                  <a:pt x="159517" y="269668"/>
                  <a:pt x="159517" y="273074"/>
                </a:cubicBezTo>
                <a:lnTo>
                  <a:pt x="159517" y="308427"/>
                </a:lnTo>
                <a:cubicBezTo>
                  <a:pt x="159517" y="311833"/>
                  <a:pt x="158477" y="314588"/>
                  <a:pt x="156374" y="316680"/>
                </a:cubicBezTo>
                <a:cubicBezTo>
                  <a:pt x="154282" y="318783"/>
                  <a:pt x="151528" y="319823"/>
                  <a:pt x="148121" y="319823"/>
                </a:cubicBezTo>
                <a:lnTo>
                  <a:pt x="106082" y="319823"/>
                </a:lnTo>
                <a:close/>
                <a:moveTo>
                  <a:pt x="70329" y="278572"/>
                </a:moveTo>
                <a:lnTo>
                  <a:pt x="46760" y="231423"/>
                </a:lnTo>
                <a:cubicBezTo>
                  <a:pt x="44394" y="226966"/>
                  <a:pt x="43354" y="222256"/>
                  <a:pt x="43617" y="217273"/>
                </a:cubicBezTo>
                <a:cubicBezTo>
                  <a:pt x="43880" y="212301"/>
                  <a:pt x="45320" y="207580"/>
                  <a:pt x="47937" y="203134"/>
                </a:cubicBezTo>
                <a:lnTo>
                  <a:pt x="53435" y="193704"/>
                </a:lnTo>
                <a:lnTo>
                  <a:pt x="40474" y="185840"/>
                </a:lnTo>
                <a:cubicBezTo>
                  <a:pt x="38633" y="184537"/>
                  <a:pt x="37845" y="182571"/>
                  <a:pt x="38108" y="179954"/>
                </a:cubicBezTo>
                <a:cubicBezTo>
                  <a:pt x="38371" y="177336"/>
                  <a:pt x="39685" y="175759"/>
                  <a:pt x="42040" y="175233"/>
                </a:cubicBezTo>
                <a:lnTo>
                  <a:pt x="97441" y="161483"/>
                </a:lnTo>
                <a:cubicBezTo>
                  <a:pt x="100584" y="160694"/>
                  <a:pt x="103464" y="161094"/>
                  <a:pt x="106082" y="162660"/>
                </a:cubicBezTo>
                <a:cubicBezTo>
                  <a:pt x="108699" y="164238"/>
                  <a:pt x="110402" y="166592"/>
                  <a:pt x="111191" y="169736"/>
                </a:cubicBezTo>
                <a:lnTo>
                  <a:pt x="124941" y="225137"/>
                </a:lnTo>
                <a:cubicBezTo>
                  <a:pt x="125467" y="227754"/>
                  <a:pt x="124678" y="229720"/>
                  <a:pt x="122587" y="231035"/>
                </a:cubicBezTo>
                <a:cubicBezTo>
                  <a:pt x="120758" y="232600"/>
                  <a:pt x="118792" y="232726"/>
                  <a:pt x="116689" y="231423"/>
                </a:cubicBezTo>
                <a:lnTo>
                  <a:pt x="103339" y="223171"/>
                </a:lnTo>
                <a:lnTo>
                  <a:pt x="70329" y="278572"/>
                </a:lnTo>
                <a:close/>
                <a:moveTo>
                  <a:pt x="255392" y="151665"/>
                </a:moveTo>
                <a:lnTo>
                  <a:pt x="199991" y="137914"/>
                </a:lnTo>
                <a:cubicBezTo>
                  <a:pt x="197373" y="137389"/>
                  <a:pt x="195933" y="135811"/>
                  <a:pt x="195670" y="133194"/>
                </a:cubicBezTo>
                <a:cubicBezTo>
                  <a:pt x="195407" y="130576"/>
                  <a:pt x="196322" y="128610"/>
                  <a:pt x="198413" y="127307"/>
                </a:cubicBezTo>
                <a:lnTo>
                  <a:pt x="211775" y="119443"/>
                </a:lnTo>
                <a:lnTo>
                  <a:pt x="166592" y="44006"/>
                </a:lnTo>
                <a:lnTo>
                  <a:pt x="217673" y="44006"/>
                </a:lnTo>
                <a:cubicBezTo>
                  <a:pt x="222645" y="44006"/>
                  <a:pt x="227366" y="45320"/>
                  <a:pt x="231812" y="47937"/>
                </a:cubicBezTo>
                <a:cubicBezTo>
                  <a:pt x="236270" y="50555"/>
                  <a:pt x="239801" y="53961"/>
                  <a:pt x="242419" y="58156"/>
                </a:cubicBezTo>
                <a:lnTo>
                  <a:pt x="261678" y="89977"/>
                </a:lnTo>
                <a:lnTo>
                  <a:pt x="274251" y="81725"/>
                </a:lnTo>
                <a:cubicBezTo>
                  <a:pt x="276343" y="80410"/>
                  <a:pt x="278435" y="80547"/>
                  <a:pt x="280538" y="82113"/>
                </a:cubicBezTo>
                <a:cubicBezTo>
                  <a:pt x="282630" y="83690"/>
                  <a:pt x="283418" y="85656"/>
                  <a:pt x="282893" y="88011"/>
                </a:cubicBezTo>
                <a:lnTo>
                  <a:pt x="268754" y="143412"/>
                </a:lnTo>
                <a:cubicBezTo>
                  <a:pt x="267965" y="146555"/>
                  <a:pt x="266262" y="148910"/>
                  <a:pt x="263644" y="150487"/>
                </a:cubicBezTo>
                <a:cubicBezTo>
                  <a:pt x="261015" y="152053"/>
                  <a:pt x="258272" y="152453"/>
                  <a:pt x="255392" y="151665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1245075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950" dirty="0"/>
          </a:p>
        </p:txBody>
      </p:sp>
      <p:sp>
        <p:nvSpPr>
          <p:cNvPr id="242" name="線條"/>
          <p:cNvSpPr/>
          <p:nvPr/>
        </p:nvSpPr>
        <p:spPr>
          <a:xfrm>
            <a:off x="685800" y="602361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685800" y="61150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880110" y="609219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03670"/>
            <a:ext cx="2457450" cy="845820"/>
            <a:chOff x="685800" y="6503670"/>
            <a:chExt cx="2457450" cy="845820"/>
          </a:xfrm>
        </p:grpSpPr>
        <p:sp>
          <p:nvSpPr>
            <p:cNvPr id="245" name="流程方塊"/>
            <p:cNvSpPr/>
            <p:nvPr/>
          </p:nvSpPr>
          <p:spPr>
            <a:xfrm>
              <a:off x="685800" y="6503670"/>
              <a:ext cx="2457450" cy="845820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84582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02870" y="385282"/>
                  </a:moveTo>
                  <a:cubicBezTo>
                    <a:pt x="98104" y="385282"/>
                    <a:pt x="93977" y="383694"/>
                    <a:pt x="90491" y="380528"/>
                  </a:cubicBezTo>
                  <a:cubicBezTo>
                    <a:pt x="87314" y="377030"/>
                    <a:pt x="85725" y="372904"/>
                    <a:pt x="85725" y="368137"/>
                  </a:cubicBezTo>
                  <a:cubicBezTo>
                    <a:pt x="85725" y="363063"/>
                    <a:pt x="87314" y="358936"/>
                    <a:pt x="90491" y="355759"/>
                  </a:cubicBezTo>
                  <a:cubicBezTo>
                    <a:pt x="93977" y="352261"/>
                    <a:pt x="98104" y="350524"/>
                    <a:pt x="102870" y="350524"/>
                  </a:cubicBezTo>
                  <a:lnTo>
                    <a:pt x="145252" y="350524"/>
                  </a:lnTo>
                  <a:lnTo>
                    <a:pt x="94778" y="180503"/>
                  </a:lnTo>
                  <a:cubicBezTo>
                    <a:pt x="85245" y="176056"/>
                    <a:pt x="77793" y="170021"/>
                    <a:pt x="72386" y="162397"/>
                  </a:cubicBezTo>
                  <a:cubicBezTo>
                    <a:pt x="66991" y="155094"/>
                    <a:pt x="64294" y="145252"/>
                    <a:pt x="64294" y="132874"/>
                  </a:cubicBezTo>
                  <a:cubicBezTo>
                    <a:pt x="64294" y="119226"/>
                    <a:pt x="69220" y="107316"/>
                    <a:pt x="79061" y="97155"/>
                  </a:cubicBezTo>
                  <a:cubicBezTo>
                    <a:pt x="89223" y="86994"/>
                    <a:pt x="101281" y="81919"/>
                    <a:pt x="115249" y="81919"/>
                  </a:cubicBezTo>
                  <a:cubicBezTo>
                    <a:pt x="128267" y="81919"/>
                    <a:pt x="139229" y="85725"/>
                    <a:pt x="148110" y="93349"/>
                  </a:cubicBezTo>
                  <a:cubicBezTo>
                    <a:pt x="156682" y="100653"/>
                    <a:pt x="162397" y="110334"/>
                    <a:pt x="165255" y="122392"/>
                  </a:cubicBezTo>
                  <a:lnTo>
                    <a:pt x="236692" y="122392"/>
                  </a:lnTo>
                  <a:lnTo>
                    <a:pt x="236692" y="91920"/>
                  </a:lnTo>
                  <a:cubicBezTo>
                    <a:pt x="236692" y="88743"/>
                    <a:pt x="237813" y="86205"/>
                    <a:pt x="240030" y="84296"/>
                  </a:cubicBezTo>
                  <a:cubicBezTo>
                    <a:pt x="242247" y="82079"/>
                    <a:pt x="244796" y="80959"/>
                    <a:pt x="247654" y="80959"/>
                  </a:cubicBezTo>
                  <a:cubicBezTo>
                    <a:pt x="250511" y="80959"/>
                    <a:pt x="252889" y="82079"/>
                    <a:pt x="254798" y="84296"/>
                  </a:cubicBezTo>
                  <a:cubicBezTo>
                    <a:pt x="256695" y="86834"/>
                    <a:pt x="257655" y="89531"/>
                    <a:pt x="257655" y="92389"/>
                  </a:cubicBezTo>
                  <a:lnTo>
                    <a:pt x="257655" y="95246"/>
                  </a:lnTo>
                  <a:lnTo>
                    <a:pt x="293374" y="60956"/>
                  </a:lnTo>
                  <a:cubicBezTo>
                    <a:pt x="295911" y="58419"/>
                    <a:pt x="298929" y="56830"/>
                    <a:pt x="302415" y="56201"/>
                  </a:cubicBezTo>
                  <a:cubicBezTo>
                    <a:pt x="306233" y="55561"/>
                    <a:pt x="309879" y="56201"/>
                    <a:pt x="313376" y="58099"/>
                  </a:cubicBezTo>
                  <a:lnTo>
                    <a:pt x="387191" y="93349"/>
                  </a:lnTo>
                  <a:cubicBezTo>
                    <a:pt x="389729" y="94618"/>
                    <a:pt x="391478" y="96366"/>
                    <a:pt x="392426" y="98584"/>
                  </a:cubicBezTo>
                  <a:cubicBezTo>
                    <a:pt x="393695" y="101121"/>
                    <a:pt x="393695" y="103659"/>
                    <a:pt x="392426" y="106208"/>
                  </a:cubicBezTo>
                  <a:cubicBezTo>
                    <a:pt x="390837" y="108745"/>
                    <a:pt x="388940" y="110334"/>
                    <a:pt x="386711" y="110962"/>
                  </a:cubicBezTo>
                  <a:cubicBezTo>
                    <a:pt x="384174" y="111282"/>
                    <a:pt x="381636" y="110802"/>
                    <a:pt x="379099" y="109534"/>
                  </a:cubicBezTo>
                  <a:lnTo>
                    <a:pt x="304804" y="73815"/>
                  </a:lnTo>
                  <a:lnTo>
                    <a:pt x="258604" y="119535"/>
                  </a:lnTo>
                  <a:lnTo>
                    <a:pt x="258604" y="145252"/>
                  </a:lnTo>
                  <a:lnTo>
                    <a:pt x="304804" y="191933"/>
                  </a:lnTo>
                  <a:lnTo>
                    <a:pt x="379099" y="155734"/>
                  </a:lnTo>
                  <a:cubicBezTo>
                    <a:pt x="381956" y="154465"/>
                    <a:pt x="384494" y="154145"/>
                    <a:pt x="386711" y="154785"/>
                  </a:cubicBezTo>
                  <a:cubicBezTo>
                    <a:pt x="388940" y="155414"/>
                    <a:pt x="390837" y="157002"/>
                    <a:pt x="392426" y="159540"/>
                  </a:cubicBezTo>
                  <a:cubicBezTo>
                    <a:pt x="393386" y="162397"/>
                    <a:pt x="393386" y="165095"/>
                    <a:pt x="392426" y="167644"/>
                  </a:cubicBezTo>
                  <a:cubicBezTo>
                    <a:pt x="391478" y="170181"/>
                    <a:pt x="389729" y="172090"/>
                    <a:pt x="387191" y="173359"/>
                  </a:cubicBezTo>
                  <a:lnTo>
                    <a:pt x="314805" y="207169"/>
                  </a:lnTo>
                  <a:cubicBezTo>
                    <a:pt x="310987" y="209078"/>
                    <a:pt x="307181" y="209866"/>
                    <a:pt x="303375" y="209546"/>
                  </a:cubicBezTo>
                  <a:cubicBezTo>
                    <a:pt x="299877" y="209546"/>
                    <a:pt x="296540" y="208117"/>
                    <a:pt x="293374" y="205260"/>
                  </a:cubicBezTo>
                  <a:lnTo>
                    <a:pt x="257655" y="171450"/>
                  </a:lnTo>
                  <a:lnTo>
                    <a:pt x="257655" y="173827"/>
                  </a:lnTo>
                  <a:cubicBezTo>
                    <a:pt x="257655" y="177645"/>
                    <a:pt x="256695" y="180503"/>
                    <a:pt x="254798" y="182400"/>
                  </a:cubicBezTo>
                  <a:cubicBezTo>
                    <a:pt x="252889" y="184309"/>
                    <a:pt x="250511" y="185257"/>
                    <a:pt x="247654" y="185257"/>
                  </a:cubicBezTo>
                  <a:cubicBezTo>
                    <a:pt x="244796" y="185257"/>
                    <a:pt x="242247" y="184309"/>
                    <a:pt x="240030" y="182400"/>
                  </a:cubicBezTo>
                  <a:cubicBezTo>
                    <a:pt x="237813" y="180183"/>
                    <a:pt x="236692" y="177645"/>
                    <a:pt x="236692" y="174788"/>
                  </a:cubicBezTo>
                  <a:lnTo>
                    <a:pt x="236692" y="143824"/>
                  </a:lnTo>
                  <a:lnTo>
                    <a:pt x="164306" y="143824"/>
                  </a:lnTo>
                  <a:cubicBezTo>
                    <a:pt x="164306" y="148270"/>
                    <a:pt x="163038" y="152716"/>
                    <a:pt x="160500" y="157163"/>
                  </a:cubicBezTo>
                  <a:cubicBezTo>
                    <a:pt x="158271" y="161609"/>
                    <a:pt x="155574" y="165095"/>
                    <a:pt x="152396" y="167644"/>
                  </a:cubicBezTo>
                  <a:lnTo>
                    <a:pt x="248122" y="350524"/>
                  </a:lnTo>
                  <a:lnTo>
                    <a:pt x="306233" y="350524"/>
                  </a:lnTo>
                  <a:cubicBezTo>
                    <a:pt x="311307" y="350524"/>
                    <a:pt x="315434" y="352261"/>
                    <a:pt x="318611" y="355759"/>
                  </a:cubicBezTo>
                  <a:cubicBezTo>
                    <a:pt x="322109" y="358936"/>
                    <a:pt x="323846" y="363063"/>
                    <a:pt x="323846" y="368137"/>
                  </a:cubicBezTo>
                  <a:cubicBezTo>
                    <a:pt x="323846" y="372904"/>
                    <a:pt x="322109" y="377030"/>
                    <a:pt x="318611" y="380528"/>
                  </a:cubicBezTo>
                  <a:cubicBezTo>
                    <a:pt x="315434" y="383694"/>
                    <a:pt x="311307" y="385282"/>
                    <a:pt x="306233" y="385282"/>
                  </a:cubicBezTo>
                  <a:lnTo>
                    <a:pt x="102870" y="385282"/>
                  </a:lnTo>
                  <a:close/>
                  <a:moveTo>
                    <a:pt x="136211" y="153825"/>
                  </a:moveTo>
                  <a:cubicBezTo>
                    <a:pt x="141926" y="148110"/>
                    <a:pt x="144784" y="141126"/>
                    <a:pt x="144784" y="132874"/>
                  </a:cubicBezTo>
                  <a:cubicBezTo>
                    <a:pt x="144784" y="124621"/>
                    <a:pt x="141926" y="117638"/>
                    <a:pt x="136211" y="111923"/>
                  </a:cubicBezTo>
                  <a:cubicBezTo>
                    <a:pt x="130496" y="106516"/>
                    <a:pt x="123513" y="103819"/>
                    <a:pt x="115249" y="103819"/>
                  </a:cubicBezTo>
                  <a:cubicBezTo>
                    <a:pt x="106996" y="103819"/>
                    <a:pt x="100013" y="106516"/>
                    <a:pt x="94298" y="111923"/>
                  </a:cubicBezTo>
                  <a:cubicBezTo>
                    <a:pt x="88583" y="117638"/>
                    <a:pt x="85725" y="124621"/>
                    <a:pt x="85725" y="132874"/>
                  </a:cubicBezTo>
                  <a:cubicBezTo>
                    <a:pt x="85725" y="141126"/>
                    <a:pt x="88583" y="148110"/>
                    <a:pt x="94298" y="153825"/>
                  </a:cubicBezTo>
                  <a:cubicBezTo>
                    <a:pt x="100013" y="159540"/>
                    <a:pt x="106996" y="162397"/>
                    <a:pt x="115249" y="162397"/>
                  </a:cubicBezTo>
                  <a:cubicBezTo>
                    <a:pt x="123513" y="162397"/>
                    <a:pt x="130496" y="159540"/>
                    <a:pt x="136211" y="153825"/>
                  </a:cubicBezTo>
                  <a:close/>
                  <a:moveTo>
                    <a:pt x="169073" y="350524"/>
                  </a:moveTo>
                  <a:lnTo>
                    <a:pt x="223834" y="350524"/>
                  </a:lnTo>
                  <a:lnTo>
                    <a:pt x="133822" y="177645"/>
                  </a:lnTo>
                  <a:cubicBezTo>
                    <a:pt x="132234" y="178594"/>
                    <a:pt x="129856" y="179542"/>
                    <a:pt x="126679" y="180503"/>
                  </a:cubicBezTo>
                  <a:cubicBezTo>
                    <a:pt x="123193" y="181451"/>
                    <a:pt x="120335" y="181931"/>
                    <a:pt x="118106" y="181931"/>
                  </a:cubicBezTo>
                  <a:lnTo>
                    <a:pt x="169073" y="350524"/>
                  </a:lnTo>
                  <a:close/>
                  <a:moveTo>
                    <a:pt x="223834" y="350524"/>
                  </a:move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440180" y="650367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03670"/>
            <a:ext cx="2434590" cy="845820"/>
            <a:chOff x="3326130" y="6503670"/>
            <a:chExt cx="2434590" cy="845820"/>
          </a:xfrm>
        </p:grpSpPr>
        <p:sp>
          <p:nvSpPr>
            <p:cNvPr id="248" name="圖示底圓"/>
            <p:cNvSpPr/>
            <p:nvPr/>
          </p:nvSpPr>
          <p:spPr>
            <a:xfrm>
              <a:off x="3326130" y="6606540"/>
              <a:ext cx="640080" cy="640080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3326130" y="660654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336991" y="336991"/>
                  </a:moveTo>
                  <a:cubicBezTo>
                    <a:pt x="344980" y="329001"/>
                    <a:pt x="348981" y="319217"/>
                    <a:pt x="348981" y="307638"/>
                  </a:cubicBezTo>
                  <a:cubicBezTo>
                    <a:pt x="348981" y="296060"/>
                    <a:pt x="344980" y="286276"/>
                    <a:pt x="336991" y="278286"/>
                  </a:cubicBezTo>
                  <a:cubicBezTo>
                    <a:pt x="329001" y="270297"/>
                    <a:pt x="319217" y="266296"/>
                    <a:pt x="307638" y="266296"/>
                  </a:cubicBezTo>
                  <a:cubicBezTo>
                    <a:pt x="296060" y="266296"/>
                    <a:pt x="286276" y="270297"/>
                    <a:pt x="278286" y="278286"/>
                  </a:cubicBezTo>
                  <a:cubicBezTo>
                    <a:pt x="270297" y="286276"/>
                    <a:pt x="266296" y="296060"/>
                    <a:pt x="266296" y="307638"/>
                  </a:cubicBezTo>
                  <a:cubicBezTo>
                    <a:pt x="266296" y="319217"/>
                    <a:pt x="270297" y="329001"/>
                    <a:pt x="278286" y="336991"/>
                  </a:cubicBezTo>
                  <a:cubicBezTo>
                    <a:pt x="286276" y="344980"/>
                    <a:pt x="296060" y="348981"/>
                    <a:pt x="307638" y="348981"/>
                  </a:cubicBezTo>
                  <a:cubicBezTo>
                    <a:pt x="319217" y="348981"/>
                    <a:pt x="329001" y="344980"/>
                    <a:pt x="336991" y="336991"/>
                  </a:cubicBezTo>
                  <a:close/>
                  <a:moveTo>
                    <a:pt x="307638" y="373784"/>
                  </a:moveTo>
                  <a:cubicBezTo>
                    <a:pt x="289453" y="373784"/>
                    <a:pt x="273874" y="367303"/>
                    <a:pt x="260924" y="354353"/>
                  </a:cubicBezTo>
                  <a:cubicBezTo>
                    <a:pt x="247974" y="341403"/>
                    <a:pt x="241493" y="325824"/>
                    <a:pt x="241493" y="307638"/>
                  </a:cubicBezTo>
                  <a:cubicBezTo>
                    <a:pt x="241493" y="289453"/>
                    <a:pt x="247974" y="273874"/>
                    <a:pt x="260924" y="260924"/>
                  </a:cubicBezTo>
                  <a:cubicBezTo>
                    <a:pt x="273874" y="247974"/>
                    <a:pt x="289453" y="241493"/>
                    <a:pt x="307638" y="241493"/>
                  </a:cubicBezTo>
                  <a:cubicBezTo>
                    <a:pt x="325824" y="241493"/>
                    <a:pt x="341403" y="247974"/>
                    <a:pt x="354353" y="260924"/>
                  </a:cubicBezTo>
                  <a:cubicBezTo>
                    <a:pt x="367303" y="273874"/>
                    <a:pt x="373784" y="289453"/>
                    <a:pt x="373784" y="307638"/>
                  </a:cubicBezTo>
                  <a:cubicBezTo>
                    <a:pt x="373784" y="313696"/>
                    <a:pt x="372812" y="319903"/>
                    <a:pt x="370892" y="326246"/>
                  </a:cubicBezTo>
                  <a:cubicBezTo>
                    <a:pt x="368686" y="332304"/>
                    <a:pt x="365646" y="338362"/>
                    <a:pt x="361794" y="344432"/>
                  </a:cubicBezTo>
                  <a:lnTo>
                    <a:pt x="396518" y="379156"/>
                  </a:lnTo>
                  <a:cubicBezTo>
                    <a:pt x="398998" y="381636"/>
                    <a:pt x="400233" y="384528"/>
                    <a:pt x="400233" y="387831"/>
                  </a:cubicBezTo>
                  <a:cubicBezTo>
                    <a:pt x="399959" y="391146"/>
                    <a:pt x="398587" y="394038"/>
                    <a:pt x="396107" y="396518"/>
                  </a:cubicBezTo>
                  <a:cubicBezTo>
                    <a:pt x="393626" y="398998"/>
                    <a:pt x="390735" y="400233"/>
                    <a:pt x="387420" y="400233"/>
                  </a:cubicBezTo>
                  <a:cubicBezTo>
                    <a:pt x="384117" y="400233"/>
                    <a:pt x="381225" y="398998"/>
                    <a:pt x="378744" y="396518"/>
                  </a:cubicBezTo>
                  <a:lnTo>
                    <a:pt x="344432" y="362205"/>
                  </a:lnTo>
                  <a:cubicBezTo>
                    <a:pt x="338362" y="366069"/>
                    <a:pt x="332304" y="368960"/>
                    <a:pt x="326246" y="370892"/>
                  </a:cubicBezTo>
                  <a:cubicBezTo>
                    <a:pt x="319903" y="372812"/>
                    <a:pt x="313696" y="373784"/>
                    <a:pt x="307638" y="373784"/>
                  </a:cubicBezTo>
                  <a:close/>
                  <a:moveTo>
                    <a:pt x="196025" y="468859"/>
                  </a:moveTo>
                  <a:cubicBezTo>
                    <a:pt x="189407" y="468859"/>
                    <a:pt x="183623" y="466378"/>
                    <a:pt x="178662" y="461418"/>
                  </a:cubicBezTo>
                  <a:cubicBezTo>
                    <a:pt x="173702" y="456457"/>
                    <a:pt x="171221" y="450673"/>
                    <a:pt x="171221" y="444056"/>
                  </a:cubicBezTo>
                  <a:lnTo>
                    <a:pt x="171221" y="385351"/>
                  </a:lnTo>
                  <a:cubicBezTo>
                    <a:pt x="171221" y="381773"/>
                    <a:pt x="172467" y="378882"/>
                    <a:pt x="174948" y="376676"/>
                  </a:cubicBezTo>
                  <a:cubicBezTo>
                    <a:pt x="177142" y="374195"/>
                    <a:pt x="180045" y="372949"/>
                    <a:pt x="183623" y="372949"/>
                  </a:cubicBezTo>
                  <a:cubicBezTo>
                    <a:pt x="187201" y="372949"/>
                    <a:pt x="190241" y="374195"/>
                    <a:pt x="192721" y="376676"/>
                  </a:cubicBezTo>
                  <a:cubicBezTo>
                    <a:pt x="194927" y="378882"/>
                    <a:pt x="196025" y="381773"/>
                    <a:pt x="196025" y="385351"/>
                  </a:cubicBezTo>
                  <a:lnTo>
                    <a:pt x="196025" y="444056"/>
                  </a:lnTo>
                  <a:lnTo>
                    <a:pt x="254729" y="444056"/>
                  </a:lnTo>
                  <a:cubicBezTo>
                    <a:pt x="258307" y="444056"/>
                    <a:pt x="261198" y="445301"/>
                    <a:pt x="263404" y="447782"/>
                  </a:cubicBezTo>
                  <a:cubicBezTo>
                    <a:pt x="265885" y="449976"/>
                    <a:pt x="267131" y="452879"/>
                    <a:pt x="267131" y="456457"/>
                  </a:cubicBezTo>
                  <a:cubicBezTo>
                    <a:pt x="267131" y="460035"/>
                    <a:pt x="265885" y="463075"/>
                    <a:pt x="263404" y="465555"/>
                  </a:cubicBezTo>
                  <a:cubicBezTo>
                    <a:pt x="261198" y="467761"/>
                    <a:pt x="258307" y="468859"/>
                    <a:pt x="254729" y="468859"/>
                  </a:cubicBezTo>
                  <a:lnTo>
                    <a:pt x="196025" y="468859"/>
                  </a:lnTo>
                  <a:close/>
                  <a:moveTo>
                    <a:pt x="444056" y="468859"/>
                  </a:moveTo>
                  <a:lnTo>
                    <a:pt x="385351" y="468859"/>
                  </a:lnTo>
                  <a:cubicBezTo>
                    <a:pt x="381773" y="468859"/>
                    <a:pt x="378882" y="467624"/>
                    <a:pt x="376676" y="465144"/>
                  </a:cubicBezTo>
                  <a:cubicBezTo>
                    <a:pt x="374195" y="462938"/>
                    <a:pt x="372949" y="460035"/>
                    <a:pt x="372949" y="456457"/>
                  </a:cubicBezTo>
                  <a:cubicBezTo>
                    <a:pt x="372949" y="452879"/>
                    <a:pt x="374195" y="449976"/>
                    <a:pt x="376676" y="447782"/>
                  </a:cubicBezTo>
                  <a:cubicBezTo>
                    <a:pt x="378882" y="445301"/>
                    <a:pt x="381773" y="444056"/>
                    <a:pt x="385351" y="444056"/>
                  </a:cubicBezTo>
                  <a:lnTo>
                    <a:pt x="444056" y="444056"/>
                  </a:lnTo>
                  <a:lnTo>
                    <a:pt x="444056" y="385351"/>
                  </a:lnTo>
                  <a:cubicBezTo>
                    <a:pt x="444056" y="381773"/>
                    <a:pt x="445301" y="378882"/>
                    <a:pt x="447782" y="376676"/>
                  </a:cubicBezTo>
                  <a:cubicBezTo>
                    <a:pt x="449976" y="374195"/>
                    <a:pt x="452879" y="372949"/>
                    <a:pt x="456457" y="372949"/>
                  </a:cubicBezTo>
                  <a:cubicBezTo>
                    <a:pt x="460035" y="372949"/>
                    <a:pt x="463075" y="374195"/>
                    <a:pt x="465555" y="376676"/>
                  </a:cubicBezTo>
                  <a:cubicBezTo>
                    <a:pt x="467761" y="378882"/>
                    <a:pt x="468859" y="381773"/>
                    <a:pt x="468859" y="385351"/>
                  </a:cubicBezTo>
                  <a:lnTo>
                    <a:pt x="468859" y="444056"/>
                  </a:lnTo>
                  <a:cubicBezTo>
                    <a:pt x="468859" y="450673"/>
                    <a:pt x="466378" y="456457"/>
                    <a:pt x="461418" y="461418"/>
                  </a:cubicBezTo>
                  <a:cubicBezTo>
                    <a:pt x="456457" y="466378"/>
                    <a:pt x="450673" y="468859"/>
                    <a:pt x="444056" y="468859"/>
                  </a:cubicBezTo>
                  <a:close/>
                  <a:moveTo>
                    <a:pt x="171221" y="254729"/>
                  </a:moveTo>
                  <a:lnTo>
                    <a:pt x="171221" y="196025"/>
                  </a:lnTo>
                  <a:cubicBezTo>
                    <a:pt x="171221" y="189407"/>
                    <a:pt x="173702" y="183623"/>
                    <a:pt x="178662" y="178662"/>
                  </a:cubicBezTo>
                  <a:cubicBezTo>
                    <a:pt x="183623" y="173702"/>
                    <a:pt x="189407" y="171221"/>
                    <a:pt x="196025" y="171221"/>
                  </a:cubicBezTo>
                  <a:lnTo>
                    <a:pt x="254729" y="171221"/>
                  </a:lnTo>
                  <a:cubicBezTo>
                    <a:pt x="258307" y="171221"/>
                    <a:pt x="261198" y="172467"/>
                    <a:pt x="263404" y="174948"/>
                  </a:cubicBezTo>
                  <a:cubicBezTo>
                    <a:pt x="265885" y="177142"/>
                    <a:pt x="267131" y="180045"/>
                    <a:pt x="267131" y="183623"/>
                  </a:cubicBezTo>
                  <a:cubicBezTo>
                    <a:pt x="267131" y="187201"/>
                    <a:pt x="265885" y="190241"/>
                    <a:pt x="263404" y="192721"/>
                  </a:cubicBezTo>
                  <a:cubicBezTo>
                    <a:pt x="261198" y="194927"/>
                    <a:pt x="258307" y="196025"/>
                    <a:pt x="254729" y="196025"/>
                  </a:cubicBezTo>
                  <a:lnTo>
                    <a:pt x="196025" y="196025"/>
                  </a:lnTo>
                  <a:lnTo>
                    <a:pt x="196025" y="254729"/>
                  </a:lnTo>
                  <a:cubicBezTo>
                    <a:pt x="196025" y="258307"/>
                    <a:pt x="194790" y="261198"/>
                    <a:pt x="192310" y="263404"/>
                  </a:cubicBezTo>
                  <a:cubicBezTo>
                    <a:pt x="190104" y="265885"/>
                    <a:pt x="187201" y="267131"/>
                    <a:pt x="183623" y="267131"/>
                  </a:cubicBezTo>
                  <a:cubicBezTo>
                    <a:pt x="180045" y="267131"/>
                    <a:pt x="177142" y="265885"/>
                    <a:pt x="174948" y="263404"/>
                  </a:cubicBezTo>
                  <a:cubicBezTo>
                    <a:pt x="172467" y="261198"/>
                    <a:pt x="171221" y="258307"/>
                    <a:pt x="171221" y="254729"/>
                  </a:cubicBezTo>
                  <a:close/>
                  <a:moveTo>
                    <a:pt x="444056" y="254729"/>
                  </a:moveTo>
                  <a:lnTo>
                    <a:pt x="444056" y="196025"/>
                  </a:lnTo>
                  <a:lnTo>
                    <a:pt x="385351" y="196025"/>
                  </a:lnTo>
                  <a:cubicBezTo>
                    <a:pt x="381773" y="196025"/>
                    <a:pt x="378882" y="194790"/>
                    <a:pt x="376676" y="192310"/>
                  </a:cubicBezTo>
                  <a:cubicBezTo>
                    <a:pt x="374195" y="190104"/>
                    <a:pt x="372949" y="187201"/>
                    <a:pt x="372949" y="183623"/>
                  </a:cubicBezTo>
                  <a:cubicBezTo>
                    <a:pt x="372949" y="180045"/>
                    <a:pt x="374195" y="177142"/>
                    <a:pt x="376676" y="174948"/>
                  </a:cubicBezTo>
                  <a:cubicBezTo>
                    <a:pt x="378882" y="172467"/>
                    <a:pt x="381773" y="171221"/>
                    <a:pt x="385351" y="171221"/>
                  </a:cubicBezTo>
                  <a:lnTo>
                    <a:pt x="444056" y="171221"/>
                  </a:lnTo>
                  <a:cubicBezTo>
                    <a:pt x="450673" y="171221"/>
                    <a:pt x="456457" y="173702"/>
                    <a:pt x="461418" y="178662"/>
                  </a:cubicBezTo>
                  <a:cubicBezTo>
                    <a:pt x="466378" y="183623"/>
                    <a:pt x="468859" y="189407"/>
                    <a:pt x="468859" y="196025"/>
                  </a:cubicBezTo>
                  <a:lnTo>
                    <a:pt x="468859" y="254729"/>
                  </a:lnTo>
                  <a:cubicBezTo>
                    <a:pt x="468859" y="258307"/>
                    <a:pt x="467624" y="261198"/>
                    <a:pt x="465144" y="263404"/>
                  </a:cubicBezTo>
                  <a:cubicBezTo>
                    <a:pt x="462938" y="265885"/>
                    <a:pt x="460035" y="267131"/>
                    <a:pt x="456457" y="267131"/>
                  </a:cubicBezTo>
                  <a:cubicBezTo>
                    <a:pt x="452879" y="267131"/>
                    <a:pt x="449976" y="265885"/>
                    <a:pt x="447782" y="263404"/>
                  </a:cubicBezTo>
                  <a:cubicBezTo>
                    <a:pt x="445301" y="261198"/>
                    <a:pt x="444056" y="258307"/>
                    <a:pt x="444056" y="254729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4103370" y="650367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03670"/>
            <a:ext cx="2628900" cy="845820"/>
            <a:chOff x="5966460" y="6503670"/>
            <a:chExt cx="2628900" cy="845820"/>
          </a:xfrm>
        </p:grpSpPr>
        <p:sp>
          <p:nvSpPr>
            <p:cNvPr id="251" name="卡片"/>
            <p:cNvSpPr/>
            <p:nvPr/>
          </p:nvSpPr>
          <p:spPr>
            <a:xfrm>
              <a:off x="5966460" y="6503670"/>
              <a:ext cx="2628900" cy="845820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5875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6126480" y="6663690"/>
              <a:ext cx="525780" cy="52578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6126480" y="666369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30635" y="385134"/>
                  </a:moveTo>
                  <a:cubicBezTo>
                    <a:pt x="219090" y="385134"/>
                    <a:pt x="209352" y="380836"/>
                    <a:pt x="201431" y="372229"/>
                  </a:cubicBezTo>
                  <a:cubicBezTo>
                    <a:pt x="193281" y="363623"/>
                    <a:pt x="188641" y="353896"/>
                    <a:pt x="187509" y="343026"/>
                  </a:cubicBezTo>
                  <a:cubicBezTo>
                    <a:pt x="174147" y="341894"/>
                    <a:pt x="163060" y="336351"/>
                    <a:pt x="154225" y="326384"/>
                  </a:cubicBezTo>
                  <a:cubicBezTo>
                    <a:pt x="145172" y="316200"/>
                    <a:pt x="140646" y="303867"/>
                    <a:pt x="140646" y="289373"/>
                  </a:cubicBezTo>
                  <a:cubicBezTo>
                    <a:pt x="140646" y="284401"/>
                    <a:pt x="141321" y="279646"/>
                    <a:pt x="142681" y="275120"/>
                  </a:cubicBezTo>
                  <a:cubicBezTo>
                    <a:pt x="143812" y="270365"/>
                    <a:pt x="145630" y="265828"/>
                    <a:pt x="148121" y="261530"/>
                  </a:cubicBezTo>
                  <a:cubicBezTo>
                    <a:pt x="145630" y="257461"/>
                    <a:pt x="143812" y="253152"/>
                    <a:pt x="142681" y="248625"/>
                  </a:cubicBezTo>
                  <a:cubicBezTo>
                    <a:pt x="141321" y="244099"/>
                    <a:pt x="140646" y="239230"/>
                    <a:pt x="140646" y="234029"/>
                  </a:cubicBezTo>
                  <a:cubicBezTo>
                    <a:pt x="140646" y="220439"/>
                    <a:pt x="145401" y="208780"/>
                    <a:pt x="154911" y="199053"/>
                  </a:cubicBezTo>
                  <a:cubicBezTo>
                    <a:pt x="164192" y="189315"/>
                    <a:pt x="175279" y="183657"/>
                    <a:pt x="188184" y="182068"/>
                  </a:cubicBezTo>
                  <a:cubicBezTo>
                    <a:pt x="188641" y="170524"/>
                    <a:pt x="193053" y="160797"/>
                    <a:pt x="201431" y="152876"/>
                  </a:cubicBezTo>
                  <a:cubicBezTo>
                    <a:pt x="209580" y="144727"/>
                    <a:pt x="219422" y="140646"/>
                    <a:pt x="230966" y="140646"/>
                  </a:cubicBezTo>
                  <a:cubicBezTo>
                    <a:pt x="237538" y="140646"/>
                    <a:pt x="243425" y="141892"/>
                    <a:pt x="248625" y="144384"/>
                  </a:cubicBezTo>
                  <a:cubicBezTo>
                    <a:pt x="253609" y="146647"/>
                    <a:pt x="258364" y="150042"/>
                    <a:pt x="262890" y="154568"/>
                  </a:cubicBezTo>
                  <a:cubicBezTo>
                    <a:pt x="267416" y="150042"/>
                    <a:pt x="272171" y="146647"/>
                    <a:pt x="277155" y="144384"/>
                  </a:cubicBezTo>
                  <a:cubicBezTo>
                    <a:pt x="282127" y="141892"/>
                    <a:pt x="287910" y="140646"/>
                    <a:pt x="294471" y="140646"/>
                  </a:cubicBezTo>
                  <a:cubicBezTo>
                    <a:pt x="305787" y="140646"/>
                    <a:pt x="315525" y="144727"/>
                    <a:pt x="323675" y="152876"/>
                  </a:cubicBezTo>
                  <a:cubicBezTo>
                    <a:pt x="331824" y="160797"/>
                    <a:pt x="336236" y="170524"/>
                    <a:pt x="336911" y="182068"/>
                  </a:cubicBezTo>
                  <a:cubicBezTo>
                    <a:pt x="350044" y="183200"/>
                    <a:pt x="361359" y="188755"/>
                    <a:pt x="370869" y="198711"/>
                  </a:cubicBezTo>
                  <a:cubicBezTo>
                    <a:pt x="380379" y="208449"/>
                    <a:pt x="385134" y="220222"/>
                    <a:pt x="385134" y="234029"/>
                  </a:cubicBezTo>
                  <a:cubicBezTo>
                    <a:pt x="385134" y="239230"/>
                    <a:pt x="384459" y="244213"/>
                    <a:pt x="383099" y="248968"/>
                  </a:cubicBezTo>
                  <a:cubicBezTo>
                    <a:pt x="381739" y="253495"/>
                    <a:pt x="379819" y="257792"/>
                    <a:pt x="377327" y="261873"/>
                  </a:cubicBezTo>
                  <a:cubicBezTo>
                    <a:pt x="379819" y="266399"/>
                    <a:pt x="381739" y="271154"/>
                    <a:pt x="383099" y="276137"/>
                  </a:cubicBezTo>
                  <a:cubicBezTo>
                    <a:pt x="384459" y="281109"/>
                    <a:pt x="385134" y="285979"/>
                    <a:pt x="385134" y="290733"/>
                  </a:cubicBezTo>
                  <a:cubicBezTo>
                    <a:pt x="385134" y="305227"/>
                    <a:pt x="380722" y="317331"/>
                    <a:pt x="371886" y="327069"/>
                  </a:cubicBezTo>
                  <a:cubicBezTo>
                    <a:pt x="362834" y="336579"/>
                    <a:pt x="351633" y="341894"/>
                    <a:pt x="338271" y="343026"/>
                  </a:cubicBezTo>
                  <a:cubicBezTo>
                    <a:pt x="337139" y="353896"/>
                    <a:pt x="332499" y="363623"/>
                    <a:pt x="324349" y="372229"/>
                  </a:cubicBezTo>
                  <a:cubicBezTo>
                    <a:pt x="316200" y="380836"/>
                    <a:pt x="306473" y="385134"/>
                    <a:pt x="295145" y="385134"/>
                  </a:cubicBezTo>
                  <a:cubicBezTo>
                    <a:pt x="288356" y="385134"/>
                    <a:pt x="282470" y="384002"/>
                    <a:pt x="277486" y="381739"/>
                  </a:cubicBezTo>
                  <a:cubicBezTo>
                    <a:pt x="272514" y="379476"/>
                    <a:pt x="267645" y="376081"/>
                    <a:pt x="262890" y="371555"/>
                  </a:cubicBezTo>
                  <a:cubicBezTo>
                    <a:pt x="258135" y="376081"/>
                    <a:pt x="253266" y="379476"/>
                    <a:pt x="248294" y="381739"/>
                  </a:cubicBezTo>
                  <a:cubicBezTo>
                    <a:pt x="243310" y="384002"/>
                    <a:pt x="237424" y="385134"/>
                    <a:pt x="230635" y="385134"/>
                  </a:cubicBezTo>
                  <a:close/>
                  <a:moveTo>
                    <a:pt x="273074" y="181394"/>
                  </a:moveTo>
                  <a:lnTo>
                    <a:pt x="273074" y="344386"/>
                  </a:lnTo>
                  <a:cubicBezTo>
                    <a:pt x="273074" y="350044"/>
                    <a:pt x="275337" y="354913"/>
                    <a:pt x="279864" y="358982"/>
                  </a:cubicBezTo>
                  <a:cubicBezTo>
                    <a:pt x="284173" y="362834"/>
                    <a:pt x="289373" y="364766"/>
                    <a:pt x="295488" y="364766"/>
                  </a:cubicBezTo>
                  <a:cubicBezTo>
                    <a:pt x="301375" y="364766"/>
                    <a:pt x="306473" y="362160"/>
                    <a:pt x="310770" y="356947"/>
                  </a:cubicBezTo>
                  <a:cubicBezTo>
                    <a:pt x="315068" y="351747"/>
                    <a:pt x="317445" y="346420"/>
                    <a:pt x="317903" y="340991"/>
                  </a:cubicBezTo>
                  <a:cubicBezTo>
                    <a:pt x="312691" y="339174"/>
                    <a:pt x="307821" y="336808"/>
                    <a:pt x="303295" y="333859"/>
                  </a:cubicBezTo>
                  <a:cubicBezTo>
                    <a:pt x="298769" y="330693"/>
                    <a:pt x="294917" y="326841"/>
                    <a:pt x="291751" y="322315"/>
                  </a:cubicBezTo>
                  <a:cubicBezTo>
                    <a:pt x="289945" y="319823"/>
                    <a:pt x="289259" y="317331"/>
                    <a:pt x="289716" y="314839"/>
                  </a:cubicBezTo>
                  <a:cubicBezTo>
                    <a:pt x="290173" y="312130"/>
                    <a:pt x="291636" y="309867"/>
                    <a:pt x="294128" y="308050"/>
                  </a:cubicBezTo>
                  <a:cubicBezTo>
                    <a:pt x="296620" y="306244"/>
                    <a:pt x="299226" y="305558"/>
                    <a:pt x="301935" y="306015"/>
                  </a:cubicBezTo>
                  <a:cubicBezTo>
                    <a:pt x="304427" y="306473"/>
                    <a:pt x="306575" y="307936"/>
                    <a:pt x="308393" y="310427"/>
                  </a:cubicBezTo>
                  <a:cubicBezTo>
                    <a:pt x="311330" y="314508"/>
                    <a:pt x="314954" y="317674"/>
                    <a:pt x="319263" y="319937"/>
                  </a:cubicBezTo>
                  <a:cubicBezTo>
                    <a:pt x="323560" y="321972"/>
                    <a:pt x="328315" y="322989"/>
                    <a:pt x="333516" y="322989"/>
                  </a:cubicBezTo>
                  <a:cubicBezTo>
                    <a:pt x="342123" y="322989"/>
                    <a:pt x="349484" y="320051"/>
                    <a:pt x="355587" y="314165"/>
                  </a:cubicBezTo>
                  <a:cubicBezTo>
                    <a:pt x="361702" y="308279"/>
                    <a:pt x="364766" y="300472"/>
                    <a:pt x="364766" y="290733"/>
                  </a:cubicBezTo>
                  <a:cubicBezTo>
                    <a:pt x="364766" y="288699"/>
                    <a:pt x="364537" y="286664"/>
                    <a:pt x="364080" y="284618"/>
                  </a:cubicBezTo>
                  <a:cubicBezTo>
                    <a:pt x="363623" y="282355"/>
                    <a:pt x="363177" y="280092"/>
                    <a:pt x="362720" y="277829"/>
                  </a:cubicBezTo>
                  <a:cubicBezTo>
                    <a:pt x="358651" y="280778"/>
                    <a:pt x="354239" y="283041"/>
                    <a:pt x="349484" y="284618"/>
                  </a:cubicBezTo>
                  <a:cubicBezTo>
                    <a:pt x="344500" y="285979"/>
                    <a:pt x="339402" y="286664"/>
                    <a:pt x="334202" y="286664"/>
                  </a:cubicBezTo>
                  <a:cubicBezTo>
                    <a:pt x="331253" y="286664"/>
                    <a:pt x="328875" y="285750"/>
                    <a:pt x="327069" y="283944"/>
                  </a:cubicBezTo>
                  <a:cubicBezTo>
                    <a:pt x="325035" y="281910"/>
                    <a:pt x="324018" y="279418"/>
                    <a:pt x="324018" y="276469"/>
                  </a:cubicBezTo>
                  <a:cubicBezTo>
                    <a:pt x="324018" y="273531"/>
                    <a:pt x="325035" y="271154"/>
                    <a:pt x="327069" y="269337"/>
                  </a:cubicBezTo>
                  <a:cubicBezTo>
                    <a:pt x="328875" y="267302"/>
                    <a:pt x="331253" y="266285"/>
                    <a:pt x="334202" y="266285"/>
                  </a:cubicBezTo>
                  <a:cubicBezTo>
                    <a:pt x="342797" y="266285"/>
                    <a:pt x="350044" y="263119"/>
                    <a:pt x="355930" y="256775"/>
                  </a:cubicBezTo>
                  <a:cubicBezTo>
                    <a:pt x="361817" y="250443"/>
                    <a:pt x="364766" y="242853"/>
                    <a:pt x="364766" y="234029"/>
                  </a:cubicBezTo>
                  <a:cubicBezTo>
                    <a:pt x="364766" y="225422"/>
                    <a:pt x="361588" y="218073"/>
                    <a:pt x="355256" y="211958"/>
                  </a:cubicBezTo>
                  <a:cubicBezTo>
                    <a:pt x="348912" y="205843"/>
                    <a:pt x="341666" y="202562"/>
                    <a:pt x="333516" y="202105"/>
                  </a:cubicBezTo>
                  <a:cubicBezTo>
                    <a:pt x="331253" y="207546"/>
                    <a:pt x="328087" y="212404"/>
                    <a:pt x="324018" y="216713"/>
                  </a:cubicBezTo>
                  <a:cubicBezTo>
                    <a:pt x="319709" y="220782"/>
                    <a:pt x="314839" y="223845"/>
                    <a:pt x="309410" y="225880"/>
                  </a:cubicBezTo>
                  <a:cubicBezTo>
                    <a:pt x="306690" y="227011"/>
                    <a:pt x="304095" y="227011"/>
                    <a:pt x="301603" y="225880"/>
                  </a:cubicBezTo>
                  <a:cubicBezTo>
                    <a:pt x="299112" y="224519"/>
                    <a:pt x="297409" y="222485"/>
                    <a:pt x="296506" y="219765"/>
                  </a:cubicBezTo>
                  <a:cubicBezTo>
                    <a:pt x="295603" y="217044"/>
                    <a:pt x="295717" y="214450"/>
                    <a:pt x="296849" y="211958"/>
                  </a:cubicBezTo>
                  <a:cubicBezTo>
                    <a:pt x="297980" y="209238"/>
                    <a:pt x="299900" y="207432"/>
                    <a:pt x="302621" y="206517"/>
                  </a:cubicBezTo>
                  <a:cubicBezTo>
                    <a:pt x="306690" y="205169"/>
                    <a:pt x="310084" y="202448"/>
                    <a:pt x="312805" y="198368"/>
                  </a:cubicBezTo>
                  <a:cubicBezTo>
                    <a:pt x="315297" y="194299"/>
                    <a:pt x="316542" y="189658"/>
                    <a:pt x="316542" y="184446"/>
                  </a:cubicBezTo>
                  <a:cubicBezTo>
                    <a:pt x="316542" y="177885"/>
                    <a:pt x="314394" y="172342"/>
                    <a:pt x="310084" y="167815"/>
                  </a:cubicBezTo>
                  <a:cubicBezTo>
                    <a:pt x="305787" y="163289"/>
                    <a:pt x="300700" y="161026"/>
                    <a:pt x="294814" y="161026"/>
                  </a:cubicBezTo>
                  <a:cubicBezTo>
                    <a:pt x="288928" y="161026"/>
                    <a:pt x="283830" y="163060"/>
                    <a:pt x="279532" y="167129"/>
                  </a:cubicBezTo>
                  <a:cubicBezTo>
                    <a:pt x="275223" y="170981"/>
                    <a:pt x="273074" y="175736"/>
                    <a:pt x="273074" y="181394"/>
                  </a:cubicBezTo>
                  <a:close/>
                  <a:moveTo>
                    <a:pt x="252706" y="344386"/>
                  </a:moveTo>
                  <a:lnTo>
                    <a:pt x="252706" y="181394"/>
                  </a:lnTo>
                  <a:cubicBezTo>
                    <a:pt x="252706" y="175736"/>
                    <a:pt x="250671" y="170981"/>
                    <a:pt x="246591" y="167129"/>
                  </a:cubicBezTo>
                  <a:cubicBezTo>
                    <a:pt x="242293" y="163060"/>
                    <a:pt x="237081" y="161026"/>
                    <a:pt x="230966" y="161026"/>
                  </a:cubicBezTo>
                  <a:cubicBezTo>
                    <a:pt x="225080" y="161026"/>
                    <a:pt x="219993" y="163289"/>
                    <a:pt x="215696" y="167815"/>
                  </a:cubicBezTo>
                  <a:cubicBezTo>
                    <a:pt x="211158" y="172342"/>
                    <a:pt x="208895" y="177885"/>
                    <a:pt x="208895" y="184446"/>
                  </a:cubicBezTo>
                  <a:cubicBezTo>
                    <a:pt x="208895" y="189658"/>
                    <a:pt x="210141" y="194299"/>
                    <a:pt x="212632" y="198368"/>
                  </a:cubicBezTo>
                  <a:cubicBezTo>
                    <a:pt x="215124" y="202220"/>
                    <a:pt x="218404" y="204826"/>
                    <a:pt x="222485" y="206186"/>
                  </a:cubicBezTo>
                  <a:cubicBezTo>
                    <a:pt x="225194" y="207089"/>
                    <a:pt x="227240" y="208895"/>
                    <a:pt x="228589" y="211615"/>
                  </a:cubicBezTo>
                  <a:cubicBezTo>
                    <a:pt x="229720" y="214107"/>
                    <a:pt x="229834" y="216599"/>
                    <a:pt x="228931" y="219090"/>
                  </a:cubicBezTo>
                  <a:cubicBezTo>
                    <a:pt x="227800" y="221799"/>
                    <a:pt x="225994" y="223845"/>
                    <a:pt x="223502" y="225194"/>
                  </a:cubicBezTo>
                  <a:cubicBezTo>
                    <a:pt x="220782" y="226554"/>
                    <a:pt x="218073" y="226668"/>
                    <a:pt x="215353" y="225537"/>
                  </a:cubicBezTo>
                  <a:cubicBezTo>
                    <a:pt x="209923" y="223731"/>
                    <a:pt x="205169" y="220782"/>
                    <a:pt x="201088" y="216713"/>
                  </a:cubicBezTo>
                  <a:cubicBezTo>
                    <a:pt x="197019" y="212404"/>
                    <a:pt x="193841" y="207546"/>
                    <a:pt x="191578" y="202105"/>
                  </a:cubicBezTo>
                  <a:cubicBezTo>
                    <a:pt x="183657" y="202791"/>
                    <a:pt x="176639" y="206186"/>
                    <a:pt x="170524" y="212289"/>
                  </a:cubicBezTo>
                  <a:cubicBezTo>
                    <a:pt x="164192" y="218176"/>
                    <a:pt x="161026" y="225422"/>
                    <a:pt x="161026" y="234029"/>
                  </a:cubicBezTo>
                  <a:cubicBezTo>
                    <a:pt x="161026" y="242853"/>
                    <a:pt x="163963" y="250443"/>
                    <a:pt x="169850" y="256775"/>
                  </a:cubicBezTo>
                  <a:cubicBezTo>
                    <a:pt x="175736" y="263119"/>
                    <a:pt x="182983" y="266285"/>
                    <a:pt x="191578" y="266285"/>
                  </a:cubicBezTo>
                  <a:cubicBezTo>
                    <a:pt x="194527" y="266285"/>
                    <a:pt x="197019" y="267302"/>
                    <a:pt x="199053" y="269337"/>
                  </a:cubicBezTo>
                  <a:cubicBezTo>
                    <a:pt x="200859" y="271154"/>
                    <a:pt x="201774" y="273531"/>
                    <a:pt x="201774" y="276469"/>
                  </a:cubicBezTo>
                  <a:cubicBezTo>
                    <a:pt x="201774" y="279418"/>
                    <a:pt x="200859" y="281910"/>
                    <a:pt x="199053" y="283944"/>
                  </a:cubicBezTo>
                  <a:cubicBezTo>
                    <a:pt x="197019" y="285750"/>
                    <a:pt x="194527" y="286664"/>
                    <a:pt x="191578" y="286664"/>
                  </a:cubicBezTo>
                  <a:cubicBezTo>
                    <a:pt x="186378" y="286664"/>
                    <a:pt x="181394" y="285864"/>
                    <a:pt x="176639" y="284287"/>
                  </a:cubicBezTo>
                  <a:cubicBezTo>
                    <a:pt x="171656" y="282698"/>
                    <a:pt x="167129" y="280549"/>
                    <a:pt x="163060" y="277829"/>
                  </a:cubicBezTo>
                  <a:cubicBezTo>
                    <a:pt x="162375" y="279646"/>
                    <a:pt x="161929" y="281567"/>
                    <a:pt x="161700" y="283601"/>
                  </a:cubicBezTo>
                  <a:cubicBezTo>
                    <a:pt x="161243" y="285636"/>
                    <a:pt x="161026" y="287682"/>
                    <a:pt x="161026" y="289716"/>
                  </a:cubicBezTo>
                  <a:cubicBezTo>
                    <a:pt x="161026" y="299455"/>
                    <a:pt x="164078" y="307490"/>
                    <a:pt x="170193" y="313822"/>
                  </a:cubicBezTo>
                  <a:cubicBezTo>
                    <a:pt x="176079" y="319937"/>
                    <a:pt x="183314" y="322989"/>
                    <a:pt x="191921" y="322989"/>
                  </a:cubicBezTo>
                  <a:cubicBezTo>
                    <a:pt x="196905" y="322989"/>
                    <a:pt x="201659" y="321857"/>
                    <a:pt x="206186" y="319594"/>
                  </a:cubicBezTo>
                  <a:cubicBezTo>
                    <a:pt x="210483" y="317331"/>
                    <a:pt x="214107" y="314279"/>
                    <a:pt x="217044" y="310427"/>
                  </a:cubicBezTo>
                  <a:cubicBezTo>
                    <a:pt x="218862" y="308164"/>
                    <a:pt x="221125" y="306804"/>
                    <a:pt x="223845" y="306358"/>
                  </a:cubicBezTo>
                  <a:cubicBezTo>
                    <a:pt x="226554" y="305672"/>
                    <a:pt x="229046" y="306244"/>
                    <a:pt x="231309" y="308050"/>
                  </a:cubicBezTo>
                  <a:cubicBezTo>
                    <a:pt x="233572" y="309867"/>
                    <a:pt x="235047" y="312130"/>
                    <a:pt x="235721" y="314839"/>
                  </a:cubicBezTo>
                  <a:cubicBezTo>
                    <a:pt x="236178" y="317560"/>
                    <a:pt x="235504" y="320051"/>
                    <a:pt x="233686" y="322315"/>
                  </a:cubicBezTo>
                  <a:cubicBezTo>
                    <a:pt x="230520" y="326841"/>
                    <a:pt x="226783" y="330693"/>
                    <a:pt x="222485" y="333859"/>
                  </a:cubicBezTo>
                  <a:cubicBezTo>
                    <a:pt x="217959" y="336808"/>
                    <a:pt x="213089" y="339174"/>
                    <a:pt x="207877" y="340991"/>
                  </a:cubicBezTo>
                  <a:cubicBezTo>
                    <a:pt x="208335" y="346420"/>
                    <a:pt x="210712" y="351747"/>
                    <a:pt x="215010" y="356947"/>
                  </a:cubicBezTo>
                  <a:cubicBezTo>
                    <a:pt x="219307" y="362160"/>
                    <a:pt x="224519" y="364766"/>
                    <a:pt x="230635" y="364766"/>
                  </a:cubicBezTo>
                  <a:cubicBezTo>
                    <a:pt x="236738" y="364766"/>
                    <a:pt x="241950" y="362834"/>
                    <a:pt x="246248" y="358982"/>
                  </a:cubicBezTo>
                  <a:cubicBezTo>
                    <a:pt x="250557" y="354913"/>
                    <a:pt x="252706" y="350044"/>
                    <a:pt x="252706" y="344386"/>
                  </a:cubicBezTo>
                  <a:close/>
                  <a:moveTo>
                    <a:pt x="262890" y="262890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6789420" y="650367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03670"/>
            <a:ext cx="2343150" cy="845820"/>
            <a:chOff x="8778240" y="6503670"/>
            <a:chExt cx="2343150" cy="845820"/>
          </a:xfrm>
        </p:grpSpPr>
        <p:sp>
          <p:nvSpPr>
            <p:cNvPr id="255" name="淺灰面板"/>
            <p:cNvSpPr/>
            <p:nvPr/>
          </p:nvSpPr>
          <p:spPr>
            <a:xfrm>
              <a:off x="8778240" y="6503670"/>
              <a:ext cx="2343150" cy="845820"/>
            </a:xfrm>
            <a:prstGeom prst="roundRect">
              <a:avLst>
                <a:gd name="adj" fmla="val 405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8961120" y="657225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8961120" y="704088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1048131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08117" y="255746"/>
                  </a:moveTo>
                  <a:lnTo>
                    <a:pt x="171930" y="218119"/>
                  </a:lnTo>
                  <a:cubicBezTo>
                    <a:pt x="170021" y="215901"/>
                    <a:pt x="167484" y="214793"/>
                    <a:pt x="164306" y="214793"/>
                  </a:cubicBezTo>
                  <a:cubicBezTo>
                    <a:pt x="161129" y="214793"/>
                    <a:pt x="158271" y="215741"/>
                    <a:pt x="155734" y="217650"/>
                  </a:cubicBezTo>
                  <a:cubicBezTo>
                    <a:pt x="153196" y="220188"/>
                    <a:pt x="151928" y="223045"/>
                    <a:pt x="151928" y="226223"/>
                  </a:cubicBezTo>
                  <a:cubicBezTo>
                    <a:pt x="151928" y="229080"/>
                    <a:pt x="153196" y="231778"/>
                    <a:pt x="155734" y="234315"/>
                  </a:cubicBezTo>
                  <a:lnTo>
                    <a:pt x="198596" y="276697"/>
                  </a:lnTo>
                  <a:cubicBezTo>
                    <a:pt x="201454" y="279555"/>
                    <a:pt x="204631" y="280984"/>
                    <a:pt x="208117" y="280984"/>
                  </a:cubicBezTo>
                  <a:cubicBezTo>
                    <a:pt x="211935" y="280984"/>
                    <a:pt x="215261" y="279555"/>
                    <a:pt x="218119" y="276697"/>
                  </a:cubicBezTo>
                  <a:lnTo>
                    <a:pt x="301466" y="193830"/>
                  </a:lnTo>
                  <a:cubicBezTo>
                    <a:pt x="303375" y="191613"/>
                    <a:pt x="304324" y="188915"/>
                    <a:pt x="304324" y="185738"/>
                  </a:cubicBezTo>
                  <a:cubicBezTo>
                    <a:pt x="304644" y="182560"/>
                    <a:pt x="303535" y="179862"/>
                    <a:pt x="300986" y="177645"/>
                  </a:cubicBezTo>
                  <a:cubicBezTo>
                    <a:pt x="298769" y="175736"/>
                    <a:pt x="296231" y="174948"/>
                    <a:pt x="293374" y="175256"/>
                  </a:cubicBezTo>
                  <a:cubicBezTo>
                    <a:pt x="290196" y="175256"/>
                    <a:pt x="287659" y="176216"/>
                    <a:pt x="285750" y="178114"/>
                  </a:cubicBezTo>
                  <a:lnTo>
                    <a:pt x="208117" y="255746"/>
                  </a:lnTo>
                  <a:close/>
                  <a:moveTo>
                    <a:pt x="162397" y="405765"/>
                  </a:moveTo>
                  <a:lnTo>
                    <a:pt x="134783" y="358616"/>
                  </a:lnTo>
                  <a:lnTo>
                    <a:pt x="80010" y="347666"/>
                  </a:lnTo>
                  <a:cubicBezTo>
                    <a:pt x="76512" y="347026"/>
                    <a:pt x="73655" y="345117"/>
                    <a:pt x="71438" y="341951"/>
                  </a:cubicBezTo>
                  <a:cubicBezTo>
                    <a:pt x="69220" y="338774"/>
                    <a:pt x="68420" y="335596"/>
                    <a:pt x="69060" y="332419"/>
                  </a:cubicBezTo>
                  <a:lnTo>
                    <a:pt x="74775" y="278606"/>
                  </a:lnTo>
                  <a:lnTo>
                    <a:pt x="39525" y="237653"/>
                  </a:lnTo>
                  <a:cubicBezTo>
                    <a:pt x="37308" y="235424"/>
                    <a:pt x="36199" y="232406"/>
                    <a:pt x="36199" y="228600"/>
                  </a:cubicBezTo>
                  <a:cubicBezTo>
                    <a:pt x="36199" y="224794"/>
                    <a:pt x="37308" y="221776"/>
                    <a:pt x="39525" y="219547"/>
                  </a:cubicBezTo>
                  <a:lnTo>
                    <a:pt x="74775" y="179074"/>
                  </a:lnTo>
                  <a:lnTo>
                    <a:pt x="69060" y="125250"/>
                  </a:lnTo>
                  <a:cubicBezTo>
                    <a:pt x="68420" y="121764"/>
                    <a:pt x="69220" y="118586"/>
                    <a:pt x="71438" y="115729"/>
                  </a:cubicBezTo>
                  <a:cubicBezTo>
                    <a:pt x="73655" y="112551"/>
                    <a:pt x="76512" y="110654"/>
                    <a:pt x="80010" y="110014"/>
                  </a:cubicBezTo>
                  <a:lnTo>
                    <a:pt x="134783" y="99064"/>
                  </a:lnTo>
                  <a:lnTo>
                    <a:pt x="162397" y="51435"/>
                  </a:lnTo>
                  <a:cubicBezTo>
                    <a:pt x="163986" y="48578"/>
                    <a:pt x="166524" y="46509"/>
                    <a:pt x="170021" y="45240"/>
                  </a:cubicBezTo>
                  <a:cubicBezTo>
                    <a:pt x="173199" y="43971"/>
                    <a:pt x="176525" y="44131"/>
                    <a:pt x="180023" y="45720"/>
                  </a:cubicBezTo>
                  <a:lnTo>
                    <a:pt x="228600" y="67631"/>
                  </a:lnTo>
                  <a:lnTo>
                    <a:pt x="277178" y="45720"/>
                  </a:lnTo>
                  <a:cubicBezTo>
                    <a:pt x="280675" y="44131"/>
                    <a:pt x="284001" y="43971"/>
                    <a:pt x="287179" y="45240"/>
                  </a:cubicBezTo>
                  <a:cubicBezTo>
                    <a:pt x="290676" y="46200"/>
                    <a:pt x="293214" y="48257"/>
                    <a:pt x="294803" y="51435"/>
                  </a:cubicBezTo>
                  <a:lnTo>
                    <a:pt x="322897" y="99064"/>
                  </a:lnTo>
                  <a:lnTo>
                    <a:pt x="377190" y="110014"/>
                  </a:lnTo>
                  <a:cubicBezTo>
                    <a:pt x="380688" y="110654"/>
                    <a:pt x="383545" y="112551"/>
                    <a:pt x="385763" y="115729"/>
                  </a:cubicBezTo>
                  <a:cubicBezTo>
                    <a:pt x="387980" y="118586"/>
                    <a:pt x="388780" y="121764"/>
                    <a:pt x="388140" y="125250"/>
                  </a:cubicBezTo>
                  <a:lnTo>
                    <a:pt x="382425" y="179074"/>
                  </a:lnTo>
                  <a:lnTo>
                    <a:pt x="417675" y="219547"/>
                  </a:lnTo>
                  <a:cubicBezTo>
                    <a:pt x="419892" y="221776"/>
                    <a:pt x="421001" y="224794"/>
                    <a:pt x="421001" y="228600"/>
                  </a:cubicBezTo>
                  <a:cubicBezTo>
                    <a:pt x="421001" y="232406"/>
                    <a:pt x="419892" y="235424"/>
                    <a:pt x="417675" y="237653"/>
                  </a:cubicBezTo>
                  <a:lnTo>
                    <a:pt x="382425" y="278606"/>
                  </a:lnTo>
                  <a:lnTo>
                    <a:pt x="388140" y="332419"/>
                  </a:lnTo>
                  <a:cubicBezTo>
                    <a:pt x="388780" y="335596"/>
                    <a:pt x="387980" y="338774"/>
                    <a:pt x="385763" y="341951"/>
                  </a:cubicBezTo>
                  <a:cubicBezTo>
                    <a:pt x="383545" y="345117"/>
                    <a:pt x="380688" y="347026"/>
                    <a:pt x="377190" y="347666"/>
                  </a:cubicBezTo>
                  <a:lnTo>
                    <a:pt x="322897" y="358616"/>
                  </a:lnTo>
                  <a:lnTo>
                    <a:pt x="294803" y="405765"/>
                  </a:lnTo>
                  <a:cubicBezTo>
                    <a:pt x="293214" y="408943"/>
                    <a:pt x="290676" y="411160"/>
                    <a:pt x="287179" y="412429"/>
                  </a:cubicBezTo>
                  <a:cubicBezTo>
                    <a:pt x="284001" y="413389"/>
                    <a:pt x="280675" y="413069"/>
                    <a:pt x="277178" y="411480"/>
                  </a:cubicBezTo>
                  <a:lnTo>
                    <a:pt x="228600" y="389569"/>
                  </a:lnTo>
                  <a:lnTo>
                    <a:pt x="180023" y="411480"/>
                  </a:lnTo>
                  <a:cubicBezTo>
                    <a:pt x="176525" y="413069"/>
                    <a:pt x="173199" y="413229"/>
                    <a:pt x="170021" y="411960"/>
                  </a:cubicBezTo>
                  <a:cubicBezTo>
                    <a:pt x="166524" y="410691"/>
                    <a:pt x="163986" y="408622"/>
                    <a:pt x="162397" y="405765"/>
                  </a:cubicBezTo>
                  <a:close/>
                  <a:moveTo>
                    <a:pt x="178594" y="388140"/>
                  </a:moveTo>
                  <a:lnTo>
                    <a:pt x="228600" y="367189"/>
                  </a:lnTo>
                  <a:lnTo>
                    <a:pt x="280035" y="388140"/>
                  </a:lnTo>
                  <a:lnTo>
                    <a:pt x="310519" y="340991"/>
                  </a:lnTo>
                  <a:lnTo>
                    <a:pt x="365280" y="327664"/>
                  </a:lnTo>
                  <a:lnTo>
                    <a:pt x="360045" y="271463"/>
                  </a:lnTo>
                  <a:lnTo>
                    <a:pt x="397673" y="228600"/>
                  </a:lnTo>
                  <a:lnTo>
                    <a:pt x="360045" y="185257"/>
                  </a:lnTo>
                  <a:lnTo>
                    <a:pt x="365280" y="129068"/>
                  </a:lnTo>
                  <a:lnTo>
                    <a:pt x="310519" y="116209"/>
                  </a:lnTo>
                  <a:lnTo>
                    <a:pt x="279086" y="69060"/>
                  </a:lnTo>
                  <a:lnTo>
                    <a:pt x="228600" y="90011"/>
                  </a:lnTo>
                  <a:lnTo>
                    <a:pt x="177165" y="69060"/>
                  </a:lnTo>
                  <a:lnTo>
                    <a:pt x="146681" y="116209"/>
                  </a:lnTo>
                  <a:lnTo>
                    <a:pt x="91920" y="129068"/>
                  </a:lnTo>
                  <a:lnTo>
                    <a:pt x="97155" y="185257"/>
                  </a:lnTo>
                  <a:lnTo>
                    <a:pt x="59527" y="228600"/>
                  </a:lnTo>
                  <a:lnTo>
                    <a:pt x="97155" y="271463"/>
                  </a:lnTo>
                  <a:lnTo>
                    <a:pt x="91920" y="328132"/>
                  </a:lnTo>
                  <a:lnTo>
                    <a:pt x="146681" y="340991"/>
                  </a:lnTo>
                  <a:lnTo>
                    <a:pt x="178594" y="388140"/>
                  </a:lnTo>
                  <a:close/>
                  <a:moveTo>
                    <a:pt x="228600" y="228600"/>
                  </a:move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526530"/>
            <a:ext cx="3935349" cy="777240"/>
            <a:chOff x="10961370" y="6526530"/>
            <a:chExt cx="3935349" cy="777240"/>
          </a:xfrm>
        </p:grpSpPr>
        <p:sp>
          <p:nvSpPr>
            <p:cNvPr id="259" name="圖示底圓"/>
            <p:cNvSpPr/>
            <p:nvPr/>
          </p:nvSpPr>
          <p:spPr>
            <a:xfrm>
              <a:off x="11304270" y="6526530"/>
              <a:ext cx="502920" cy="502920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11304270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3717" y="372287"/>
                  </a:moveTo>
                  <a:cubicBezTo>
                    <a:pt x="145698" y="349358"/>
                    <a:pt x="112163" y="288436"/>
                    <a:pt x="123833" y="227160"/>
                  </a:cubicBezTo>
                  <a:cubicBezTo>
                    <a:pt x="135503" y="165872"/>
                    <a:pt x="189075" y="121535"/>
                    <a:pt x="251460" y="121535"/>
                  </a:cubicBezTo>
                  <a:cubicBezTo>
                    <a:pt x="313845" y="121535"/>
                    <a:pt x="367417" y="165872"/>
                    <a:pt x="379087" y="227160"/>
                  </a:cubicBezTo>
                  <a:cubicBezTo>
                    <a:pt x="390757" y="288436"/>
                    <a:pt x="357222" y="349358"/>
                    <a:pt x="299203" y="372287"/>
                  </a:cubicBezTo>
                  <a:close/>
                  <a:moveTo>
                    <a:pt x="295340" y="352798"/>
                  </a:moveTo>
                  <a:cubicBezTo>
                    <a:pt x="343380" y="331996"/>
                    <a:pt x="370218" y="280321"/>
                    <a:pt x="359599" y="229046"/>
                  </a:cubicBezTo>
                  <a:cubicBezTo>
                    <a:pt x="348969" y="177782"/>
                    <a:pt x="303809" y="141023"/>
                    <a:pt x="251460" y="141023"/>
                  </a:cubicBezTo>
                  <a:cubicBezTo>
                    <a:pt x="199111" y="141023"/>
                    <a:pt x="153951" y="177782"/>
                    <a:pt x="143321" y="229046"/>
                  </a:cubicBezTo>
                  <a:cubicBezTo>
                    <a:pt x="132702" y="280321"/>
                    <a:pt x="159540" y="331996"/>
                    <a:pt x="207580" y="352798"/>
                  </a:cubicBezTo>
                  <a:close/>
                  <a:moveTo>
                    <a:pt x="202745" y="196242"/>
                  </a:moveTo>
                  <a:lnTo>
                    <a:pt x="235218" y="196242"/>
                  </a:lnTo>
                  <a:cubicBezTo>
                    <a:pt x="238807" y="196242"/>
                    <a:pt x="241722" y="199156"/>
                    <a:pt x="241722" y="202745"/>
                  </a:cubicBezTo>
                  <a:lnTo>
                    <a:pt x="241722" y="235218"/>
                  </a:lnTo>
                  <a:cubicBezTo>
                    <a:pt x="241722" y="238807"/>
                    <a:pt x="238807" y="241722"/>
                    <a:pt x="235218" y="241722"/>
                  </a:cubicBezTo>
                  <a:lnTo>
                    <a:pt x="202745" y="241722"/>
                  </a:lnTo>
                  <a:cubicBezTo>
                    <a:pt x="199156" y="241722"/>
                    <a:pt x="196242" y="238807"/>
                    <a:pt x="196242" y="235218"/>
                  </a:cubicBezTo>
                  <a:lnTo>
                    <a:pt x="196242" y="202745"/>
                  </a:lnTo>
                  <a:cubicBezTo>
                    <a:pt x="196242" y="199156"/>
                    <a:pt x="199156" y="196242"/>
                    <a:pt x="202745" y="196242"/>
                  </a:cubicBezTo>
                  <a:close/>
                  <a:moveTo>
                    <a:pt x="267702" y="196242"/>
                  </a:moveTo>
                  <a:lnTo>
                    <a:pt x="300186" y="196242"/>
                  </a:lnTo>
                  <a:cubicBezTo>
                    <a:pt x="303764" y="196242"/>
                    <a:pt x="306678" y="199156"/>
                    <a:pt x="306678" y="202745"/>
                  </a:cubicBezTo>
                  <a:lnTo>
                    <a:pt x="306678" y="235218"/>
                  </a:lnTo>
                  <a:cubicBezTo>
                    <a:pt x="306678" y="238807"/>
                    <a:pt x="303764" y="241722"/>
                    <a:pt x="300186" y="241722"/>
                  </a:cubicBezTo>
                  <a:lnTo>
                    <a:pt x="267702" y="241722"/>
                  </a:lnTo>
                  <a:cubicBezTo>
                    <a:pt x="264113" y="241722"/>
                    <a:pt x="261210" y="238807"/>
                    <a:pt x="261210" y="235218"/>
                  </a:cubicBezTo>
                  <a:lnTo>
                    <a:pt x="261210" y="202745"/>
                  </a:lnTo>
                  <a:cubicBezTo>
                    <a:pt x="261210" y="199156"/>
                    <a:pt x="264113" y="196242"/>
                    <a:pt x="267702" y="196242"/>
                  </a:cubicBezTo>
                  <a:close/>
                  <a:moveTo>
                    <a:pt x="202745" y="261210"/>
                  </a:moveTo>
                  <a:lnTo>
                    <a:pt x="235218" y="261210"/>
                  </a:lnTo>
                  <a:cubicBezTo>
                    <a:pt x="238807" y="261210"/>
                    <a:pt x="241722" y="264113"/>
                    <a:pt x="241722" y="267702"/>
                  </a:cubicBezTo>
                  <a:lnTo>
                    <a:pt x="241722" y="300186"/>
                  </a:lnTo>
                  <a:cubicBezTo>
                    <a:pt x="241722" y="303764"/>
                    <a:pt x="238807" y="306678"/>
                    <a:pt x="235218" y="306678"/>
                  </a:cubicBezTo>
                  <a:lnTo>
                    <a:pt x="202745" y="306678"/>
                  </a:lnTo>
                  <a:cubicBezTo>
                    <a:pt x="199156" y="306678"/>
                    <a:pt x="196242" y="303764"/>
                    <a:pt x="196242" y="300186"/>
                  </a:cubicBezTo>
                  <a:lnTo>
                    <a:pt x="196242" y="267702"/>
                  </a:lnTo>
                  <a:cubicBezTo>
                    <a:pt x="196242" y="264113"/>
                    <a:pt x="199156" y="261210"/>
                    <a:pt x="202745" y="261210"/>
                  </a:cubicBezTo>
                  <a:close/>
                  <a:moveTo>
                    <a:pt x="267702" y="261210"/>
                  </a:moveTo>
                  <a:lnTo>
                    <a:pt x="300186" y="261210"/>
                  </a:lnTo>
                  <a:cubicBezTo>
                    <a:pt x="303764" y="261210"/>
                    <a:pt x="306678" y="264113"/>
                    <a:pt x="306678" y="267702"/>
                  </a:cubicBezTo>
                  <a:lnTo>
                    <a:pt x="306678" y="300186"/>
                  </a:lnTo>
                  <a:cubicBezTo>
                    <a:pt x="306678" y="303764"/>
                    <a:pt x="303764" y="306678"/>
                    <a:pt x="300186" y="306678"/>
                  </a:cubicBezTo>
                  <a:lnTo>
                    <a:pt x="267702" y="306678"/>
                  </a:lnTo>
                  <a:cubicBezTo>
                    <a:pt x="264113" y="306678"/>
                    <a:pt x="261210" y="303764"/>
                    <a:pt x="261210" y="300186"/>
                  </a:cubicBezTo>
                  <a:lnTo>
                    <a:pt x="261210" y="267702"/>
                  </a:lnTo>
                  <a:cubicBezTo>
                    <a:pt x="261210" y="264113"/>
                    <a:pt x="264113" y="261210"/>
                    <a:pt x="267702" y="261210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10961370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2677585" y="6526530"/>
              <a:ext cx="502920" cy="502920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2677585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64776" y="264776"/>
                  </a:moveTo>
                  <a:cubicBezTo>
                    <a:pt x="271051" y="258501"/>
                    <a:pt x="274194" y="250808"/>
                    <a:pt x="274194" y="241722"/>
                  </a:cubicBezTo>
                  <a:cubicBezTo>
                    <a:pt x="274194" y="232623"/>
                    <a:pt x="271051" y="224931"/>
                    <a:pt x="264776" y="218656"/>
                  </a:cubicBezTo>
                  <a:cubicBezTo>
                    <a:pt x="258501" y="212381"/>
                    <a:pt x="250808" y="209238"/>
                    <a:pt x="241722" y="209238"/>
                  </a:cubicBezTo>
                  <a:cubicBezTo>
                    <a:pt x="232623" y="209238"/>
                    <a:pt x="224931" y="212381"/>
                    <a:pt x="218656" y="218656"/>
                  </a:cubicBezTo>
                  <a:cubicBezTo>
                    <a:pt x="212381" y="224931"/>
                    <a:pt x="209238" y="232623"/>
                    <a:pt x="209238" y="241722"/>
                  </a:cubicBezTo>
                  <a:cubicBezTo>
                    <a:pt x="209238" y="250808"/>
                    <a:pt x="212381" y="258501"/>
                    <a:pt x="218656" y="264776"/>
                  </a:cubicBezTo>
                  <a:cubicBezTo>
                    <a:pt x="224931" y="271051"/>
                    <a:pt x="232623" y="274194"/>
                    <a:pt x="241722" y="274194"/>
                  </a:cubicBezTo>
                  <a:cubicBezTo>
                    <a:pt x="250808" y="274194"/>
                    <a:pt x="258501" y="271051"/>
                    <a:pt x="264776" y="264776"/>
                  </a:cubicBezTo>
                  <a:close/>
                  <a:moveTo>
                    <a:pt x="241722" y="293682"/>
                  </a:moveTo>
                  <a:cubicBezTo>
                    <a:pt x="227423" y="293682"/>
                    <a:pt x="215193" y="288596"/>
                    <a:pt x="205008" y="278423"/>
                  </a:cubicBezTo>
                  <a:cubicBezTo>
                    <a:pt x="194836" y="268239"/>
                    <a:pt x="189749" y="256009"/>
                    <a:pt x="189749" y="241722"/>
                  </a:cubicBezTo>
                  <a:cubicBezTo>
                    <a:pt x="189749" y="227423"/>
                    <a:pt x="194836" y="215193"/>
                    <a:pt x="205008" y="205008"/>
                  </a:cubicBezTo>
                  <a:cubicBezTo>
                    <a:pt x="215193" y="194836"/>
                    <a:pt x="227423" y="189749"/>
                    <a:pt x="241722" y="189749"/>
                  </a:cubicBezTo>
                  <a:cubicBezTo>
                    <a:pt x="256009" y="189749"/>
                    <a:pt x="268239" y="194836"/>
                    <a:pt x="278423" y="205008"/>
                  </a:cubicBezTo>
                  <a:cubicBezTo>
                    <a:pt x="288596" y="215193"/>
                    <a:pt x="293682" y="227423"/>
                    <a:pt x="293682" y="241722"/>
                  </a:cubicBezTo>
                  <a:cubicBezTo>
                    <a:pt x="293682" y="246477"/>
                    <a:pt x="292928" y="251357"/>
                    <a:pt x="291408" y="256329"/>
                  </a:cubicBezTo>
                  <a:cubicBezTo>
                    <a:pt x="289682" y="261095"/>
                    <a:pt x="287293" y="265862"/>
                    <a:pt x="284264" y="270628"/>
                  </a:cubicBezTo>
                  <a:lnTo>
                    <a:pt x="311548" y="297912"/>
                  </a:lnTo>
                  <a:cubicBezTo>
                    <a:pt x="313502" y="299855"/>
                    <a:pt x="314474" y="302129"/>
                    <a:pt x="314474" y="304724"/>
                  </a:cubicBezTo>
                  <a:cubicBezTo>
                    <a:pt x="314256" y="307330"/>
                    <a:pt x="313171" y="309604"/>
                    <a:pt x="311227" y="311548"/>
                  </a:cubicBezTo>
                  <a:cubicBezTo>
                    <a:pt x="309273" y="313502"/>
                    <a:pt x="306998" y="314474"/>
                    <a:pt x="304404" y="314474"/>
                  </a:cubicBezTo>
                  <a:cubicBezTo>
                    <a:pt x="301809" y="314474"/>
                    <a:pt x="299535" y="313502"/>
                    <a:pt x="297580" y="311548"/>
                  </a:cubicBezTo>
                  <a:lnTo>
                    <a:pt x="270628" y="284596"/>
                  </a:lnTo>
                  <a:cubicBezTo>
                    <a:pt x="265862" y="287625"/>
                    <a:pt x="261095" y="289899"/>
                    <a:pt x="256329" y="291408"/>
                  </a:cubicBezTo>
                  <a:cubicBezTo>
                    <a:pt x="251357" y="292928"/>
                    <a:pt x="246477" y="293682"/>
                    <a:pt x="241722" y="293682"/>
                  </a:cubicBezTo>
                  <a:close/>
                  <a:moveTo>
                    <a:pt x="154019" y="368389"/>
                  </a:moveTo>
                  <a:cubicBezTo>
                    <a:pt x="148819" y="368389"/>
                    <a:pt x="144281" y="366446"/>
                    <a:pt x="140383" y="362548"/>
                  </a:cubicBezTo>
                  <a:cubicBezTo>
                    <a:pt x="136486" y="358651"/>
                    <a:pt x="134531" y="354101"/>
                    <a:pt x="134531" y="348901"/>
                  </a:cubicBezTo>
                  <a:lnTo>
                    <a:pt x="134531" y="302781"/>
                  </a:lnTo>
                  <a:cubicBezTo>
                    <a:pt x="134531" y="299969"/>
                    <a:pt x="135503" y="297694"/>
                    <a:pt x="137457" y="295957"/>
                  </a:cubicBezTo>
                  <a:cubicBezTo>
                    <a:pt x="139183" y="294014"/>
                    <a:pt x="141458" y="293031"/>
                    <a:pt x="144281" y="293031"/>
                  </a:cubicBezTo>
                  <a:cubicBezTo>
                    <a:pt x="147093" y="293031"/>
                    <a:pt x="149470" y="294014"/>
                    <a:pt x="151425" y="295957"/>
                  </a:cubicBezTo>
                  <a:cubicBezTo>
                    <a:pt x="153151" y="297694"/>
                    <a:pt x="154019" y="299969"/>
                    <a:pt x="154019" y="302781"/>
                  </a:cubicBezTo>
                  <a:lnTo>
                    <a:pt x="154019" y="348901"/>
                  </a:lnTo>
                  <a:lnTo>
                    <a:pt x="200139" y="348901"/>
                  </a:lnTo>
                  <a:cubicBezTo>
                    <a:pt x="202951" y="348901"/>
                    <a:pt x="205226" y="349872"/>
                    <a:pt x="206963" y="351827"/>
                  </a:cubicBezTo>
                  <a:cubicBezTo>
                    <a:pt x="208906" y="353553"/>
                    <a:pt x="209889" y="355827"/>
                    <a:pt x="209889" y="358651"/>
                  </a:cubicBezTo>
                  <a:cubicBezTo>
                    <a:pt x="209889" y="361462"/>
                    <a:pt x="208906" y="363840"/>
                    <a:pt x="206963" y="365794"/>
                  </a:cubicBezTo>
                  <a:cubicBezTo>
                    <a:pt x="205226" y="367520"/>
                    <a:pt x="202951" y="368389"/>
                    <a:pt x="200139" y="368389"/>
                  </a:cubicBezTo>
                  <a:lnTo>
                    <a:pt x="154019" y="368389"/>
                  </a:lnTo>
                  <a:close/>
                  <a:moveTo>
                    <a:pt x="348901" y="368389"/>
                  </a:moveTo>
                  <a:lnTo>
                    <a:pt x="302781" y="368389"/>
                  </a:lnTo>
                  <a:cubicBezTo>
                    <a:pt x="299969" y="368389"/>
                    <a:pt x="297694" y="367417"/>
                    <a:pt x="295957" y="365463"/>
                  </a:cubicBezTo>
                  <a:cubicBezTo>
                    <a:pt x="294014" y="363737"/>
                    <a:pt x="293031" y="361462"/>
                    <a:pt x="293031" y="358651"/>
                  </a:cubicBezTo>
                  <a:cubicBezTo>
                    <a:pt x="293031" y="355827"/>
                    <a:pt x="294014" y="353553"/>
                    <a:pt x="295957" y="351827"/>
                  </a:cubicBezTo>
                  <a:cubicBezTo>
                    <a:pt x="297694" y="349872"/>
                    <a:pt x="299969" y="348901"/>
                    <a:pt x="302781" y="348901"/>
                  </a:cubicBezTo>
                  <a:lnTo>
                    <a:pt x="348901" y="348901"/>
                  </a:lnTo>
                  <a:lnTo>
                    <a:pt x="348901" y="302781"/>
                  </a:lnTo>
                  <a:cubicBezTo>
                    <a:pt x="348901" y="299969"/>
                    <a:pt x="349872" y="297694"/>
                    <a:pt x="351827" y="295957"/>
                  </a:cubicBezTo>
                  <a:cubicBezTo>
                    <a:pt x="353553" y="294014"/>
                    <a:pt x="355827" y="293031"/>
                    <a:pt x="358651" y="293031"/>
                  </a:cubicBezTo>
                  <a:cubicBezTo>
                    <a:pt x="361462" y="293031"/>
                    <a:pt x="363840" y="294014"/>
                    <a:pt x="365794" y="295957"/>
                  </a:cubicBezTo>
                  <a:cubicBezTo>
                    <a:pt x="367520" y="297694"/>
                    <a:pt x="368389" y="299969"/>
                    <a:pt x="368389" y="302781"/>
                  </a:cubicBezTo>
                  <a:lnTo>
                    <a:pt x="368389" y="348901"/>
                  </a:lnTo>
                  <a:cubicBezTo>
                    <a:pt x="368389" y="354101"/>
                    <a:pt x="366446" y="358651"/>
                    <a:pt x="362548" y="362548"/>
                  </a:cubicBezTo>
                  <a:cubicBezTo>
                    <a:pt x="358651" y="366446"/>
                    <a:pt x="354101" y="368389"/>
                    <a:pt x="348901" y="368389"/>
                  </a:cubicBezTo>
                  <a:close/>
                  <a:moveTo>
                    <a:pt x="134531" y="200139"/>
                  </a:moveTo>
                  <a:lnTo>
                    <a:pt x="134531" y="154019"/>
                  </a:lnTo>
                  <a:cubicBezTo>
                    <a:pt x="134531" y="148819"/>
                    <a:pt x="136486" y="144281"/>
                    <a:pt x="140383" y="140383"/>
                  </a:cubicBezTo>
                  <a:cubicBezTo>
                    <a:pt x="144281" y="136486"/>
                    <a:pt x="148819" y="134531"/>
                    <a:pt x="154019" y="134531"/>
                  </a:cubicBezTo>
                  <a:lnTo>
                    <a:pt x="200139" y="134531"/>
                  </a:lnTo>
                  <a:cubicBezTo>
                    <a:pt x="202951" y="134531"/>
                    <a:pt x="205226" y="135503"/>
                    <a:pt x="206963" y="137457"/>
                  </a:cubicBezTo>
                  <a:cubicBezTo>
                    <a:pt x="208906" y="139183"/>
                    <a:pt x="209889" y="141458"/>
                    <a:pt x="209889" y="144281"/>
                  </a:cubicBezTo>
                  <a:cubicBezTo>
                    <a:pt x="209889" y="147093"/>
                    <a:pt x="208906" y="149470"/>
                    <a:pt x="206963" y="151425"/>
                  </a:cubicBezTo>
                  <a:cubicBezTo>
                    <a:pt x="205226" y="153151"/>
                    <a:pt x="202951" y="154019"/>
                    <a:pt x="200139" y="154019"/>
                  </a:cubicBezTo>
                  <a:lnTo>
                    <a:pt x="154019" y="154019"/>
                  </a:lnTo>
                  <a:lnTo>
                    <a:pt x="154019" y="200139"/>
                  </a:lnTo>
                  <a:cubicBezTo>
                    <a:pt x="154019" y="202951"/>
                    <a:pt x="153048" y="205226"/>
                    <a:pt x="151093" y="206963"/>
                  </a:cubicBezTo>
                  <a:cubicBezTo>
                    <a:pt x="149367" y="208906"/>
                    <a:pt x="147093" y="209889"/>
                    <a:pt x="144281" y="209889"/>
                  </a:cubicBezTo>
                  <a:cubicBezTo>
                    <a:pt x="141458" y="209889"/>
                    <a:pt x="139183" y="208906"/>
                    <a:pt x="137457" y="206963"/>
                  </a:cubicBezTo>
                  <a:cubicBezTo>
                    <a:pt x="135503" y="205226"/>
                    <a:pt x="134531" y="202951"/>
                    <a:pt x="134531" y="200139"/>
                  </a:cubicBezTo>
                  <a:close/>
                  <a:moveTo>
                    <a:pt x="348901" y="200139"/>
                  </a:moveTo>
                  <a:lnTo>
                    <a:pt x="348901" y="154019"/>
                  </a:lnTo>
                  <a:lnTo>
                    <a:pt x="302781" y="154019"/>
                  </a:lnTo>
                  <a:cubicBezTo>
                    <a:pt x="299969" y="154019"/>
                    <a:pt x="297694" y="153048"/>
                    <a:pt x="295957" y="151093"/>
                  </a:cubicBezTo>
                  <a:cubicBezTo>
                    <a:pt x="294014" y="149367"/>
                    <a:pt x="293031" y="147093"/>
                    <a:pt x="293031" y="144281"/>
                  </a:cubicBezTo>
                  <a:cubicBezTo>
                    <a:pt x="293031" y="141458"/>
                    <a:pt x="294014" y="139183"/>
                    <a:pt x="295957" y="137457"/>
                  </a:cubicBezTo>
                  <a:cubicBezTo>
                    <a:pt x="297694" y="135503"/>
                    <a:pt x="299969" y="134531"/>
                    <a:pt x="302781" y="134531"/>
                  </a:cubicBezTo>
                  <a:lnTo>
                    <a:pt x="348901" y="134531"/>
                  </a:lnTo>
                  <a:cubicBezTo>
                    <a:pt x="354101" y="134531"/>
                    <a:pt x="358651" y="136486"/>
                    <a:pt x="362548" y="140383"/>
                  </a:cubicBezTo>
                  <a:cubicBezTo>
                    <a:pt x="366446" y="144281"/>
                    <a:pt x="368389" y="148819"/>
                    <a:pt x="368389" y="154019"/>
                  </a:cubicBezTo>
                  <a:lnTo>
                    <a:pt x="368389" y="200139"/>
                  </a:lnTo>
                  <a:cubicBezTo>
                    <a:pt x="368389" y="202951"/>
                    <a:pt x="367417" y="205226"/>
                    <a:pt x="365463" y="206963"/>
                  </a:cubicBezTo>
                  <a:cubicBezTo>
                    <a:pt x="363737" y="208906"/>
                    <a:pt x="361462" y="209889"/>
                    <a:pt x="358651" y="209889"/>
                  </a:cubicBezTo>
                  <a:cubicBezTo>
                    <a:pt x="355827" y="209889"/>
                    <a:pt x="353553" y="208906"/>
                    <a:pt x="351827" y="206963"/>
                  </a:cubicBezTo>
                  <a:cubicBezTo>
                    <a:pt x="349872" y="205226"/>
                    <a:pt x="348901" y="202951"/>
                    <a:pt x="348901" y="200139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12334685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4050899" y="6526530"/>
              <a:ext cx="502920" cy="50292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4050899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10541" y="287190"/>
                  </a:moveTo>
                  <a:cubicBezTo>
                    <a:pt x="189532" y="287190"/>
                    <a:pt x="171667" y="279829"/>
                    <a:pt x="156945" y="265107"/>
                  </a:cubicBezTo>
                  <a:cubicBezTo>
                    <a:pt x="142223" y="250591"/>
                    <a:pt x="134851" y="232841"/>
                    <a:pt x="134851" y="211832"/>
                  </a:cubicBezTo>
                  <a:cubicBezTo>
                    <a:pt x="134851" y="207500"/>
                    <a:pt x="135183" y="203500"/>
                    <a:pt x="135834" y="199819"/>
                  </a:cubicBezTo>
                  <a:cubicBezTo>
                    <a:pt x="136486" y="195922"/>
                    <a:pt x="137674" y="191910"/>
                    <a:pt x="139400" y="187795"/>
                  </a:cubicBezTo>
                  <a:cubicBezTo>
                    <a:pt x="140052" y="186069"/>
                    <a:pt x="141023" y="184766"/>
                    <a:pt x="142326" y="183897"/>
                  </a:cubicBezTo>
                  <a:cubicBezTo>
                    <a:pt x="143629" y="183040"/>
                    <a:pt x="145035" y="182389"/>
                    <a:pt x="146544" y="181954"/>
                  </a:cubicBezTo>
                  <a:cubicBezTo>
                    <a:pt x="148064" y="181520"/>
                    <a:pt x="149584" y="181520"/>
                    <a:pt x="151093" y="181954"/>
                  </a:cubicBezTo>
                  <a:cubicBezTo>
                    <a:pt x="152613" y="182389"/>
                    <a:pt x="154019" y="183257"/>
                    <a:pt x="155322" y="184549"/>
                  </a:cubicBezTo>
                  <a:lnTo>
                    <a:pt x="192024" y="221251"/>
                  </a:lnTo>
                  <a:lnTo>
                    <a:pt x="221902" y="193316"/>
                  </a:lnTo>
                  <a:lnTo>
                    <a:pt x="183577" y="154991"/>
                  </a:lnTo>
                  <a:cubicBezTo>
                    <a:pt x="182274" y="153699"/>
                    <a:pt x="181406" y="152282"/>
                    <a:pt x="180983" y="150773"/>
                  </a:cubicBezTo>
                  <a:cubicBezTo>
                    <a:pt x="180548" y="149253"/>
                    <a:pt x="180548" y="147744"/>
                    <a:pt x="180983" y="146224"/>
                  </a:cubicBezTo>
                  <a:cubicBezTo>
                    <a:pt x="181406" y="144704"/>
                    <a:pt x="182057" y="143412"/>
                    <a:pt x="182926" y="142326"/>
                  </a:cubicBezTo>
                  <a:cubicBezTo>
                    <a:pt x="183794" y="141241"/>
                    <a:pt x="185097" y="140269"/>
                    <a:pt x="186823" y="139400"/>
                  </a:cubicBezTo>
                  <a:cubicBezTo>
                    <a:pt x="190938" y="137674"/>
                    <a:pt x="194836" y="136486"/>
                    <a:pt x="198516" y="135834"/>
                  </a:cubicBezTo>
                  <a:cubicBezTo>
                    <a:pt x="202197" y="134965"/>
                    <a:pt x="206209" y="134531"/>
                    <a:pt x="210541" y="134531"/>
                  </a:cubicBezTo>
                  <a:cubicBezTo>
                    <a:pt x="231972" y="134531"/>
                    <a:pt x="250271" y="142006"/>
                    <a:pt x="265427" y="156945"/>
                  </a:cubicBezTo>
                  <a:cubicBezTo>
                    <a:pt x="280366" y="172102"/>
                    <a:pt x="287842" y="190401"/>
                    <a:pt x="287842" y="211832"/>
                  </a:cubicBezTo>
                  <a:cubicBezTo>
                    <a:pt x="287842" y="217033"/>
                    <a:pt x="287293" y="222119"/>
                    <a:pt x="286219" y="227103"/>
                  </a:cubicBezTo>
                  <a:cubicBezTo>
                    <a:pt x="285133" y="232075"/>
                    <a:pt x="283727" y="237058"/>
                    <a:pt x="281990" y="242042"/>
                  </a:cubicBezTo>
                  <a:lnTo>
                    <a:pt x="353770" y="313822"/>
                  </a:lnTo>
                  <a:cubicBezTo>
                    <a:pt x="359622" y="319457"/>
                    <a:pt x="362548" y="326384"/>
                    <a:pt x="362548" y="334613"/>
                  </a:cubicBezTo>
                  <a:cubicBezTo>
                    <a:pt x="362331" y="342626"/>
                    <a:pt x="359188" y="349438"/>
                    <a:pt x="353118" y="355073"/>
                  </a:cubicBezTo>
                  <a:cubicBezTo>
                    <a:pt x="347495" y="360274"/>
                    <a:pt x="340888" y="362868"/>
                    <a:pt x="333310" y="362868"/>
                  </a:cubicBezTo>
                  <a:cubicBezTo>
                    <a:pt x="325515" y="362651"/>
                    <a:pt x="318806" y="359725"/>
                    <a:pt x="313171" y="354101"/>
                  </a:cubicBezTo>
                  <a:lnTo>
                    <a:pt x="240739" y="281338"/>
                  </a:lnTo>
                  <a:cubicBezTo>
                    <a:pt x="235767" y="283075"/>
                    <a:pt x="230783" y="284481"/>
                    <a:pt x="225800" y="285567"/>
                  </a:cubicBezTo>
                  <a:cubicBezTo>
                    <a:pt x="220816" y="286642"/>
                    <a:pt x="215730" y="287190"/>
                    <a:pt x="210541" y="287190"/>
                  </a:cubicBezTo>
                  <a:close/>
                  <a:moveTo>
                    <a:pt x="210541" y="267702"/>
                  </a:moveTo>
                  <a:cubicBezTo>
                    <a:pt x="215947" y="267702"/>
                    <a:pt x="221685" y="266833"/>
                    <a:pt x="227754" y="265107"/>
                  </a:cubicBezTo>
                  <a:cubicBezTo>
                    <a:pt x="233812" y="263370"/>
                    <a:pt x="239116" y="260775"/>
                    <a:pt x="243665" y="257301"/>
                  </a:cubicBezTo>
                  <a:lnTo>
                    <a:pt x="327138" y="340785"/>
                  </a:lnTo>
                  <a:cubicBezTo>
                    <a:pt x="328875" y="342511"/>
                    <a:pt x="331036" y="343380"/>
                    <a:pt x="333630" y="343380"/>
                  </a:cubicBezTo>
                  <a:cubicBezTo>
                    <a:pt x="336236" y="343380"/>
                    <a:pt x="338397" y="342511"/>
                    <a:pt x="340134" y="340785"/>
                  </a:cubicBezTo>
                  <a:cubicBezTo>
                    <a:pt x="341860" y="339048"/>
                    <a:pt x="342729" y="336888"/>
                    <a:pt x="342729" y="334282"/>
                  </a:cubicBezTo>
                  <a:cubicBezTo>
                    <a:pt x="342729" y="331687"/>
                    <a:pt x="341860" y="329515"/>
                    <a:pt x="340134" y="327790"/>
                  </a:cubicBezTo>
                  <a:lnTo>
                    <a:pt x="257952" y="245619"/>
                  </a:lnTo>
                  <a:cubicBezTo>
                    <a:pt x="261416" y="241070"/>
                    <a:pt x="264022" y="235767"/>
                    <a:pt x="265748" y="229697"/>
                  </a:cubicBezTo>
                  <a:cubicBezTo>
                    <a:pt x="267485" y="223422"/>
                    <a:pt x="268354" y="217467"/>
                    <a:pt x="268354" y="211832"/>
                  </a:cubicBezTo>
                  <a:cubicBezTo>
                    <a:pt x="268354" y="195590"/>
                    <a:pt x="262399" y="181840"/>
                    <a:pt x="250488" y="170581"/>
                  </a:cubicBezTo>
                  <a:cubicBezTo>
                    <a:pt x="238361" y="159323"/>
                    <a:pt x="224611" y="153585"/>
                    <a:pt x="209238" y="153368"/>
                  </a:cubicBezTo>
                  <a:lnTo>
                    <a:pt x="242362" y="187155"/>
                  </a:lnTo>
                  <a:cubicBezTo>
                    <a:pt x="244316" y="189098"/>
                    <a:pt x="245288" y="191475"/>
                    <a:pt x="245288" y="194299"/>
                  </a:cubicBezTo>
                  <a:cubicBezTo>
                    <a:pt x="245071" y="196893"/>
                    <a:pt x="243985" y="199168"/>
                    <a:pt x="242042" y="201111"/>
                  </a:cubicBezTo>
                  <a:lnTo>
                    <a:pt x="198848" y="241722"/>
                  </a:lnTo>
                  <a:cubicBezTo>
                    <a:pt x="196893" y="243448"/>
                    <a:pt x="194516" y="244316"/>
                    <a:pt x="191693" y="244316"/>
                  </a:cubicBezTo>
                  <a:cubicBezTo>
                    <a:pt x="189098" y="244316"/>
                    <a:pt x="186938" y="243448"/>
                    <a:pt x="185200" y="241722"/>
                  </a:cubicBezTo>
                  <a:lnTo>
                    <a:pt x="153368" y="210209"/>
                  </a:lnTo>
                  <a:cubicBezTo>
                    <a:pt x="154019" y="226886"/>
                    <a:pt x="159974" y="240636"/>
                    <a:pt x="171233" y="251460"/>
                  </a:cubicBezTo>
                  <a:cubicBezTo>
                    <a:pt x="182274" y="262284"/>
                    <a:pt x="195373" y="267702"/>
                    <a:pt x="210541" y="267702"/>
                  </a:cubicBezTo>
                  <a:close/>
                  <a:moveTo>
                    <a:pt x="248534" y="248865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3707999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11807190" y="6777990"/>
              <a:ext cx="87039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3180505" y="6777990"/>
              <a:ext cx="87039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270" name="Text 268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271" name="Text 269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色彩、字級與元件語言一覽：炭灰細框直角卡＋角落標籤緞帶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0921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#404040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26262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#262626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E7E7E7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#E7E7E7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#5B9BD5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4491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80110" y="4434840"/>
            <a:ext cx="60921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71525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909560" y="2228850"/>
            <a:ext cx="66442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3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1pt</a:t>
            </a:r>
            <a:endParaRPr lang="en-US" sz="1250" dirty="0"/>
          </a:p>
        </p:txBody>
      </p:sp>
      <p:sp>
        <p:nvSpPr>
          <p:cNvPr id="46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34290"/>
                </a:lnTo>
                <a:arcTo hR="34290" wR="34290" stAng="10800000" swAng="5400000"/>
                <a:lnTo>
                  <a:pt x="1451610" y="0"/>
                </a:lnTo>
                <a:arcTo hR="34290" wR="3429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250" dirty="0"/>
          </a:p>
        </p:txBody>
      </p:sp>
      <p:sp>
        <p:nvSpPr>
          <p:cNvPr id="52" name="標籤"/>
          <p:cNvSpPr/>
          <p:nvPr/>
        </p:nvSpPr>
        <p:spPr>
          <a:xfrm>
            <a:off x="8858250" y="3886200"/>
            <a:ext cx="688238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3" name="標籤"/>
          <p:cNvSpPr/>
          <p:nvPr/>
        </p:nvSpPr>
        <p:spPr>
          <a:xfrm>
            <a:off x="9683648" y="3886200"/>
            <a:ext cx="688238" cy="3657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4" name="標籤"/>
          <p:cNvSpPr/>
          <p:nvPr/>
        </p:nvSpPr>
        <p:spPr>
          <a:xfrm>
            <a:off x="10509047" y="3886200"/>
            <a:ext cx="688238" cy="36576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5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250" dirty="0"/>
          </a:p>
        </p:txBody>
      </p:sp>
      <p:sp>
        <p:nvSpPr>
          <p:cNvPr id="58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9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60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2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4" name="Text 62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細線箭頭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6" name="線條"/>
          <p:cNvSpPr/>
          <p:nvPr/>
        </p:nvSpPr>
        <p:spPr>
          <a:xfrm>
            <a:off x="9612630" y="569214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8" name="線條"/>
          <p:cNvSpPr/>
          <p:nvPr/>
        </p:nvSpPr>
        <p:spPr>
          <a:xfrm>
            <a:off x="10984230" y="569214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0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2" name="Text 70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實線＋三角箭頭</a:t>
            </a:r>
            <a:endParaRPr lang="en-US" sz="1250" dirty="0"/>
          </a:p>
        </p:txBody>
      </p:sp>
      <p:sp>
        <p:nvSpPr>
          <p:cNvPr id="73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7" name="Text 75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細框方塊</a:t>
            </a:r>
            <a:endParaRPr lang="en-US" sz="1250" dirty="0"/>
          </a:p>
        </p:txBody>
      </p:sp>
      <p:sp>
        <p:nvSpPr>
          <p:cNvPr id="78" name="流程鏈"/>
          <p:cNvSpPr/>
          <p:nvPr/>
        </p:nvSpPr>
        <p:spPr>
          <a:xfrm>
            <a:off x="8858250" y="7063740"/>
            <a:ext cx="670560" cy="5029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23876">
            <a:solidFill>
              <a:srgbClr val="40404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9608820" y="731520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0" name="流程鏈"/>
          <p:cNvSpPr/>
          <p:nvPr/>
        </p:nvSpPr>
        <p:spPr>
          <a:xfrm>
            <a:off x="10237470" y="7063740"/>
            <a:ext cx="670560" cy="5029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10988040" y="731520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2" name="流程鏈"/>
          <p:cNvSpPr/>
          <p:nvPr/>
        </p:nvSpPr>
        <p:spPr>
          <a:xfrm>
            <a:off x="11616690" y="7063740"/>
            <a:ext cx="670560" cy="5029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3" name="Text 8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2000" dirty="0"/>
          </a:p>
        </p:txBody>
      </p:sp>
      <p:sp>
        <p:nvSpPr>
          <p:cNvPr id="6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8" name="線條"/>
          <p:cNvSpPr/>
          <p:nvPr/>
        </p:nvSpPr>
        <p:spPr>
          <a:xfrm>
            <a:off x="982980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10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2" name="線條"/>
          <p:cNvSpPr/>
          <p:nvPr/>
        </p:nvSpPr>
        <p:spPr>
          <a:xfrm>
            <a:off x="5785295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4" name="標籤"/>
          <p:cNvSpPr/>
          <p:nvPr/>
        </p:nvSpPr>
        <p:spPr>
          <a:xfrm>
            <a:off x="8567865" y="2183130"/>
            <a:ext cx="932180" cy="32004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5739575" y="4869180"/>
            <a:ext cx="932180" cy="32004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250" dirty="0"/>
          </a:p>
        </p:txBody>
      </p:sp>
      <p:sp>
        <p:nvSpPr>
          <p:cNvPr id="16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34290"/>
                </a:lnTo>
                <a:arcTo hR="34290" wR="34290" stAng="10800000" swAng="5400000"/>
                <a:lnTo>
                  <a:pt x="4229100" y="0"/>
                </a:lnTo>
                <a:arcTo hR="34290" wR="3429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7721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80110" y="5715000"/>
            <a:ext cx="78066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標籤"/>
          <p:cNvSpPr/>
          <p:nvPr/>
        </p:nvSpPr>
        <p:spPr>
          <a:xfrm>
            <a:off x="685800" y="6377940"/>
            <a:ext cx="937260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685800" y="6858000"/>
            <a:ext cx="937260" cy="3657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30" name="標籤"/>
          <p:cNvSpPr/>
          <p:nvPr/>
        </p:nvSpPr>
        <p:spPr>
          <a:xfrm>
            <a:off x="685800" y="7338060"/>
            <a:ext cx="937260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9144000" y="57721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338310" y="5715000"/>
            <a:ext cx="52155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4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136737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685800" y="2914650"/>
            <a:ext cx="1190346" cy="43434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2219046" y="2914650"/>
            <a:ext cx="1190346" cy="43434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3752291" y="2914650"/>
            <a:ext cx="1190346" cy="43434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2" name="標籤"/>
          <p:cNvSpPr/>
          <p:nvPr/>
        </p:nvSpPr>
        <p:spPr>
          <a:xfrm>
            <a:off x="5285537" y="2914650"/>
            <a:ext cx="1190346" cy="434340"/>
          </a:xfrm>
          <a:prstGeom prst="rect">
            <a:avLst/>
          </a:prstGeom>
          <a:solidFill>
            <a:srgbClr val="FFFFFF"/>
          </a:solidFill>
          <a:ln w="11938">
            <a:solidFill>
              <a:srgbClr val="40404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4" name="標籤"/>
          <p:cNvSpPr/>
          <p:nvPr/>
        </p:nvSpPr>
        <p:spPr>
          <a:xfrm>
            <a:off x="8076082" y="2960370"/>
            <a:ext cx="614680" cy="342900"/>
          </a:xfrm>
          <a:prstGeom prst="rect">
            <a:avLst/>
          </a:prstGeom>
          <a:solidFill>
            <a:srgbClr val="FFFFFF"/>
          </a:solidFill>
          <a:ln w="11938">
            <a:solidFill>
              <a:srgbClr val="40404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8862212" y="2960370"/>
            <a:ext cx="614680" cy="3429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6" name="標籤"/>
          <p:cNvSpPr/>
          <p:nvPr/>
        </p:nvSpPr>
        <p:spPr>
          <a:xfrm>
            <a:off x="9648342" y="2960370"/>
            <a:ext cx="614680" cy="3429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38862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80110" y="3829050"/>
            <a:ext cx="4137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685800" y="4583430"/>
            <a:ext cx="33147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5292090"/>
            <a:ext cx="33147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685800" y="6000750"/>
            <a:ext cx="33147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685800" y="6709410"/>
            <a:ext cx="33147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5453825" y="38862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648134" y="3829050"/>
            <a:ext cx="4137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28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29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30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31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221849" y="38862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0416159" y="3829050"/>
            <a:ext cx="4137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2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4" name="Text 42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6" name="Text 44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7" name="Text 45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2064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1" name="Text 9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3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4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88670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081010" y="2228850"/>
            <a:ext cx="64728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7886700" y="2994660"/>
            <a:ext cx="1749933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3876">
            <a:solidFill>
              <a:srgbClr val="40404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9" name="線條"/>
          <p:cNvSpPr/>
          <p:nvPr/>
        </p:nvSpPr>
        <p:spPr>
          <a:xfrm>
            <a:off x="9716643" y="340614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0" name="流程鏈"/>
          <p:cNvSpPr/>
          <p:nvPr/>
        </p:nvSpPr>
        <p:spPr>
          <a:xfrm>
            <a:off x="10345293" y="2994660"/>
            <a:ext cx="1749933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1" name="線條"/>
          <p:cNvSpPr/>
          <p:nvPr/>
        </p:nvSpPr>
        <p:spPr>
          <a:xfrm>
            <a:off x="12175236" y="340614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流程鏈"/>
          <p:cNvSpPr/>
          <p:nvPr/>
        </p:nvSpPr>
        <p:spPr>
          <a:xfrm>
            <a:off x="12803886" y="2994660"/>
            <a:ext cx="1749933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3" name="流程鏈"/>
          <p:cNvSpPr/>
          <p:nvPr/>
        </p:nvSpPr>
        <p:spPr>
          <a:xfrm>
            <a:off x="7886700" y="4400550"/>
            <a:ext cx="89122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23876">
            <a:solidFill>
              <a:srgbClr val="40404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4" name="線條"/>
          <p:cNvSpPr/>
          <p:nvPr/>
        </p:nvSpPr>
        <p:spPr>
          <a:xfrm>
            <a:off x="8779977" y="47205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5" name="流程鏈"/>
          <p:cNvSpPr/>
          <p:nvPr/>
        </p:nvSpPr>
        <p:spPr>
          <a:xfrm>
            <a:off x="9330675" y="4400550"/>
            <a:ext cx="89122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6" name="線條"/>
          <p:cNvSpPr/>
          <p:nvPr/>
        </p:nvSpPr>
        <p:spPr>
          <a:xfrm>
            <a:off x="10223952" y="47205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7" name="流程鏈"/>
          <p:cNvSpPr/>
          <p:nvPr/>
        </p:nvSpPr>
        <p:spPr>
          <a:xfrm>
            <a:off x="10774650" y="4400550"/>
            <a:ext cx="89122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8" name="線條"/>
          <p:cNvSpPr/>
          <p:nvPr/>
        </p:nvSpPr>
        <p:spPr>
          <a:xfrm>
            <a:off x="11667927" y="47205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流程鏈"/>
          <p:cNvSpPr/>
          <p:nvPr/>
        </p:nvSpPr>
        <p:spPr>
          <a:xfrm>
            <a:off x="12218624" y="4400550"/>
            <a:ext cx="89122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30" name="線條"/>
          <p:cNvSpPr/>
          <p:nvPr/>
        </p:nvSpPr>
        <p:spPr>
          <a:xfrm>
            <a:off x="13111902" y="47205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流程鏈"/>
          <p:cNvSpPr/>
          <p:nvPr/>
        </p:nvSpPr>
        <p:spPr>
          <a:xfrm>
            <a:off x="13662599" y="4400550"/>
            <a:ext cx="89122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32" name="流程鏈"/>
          <p:cNvSpPr/>
          <p:nvPr/>
        </p:nvSpPr>
        <p:spPr>
          <a:xfrm>
            <a:off x="7886700" y="5657850"/>
            <a:ext cx="1135285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23876">
            <a:solidFill>
              <a:srgbClr val="40404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33" name="線條"/>
          <p:cNvSpPr/>
          <p:nvPr/>
        </p:nvSpPr>
        <p:spPr>
          <a:xfrm>
            <a:off x="9101995" y="59778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4" name="流程鏈"/>
          <p:cNvSpPr/>
          <p:nvPr/>
        </p:nvSpPr>
        <p:spPr>
          <a:xfrm>
            <a:off x="9730645" y="5657850"/>
            <a:ext cx="1135285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35" name="線條"/>
          <p:cNvSpPr/>
          <p:nvPr/>
        </p:nvSpPr>
        <p:spPr>
          <a:xfrm>
            <a:off x="10945940" y="59778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6" name="流程鏈"/>
          <p:cNvSpPr/>
          <p:nvPr/>
        </p:nvSpPr>
        <p:spPr>
          <a:xfrm>
            <a:off x="11574590" y="5657850"/>
            <a:ext cx="1135285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37" name="線條"/>
          <p:cNvSpPr/>
          <p:nvPr/>
        </p:nvSpPr>
        <p:spPr>
          <a:xfrm>
            <a:off x="12789884" y="59778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8" name="流程鏈"/>
          <p:cNvSpPr/>
          <p:nvPr/>
        </p:nvSpPr>
        <p:spPr>
          <a:xfrm>
            <a:off x="13418534" y="5657850"/>
            <a:ext cx="1135285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7886700" y="6423660"/>
            <a:ext cx="113528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730645" y="6423660"/>
            <a:ext cx="113528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1574590" y="6423660"/>
            <a:ext cx="113528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3418534" y="6423660"/>
            <a:ext cx="113528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4244245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438555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4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780269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997000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11361134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555444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8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9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85800" y="49720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80110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2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4" name="線條"/>
          <p:cNvSpPr/>
          <p:nvPr/>
        </p:nvSpPr>
        <p:spPr>
          <a:xfrm>
            <a:off x="1386816" y="645795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6" name="線條"/>
          <p:cNvSpPr/>
          <p:nvPr/>
        </p:nvSpPr>
        <p:spPr>
          <a:xfrm>
            <a:off x="2628829" y="645795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4244245" y="49720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438555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40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2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3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802690" y="49720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997000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8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50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70707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1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1361134" y="49720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1555444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4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6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7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2000" dirty="0"/>
          </a:p>
        </p:txBody>
      </p:sp>
      <p:sp>
        <p:nvSpPr>
          <p:cNvPr id="6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8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10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DEEBF7"/>
          </a:solidFill>
          <a:ln w="15875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2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4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6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85800" y="476631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80110" y="4709160"/>
            <a:ext cx="136737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2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3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DEEBF7"/>
          </a:solidFill>
          <a:ln w="15875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4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5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6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3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5875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3207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6000"/>
            </a:avLst>
          </a:prstGeom>
          <a:solidFill>
            <a:srgbClr val="40404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3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5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6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1525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09560" y="2228850"/>
            <a:ext cx="3177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9" name="標籤"/>
          <p:cNvSpPr/>
          <p:nvPr/>
        </p:nvSpPr>
        <p:spPr>
          <a:xfrm>
            <a:off x="8186420" y="4034790"/>
            <a:ext cx="646430" cy="3429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9969500" y="4034790"/>
            <a:ext cx="646430" cy="3429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8186420" y="5680710"/>
            <a:ext cx="646430" cy="3429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2" name="標籤"/>
          <p:cNvSpPr/>
          <p:nvPr/>
        </p:nvSpPr>
        <p:spPr>
          <a:xfrm>
            <a:off x="9969500" y="5680710"/>
            <a:ext cx="646430" cy="3429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154430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1738610" y="2228850"/>
            <a:ext cx="28152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2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46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49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2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2000" dirty="0"/>
          </a:p>
        </p:txBody>
      </p:sp>
      <p:sp>
        <p:nvSpPr>
          <p:cNvPr id="6" name="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9" name="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4" name="Text 12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5" name="線條"/>
          <p:cNvSpPr/>
          <p:nvPr/>
        </p:nvSpPr>
        <p:spPr>
          <a:xfrm>
            <a:off x="4979289" y="3771900"/>
            <a:ext cx="658368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6" name="線條"/>
          <p:cNvSpPr/>
          <p:nvPr/>
        </p:nvSpPr>
        <p:spPr>
          <a:xfrm>
            <a:off x="9601962" y="3771900"/>
            <a:ext cx="658368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8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9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3" name="標籤"/>
          <p:cNvSpPr/>
          <p:nvPr/>
        </p:nvSpPr>
        <p:spPr>
          <a:xfrm>
            <a:off x="1682687" y="5715000"/>
            <a:ext cx="26289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1682687" y="6343650"/>
            <a:ext cx="26289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5" name="標籤"/>
          <p:cNvSpPr/>
          <p:nvPr/>
        </p:nvSpPr>
        <p:spPr>
          <a:xfrm>
            <a:off x="1682687" y="6972300"/>
            <a:ext cx="26289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0928033" y="5715000"/>
            <a:ext cx="26289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0928033" y="6343650"/>
            <a:ext cx="26289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0928033" y="6972300"/>
            <a:ext cx="26289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2000" dirty="0"/>
          </a:p>
        </p:txBody>
      </p:sp>
      <p:sp>
        <p:nvSpPr>
          <p:cNvPr id="6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3027350" y="544068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9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1" name="線條"/>
          <p:cNvSpPr/>
          <p:nvPr/>
        </p:nvSpPr>
        <p:spPr>
          <a:xfrm>
            <a:off x="5906110" y="544068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3261"/>
            </a:avLst>
          </a:prstGeom>
          <a:solidFill>
            <a:srgbClr val="40404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3" name="線條"/>
          <p:cNvSpPr/>
          <p:nvPr/>
        </p:nvSpPr>
        <p:spPr>
          <a:xfrm>
            <a:off x="8784869" y="544068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4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6" name="線條"/>
          <p:cNvSpPr/>
          <p:nvPr/>
        </p:nvSpPr>
        <p:spPr>
          <a:xfrm>
            <a:off x="11663629" y="544068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9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1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3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5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29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1657350" y="2343150"/>
            <a:ext cx="1005738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1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32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標籤"/>
          <p:cNvSpPr/>
          <p:nvPr/>
        </p:nvSpPr>
        <p:spPr>
          <a:xfrm>
            <a:off x="1657350" y="2914650"/>
            <a:ext cx="1005738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5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36" name="標籤"/>
          <p:cNvSpPr/>
          <p:nvPr/>
        </p:nvSpPr>
        <p:spPr>
          <a:xfrm>
            <a:off x="13058089" y="2343150"/>
            <a:ext cx="1005738" cy="36576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38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39" name="標籤"/>
          <p:cNvSpPr/>
          <p:nvPr/>
        </p:nvSpPr>
        <p:spPr>
          <a:xfrm>
            <a:off x="13058089" y="2914650"/>
            <a:ext cx="1005738" cy="36576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0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2" name="編號"/>
          <p:cNvSpPr/>
          <p:nvPr/>
        </p:nvSpPr>
        <p:spPr>
          <a:xfrm>
            <a:off x="1430658" y="726948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1899288" y="726948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44" name="標籤"/>
          <p:cNvSpPr/>
          <p:nvPr/>
        </p:nvSpPr>
        <p:spPr>
          <a:xfrm>
            <a:off x="2402208" y="7280910"/>
            <a:ext cx="1005738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4897663" y="726948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5366293" y="726948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47" name="標籤"/>
          <p:cNvSpPr/>
          <p:nvPr/>
        </p:nvSpPr>
        <p:spPr>
          <a:xfrm>
            <a:off x="5869213" y="7280910"/>
            <a:ext cx="1005738" cy="36576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8598983" y="726948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49" name="標籤"/>
          <p:cNvSpPr/>
          <p:nvPr/>
        </p:nvSpPr>
        <p:spPr>
          <a:xfrm>
            <a:off x="9101903" y="7280910"/>
            <a:ext cx="1005738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831672" y="726948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2300302" y="726948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52" name="標籤"/>
          <p:cNvSpPr/>
          <p:nvPr/>
        </p:nvSpPr>
        <p:spPr>
          <a:xfrm>
            <a:off x="12803222" y="7280910"/>
            <a:ext cx="1005738" cy="36576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2000" dirty="0"/>
          </a:p>
        </p:txBody>
      </p:sp>
      <p:sp>
        <p:nvSpPr>
          <p:cNvPr id="6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5B9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7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5000"/>
            </a:avLst>
          </a:prstGeom>
          <a:solidFill>
            <a:srgbClr val="40404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2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500620" y="2857500"/>
            <a:ext cx="614680" cy="32004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標籤"/>
          <p:cNvSpPr/>
          <p:nvPr/>
        </p:nvSpPr>
        <p:spPr>
          <a:xfrm>
            <a:off x="6172200" y="3680460"/>
            <a:ext cx="773430" cy="32004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3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5" name="標籤"/>
          <p:cNvSpPr/>
          <p:nvPr/>
        </p:nvSpPr>
        <p:spPr>
          <a:xfrm>
            <a:off x="7500620" y="4514850"/>
            <a:ext cx="614680" cy="32004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6" name="標籤"/>
          <p:cNvSpPr/>
          <p:nvPr/>
        </p:nvSpPr>
        <p:spPr>
          <a:xfrm>
            <a:off x="6172200" y="5337810"/>
            <a:ext cx="773430" cy="32004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7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9" name="標籤"/>
          <p:cNvSpPr/>
          <p:nvPr/>
        </p:nvSpPr>
        <p:spPr>
          <a:xfrm>
            <a:off x="7500620" y="6172200"/>
            <a:ext cx="614680" cy="32004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0" name="標籤"/>
          <p:cNvSpPr/>
          <p:nvPr/>
        </p:nvSpPr>
        <p:spPr>
          <a:xfrm>
            <a:off x="6172200" y="6995160"/>
            <a:ext cx="773430" cy="32004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1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45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46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48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51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6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1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6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8" name="Text 76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冰山能力圖</dc:title>
  <dc:subject>PptxGenJS Presentation</dc:subject>
  <dc:creator>PPT Style Studio</dc:creator>
  <cp:lastModifiedBy>PPT Style Studio</cp:lastModifiedBy>
  <cp:revision>1</cp:revision>
  <dcterms:created xsi:type="dcterms:W3CDTF">2026-10-09T04:47:39Z</dcterms:created>
  <dcterms:modified xsi:type="dcterms:W3CDTF">2026-10-09T04:47:39Z</dcterms:modified>
</cp:coreProperties>
</file>