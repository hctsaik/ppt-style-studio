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光暈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79001" y="3818534"/>
            <a:ext cx="555955" cy="555955"/>
            <a:chOff x="2879001" y="3818534"/>
            <a:chExt cx="555955" cy="555955"/>
          </a:xfrm>
        </p:grpSpPr>
        <p:sp>
          <p:nvSpPr>
            <p:cNvPr id="92" name="外圈細環"/>
            <p:cNvSpPr/>
            <p:nvPr/>
          </p:nvSpPr>
          <p:spPr>
            <a:xfrm>
              <a:off x="2879001" y="3818534"/>
              <a:ext cx="555955" cy="55595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3048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2E75B6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/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2E75B6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426464" y="1828800"/>
            <a:ext cx="2121408" cy="2121408"/>
          </a:xfrm>
          <a:prstGeom prst="ellipse">
            <a:avLst/>
          </a:prstGeom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2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1F4E79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915985" y="1411834"/>
            <a:ext cx="2004365" cy="2004365"/>
          </a:xfrm>
          <a:prstGeom prst="ellipse">
            <a:avLst/>
          </a:prstGeom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10" name="外圈細環"/>
          <p:cNvSpPr/>
          <p:nvPr/>
        </p:nvSpPr>
        <p:spPr>
          <a:xfrm>
            <a:off x="3874496" y="1411834"/>
            <a:ext cx="2004365" cy="2004365"/>
          </a:xfrm>
          <a:prstGeom prst="ellipse">
            <a:avLst/>
          </a:prstGeom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4" name="外圈細環"/>
          <p:cNvSpPr/>
          <p:nvPr/>
        </p:nvSpPr>
        <p:spPr>
          <a:xfrm>
            <a:off x="6833006" y="1411834"/>
            <a:ext cx="2004365" cy="2004365"/>
          </a:xfrm>
          <a:prstGeom prst="ellipse">
            <a:avLst/>
          </a:prstGeom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8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6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2026-10-09T02:33:46Z</dcterms:created>
  <dcterms:modified xsi:type="dcterms:W3CDTF">2026-10-09T02:33:46Z</dcterms:modified>
</cp:coreProperties>
</file>